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313" r:id="rId2"/>
    <p:sldId id="256" r:id="rId3"/>
    <p:sldId id="294" r:id="rId4"/>
    <p:sldId id="290" r:id="rId5"/>
    <p:sldId id="295" r:id="rId6"/>
    <p:sldId id="314" r:id="rId7"/>
    <p:sldId id="268" r:id="rId8"/>
    <p:sldId id="315" r:id="rId9"/>
    <p:sldId id="307" r:id="rId10"/>
    <p:sldId id="317" r:id="rId11"/>
    <p:sldId id="316" r:id="rId12"/>
    <p:sldId id="297" r:id="rId13"/>
    <p:sldId id="318" r:id="rId14"/>
    <p:sldId id="306" r:id="rId15"/>
    <p:sldId id="308" r:id="rId16"/>
    <p:sldId id="292" r:id="rId17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19"/>
      <p:bold r:id="rId20"/>
      <p:italic r:id="rId21"/>
      <p:boldItalic r:id="rId22"/>
    </p:embeddedFont>
    <p:embeddedFont>
      <p:font typeface="Fira Sans Extra Condensed Medium" panose="020B0604020202020204" charset="0"/>
      <p:regular r:id="rId23"/>
      <p:bold r:id="rId24"/>
      <p:italic r:id="rId25"/>
      <p:boldItalic r:id="rId26"/>
    </p:embeddedFont>
    <p:embeddedFont>
      <p:font typeface="Fira Sans Extra Condensed SemiBold" panose="020B0604020202020204" charset="0"/>
      <p:regular r:id="rId27"/>
      <p:bold r:id="rId28"/>
      <p:italic r:id="rId29"/>
      <p:boldItalic r:id="rId30"/>
    </p:embeddedFont>
    <p:embeddedFont>
      <p:font typeface="Fira Sans Medium" panose="020B0603050000020004" pitchFamily="34" charset="0"/>
      <p:regular r:id="rId31"/>
      <p:bold r:id="rId32"/>
      <p:italic r:id="rId33"/>
      <p:boldItalic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Roboto" panose="02000000000000000000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kusumaraci@hotmail.com" initials="a" lastIdx="1" clrIdx="0">
    <p:extLst>
      <p:ext uri="{19B8F6BF-5375-455C-9EA6-DF929625EA0E}">
        <p15:presenceInfo xmlns:p15="http://schemas.microsoft.com/office/powerpoint/2012/main" userId="28ea9cb9983c7f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4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06" autoAdjust="0"/>
  </p:normalViewPr>
  <p:slideViewPr>
    <p:cSldViewPr snapToGrid="0">
      <p:cViewPr varScale="1">
        <p:scale>
          <a:sx n="90" d="100"/>
          <a:sy n="90" d="100"/>
        </p:scale>
        <p:origin x="756" y="78"/>
      </p:cViewPr>
      <p:guideLst>
        <p:guide orient="horz" pos="259"/>
        <p:guide pos="288"/>
        <p:guide pos="5472"/>
        <p:guide orient="horz" pos="2984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theme" Target="theme/theme1.xml"/><Relationship Id="rId20" Type="http://schemas.openxmlformats.org/officeDocument/2006/relationships/font" Target="fonts/font2.fntdata"/><Relationship Id="rId41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4D0951C2-662E-A52E-D412-FB627071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>
            <a:extLst>
              <a:ext uri="{FF2B5EF4-FFF2-40B4-BE49-F238E27FC236}">
                <a16:creationId xmlns:a16="http://schemas.microsoft.com/office/drawing/2014/main" id="{3BFCE146-B820-E499-F6A5-2B45735F5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>
            <a:extLst>
              <a:ext uri="{FF2B5EF4-FFF2-40B4-BE49-F238E27FC236}">
                <a16:creationId xmlns:a16="http://schemas.microsoft.com/office/drawing/2014/main" id="{F157C460-7314-F019-34EF-8BC981C0F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4152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5A863946-B816-B1FB-A209-B22F6314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0D6AE18C-1760-C47C-9052-E42558ACBA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7721FE30-2DEA-0FD7-8911-14FBBB77C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809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F7D2F645-65CC-B871-F2BA-731F5B635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B0CD9544-773F-CD27-4F35-F757BF9AE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D8FFB933-9FEA-CE9F-36A8-FA0D305FD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5953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F5ABA4B6-72DF-5E72-7797-4DE0BAA72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ECA75AA9-3A8C-AFBC-D15F-F9A66F693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7B11A724-1EE1-E479-E7F1-F34FCA413B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7175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782097C5-8F59-4452-8983-B3AA42C86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DE4E3785-BEFF-41DB-A1EF-C3AE46179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99F525B4-D9CD-309E-562A-35ADFD5D84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030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C286C6C7-D0A7-96FF-B204-94B4551D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F99BD667-7D06-AEA1-7832-F98615B836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188F30D1-BBDE-4E21-6126-174D95B705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479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756742CC-E560-35CF-10BE-C77E89320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8FB96727-AFB8-33BD-D71A-2BD9201AE5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09968C15-ADDC-993D-0E59-0E006D25C0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3884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CCA28A9C-43E2-6FC0-0A94-DDB2E2F13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5ADEA2B9-15E7-14AE-4F7D-BA3CC38D58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7A02261A-700D-82AB-B022-CD158EFB37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642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B6BAAE82-64DB-5F8C-7FEC-B65F6B75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4112C177-DBF4-A1B8-A918-04CE38ED1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DE48B38F-7EE4-D9CF-70D0-F9C42F143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892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31D27EA2-4FB6-6507-3177-0D92B8DF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F2388B12-8533-315B-66FC-EF6197E730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9AA286F1-2921-D067-56A3-86BD1A10C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0566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3A348262-F2F8-7A3E-B1A4-5A41277B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4F69FDB1-9343-F117-EAF7-2431E3A3F6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112E184F-6C24-80E4-7645-1AC7B23D3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394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7DE9CD44-AA70-EFC9-7B88-911408C6C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08069496-2D08-DE74-6F61-B3ACE72D27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5BE6F663-9845-7248-EFC5-5D48C60CD9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39765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>
          <a:extLst>
            <a:ext uri="{FF2B5EF4-FFF2-40B4-BE49-F238E27FC236}">
              <a16:creationId xmlns:a16="http://schemas.microsoft.com/office/drawing/2014/main" id="{F7EF8793-6882-90A8-4D42-15B6B1D5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929290261e_0_18:notes">
            <a:extLst>
              <a:ext uri="{FF2B5EF4-FFF2-40B4-BE49-F238E27FC236}">
                <a16:creationId xmlns:a16="http://schemas.microsoft.com/office/drawing/2014/main" id="{827814D7-B511-06AF-3614-F47336921C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929290261e_0_18:notes">
            <a:extLst>
              <a:ext uri="{FF2B5EF4-FFF2-40B4-BE49-F238E27FC236}">
                <a16:creationId xmlns:a16="http://schemas.microsoft.com/office/drawing/2014/main" id="{8FF01A9B-7627-42BE-2CD7-C00F5828E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6226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920433" y="2491442"/>
            <a:ext cx="4207415" cy="296616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 descr="Bagaimana Cara Membuat Kode di Scratch? Ini Ulasannya | kumparan.com">
            <a:extLst>
              <a:ext uri="{FF2B5EF4-FFF2-40B4-BE49-F238E27FC236}">
                <a16:creationId xmlns:a16="http://schemas.microsoft.com/office/drawing/2014/main" id="{6EFAFB05-D0FF-5E57-C37C-3F430FD10B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27500" r="72500"/>
                    </a14:imgEffect>
                  </a14:imgLayer>
                </a14:imgProps>
              </a:ext>
            </a:extLst>
          </a:blip>
          <a:srcRect l="21875" r="21875"/>
          <a:stretch>
            <a:fillRect/>
          </a:stretch>
        </p:blipFill>
        <p:spPr>
          <a:xfrm rot="996244">
            <a:off x="197234" y="57637"/>
            <a:ext cx="2456106" cy="2456106"/>
          </a:xfrm>
          <a:prstGeom prst="rect">
            <a:avLst/>
          </a:prstGeom>
        </p:spPr>
      </p:pic>
      <p:pic>
        <p:nvPicPr>
          <p:cNvPr id="8" name="Picture 7" descr="Pedoman penggunaan ikon dan nama Visual Studio Code dan VS Code.">
            <a:extLst>
              <a:ext uri="{FF2B5EF4-FFF2-40B4-BE49-F238E27FC236}">
                <a16:creationId xmlns:a16="http://schemas.microsoft.com/office/drawing/2014/main" id="{ABB53CEA-F867-555B-BFDF-A772A8050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9122">
            <a:off x="7171816" y="2730905"/>
            <a:ext cx="1745428" cy="1745428"/>
          </a:xfrm>
          <a:prstGeom prst="rect">
            <a:avLst/>
          </a:prstGeom>
        </p:spPr>
      </p:pic>
      <p:pic>
        <p:nvPicPr>
          <p:cNvPr id="10" name="Picture 9" descr="Python Logo PNG Vector (SVG) Free Download">
            <a:extLst>
              <a:ext uri="{FF2B5EF4-FFF2-40B4-BE49-F238E27FC236}">
                <a16:creationId xmlns:a16="http://schemas.microsoft.com/office/drawing/2014/main" id="{08FC24C1-17D8-640F-2378-A766C05102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139563">
            <a:off x="7055191" y="123164"/>
            <a:ext cx="2325051" cy="2325051"/>
          </a:xfrm>
          <a:prstGeom prst="rect">
            <a:avLst/>
          </a:prstGeom>
        </p:spPr>
      </p:pic>
      <p:grpSp>
        <p:nvGrpSpPr>
          <p:cNvPr id="17" name="Google Shape;1848;p23">
            <a:extLst>
              <a:ext uri="{FF2B5EF4-FFF2-40B4-BE49-F238E27FC236}">
                <a16:creationId xmlns:a16="http://schemas.microsoft.com/office/drawing/2014/main" id="{8D650553-754C-3AD1-B41B-FAC34390D730}"/>
              </a:ext>
            </a:extLst>
          </p:cNvPr>
          <p:cNvGrpSpPr/>
          <p:nvPr/>
        </p:nvGrpSpPr>
        <p:grpSpPr>
          <a:xfrm rot="1234407">
            <a:off x="6129746" y="3799367"/>
            <a:ext cx="1571313" cy="1037753"/>
            <a:chOff x="2553878" y="2422103"/>
            <a:chExt cx="4038381" cy="2644767"/>
          </a:xfrm>
        </p:grpSpPr>
        <p:sp>
          <p:nvSpPr>
            <p:cNvPr id="18" name="Google Shape;1849;p23">
              <a:extLst>
                <a:ext uri="{FF2B5EF4-FFF2-40B4-BE49-F238E27FC236}">
                  <a16:creationId xmlns:a16="http://schemas.microsoft.com/office/drawing/2014/main" id="{7EC07553-A295-0AD4-1C70-7763FEA48886}"/>
                </a:ext>
              </a:extLst>
            </p:cNvPr>
            <p:cNvSpPr/>
            <p:nvPr/>
          </p:nvSpPr>
          <p:spPr>
            <a:xfrm>
              <a:off x="3910378" y="2683739"/>
              <a:ext cx="114752" cy="149086"/>
            </a:xfrm>
            <a:custGeom>
              <a:avLst/>
              <a:gdLst/>
              <a:ahLst/>
              <a:cxnLst/>
              <a:rect l="l" t="t" r="r" b="b"/>
              <a:pathLst>
                <a:path w="3389" h="4403" extrusionOk="0">
                  <a:moveTo>
                    <a:pt x="0" y="1"/>
                  </a:moveTo>
                  <a:lnTo>
                    <a:pt x="3389" y="4403"/>
                  </a:lnTo>
                  <a:lnTo>
                    <a:pt x="3389" y="4055"/>
                  </a:lnTo>
                  <a:lnTo>
                    <a:pt x="539" y="318"/>
                  </a:lnTo>
                  <a:cubicBezTo>
                    <a:pt x="349" y="223"/>
                    <a:pt x="190" y="96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50;p23">
              <a:extLst>
                <a:ext uri="{FF2B5EF4-FFF2-40B4-BE49-F238E27FC236}">
                  <a16:creationId xmlns:a16="http://schemas.microsoft.com/office/drawing/2014/main" id="{A02B11F1-9336-160A-45B8-BB0A12B54404}"/>
                </a:ext>
              </a:extLst>
            </p:cNvPr>
            <p:cNvSpPr/>
            <p:nvPr/>
          </p:nvSpPr>
          <p:spPr>
            <a:xfrm>
              <a:off x="3816010" y="2647306"/>
              <a:ext cx="209119" cy="271320"/>
            </a:xfrm>
            <a:custGeom>
              <a:avLst/>
              <a:gdLst/>
              <a:ahLst/>
              <a:cxnLst/>
              <a:rect l="l" t="t" r="r" b="b"/>
              <a:pathLst>
                <a:path w="6176" h="8013" extrusionOk="0">
                  <a:moveTo>
                    <a:pt x="0" y="0"/>
                  </a:moveTo>
                  <a:lnTo>
                    <a:pt x="6176" y="8012"/>
                  </a:lnTo>
                  <a:lnTo>
                    <a:pt x="6176" y="7664"/>
                  </a:lnTo>
                  <a:lnTo>
                    <a:pt x="349" y="64"/>
                  </a:lnTo>
                  <a:cubicBezTo>
                    <a:pt x="254" y="64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851;p23">
              <a:extLst>
                <a:ext uri="{FF2B5EF4-FFF2-40B4-BE49-F238E27FC236}">
                  <a16:creationId xmlns:a16="http://schemas.microsoft.com/office/drawing/2014/main" id="{4F747A98-BA17-AD3D-ED74-9865240D0B86}"/>
                </a:ext>
              </a:extLst>
            </p:cNvPr>
            <p:cNvSpPr/>
            <p:nvPr/>
          </p:nvSpPr>
          <p:spPr>
            <a:xfrm>
              <a:off x="3744159" y="2638705"/>
              <a:ext cx="280970" cy="365688"/>
            </a:xfrm>
            <a:custGeom>
              <a:avLst/>
              <a:gdLst/>
              <a:ahLst/>
              <a:cxnLst/>
              <a:rect l="l" t="t" r="r" b="b"/>
              <a:pathLst>
                <a:path w="8298" h="10800" extrusionOk="0">
                  <a:moveTo>
                    <a:pt x="1" y="1"/>
                  </a:moveTo>
                  <a:lnTo>
                    <a:pt x="8298" y="10800"/>
                  </a:lnTo>
                  <a:lnTo>
                    <a:pt x="8298" y="104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52;p23">
              <a:extLst>
                <a:ext uri="{FF2B5EF4-FFF2-40B4-BE49-F238E27FC236}">
                  <a16:creationId xmlns:a16="http://schemas.microsoft.com/office/drawing/2014/main" id="{D19204B3-5BDA-AC05-020C-EEB8BC38B2A3}"/>
                </a:ext>
              </a:extLst>
            </p:cNvPr>
            <p:cNvSpPr/>
            <p:nvPr/>
          </p:nvSpPr>
          <p:spPr>
            <a:xfrm>
              <a:off x="3681958" y="2641922"/>
              <a:ext cx="343171" cy="448273"/>
            </a:xfrm>
            <a:custGeom>
              <a:avLst/>
              <a:gdLst/>
              <a:ahLst/>
              <a:cxnLst/>
              <a:rect l="l" t="t" r="r" b="b"/>
              <a:pathLst>
                <a:path w="10135" h="13239" extrusionOk="0">
                  <a:moveTo>
                    <a:pt x="254" y="1"/>
                  </a:moveTo>
                  <a:cubicBezTo>
                    <a:pt x="159" y="1"/>
                    <a:pt x="96" y="33"/>
                    <a:pt x="1" y="33"/>
                  </a:cubicBezTo>
                  <a:lnTo>
                    <a:pt x="10135" y="13238"/>
                  </a:lnTo>
                  <a:lnTo>
                    <a:pt x="10135" y="1285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853;p23">
              <a:extLst>
                <a:ext uri="{FF2B5EF4-FFF2-40B4-BE49-F238E27FC236}">
                  <a16:creationId xmlns:a16="http://schemas.microsoft.com/office/drawing/2014/main" id="{82685E6F-A69A-2F31-8965-6244DE22104C}"/>
                </a:ext>
              </a:extLst>
            </p:cNvPr>
            <p:cNvSpPr/>
            <p:nvPr/>
          </p:nvSpPr>
          <p:spPr>
            <a:xfrm>
              <a:off x="3627274" y="2654789"/>
              <a:ext cx="397855" cy="516907"/>
            </a:xfrm>
            <a:custGeom>
              <a:avLst/>
              <a:gdLst/>
              <a:ahLst/>
              <a:cxnLst/>
              <a:rect l="l" t="t" r="r" b="b"/>
              <a:pathLst>
                <a:path w="11750" h="15266" extrusionOk="0">
                  <a:moveTo>
                    <a:pt x="222" y="1"/>
                  </a:moveTo>
                  <a:cubicBezTo>
                    <a:pt x="159" y="33"/>
                    <a:pt x="64" y="64"/>
                    <a:pt x="1" y="96"/>
                  </a:cubicBezTo>
                  <a:lnTo>
                    <a:pt x="11687" y="15265"/>
                  </a:lnTo>
                  <a:lnTo>
                    <a:pt x="11750" y="15170"/>
                  </a:lnTo>
                  <a:lnTo>
                    <a:pt x="11750" y="1501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854;p23">
              <a:extLst>
                <a:ext uri="{FF2B5EF4-FFF2-40B4-BE49-F238E27FC236}">
                  <a16:creationId xmlns:a16="http://schemas.microsoft.com/office/drawing/2014/main" id="{E9965373-E1B4-2324-5904-50418CBA4D08}"/>
                </a:ext>
              </a:extLst>
            </p:cNvPr>
            <p:cNvSpPr/>
            <p:nvPr/>
          </p:nvSpPr>
          <p:spPr>
            <a:xfrm>
              <a:off x="3577940" y="2676256"/>
              <a:ext cx="416106" cy="538340"/>
            </a:xfrm>
            <a:custGeom>
              <a:avLst/>
              <a:gdLst/>
              <a:ahLst/>
              <a:cxnLst/>
              <a:rect l="l" t="t" r="r" b="b"/>
              <a:pathLst>
                <a:path w="12289" h="15899" extrusionOk="0">
                  <a:moveTo>
                    <a:pt x="191" y="0"/>
                  </a:moveTo>
                  <a:cubicBezTo>
                    <a:pt x="128" y="32"/>
                    <a:pt x="64" y="64"/>
                    <a:pt x="1" y="95"/>
                  </a:cubicBezTo>
                  <a:lnTo>
                    <a:pt x="12162" y="15898"/>
                  </a:lnTo>
                  <a:cubicBezTo>
                    <a:pt x="12194" y="15835"/>
                    <a:pt x="12257" y="15771"/>
                    <a:pt x="12289" y="1570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855;p23">
              <a:extLst>
                <a:ext uri="{FF2B5EF4-FFF2-40B4-BE49-F238E27FC236}">
                  <a16:creationId xmlns:a16="http://schemas.microsoft.com/office/drawing/2014/main" id="{454B0336-6F17-9654-A60D-18C6F11C0E3D}"/>
                </a:ext>
              </a:extLst>
            </p:cNvPr>
            <p:cNvSpPr/>
            <p:nvPr/>
          </p:nvSpPr>
          <p:spPr>
            <a:xfrm>
              <a:off x="3533990" y="2703039"/>
              <a:ext cx="422539" cy="545857"/>
            </a:xfrm>
            <a:custGeom>
              <a:avLst/>
              <a:gdLst/>
              <a:ahLst/>
              <a:cxnLst/>
              <a:rect l="l" t="t" r="r" b="b"/>
              <a:pathLst>
                <a:path w="12479" h="16121" extrusionOk="0">
                  <a:moveTo>
                    <a:pt x="190" y="1"/>
                  </a:moveTo>
                  <a:lnTo>
                    <a:pt x="0" y="128"/>
                  </a:lnTo>
                  <a:lnTo>
                    <a:pt x="12320" y="16120"/>
                  </a:lnTo>
                  <a:cubicBezTo>
                    <a:pt x="12351" y="16089"/>
                    <a:pt x="12415" y="16057"/>
                    <a:pt x="12478" y="1599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856;p23">
              <a:extLst>
                <a:ext uri="{FF2B5EF4-FFF2-40B4-BE49-F238E27FC236}">
                  <a16:creationId xmlns:a16="http://schemas.microsoft.com/office/drawing/2014/main" id="{B2511028-9719-7766-27B4-9C4513CAB8BD}"/>
                </a:ext>
              </a:extLst>
            </p:cNvPr>
            <p:cNvSpPr/>
            <p:nvPr/>
          </p:nvSpPr>
          <p:spPr>
            <a:xfrm>
              <a:off x="3495390" y="2736290"/>
              <a:ext cx="418239" cy="541557"/>
            </a:xfrm>
            <a:custGeom>
              <a:avLst/>
              <a:gdLst/>
              <a:ahLst/>
              <a:cxnLst/>
              <a:rect l="l" t="t" r="r" b="b"/>
              <a:pathLst>
                <a:path w="12352" h="15994" extrusionOk="0">
                  <a:moveTo>
                    <a:pt x="159" y="1"/>
                  </a:moveTo>
                  <a:cubicBezTo>
                    <a:pt x="95" y="64"/>
                    <a:pt x="32" y="127"/>
                    <a:pt x="0" y="159"/>
                  </a:cubicBezTo>
                  <a:lnTo>
                    <a:pt x="12161" y="15994"/>
                  </a:lnTo>
                  <a:cubicBezTo>
                    <a:pt x="12225" y="15962"/>
                    <a:pt x="12288" y="15930"/>
                    <a:pt x="12351" y="15899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857;p23">
              <a:extLst>
                <a:ext uri="{FF2B5EF4-FFF2-40B4-BE49-F238E27FC236}">
                  <a16:creationId xmlns:a16="http://schemas.microsoft.com/office/drawing/2014/main" id="{9A92C19B-BB3E-51A5-E985-007B49EBCEA3}"/>
                </a:ext>
              </a:extLst>
            </p:cNvPr>
            <p:cNvSpPr/>
            <p:nvPr/>
          </p:nvSpPr>
          <p:spPr>
            <a:xfrm>
              <a:off x="3461056" y="2777057"/>
              <a:ext cx="405372" cy="523306"/>
            </a:xfrm>
            <a:custGeom>
              <a:avLst/>
              <a:gdLst/>
              <a:ahLst/>
              <a:cxnLst/>
              <a:rect l="l" t="t" r="r" b="b"/>
              <a:pathLst>
                <a:path w="11972" h="15455" extrusionOk="0">
                  <a:moveTo>
                    <a:pt x="128" y="0"/>
                  </a:moveTo>
                  <a:cubicBezTo>
                    <a:pt x="96" y="63"/>
                    <a:pt x="33" y="127"/>
                    <a:pt x="1" y="190"/>
                  </a:cubicBezTo>
                  <a:lnTo>
                    <a:pt x="11750" y="15455"/>
                  </a:lnTo>
                  <a:lnTo>
                    <a:pt x="11972" y="1539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858;p23">
              <a:extLst>
                <a:ext uri="{FF2B5EF4-FFF2-40B4-BE49-F238E27FC236}">
                  <a16:creationId xmlns:a16="http://schemas.microsoft.com/office/drawing/2014/main" id="{8BAB3CA2-C468-353A-41A8-B12D1A36FBF7}"/>
                </a:ext>
              </a:extLst>
            </p:cNvPr>
            <p:cNvSpPr/>
            <p:nvPr/>
          </p:nvSpPr>
          <p:spPr>
            <a:xfrm>
              <a:off x="3432105" y="2824224"/>
              <a:ext cx="380722" cy="491139"/>
            </a:xfrm>
            <a:custGeom>
              <a:avLst/>
              <a:gdLst/>
              <a:ahLst/>
              <a:cxnLst/>
              <a:rect l="l" t="t" r="r" b="b"/>
              <a:pathLst>
                <a:path w="11244" h="14505" extrusionOk="0">
                  <a:moveTo>
                    <a:pt x="128" y="1"/>
                  </a:moveTo>
                  <a:cubicBezTo>
                    <a:pt x="96" y="64"/>
                    <a:pt x="33" y="159"/>
                    <a:pt x="1" y="222"/>
                  </a:cubicBezTo>
                  <a:lnTo>
                    <a:pt x="10990" y="14505"/>
                  </a:lnTo>
                  <a:cubicBezTo>
                    <a:pt x="11085" y="14505"/>
                    <a:pt x="11148" y="14473"/>
                    <a:pt x="11243" y="14473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859;p23">
              <a:extLst>
                <a:ext uri="{FF2B5EF4-FFF2-40B4-BE49-F238E27FC236}">
                  <a16:creationId xmlns:a16="http://schemas.microsoft.com/office/drawing/2014/main" id="{D1468EDD-31CE-0067-4FF7-2B10CEC9C302}"/>
                </a:ext>
              </a:extLst>
            </p:cNvPr>
            <p:cNvSpPr/>
            <p:nvPr/>
          </p:nvSpPr>
          <p:spPr>
            <a:xfrm>
              <a:off x="3410672" y="2879991"/>
              <a:ext cx="342088" cy="441805"/>
            </a:xfrm>
            <a:custGeom>
              <a:avLst/>
              <a:gdLst/>
              <a:ahLst/>
              <a:cxnLst/>
              <a:rect l="l" t="t" r="r" b="b"/>
              <a:pathLst>
                <a:path w="10103" h="13048" extrusionOk="0">
                  <a:moveTo>
                    <a:pt x="96" y="0"/>
                  </a:moveTo>
                  <a:cubicBezTo>
                    <a:pt x="64" y="95"/>
                    <a:pt x="32" y="190"/>
                    <a:pt x="1" y="285"/>
                  </a:cubicBezTo>
                  <a:lnTo>
                    <a:pt x="9818" y="13048"/>
                  </a:lnTo>
                  <a:lnTo>
                    <a:pt x="10103" y="13048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860;p23">
              <a:extLst>
                <a:ext uri="{FF2B5EF4-FFF2-40B4-BE49-F238E27FC236}">
                  <a16:creationId xmlns:a16="http://schemas.microsoft.com/office/drawing/2014/main" id="{16C0214F-B6D9-3952-2B67-77392F5BF830}"/>
                </a:ext>
              </a:extLst>
            </p:cNvPr>
            <p:cNvSpPr/>
            <p:nvPr/>
          </p:nvSpPr>
          <p:spPr>
            <a:xfrm>
              <a:off x="3398889" y="2948626"/>
              <a:ext cx="284187" cy="368905"/>
            </a:xfrm>
            <a:custGeom>
              <a:avLst/>
              <a:gdLst/>
              <a:ahLst/>
              <a:cxnLst/>
              <a:rect l="l" t="t" r="r" b="b"/>
              <a:pathLst>
                <a:path w="8393" h="10895" extrusionOk="0">
                  <a:moveTo>
                    <a:pt x="32" y="0"/>
                  </a:moveTo>
                  <a:cubicBezTo>
                    <a:pt x="32" y="95"/>
                    <a:pt x="32" y="222"/>
                    <a:pt x="0" y="317"/>
                  </a:cubicBezTo>
                  <a:lnTo>
                    <a:pt x="8076" y="10831"/>
                  </a:lnTo>
                  <a:cubicBezTo>
                    <a:pt x="8202" y="10831"/>
                    <a:pt x="8297" y="10863"/>
                    <a:pt x="8392" y="1089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861;p23">
              <a:extLst>
                <a:ext uri="{FF2B5EF4-FFF2-40B4-BE49-F238E27FC236}">
                  <a16:creationId xmlns:a16="http://schemas.microsoft.com/office/drawing/2014/main" id="{33D03A32-5DCE-06C0-BF0A-307DCE20A4D4}"/>
                </a:ext>
              </a:extLst>
            </p:cNvPr>
            <p:cNvSpPr/>
            <p:nvPr/>
          </p:nvSpPr>
          <p:spPr>
            <a:xfrm>
              <a:off x="3403155" y="3038693"/>
              <a:ext cx="194119" cy="252020"/>
            </a:xfrm>
            <a:custGeom>
              <a:avLst/>
              <a:gdLst/>
              <a:ahLst/>
              <a:cxnLst/>
              <a:rect l="l" t="t" r="r" b="b"/>
              <a:pathLst>
                <a:path w="5733" h="7443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159"/>
                    <a:pt x="64" y="317"/>
                    <a:pt x="96" y="475"/>
                  </a:cubicBezTo>
                  <a:lnTo>
                    <a:pt x="5290" y="7221"/>
                  </a:lnTo>
                  <a:cubicBezTo>
                    <a:pt x="5448" y="7284"/>
                    <a:pt x="5575" y="7379"/>
                    <a:pt x="5733" y="7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862;p23">
              <a:extLst>
                <a:ext uri="{FF2B5EF4-FFF2-40B4-BE49-F238E27FC236}">
                  <a16:creationId xmlns:a16="http://schemas.microsoft.com/office/drawing/2014/main" id="{1B0E86FB-1F00-0D50-8994-3ABA5DE5AA7C}"/>
                </a:ext>
              </a:extLst>
            </p:cNvPr>
            <p:cNvSpPr/>
            <p:nvPr/>
          </p:nvSpPr>
          <p:spPr>
            <a:xfrm>
              <a:off x="3465356" y="4609628"/>
              <a:ext cx="2510313" cy="124402"/>
            </a:xfrm>
            <a:custGeom>
              <a:avLst/>
              <a:gdLst/>
              <a:ahLst/>
              <a:cxnLst/>
              <a:rect l="l" t="t" r="r" b="b"/>
              <a:pathLst>
                <a:path w="74138" h="3674" extrusionOk="0">
                  <a:moveTo>
                    <a:pt x="37085" y="0"/>
                  </a:moveTo>
                  <a:cubicBezTo>
                    <a:pt x="16595" y="0"/>
                    <a:pt x="1" y="824"/>
                    <a:pt x="1" y="1837"/>
                  </a:cubicBezTo>
                  <a:cubicBezTo>
                    <a:pt x="1" y="2850"/>
                    <a:pt x="16595" y="3674"/>
                    <a:pt x="37085" y="3674"/>
                  </a:cubicBezTo>
                  <a:cubicBezTo>
                    <a:pt x="57543" y="3674"/>
                    <a:pt x="74138" y="2850"/>
                    <a:pt x="74138" y="1837"/>
                  </a:cubicBezTo>
                  <a:cubicBezTo>
                    <a:pt x="74138" y="824"/>
                    <a:pt x="57543" y="0"/>
                    <a:pt x="370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863;p23">
              <a:extLst>
                <a:ext uri="{FF2B5EF4-FFF2-40B4-BE49-F238E27FC236}">
                  <a16:creationId xmlns:a16="http://schemas.microsoft.com/office/drawing/2014/main" id="{BDB07177-069F-DA0B-2FD7-57E8D9DB62C3}"/>
                </a:ext>
              </a:extLst>
            </p:cNvPr>
            <p:cNvSpPr/>
            <p:nvPr/>
          </p:nvSpPr>
          <p:spPr>
            <a:xfrm>
              <a:off x="6219054" y="2870341"/>
              <a:ext cx="18284" cy="27901"/>
            </a:xfrm>
            <a:custGeom>
              <a:avLst/>
              <a:gdLst/>
              <a:ahLst/>
              <a:cxnLst/>
              <a:rect l="l" t="t" r="r" b="b"/>
              <a:pathLst>
                <a:path w="540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381" y="824"/>
                    <a:pt x="476" y="729"/>
                    <a:pt x="539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864;p23">
              <a:extLst>
                <a:ext uri="{FF2B5EF4-FFF2-40B4-BE49-F238E27FC236}">
                  <a16:creationId xmlns:a16="http://schemas.microsoft.com/office/drawing/2014/main" id="{13E21423-04F2-D5EC-EE9E-1B6C6A2DBC8D}"/>
                </a:ext>
              </a:extLst>
            </p:cNvPr>
            <p:cNvSpPr/>
            <p:nvPr/>
          </p:nvSpPr>
          <p:spPr>
            <a:xfrm>
              <a:off x="6219054" y="3051560"/>
              <a:ext cx="13984" cy="10767"/>
            </a:xfrm>
            <a:custGeom>
              <a:avLst/>
              <a:gdLst/>
              <a:ahLst/>
              <a:cxnLst/>
              <a:rect l="l" t="t" r="r" b="b"/>
              <a:pathLst>
                <a:path w="413" h="318" extrusionOk="0">
                  <a:moveTo>
                    <a:pt x="1" y="0"/>
                  </a:moveTo>
                  <a:cubicBezTo>
                    <a:pt x="33" y="190"/>
                    <a:pt x="159" y="317"/>
                    <a:pt x="286" y="317"/>
                  </a:cubicBezTo>
                  <a:cubicBezTo>
                    <a:pt x="349" y="317"/>
                    <a:pt x="381" y="317"/>
                    <a:pt x="413" y="285"/>
                  </a:cubicBezTo>
                  <a:cubicBezTo>
                    <a:pt x="349" y="222"/>
                    <a:pt x="191" y="127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865;p23">
              <a:extLst>
                <a:ext uri="{FF2B5EF4-FFF2-40B4-BE49-F238E27FC236}">
                  <a16:creationId xmlns:a16="http://schemas.microsoft.com/office/drawing/2014/main" id="{E041EDAE-C851-E553-4668-77AEC1E0931B}"/>
                </a:ext>
              </a:extLst>
            </p:cNvPr>
            <p:cNvSpPr/>
            <p:nvPr/>
          </p:nvSpPr>
          <p:spPr>
            <a:xfrm>
              <a:off x="6219054" y="3090160"/>
              <a:ext cx="9684" cy="20418"/>
            </a:xfrm>
            <a:custGeom>
              <a:avLst/>
              <a:gdLst/>
              <a:ahLst/>
              <a:cxnLst/>
              <a:rect l="l" t="t" r="r" b="b"/>
              <a:pathLst>
                <a:path w="286" h="603" extrusionOk="0">
                  <a:moveTo>
                    <a:pt x="286" y="0"/>
                  </a:moveTo>
                  <a:cubicBezTo>
                    <a:pt x="128" y="0"/>
                    <a:pt x="1" y="159"/>
                    <a:pt x="1" y="412"/>
                  </a:cubicBezTo>
                  <a:cubicBezTo>
                    <a:pt x="1" y="475"/>
                    <a:pt x="1" y="539"/>
                    <a:pt x="33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866;p23">
              <a:extLst>
                <a:ext uri="{FF2B5EF4-FFF2-40B4-BE49-F238E27FC236}">
                  <a16:creationId xmlns:a16="http://schemas.microsoft.com/office/drawing/2014/main" id="{69C99C1F-18C6-70A4-BC4E-85E929B0D727}"/>
                </a:ext>
              </a:extLst>
            </p:cNvPr>
            <p:cNvSpPr/>
            <p:nvPr/>
          </p:nvSpPr>
          <p:spPr>
            <a:xfrm>
              <a:off x="6202971" y="2813490"/>
              <a:ext cx="3251" cy="1117"/>
            </a:xfrm>
            <a:custGeom>
              <a:avLst/>
              <a:gdLst/>
              <a:ahLst/>
              <a:cxnLst/>
              <a:rect l="l" t="t" r="r" b="b"/>
              <a:pathLst>
                <a:path w="96" h="33" extrusionOk="0">
                  <a:moveTo>
                    <a:pt x="1" y="1"/>
                  </a:moveTo>
                  <a:cubicBezTo>
                    <a:pt x="32" y="1"/>
                    <a:pt x="64" y="33"/>
                    <a:pt x="96" y="33"/>
                  </a:cubicBezTo>
                  <a:cubicBezTo>
                    <a:pt x="64" y="33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867;p23">
              <a:extLst>
                <a:ext uri="{FF2B5EF4-FFF2-40B4-BE49-F238E27FC236}">
                  <a16:creationId xmlns:a16="http://schemas.microsoft.com/office/drawing/2014/main" id="{28690120-8197-B45E-4B76-E88C0835ACD8}"/>
                </a:ext>
              </a:extLst>
            </p:cNvPr>
            <p:cNvSpPr/>
            <p:nvPr/>
          </p:nvSpPr>
          <p:spPr>
            <a:xfrm>
              <a:off x="6137553" y="2821007"/>
              <a:ext cx="19368" cy="22551"/>
            </a:xfrm>
            <a:custGeom>
              <a:avLst/>
              <a:gdLst/>
              <a:ahLst/>
              <a:cxnLst/>
              <a:rect l="l" t="t" r="r" b="b"/>
              <a:pathLst>
                <a:path w="572" h="666" extrusionOk="0">
                  <a:moveTo>
                    <a:pt x="64" y="1"/>
                  </a:moveTo>
                  <a:cubicBezTo>
                    <a:pt x="1" y="64"/>
                    <a:pt x="1" y="159"/>
                    <a:pt x="1" y="254"/>
                  </a:cubicBezTo>
                  <a:cubicBezTo>
                    <a:pt x="1" y="476"/>
                    <a:pt x="128" y="666"/>
                    <a:pt x="286" y="666"/>
                  </a:cubicBezTo>
                  <a:cubicBezTo>
                    <a:pt x="444" y="666"/>
                    <a:pt x="571" y="476"/>
                    <a:pt x="571" y="254"/>
                  </a:cubicBezTo>
                  <a:cubicBezTo>
                    <a:pt x="571" y="159"/>
                    <a:pt x="539" y="64"/>
                    <a:pt x="4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868;p23">
              <a:extLst>
                <a:ext uri="{FF2B5EF4-FFF2-40B4-BE49-F238E27FC236}">
                  <a16:creationId xmlns:a16="http://schemas.microsoft.com/office/drawing/2014/main" id="{77AB5716-6D65-6B20-A14E-0C34D912C717}"/>
                </a:ext>
              </a:extLst>
            </p:cNvPr>
            <p:cNvSpPr/>
            <p:nvPr/>
          </p:nvSpPr>
          <p:spPr>
            <a:xfrm>
              <a:off x="6178321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285" y="0"/>
                    <a:pt x="254" y="32"/>
                    <a:pt x="222" y="32"/>
                  </a:cubicBezTo>
                  <a:cubicBezTo>
                    <a:pt x="95" y="64"/>
                    <a:pt x="0" y="222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869;p23">
              <a:extLst>
                <a:ext uri="{FF2B5EF4-FFF2-40B4-BE49-F238E27FC236}">
                  <a16:creationId xmlns:a16="http://schemas.microsoft.com/office/drawing/2014/main" id="{0214FF09-4BD4-B3E2-3950-A66092BB2410}"/>
                </a:ext>
              </a:extLst>
            </p:cNvPr>
            <p:cNvSpPr/>
            <p:nvPr/>
          </p:nvSpPr>
          <p:spPr>
            <a:xfrm>
              <a:off x="6157937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870;p23">
              <a:extLst>
                <a:ext uri="{FF2B5EF4-FFF2-40B4-BE49-F238E27FC236}">
                  <a16:creationId xmlns:a16="http://schemas.microsoft.com/office/drawing/2014/main" id="{0AC3FB31-17D0-8B99-81FE-697977B6AFD8}"/>
                </a:ext>
              </a:extLst>
            </p:cNvPr>
            <p:cNvSpPr/>
            <p:nvPr/>
          </p:nvSpPr>
          <p:spPr>
            <a:xfrm>
              <a:off x="619975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871;p23">
              <a:extLst>
                <a:ext uri="{FF2B5EF4-FFF2-40B4-BE49-F238E27FC236}">
                  <a16:creationId xmlns:a16="http://schemas.microsoft.com/office/drawing/2014/main" id="{537D9960-3C64-C3EC-7A88-9ECA96B65897}"/>
                </a:ext>
              </a:extLst>
            </p:cNvPr>
            <p:cNvSpPr/>
            <p:nvPr/>
          </p:nvSpPr>
          <p:spPr>
            <a:xfrm>
              <a:off x="6137553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872;p23">
              <a:extLst>
                <a:ext uri="{FF2B5EF4-FFF2-40B4-BE49-F238E27FC236}">
                  <a16:creationId xmlns:a16="http://schemas.microsoft.com/office/drawing/2014/main" id="{1EAE52F7-53FD-E86B-1C86-03F1D6FDB8A6}"/>
                </a:ext>
              </a:extLst>
            </p:cNvPr>
            <p:cNvSpPr/>
            <p:nvPr/>
          </p:nvSpPr>
          <p:spPr>
            <a:xfrm>
              <a:off x="617832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873;p23">
              <a:extLst>
                <a:ext uri="{FF2B5EF4-FFF2-40B4-BE49-F238E27FC236}">
                  <a16:creationId xmlns:a16="http://schemas.microsoft.com/office/drawing/2014/main" id="{435D44FB-8BB2-0194-AA63-5F3B6FE835B8}"/>
                </a:ext>
              </a:extLst>
            </p:cNvPr>
            <p:cNvSpPr/>
            <p:nvPr/>
          </p:nvSpPr>
          <p:spPr>
            <a:xfrm>
              <a:off x="6157937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874;p23">
              <a:extLst>
                <a:ext uri="{FF2B5EF4-FFF2-40B4-BE49-F238E27FC236}">
                  <a16:creationId xmlns:a16="http://schemas.microsoft.com/office/drawing/2014/main" id="{F488F670-A1BD-3BCC-6788-FDB124A1D764}"/>
                </a:ext>
              </a:extLst>
            </p:cNvPr>
            <p:cNvSpPr/>
            <p:nvPr/>
          </p:nvSpPr>
          <p:spPr>
            <a:xfrm>
              <a:off x="6199754" y="2898208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507"/>
                    <a:pt x="32" y="634"/>
                    <a:pt x="64" y="697"/>
                  </a:cubicBezTo>
                  <a:cubicBezTo>
                    <a:pt x="254" y="539"/>
                    <a:pt x="412" y="412"/>
                    <a:pt x="571" y="317"/>
                  </a:cubicBezTo>
                  <a:cubicBezTo>
                    <a:pt x="539" y="127"/>
                    <a:pt x="412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875;p23">
              <a:extLst>
                <a:ext uri="{FF2B5EF4-FFF2-40B4-BE49-F238E27FC236}">
                  <a16:creationId xmlns:a16="http://schemas.microsoft.com/office/drawing/2014/main" id="{497D965A-CCC1-C51D-F532-3C050E70279D}"/>
                </a:ext>
              </a:extLst>
            </p:cNvPr>
            <p:cNvSpPr/>
            <p:nvPr/>
          </p:nvSpPr>
          <p:spPr>
            <a:xfrm>
              <a:off x="6137553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876;p23">
              <a:extLst>
                <a:ext uri="{FF2B5EF4-FFF2-40B4-BE49-F238E27FC236}">
                  <a16:creationId xmlns:a16="http://schemas.microsoft.com/office/drawing/2014/main" id="{0BCB3299-8EDF-B872-B7CE-CD891C297E14}"/>
                </a:ext>
              </a:extLst>
            </p:cNvPr>
            <p:cNvSpPr/>
            <p:nvPr/>
          </p:nvSpPr>
          <p:spPr>
            <a:xfrm>
              <a:off x="6178321" y="2925973"/>
              <a:ext cx="16117" cy="19469"/>
            </a:xfrm>
            <a:custGeom>
              <a:avLst/>
              <a:gdLst/>
              <a:ahLst/>
              <a:cxnLst/>
              <a:rect l="l" t="t" r="r" b="b"/>
              <a:pathLst>
                <a:path w="476" h="575" extrusionOk="0">
                  <a:moveTo>
                    <a:pt x="251" y="1"/>
                  </a:moveTo>
                  <a:cubicBezTo>
                    <a:pt x="109" y="1"/>
                    <a:pt x="0" y="179"/>
                    <a:pt x="0" y="384"/>
                  </a:cubicBezTo>
                  <a:cubicBezTo>
                    <a:pt x="0" y="447"/>
                    <a:pt x="0" y="511"/>
                    <a:pt x="32" y="574"/>
                  </a:cubicBezTo>
                  <a:cubicBezTo>
                    <a:pt x="159" y="416"/>
                    <a:pt x="317" y="226"/>
                    <a:pt x="475" y="99"/>
                  </a:cubicBezTo>
                  <a:cubicBezTo>
                    <a:pt x="444" y="36"/>
                    <a:pt x="349" y="4"/>
                    <a:pt x="285" y="4"/>
                  </a:cubicBezTo>
                  <a:cubicBezTo>
                    <a:pt x="274" y="2"/>
                    <a:pt x="262" y="1"/>
                    <a:pt x="2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877;p23">
              <a:extLst>
                <a:ext uri="{FF2B5EF4-FFF2-40B4-BE49-F238E27FC236}">
                  <a16:creationId xmlns:a16="http://schemas.microsoft.com/office/drawing/2014/main" id="{2636FAE2-11DA-BD8C-0050-64237D01E828}"/>
                </a:ext>
              </a:extLst>
            </p:cNvPr>
            <p:cNvSpPr/>
            <p:nvPr/>
          </p:nvSpPr>
          <p:spPr>
            <a:xfrm>
              <a:off x="6157937" y="2952892"/>
              <a:ext cx="15068" cy="26851"/>
            </a:xfrm>
            <a:custGeom>
              <a:avLst/>
              <a:gdLst/>
              <a:ahLst/>
              <a:cxnLst/>
              <a:rect l="l" t="t" r="r" b="b"/>
              <a:pathLst>
                <a:path w="445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03"/>
                    <a:pt x="96" y="761"/>
                    <a:pt x="222" y="793"/>
                  </a:cubicBezTo>
                  <a:cubicBezTo>
                    <a:pt x="222" y="539"/>
                    <a:pt x="317" y="318"/>
                    <a:pt x="444" y="64"/>
                  </a:cubicBezTo>
                  <a:cubicBezTo>
                    <a:pt x="412" y="33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878;p23">
              <a:extLst>
                <a:ext uri="{FF2B5EF4-FFF2-40B4-BE49-F238E27FC236}">
                  <a16:creationId xmlns:a16="http://schemas.microsoft.com/office/drawing/2014/main" id="{71EF89C1-24F2-9432-C468-48FA365168CA}"/>
                </a:ext>
              </a:extLst>
            </p:cNvPr>
            <p:cNvSpPr/>
            <p:nvPr/>
          </p:nvSpPr>
          <p:spPr>
            <a:xfrm>
              <a:off x="6137553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879;p23">
              <a:extLst>
                <a:ext uri="{FF2B5EF4-FFF2-40B4-BE49-F238E27FC236}">
                  <a16:creationId xmlns:a16="http://schemas.microsoft.com/office/drawing/2014/main" id="{117EA2E3-FA3B-C11F-5814-D19FA78D4C79}"/>
                </a:ext>
              </a:extLst>
            </p:cNvPr>
            <p:cNvSpPr/>
            <p:nvPr/>
          </p:nvSpPr>
          <p:spPr>
            <a:xfrm>
              <a:off x="6157937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880;p23">
              <a:extLst>
                <a:ext uri="{FF2B5EF4-FFF2-40B4-BE49-F238E27FC236}">
                  <a16:creationId xmlns:a16="http://schemas.microsoft.com/office/drawing/2014/main" id="{00BA5E32-F804-C31B-EF91-27CE4ACE1150}"/>
                </a:ext>
              </a:extLst>
            </p:cNvPr>
            <p:cNvSpPr/>
            <p:nvPr/>
          </p:nvSpPr>
          <p:spPr>
            <a:xfrm>
              <a:off x="6137553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881;p23">
              <a:extLst>
                <a:ext uri="{FF2B5EF4-FFF2-40B4-BE49-F238E27FC236}">
                  <a16:creationId xmlns:a16="http://schemas.microsoft.com/office/drawing/2014/main" id="{293FDAC5-E09C-CB18-609D-DD1324D74F1A}"/>
                </a:ext>
              </a:extLst>
            </p:cNvPr>
            <p:cNvSpPr/>
            <p:nvPr/>
          </p:nvSpPr>
          <p:spPr>
            <a:xfrm>
              <a:off x="6178321" y="3035477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882;p23">
              <a:extLst>
                <a:ext uri="{FF2B5EF4-FFF2-40B4-BE49-F238E27FC236}">
                  <a16:creationId xmlns:a16="http://schemas.microsoft.com/office/drawing/2014/main" id="{BD10DB1B-5C3C-0121-59DB-62131948D4E8}"/>
                </a:ext>
              </a:extLst>
            </p:cNvPr>
            <p:cNvSpPr/>
            <p:nvPr/>
          </p:nvSpPr>
          <p:spPr>
            <a:xfrm>
              <a:off x="6157937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883;p23">
              <a:extLst>
                <a:ext uri="{FF2B5EF4-FFF2-40B4-BE49-F238E27FC236}">
                  <a16:creationId xmlns:a16="http://schemas.microsoft.com/office/drawing/2014/main" id="{E36E7B4B-CFCF-25F0-59FB-51F32D6A4C7E}"/>
                </a:ext>
              </a:extLst>
            </p:cNvPr>
            <p:cNvSpPr/>
            <p:nvPr/>
          </p:nvSpPr>
          <p:spPr>
            <a:xfrm>
              <a:off x="619975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884;p23">
              <a:extLst>
                <a:ext uri="{FF2B5EF4-FFF2-40B4-BE49-F238E27FC236}">
                  <a16:creationId xmlns:a16="http://schemas.microsoft.com/office/drawing/2014/main" id="{5793B655-C39E-8C6B-97A5-59615C36EE7D}"/>
                </a:ext>
              </a:extLst>
            </p:cNvPr>
            <p:cNvSpPr/>
            <p:nvPr/>
          </p:nvSpPr>
          <p:spPr>
            <a:xfrm>
              <a:off x="6137553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885;p23">
              <a:extLst>
                <a:ext uri="{FF2B5EF4-FFF2-40B4-BE49-F238E27FC236}">
                  <a16:creationId xmlns:a16="http://schemas.microsoft.com/office/drawing/2014/main" id="{C7994C9E-081D-E8E1-D672-207F96D04CF4}"/>
                </a:ext>
              </a:extLst>
            </p:cNvPr>
            <p:cNvSpPr/>
            <p:nvPr/>
          </p:nvSpPr>
          <p:spPr>
            <a:xfrm>
              <a:off x="6178321" y="3090160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886;p23">
              <a:extLst>
                <a:ext uri="{FF2B5EF4-FFF2-40B4-BE49-F238E27FC236}">
                  <a16:creationId xmlns:a16="http://schemas.microsoft.com/office/drawing/2014/main" id="{47663380-0EC3-90CC-02E1-23C9E7504BD3}"/>
                </a:ext>
              </a:extLst>
            </p:cNvPr>
            <p:cNvSpPr/>
            <p:nvPr/>
          </p:nvSpPr>
          <p:spPr>
            <a:xfrm>
              <a:off x="6157937" y="3116978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64" y="697"/>
                  </a:cubicBezTo>
                  <a:cubicBezTo>
                    <a:pt x="222" y="697"/>
                    <a:pt x="349" y="729"/>
                    <a:pt x="444" y="729"/>
                  </a:cubicBezTo>
                  <a:cubicBezTo>
                    <a:pt x="539" y="665"/>
                    <a:pt x="571" y="539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887;p23">
              <a:extLst>
                <a:ext uri="{FF2B5EF4-FFF2-40B4-BE49-F238E27FC236}">
                  <a16:creationId xmlns:a16="http://schemas.microsoft.com/office/drawing/2014/main" id="{2B72DB52-71B5-C487-9022-F338CB89E4AD}"/>
                </a:ext>
              </a:extLst>
            </p:cNvPr>
            <p:cNvSpPr/>
            <p:nvPr/>
          </p:nvSpPr>
          <p:spPr>
            <a:xfrm>
              <a:off x="6199754" y="3116978"/>
              <a:ext cx="16117" cy="26817"/>
            </a:xfrm>
            <a:custGeom>
              <a:avLst/>
              <a:gdLst/>
              <a:ahLst/>
              <a:cxnLst/>
              <a:rect l="l" t="t" r="r" b="b"/>
              <a:pathLst>
                <a:path w="476" h="792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02"/>
                    <a:pt x="64" y="760"/>
                    <a:pt x="191" y="792"/>
                  </a:cubicBezTo>
                  <a:lnTo>
                    <a:pt x="476" y="127"/>
                  </a:lnTo>
                  <a:cubicBezTo>
                    <a:pt x="412" y="64"/>
                    <a:pt x="349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888;p23">
              <a:extLst>
                <a:ext uri="{FF2B5EF4-FFF2-40B4-BE49-F238E27FC236}">
                  <a16:creationId xmlns:a16="http://schemas.microsoft.com/office/drawing/2014/main" id="{BCCE9ABC-EB34-BB5C-3C9A-CAD2F098BEB7}"/>
                </a:ext>
              </a:extLst>
            </p:cNvPr>
            <p:cNvSpPr/>
            <p:nvPr/>
          </p:nvSpPr>
          <p:spPr>
            <a:xfrm>
              <a:off x="6187971" y="3144844"/>
              <a:ext cx="3251" cy="34"/>
            </a:xfrm>
            <a:custGeom>
              <a:avLst/>
              <a:gdLst/>
              <a:ahLst/>
              <a:cxnLst/>
              <a:rect l="l" t="t" r="r" b="b"/>
              <a:pathLst>
                <a:path w="96" h="1" extrusionOk="0">
                  <a:moveTo>
                    <a:pt x="0" y="1"/>
                  </a:moveTo>
                  <a:cubicBezTo>
                    <a:pt x="32" y="1"/>
                    <a:pt x="64" y="1"/>
                    <a:pt x="95" y="1"/>
                  </a:cubicBezTo>
                  <a:cubicBezTo>
                    <a:pt x="64" y="1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889;p23">
              <a:extLst>
                <a:ext uri="{FF2B5EF4-FFF2-40B4-BE49-F238E27FC236}">
                  <a16:creationId xmlns:a16="http://schemas.microsoft.com/office/drawing/2014/main" id="{0EF72298-6B9D-B6C9-DA86-155EAD8D5012}"/>
                </a:ext>
              </a:extLst>
            </p:cNvPr>
            <p:cNvSpPr/>
            <p:nvPr/>
          </p:nvSpPr>
          <p:spPr>
            <a:xfrm>
              <a:off x="6075386" y="2689123"/>
              <a:ext cx="10734" cy="17167"/>
            </a:xfrm>
            <a:custGeom>
              <a:avLst/>
              <a:gdLst/>
              <a:ahLst/>
              <a:cxnLst/>
              <a:rect l="l" t="t" r="r" b="b"/>
              <a:pathLst>
                <a:path w="317" h="507" extrusionOk="0">
                  <a:moveTo>
                    <a:pt x="32" y="0"/>
                  </a:moveTo>
                  <a:cubicBezTo>
                    <a:pt x="32" y="32"/>
                    <a:pt x="0" y="64"/>
                    <a:pt x="0" y="95"/>
                  </a:cubicBezTo>
                  <a:cubicBezTo>
                    <a:pt x="0" y="285"/>
                    <a:pt x="95" y="444"/>
                    <a:pt x="222" y="507"/>
                  </a:cubicBezTo>
                  <a:cubicBezTo>
                    <a:pt x="254" y="349"/>
                    <a:pt x="285" y="254"/>
                    <a:pt x="285" y="254"/>
                  </a:cubicBezTo>
                  <a:cubicBezTo>
                    <a:pt x="317" y="190"/>
                    <a:pt x="285" y="95"/>
                    <a:pt x="222" y="6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890;p23">
              <a:extLst>
                <a:ext uri="{FF2B5EF4-FFF2-40B4-BE49-F238E27FC236}">
                  <a16:creationId xmlns:a16="http://schemas.microsoft.com/office/drawing/2014/main" id="{72872EEE-08F7-9287-95CF-C4FC724FDACE}"/>
                </a:ext>
              </a:extLst>
            </p:cNvPr>
            <p:cNvSpPr/>
            <p:nvPr/>
          </p:nvSpPr>
          <p:spPr>
            <a:xfrm>
              <a:off x="6055002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891;p23">
              <a:extLst>
                <a:ext uri="{FF2B5EF4-FFF2-40B4-BE49-F238E27FC236}">
                  <a16:creationId xmlns:a16="http://schemas.microsoft.com/office/drawing/2014/main" id="{45927169-2D5D-671F-321D-C356AA720E58}"/>
                </a:ext>
              </a:extLst>
            </p:cNvPr>
            <p:cNvSpPr/>
            <p:nvPr/>
          </p:nvSpPr>
          <p:spPr>
            <a:xfrm>
              <a:off x="6075386" y="2738457"/>
              <a:ext cx="3251" cy="17167"/>
            </a:xfrm>
            <a:custGeom>
              <a:avLst/>
              <a:gdLst/>
              <a:ahLst/>
              <a:cxnLst/>
              <a:rect l="l" t="t" r="r" b="b"/>
              <a:pathLst>
                <a:path w="96" h="507" extrusionOk="0">
                  <a:moveTo>
                    <a:pt x="95" y="0"/>
                  </a:moveTo>
                  <a:lnTo>
                    <a:pt x="95" y="0"/>
                  </a:lnTo>
                  <a:cubicBezTo>
                    <a:pt x="32" y="63"/>
                    <a:pt x="0" y="158"/>
                    <a:pt x="0" y="285"/>
                  </a:cubicBezTo>
                  <a:cubicBezTo>
                    <a:pt x="0" y="348"/>
                    <a:pt x="32" y="443"/>
                    <a:pt x="64" y="507"/>
                  </a:cubicBezTo>
                  <a:cubicBezTo>
                    <a:pt x="64" y="348"/>
                    <a:pt x="64" y="158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892;p23">
              <a:extLst>
                <a:ext uri="{FF2B5EF4-FFF2-40B4-BE49-F238E27FC236}">
                  <a16:creationId xmlns:a16="http://schemas.microsoft.com/office/drawing/2014/main" id="{FD3F72BC-087F-E2EF-F665-FB13B9FDA8D8}"/>
                </a:ext>
              </a:extLst>
            </p:cNvPr>
            <p:cNvSpPr/>
            <p:nvPr/>
          </p:nvSpPr>
          <p:spPr>
            <a:xfrm>
              <a:off x="6055002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893;p23">
              <a:extLst>
                <a:ext uri="{FF2B5EF4-FFF2-40B4-BE49-F238E27FC236}">
                  <a16:creationId xmlns:a16="http://schemas.microsoft.com/office/drawing/2014/main" id="{AD14595E-FDAA-216D-C6CE-376D5F961E68}"/>
                </a:ext>
              </a:extLst>
            </p:cNvPr>
            <p:cNvSpPr/>
            <p:nvPr/>
          </p:nvSpPr>
          <p:spPr>
            <a:xfrm>
              <a:off x="6075386" y="3230646"/>
              <a:ext cx="7517" cy="22551"/>
            </a:xfrm>
            <a:custGeom>
              <a:avLst/>
              <a:gdLst/>
              <a:ahLst/>
              <a:cxnLst/>
              <a:rect l="l" t="t" r="r" b="b"/>
              <a:pathLst>
                <a:path w="222" h="666" extrusionOk="0">
                  <a:moveTo>
                    <a:pt x="95" y="0"/>
                  </a:moveTo>
                  <a:cubicBezTo>
                    <a:pt x="64" y="63"/>
                    <a:pt x="0" y="190"/>
                    <a:pt x="0" y="285"/>
                  </a:cubicBezTo>
                  <a:cubicBezTo>
                    <a:pt x="0" y="475"/>
                    <a:pt x="95" y="633"/>
                    <a:pt x="222" y="665"/>
                  </a:cubicBezTo>
                  <a:cubicBezTo>
                    <a:pt x="190" y="507"/>
                    <a:pt x="127" y="253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894;p23">
              <a:extLst>
                <a:ext uri="{FF2B5EF4-FFF2-40B4-BE49-F238E27FC236}">
                  <a16:creationId xmlns:a16="http://schemas.microsoft.com/office/drawing/2014/main" id="{0A105F74-0261-8B12-6174-3ACF0F02984C}"/>
                </a:ext>
              </a:extLst>
            </p:cNvPr>
            <p:cNvSpPr/>
            <p:nvPr/>
          </p:nvSpPr>
          <p:spPr>
            <a:xfrm>
              <a:off x="6055002" y="3254212"/>
              <a:ext cx="19334" cy="24718"/>
            </a:xfrm>
            <a:custGeom>
              <a:avLst/>
              <a:gdLst/>
              <a:ahLst/>
              <a:cxnLst/>
              <a:rect l="l" t="t" r="r" b="b"/>
              <a:pathLst>
                <a:path w="571" h="730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539"/>
                    <a:pt x="64" y="666"/>
                    <a:pt x="127" y="729"/>
                  </a:cubicBezTo>
                  <a:lnTo>
                    <a:pt x="571" y="539"/>
                  </a:lnTo>
                  <a:cubicBezTo>
                    <a:pt x="571" y="507"/>
                    <a:pt x="571" y="44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895;p23">
              <a:extLst>
                <a:ext uri="{FF2B5EF4-FFF2-40B4-BE49-F238E27FC236}">
                  <a16:creationId xmlns:a16="http://schemas.microsoft.com/office/drawing/2014/main" id="{3CCE8ECA-B9E0-4095-9BEA-CA97F5993422}"/>
                </a:ext>
              </a:extLst>
            </p:cNvPr>
            <p:cNvSpPr/>
            <p:nvPr/>
          </p:nvSpPr>
          <p:spPr>
            <a:xfrm>
              <a:off x="6014269" y="2663389"/>
              <a:ext cx="19334" cy="16117"/>
            </a:xfrm>
            <a:custGeom>
              <a:avLst/>
              <a:gdLst/>
              <a:ahLst/>
              <a:cxnLst/>
              <a:rect l="l" t="t" r="r" b="b"/>
              <a:pathLst>
                <a:path w="571" h="476" extrusionOk="0">
                  <a:moveTo>
                    <a:pt x="32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0" y="285"/>
                    <a:pt x="158" y="475"/>
                    <a:pt x="317" y="475"/>
                  </a:cubicBezTo>
                  <a:cubicBezTo>
                    <a:pt x="412" y="475"/>
                    <a:pt x="538" y="349"/>
                    <a:pt x="570" y="22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896;p23">
              <a:extLst>
                <a:ext uri="{FF2B5EF4-FFF2-40B4-BE49-F238E27FC236}">
                  <a16:creationId xmlns:a16="http://schemas.microsoft.com/office/drawing/2014/main" id="{E5554FAC-776C-0687-2DAE-6ADBB65A41ED}"/>
                </a:ext>
              </a:extLst>
            </p:cNvPr>
            <p:cNvSpPr/>
            <p:nvPr/>
          </p:nvSpPr>
          <p:spPr>
            <a:xfrm>
              <a:off x="5993885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897;p23">
              <a:extLst>
                <a:ext uri="{FF2B5EF4-FFF2-40B4-BE49-F238E27FC236}">
                  <a16:creationId xmlns:a16="http://schemas.microsoft.com/office/drawing/2014/main" id="{99841827-2CEB-ED63-2062-99703B698D3A}"/>
                </a:ext>
              </a:extLst>
            </p:cNvPr>
            <p:cNvSpPr/>
            <p:nvPr/>
          </p:nvSpPr>
          <p:spPr>
            <a:xfrm>
              <a:off x="6035702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898;p23">
              <a:extLst>
                <a:ext uri="{FF2B5EF4-FFF2-40B4-BE49-F238E27FC236}">
                  <a16:creationId xmlns:a16="http://schemas.microsoft.com/office/drawing/2014/main" id="{AFE6AF70-70B7-8FD9-CEDC-01F4575C3559}"/>
                </a:ext>
              </a:extLst>
            </p:cNvPr>
            <p:cNvSpPr/>
            <p:nvPr/>
          </p:nvSpPr>
          <p:spPr>
            <a:xfrm>
              <a:off x="5973501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99;p23">
              <a:extLst>
                <a:ext uri="{FF2B5EF4-FFF2-40B4-BE49-F238E27FC236}">
                  <a16:creationId xmlns:a16="http://schemas.microsoft.com/office/drawing/2014/main" id="{4E96F17F-D290-ABB7-2EDF-FF31DDD4D54E}"/>
                </a:ext>
              </a:extLst>
            </p:cNvPr>
            <p:cNvSpPr/>
            <p:nvPr/>
          </p:nvSpPr>
          <p:spPr>
            <a:xfrm>
              <a:off x="6014269" y="270625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317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317" y="824"/>
                  </a:cubicBezTo>
                  <a:cubicBezTo>
                    <a:pt x="475" y="824"/>
                    <a:pt x="602" y="634"/>
                    <a:pt x="602" y="413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900;p23">
              <a:extLst>
                <a:ext uri="{FF2B5EF4-FFF2-40B4-BE49-F238E27FC236}">
                  <a16:creationId xmlns:a16="http://schemas.microsoft.com/office/drawing/2014/main" id="{3132BE72-207C-CA3A-E68B-5BC08AA339B2}"/>
                </a:ext>
              </a:extLst>
            </p:cNvPr>
            <p:cNvSpPr/>
            <p:nvPr/>
          </p:nvSpPr>
          <p:spPr>
            <a:xfrm>
              <a:off x="5993885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901;p23">
              <a:extLst>
                <a:ext uri="{FF2B5EF4-FFF2-40B4-BE49-F238E27FC236}">
                  <a16:creationId xmlns:a16="http://schemas.microsoft.com/office/drawing/2014/main" id="{4A573881-176E-EACB-9A50-AB62CD565C6E}"/>
                </a:ext>
              </a:extLst>
            </p:cNvPr>
            <p:cNvSpPr/>
            <p:nvPr/>
          </p:nvSpPr>
          <p:spPr>
            <a:xfrm>
              <a:off x="6035702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902;p23">
              <a:extLst>
                <a:ext uri="{FF2B5EF4-FFF2-40B4-BE49-F238E27FC236}">
                  <a16:creationId xmlns:a16="http://schemas.microsoft.com/office/drawing/2014/main" id="{6B8FAAE7-5B0A-FC2C-D952-A8BEFE6650CD}"/>
                </a:ext>
              </a:extLst>
            </p:cNvPr>
            <p:cNvSpPr/>
            <p:nvPr/>
          </p:nvSpPr>
          <p:spPr>
            <a:xfrm>
              <a:off x="5973501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903;p23">
              <a:extLst>
                <a:ext uri="{FF2B5EF4-FFF2-40B4-BE49-F238E27FC236}">
                  <a16:creationId xmlns:a16="http://schemas.microsoft.com/office/drawing/2014/main" id="{EAA1DC34-3A16-0A54-7958-299CB70F194B}"/>
                </a:ext>
              </a:extLst>
            </p:cNvPr>
            <p:cNvSpPr/>
            <p:nvPr/>
          </p:nvSpPr>
          <p:spPr>
            <a:xfrm>
              <a:off x="6014269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904;p23">
              <a:extLst>
                <a:ext uri="{FF2B5EF4-FFF2-40B4-BE49-F238E27FC236}">
                  <a16:creationId xmlns:a16="http://schemas.microsoft.com/office/drawing/2014/main" id="{54FEDD63-2098-2EBC-C263-A71B2768E9C9}"/>
                </a:ext>
              </a:extLst>
            </p:cNvPr>
            <p:cNvSpPr/>
            <p:nvPr/>
          </p:nvSpPr>
          <p:spPr>
            <a:xfrm>
              <a:off x="5993885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905;p23">
              <a:extLst>
                <a:ext uri="{FF2B5EF4-FFF2-40B4-BE49-F238E27FC236}">
                  <a16:creationId xmlns:a16="http://schemas.microsoft.com/office/drawing/2014/main" id="{03895217-6946-B8B3-5528-164190E642B3}"/>
                </a:ext>
              </a:extLst>
            </p:cNvPr>
            <p:cNvSpPr/>
            <p:nvPr/>
          </p:nvSpPr>
          <p:spPr>
            <a:xfrm>
              <a:off x="6035702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906;p23">
              <a:extLst>
                <a:ext uri="{FF2B5EF4-FFF2-40B4-BE49-F238E27FC236}">
                  <a16:creationId xmlns:a16="http://schemas.microsoft.com/office/drawing/2014/main" id="{F4ECDB16-23A9-ABE8-5225-C6943A5EC46F}"/>
                </a:ext>
              </a:extLst>
            </p:cNvPr>
            <p:cNvSpPr/>
            <p:nvPr/>
          </p:nvSpPr>
          <p:spPr>
            <a:xfrm>
              <a:off x="5974585" y="3254212"/>
              <a:ext cx="18251" cy="25767"/>
            </a:xfrm>
            <a:custGeom>
              <a:avLst/>
              <a:gdLst/>
              <a:ahLst/>
              <a:cxnLst/>
              <a:rect l="l" t="t" r="r" b="b"/>
              <a:pathLst>
                <a:path w="539" h="761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159" y="412"/>
                    <a:pt x="285" y="571"/>
                    <a:pt x="412" y="761"/>
                  </a:cubicBezTo>
                  <a:cubicBezTo>
                    <a:pt x="475" y="666"/>
                    <a:pt x="539" y="539"/>
                    <a:pt x="539" y="412"/>
                  </a:cubicBezTo>
                  <a:cubicBezTo>
                    <a:pt x="539" y="191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907;p23">
              <a:extLst>
                <a:ext uri="{FF2B5EF4-FFF2-40B4-BE49-F238E27FC236}">
                  <a16:creationId xmlns:a16="http://schemas.microsoft.com/office/drawing/2014/main" id="{AE385CC5-6F36-C562-8CBE-26A355C9DB60}"/>
                </a:ext>
              </a:extLst>
            </p:cNvPr>
            <p:cNvSpPr/>
            <p:nvPr/>
          </p:nvSpPr>
          <p:spPr>
            <a:xfrm>
              <a:off x="6014269" y="3254212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317" y="793"/>
                  </a:cubicBezTo>
                  <a:cubicBezTo>
                    <a:pt x="475" y="793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908;p23">
              <a:extLst>
                <a:ext uri="{FF2B5EF4-FFF2-40B4-BE49-F238E27FC236}">
                  <a16:creationId xmlns:a16="http://schemas.microsoft.com/office/drawing/2014/main" id="{B0858811-9131-9CEA-2FDA-BF64EF7566A7}"/>
                </a:ext>
              </a:extLst>
            </p:cNvPr>
            <p:cNvSpPr/>
            <p:nvPr/>
          </p:nvSpPr>
          <p:spPr>
            <a:xfrm>
              <a:off x="5994935" y="3282113"/>
              <a:ext cx="18284" cy="19334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0"/>
                  </a:moveTo>
                  <a:cubicBezTo>
                    <a:pt x="159" y="0"/>
                    <a:pt x="33" y="95"/>
                    <a:pt x="1" y="222"/>
                  </a:cubicBezTo>
                  <a:cubicBezTo>
                    <a:pt x="96" y="380"/>
                    <a:pt x="159" y="475"/>
                    <a:pt x="159" y="475"/>
                  </a:cubicBezTo>
                  <a:cubicBezTo>
                    <a:pt x="191" y="539"/>
                    <a:pt x="286" y="570"/>
                    <a:pt x="349" y="570"/>
                  </a:cubicBezTo>
                  <a:lnTo>
                    <a:pt x="539" y="475"/>
                  </a:lnTo>
                  <a:cubicBezTo>
                    <a:pt x="539" y="444"/>
                    <a:pt x="539" y="412"/>
                    <a:pt x="539" y="380"/>
                  </a:cubicBezTo>
                  <a:cubicBezTo>
                    <a:pt x="539" y="159"/>
                    <a:pt x="413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9;p23">
              <a:extLst>
                <a:ext uri="{FF2B5EF4-FFF2-40B4-BE49-F238E27FC236}">
                  <a16:creationId xmlns:a16="http://schemas.microsoft.com/office/drawing/2014/main" id="{C24B8C4C-4925-6560-72CE-7556FE8A5969}"/>
                </a:ext>
              </a:extLst>
            </p:cNvPr>
            <p:cNvSpPr/>
            <p:nvPr/>
          </p:nvSpPr>
          <p:spPr>
            <a:xfrm>
              <a:off x="6036786" y="3282113"/>
              <a:ext cx="12901" cy="6467"/>
            </a:xfrm>
            <a:custGeom>
              <a:avLst/>
              <a:gdLst/>
              <a:ahLst/>
              <a:cxnLst/>
              <a:rect l="l" t="t" r="r" b="b"/>
              <a:pathLst>
                <a:path w="381" h="191" extrusionOk="0">
                  <a:moveTo>
                    <a:pt x="253" y="0"/>
                  </a:moveTo>
                  <a:cubicBezTo>
                    <a:pt x="158" y="0"/>
                    <a:pt x="63" y="64"/>
                    <a:pt x="0" y="190"/>
                  </a:cubicBezTo>
                  <a:lnTo>
                    <a:pt x="380" y="32"/>
                  </a:lnTo>
                  <a:cubicBezTo>
                    <a:pt x="348" y="0"/>
                    <a:pt x="285" y="0"/>
                    <a:pt x="25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0;p23">
              <a:extLst>
                <a:ext uri="{FF2B5EF4-FFF2-40B4-BE49-F238E27FC236}">
                  <a16:creationId xmlns:a16="http://schemas.microsoft.com/office/drawing/2014/main" id="{72338930-33C2-DCF1-9A18-98B5CEB39670}"/>
                </a:ext>
              </a:extLst>
            </p:cNvPr>
            <p:cNvSpPr/>
            <p:nvPr/>
          </p:nvSpPr>
          <p:spPr>
            <a:xfrm>
              <a:off x="5892000" y="2722373"/>
              <a:ext cx="16117" cy="11817"/>
            </a:xfrm>
            <a:custGeom>
              <a:avLst/>
              <a:gdLst/>
              <a:ahLst/>
              <a:cxnLst/>
              <a:rect l="l" t="t" r="r" b="b"/>
              <a:pathLst>
                <a:path w="476" h="349" extrusionOk="0">
                  <a:moveTo>
                    <a:pt x="1" y="0"/>
                  </a:moveTo>
                  <a:cubicBezTo>
                    <a:pt x="1" y="190"/>
                    <a:pt x="127" y="348"/>
                    <a:pt x="254" y="348"/>
                  </a:cubicBezTo>
                  <a:cubicBezTo>
                    <a:pt x="349" y="348"/>
                    <a:pt x="412" y="285"/>
                    <a:pt x="476" y="222"/>
                  </a:cubicBezTo>
                  <a:cubicBezTo>
                    <a:pt x="286" y="190"/>
                    <a:pt x="127" y="95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11;p23">
              <a:extLst>
                <a:ext uri="{FF2B5EF4-FFF2-40B4-BE49-F238E27FC236}">
                  <a16:creationId xmlns:a16="http://schemas.microsoft.com/office/drawing/2014/main" id="{EA2DEE3A-921D-B0C0-B1F8-2A0ED023E51F}"/>
                </a:ext>
              </a:extLst>
            </p:cNvPr>
            <p:cNvSpPr/>
            <p:nvPr/>
          </p:nvSpPr>
          <p:spPr>
            <a:xfrm>
              <a:off x="5934901" y="2719156"/>
              <a:ext cx="17201" cy="15034"/>
            </a:xfrm>
            <a:custGeom>
              <a:avLst/>
              <a:gdLst/>
              <a:ahLst/>
              <a:cxnLst/>
              <a:rect l="l" t="t" r="r" b="b"/>
              <a:pathLst>
                <a:path w="508" h="444" extrusionOk="0">
                  <a:moveTo>
                    <a:pt x="507" y="0"/>
                  </a:moveTo>
                  <a:cubicBezTo>
                    <a:pt x="349" y="127"/>
                    <a:pt x="191" y="222"/>
                    <a:pt x="1" y="285"/>
                  </a:cubicBezTo>
                  <a:cubicBezTo>
                    <a:pt x="64" y="380"/>
                    <a:pt x="127" y="443"/>
                    <a:pt x="222" y="443"/>
                  </a:cubicBezTo>
                  <a:cubicBezTo>
                    <a:pt x="381" y="443"/>
                    <a:pt x="507" y="253"/>
                    <a:pt x="507" y="32"/>
                  </a:cubicBez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12;p23">
              <a:extLst>
                <a:ext uri="{FF2B5EF4-FFF2-40B4-BE49-F238E27FC236}">
                  <a16:creationId xmlns:a16="http://schemas.microsoft.com/office/drawing/2014/main" id="{404A9BAD-F715-53B5-BF02-205EE488EAD3}"/>
                </a:ext>
              </a:extLst>
            </p:cNvPr>
            <p:cNvSpPr/>
            <p:nvPr/>
          </p:nvSpPr>
          <p:spPr>
            <a:xfrm>
              <a:off x="5912384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13;p23">
              <a:extLst>
                <a:ext uri="{FF2B5EF4-FFF2-40B4-BE49-F238E27FC236}">
                  <a16:creationId xmlns:a16="http://schemas.microsoft.com/office/drawing/2014/main" id="{1F9E34A0-7B03-4E13-5451-517C2DDBC7F2}"/>
                </a:ext>
              </a:extLst>
            </p:cNvPr>
            <p:cNvSpPr/>
            <p:nvPr/>
          </p:nvSpPr>
          <p:spPr>
            <a:xfrm>
              <a:off x="5953118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59" y="792"/>
                    <a:pt x="318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14;p23">
              <a:extLst>
                <a:ext uri="{FF2B5EF4-FFF2-40B4-BE49-F238E27FC236}">
                  <a16:creationId xmlns:a16="http://schemas.microsoft.com/office/drawing/2014/main" id="{5CE99CC2-DD5A-8101-7B64-B1BB6ABAAFF9}"/>
                </a:ext>
              </a:extLst>
            </p:cNvPr>
            <p:cNvSpPr/>
            <p:nvPr/>
          </p:nvSpPr>
          <p:spPr>
            <a:xfrm>
              <a:off x="5890951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15;p23">
              <a:extLst>
                <a:ext uri="{FF2B5EF4-FFF2-40B4-BE49-F238E27FC236}">
                  <a16:creationId xmlns:a16="http://schemas.microsoft.com/office/drawing/2014/main" id="{E9B0CF21-65DF-D458-E37A-EEF2E77A2371}"/>
                </a:ext>
              </a:extLst>
            </p:cNvPr>
            <p:cNvSpPr/>
            <p:nvPr/>
          </p:nvSpPr>
          <p:spPr>
            <a:xfrm>
              <a:off x="5932768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16;p23">
              <a:extLst>
                <a:ext uri="{FF2B5EF4-FFF2-40B4-BE49-F238E27FC236}">
                  <a16:creationId xmlns:a16="http://schemas.microsoft.com/office/drawing/2014/main" id="{13C3276E-E01E-3690-42B0-B971A656BA7E}"/>
                </a:ext>
              </a:extLst>
            </p:cNvPr>
            <p:cNvSpPr/>
            <p:nvPr/>
          </p:nvSpPr>
          <p:spPr>
            <a:xfrm>
              <a:off x="5916684" y="3226345"/>
              <a:ext cx="10734" cy="3251"/>
            </a:xfrm>
            <a:custGeom>
              <a:avLst/>
              <a:gdLst/>
              <a:ahLst/>
              <a:cxnLst/>
              <a:rect l="l" t="t" r="r" b="b"/>
              <a:pathLst>
                <a:path w="317" h="96" extrusionOk="0">
                  <a:moveTo>
                    <a:pt x="159" y="0"/>
                  </a:moveTo>
                  <a:cubicBezTo>
                    <a:pt x="95" y="0"/>
                    <a:pt x="63" y="32"/>
                    <a:pt x="0" y="64"/>
                  </a:cubicBezTo>
                  <a:lnTo>
                    <a:pt x="63" y="64"/>
                  </a:lnTo>
                  <a:cubicBezTo>
                    <a:pt x="159" y="64"/>
                    <a:pt x="254" y="64"/>
                    <a:pt x="317" y="95"/>
                  </a:cubicBezTo>
                  <a:cubicBezTo>
                    <a:pt x="285" y="32"/>
                    <a:pt x="222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17;p23">
              <a:extLst>
                <a:ext uri="{FF2B5EF4-FFF2-40B4-BE49-F238E27FC236}">
                  <a16:creationId xmlns:a16="http://schemas.microsoft.com/office/drawing/2014/main" id="{AF307793-27DB-5EF6-3702-8B2BCAC0E563}"/>
                </a:ext>
              </a:extLst>
            </p:cNvPr>
            <p:cNvSpPr/>
            <p:nvPr/>
          </p:nvSpPr>
          <p:spPr>
            <a:xfrm>
              <a:off x="5953118" y="3226345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444"/>
                    <a:pt x="33" y="444"/>
                    <a:pt x="33" y="475"/>
                  </a:cubicBezTo>
                  <a:cubicBezTo>
                    <a:pt x="159" y="570"/>
                    <a:pt x="286" y="697"/>
                    <a:pt x="381" y="792"/>
                  </a:cubicBezTo>
                  <a:cubicBezTo>
                    <a:pt x="508" y="760"/>
                    <a:pt x="603" y="602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18;p23">
              <a:extLst>
                <a:ext uri="{FF2B5EF4-FFF2-40B4-BE49-F238E27FC236}">
                  <a16:creationId xmlns:a16="http://schemas.microsoft.com/office/drawing/2014/main" id="{FE525760-50EA-CA84-8648-42A8FA951AD3}"/>
                </a:ext>
              </a:extLst>
            </p:cNvPr>
            <p:cNvSpPr/>
            <p:nvPr/>
          </p:nvSpPr>
          <p:spPr>
            <a:xfrm>
              <a:off x="5809450" y="2661222"/>
              <a:ext cx="19334" cy="18284"/>
            </a:xfrm>
            <a:custGeom>
              <a:avLst/>
              <a:gdLst/>
              <a:ahLst/>
              <a:cxnLst/>
              <a:rect l="l" t="t" r="r" b="b"/>
              <a:pathLst>
                <a:path w="571" h="540" extrusionOk="0">
                  <a:moveTo>
                    <a:pt x="570" y="1"/>
                  </a:moveTo>
                  <a:lnTo>
                    <a:pt x="0" y="223"/>
                  </a:lnTo>
                  <a:cubicBezTo>
                    <a:pt x="32" y="381"/>
                    <a:pt x="159" y="539"/>
                    <a:pt x="285" y="539"/>
                  </a:cubicBezTo>
                  <a:cubicBezTo>
                    <a:pt x="444" y="539"/>
                    <a:pt x="570" y="349"/>
                    <a:pt x="570" y="128"/>
                  </a:cubicBezTo>
                  <a:cubicBezTo>
                    <a:pt x="570" y="64"/>
                    <a:pt x="570" y="33"/>
                    <a:pt x="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919;p23">
              <a:extLst>
                <a:ext uri="{FF2B5EF4-FFF2-40B4-BE49-F238E27FC236}">
                  <a16:creationId xmlns:a16="http://schemas.microsoft.com/office/drawing/2014/main" id="{057E865B-09F4-79B6-C86A-3617C079F50E}"/>
                </a:ext>
              </a:extLst>
            </p:cNvPr>
            <p:cNvSpPr/>
            <p:nvPr/>
          </p:nvSpPr>
          <p:spPr>
            <a:xfrm>
              <a:off x="5829800" y="2679473"/>
              <a:ext cx="20418" cy="26817"/>
            </a:xfrm>
            <a:custGeom>
              <a:avLst/>
              <a:gdLst/>
              <a:ahLst/>
              <a:cxnLst/>
              <a:rect l="l" t="t" r="r" b="b"/>
              <a:pathLst>
                <a:path w="603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920;p23">
              <a:extLst>
                <a:ext uri="{FF2B5EF4-FFF2-40B4-BE49-F238E27FC236}">
                  <a16:creationId xmlns:a16="http://schemas.microsoft.com/office/drawing/2014/main" id="{AABC9AE4-4545-49E0-BC91-FD0F8C18665D}"/>
                </a:ext>
              </a:extLst>
            </p:cNvPr>
            <p:cNvSpPr/>
            <p:nvPr/>
          </p:nvSpPr>
          <p:spPr>
            <a:xfrm>
              <a:off x="5809450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921;p23">
              <a:extLst>
                <a:ext uri="{FF2B5EF4-FFF2-40B4-BE49-F238E27FC236}">
                  <a16:creationId xmlns:a16="http://schemas.microsoft.com/office/drawing/2014/main" id="{13040E0B-2267-E05C-2D01-645DC4BF717F}"/>
                </a:ext>
              </a:extLst>
            </p:cNvPr>
            <p:cNvSpPr/>
            <p:nvPr/>
          </p:nvSpPr>
          <p:spPr>
            <a:xfrm>
              <a:off x="5851267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922;p23">
              <a:extLst>
                <a:ext uri="{FF2B5EF4-FFF2-40B4-BE49-F238E27FC236}">
                  <a16:creationId xmlns:a16="http://schemas.microsoft.com/office/drawing/2014/main" id="{B8E15B76-6D43-E259-E095-0D45BFC55185}"/>
                </a:ext>
              </a:extLst>
            </p:cNvPr>
            <p:cNvSpPr/>
            <p:nvPr/>
          </p:nvSpPr>
          <p:spPr>
            <a:xfrm>
              <a:off x="5829800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923;p23">
              <a:extLst>
                <a:ext uri="{FF2B5EF4-FFF2-40B4-BE49-F238E27FC236}">
                  <a16:creationId xmlns:a16="http://schemas.microsoft.com/office/drawing/2014/main" id="{31D6E03F-8E0A-BFA3-E35D-A3C316B5CD02}"/>
                </a:ext>
              </a:extLst>
            </p:cNvPr>
            <p:cNvSpPr/>
            <p:nvPr/>
          </p:nvSpPr>
          <p:spPr>
            <a:xfrm>
              <a:off x="5871651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0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924;p23">
              <a:extLst>
                <a:ext uri="{FF2B5EF4-FFF2-40B4-BE49-F238E27FC236}">
                  <a16:creationId xmlns:a16="http://schemas.microsoft.com/office/drawing/2014/main" id="{6784BCC7-D4FA-00C8-C52B-DB323BFCE02D}"/>
                </a:ext>
              </a:extLst>
            </p:cNvPr>
            <p:cNvSpPr/>
            <p:nvPr/>
          </p:nvSpPr>
          <p:spPr>
            <a:xfrm>
              <a:off x="5809450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925;p23">
              <a:extLst>
                <a:ext uri="{FF2B5EF4-FFF2-40B4-BE49-F238E27FC236}">
                  <a16:creationId xmlns:a16="http://schemas.microsoft.com/office/drawing/2014/main" id="{B0D219CA-175A-3B01-3FA6-98F0D696EA4E}"/>
                </a:ext>
              </a:extLst>
            </p:cNvPr>
            <p:cNvSpPr/>
            <p:nvPr/>
          </p:nvSpPr>
          <p:spPr>
            <a:xfrm>
              <a:off x="5851267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926;p23">
              <a:extLst>
                <a:ext uri="{FF2B5EF4-FFF2-40B4-BE49-F238E27FC236}">
                  <a16:creationId xmlns:a16="http://schemas.microsoft.com/office/drawing/2014/main" id="{60C4E7D9-96F1-9812-50D8-EAFF9E3A6224}"/>
                </a:ext>
              </a:extLst>
            </p:cNvPr>
            <p:cNvSpPr/>
            <p:nvPr/>
          </p:nvSpPr>
          <p:spPr>
            <a:xfrm>
              <a:off x="5829800" y="3226345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927;p23">
              <a:extLst>
                <a:ext uri="{FF2B5EF4-FFF2-40B4-BE49-F238E27FC236}">
                  <a16:creationId xmlns:a16="http://schemas.microsoft.com/office/drawing/2014/main" id="{5F1BD086-BD2D-2121-C605-7D8EE18F65C4}"/>
                </a:ext>
              </a:extLst>
            </p:cNvPr>
            <p:cNvSpPr/>
            <p:nvPr/>
          </p:nvSpPr>
          <p:spPr>
            <a:xfrm>
              <a:off x="5871651" y="3226345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32" y="634"/>
                    <a:pt x="95" y="697"/>
                  </a:cubicBezTo>
                  <a:cubicBezTo>
                    <a:pt x="222" y="570"/>
                    <a:pt x="412" y="444"/>
                    <a:pt x="570" y="317"/>
                  </a:cubicBezTo>
                  <a:cubicBezTo>
                    <a:pt x="538" y="159"/>
                    <a:pt x="412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928;p23">
              <a:extLst>
                <a:ext uri="{FF2B5EF4-FFF2-40B4-BE49-F238E27FC236}">
                  <a16:creationId xmlns:a16="http://schemas.microsoft.com/office/drawing/2014/main" id="{E157EBC0-9EE7-F255-6118-0FDEC08C7DE8}"/>
                </a:ext>
              </a:extLst>
            </p:cNvPr>
            <p:cNvSpPr/>
            <p:nvPr/>
          </p:nvSpPr>
          <p:spPr>
            <a:xfrm>
              <a:off x="5809450" y="3254212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285" y="793"/>
                  </a:cubicBezTo>
                  <a:cubicBezTo>
                    <a:pt x="444" y="793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929;p23">
              <a:extLst>
                <a:ext uri="{FF2B5EF4-FFF2-40B4-BE49-F238E27FC236}">
                  <a16:creationId xmlns:a16="http://schemas.microsoft.com/office/drawing/2014/main" id="{0E3CA4BD-3789-7C4D-28D6-0D30C0DEE128}"/>
                </a:ext>
              </a:extLst>
            </p:cNvPr>
            <p:cNvSpPr/>
            <p:nvPr/>
          </p:nvSpPr>
          <p:spPr>
            <a:xfrm>
              <a:off x="5851267" y="3254212"/>
              <a:ext cx="16117" cy="21501"/>
            </a:xfrm>
            <a:custGeom>
              <a:avLst/>
              <a:gdLst/>
              <a:ahLst/>
              <a:cxnLst/>
              <a:rect l="l" t="t" r="r" b="b"/>
              <a:pathLst>
                <a:path w="476" h="635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476"/>
                    <a:pt x="0" y="571"/>
                    <a:pt x="32" y="634"/>
                  </a:cubicBezTo>
                  <a:cubicBezTo>
                    <a:pt x="159" y="444"/>
                    <a:pt x="317" y="286"/>
                    <a:pt x="475" y="96"/>
                  </a:cubicBezTo>
                  <a:cubicBezTo>
                    <a:pt x="412" y="32"/>
                    <a:pt x="349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930;p23">
              <a:extLst>
                <a:ext uri="{FF2B5EF4-FFF2-40B4-BE49-F238E27FC236}">
                  <a16:creationId xmlns:a16="http://schemas.microsoft.com/office/drawing/2014/main" id="{6AFF17B6-80B2-A659-F63E-BBEE284A0822}"/>
                </a:ext>
              </a:extLst>
            </p:cNvPr>
            <p:cNvSpPr/>
            <p:nvPr/>
          </p:nvSpPr>
          <p:spPr>
            <a:xfrm>
              <a:off x="5829800" y="3282113"/>
              <a:ext cx="16117" cy="18657"/>
            </a:xfrm>
            <a:custGeom>
              <a:avLst/>
              <a:gdLst/>
              <a:ahLst/>
              <a:cxnLst/>
              <a:rect l="l" t="t" r="r" b="b"/>
              <a:pathLst>
                <a:path w="476" h="551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444"/>
                    <a:pt x="1" y="507"/>
                    <a:pt x="33" y="539"/>
                  </a:cubicBezTo>
                  <a:cubicBezTo>
                    <a:pt x="50" y="547"/>
                    <a:pt x="69" y="551"/>
                    <a:pt x="89" y="551"/>
                  </a:cubicBezTo>
                  <a:cubicBezTo>
                    <a:pt x="142" y="551"/>
                    <a:pt x="199" y="522"/>
                    <a:pt x="223" y="475"/>
                  </a:cubicBezTo>
                  <a:cubicBezTo>
                    <a:pt x="223" y="475"/>
                    <a:pt x="318" y="317"/>
                    <a:pt x="476" y="64"/>
                  </a:cubicBezTo>
                  <a:cubicBezTo>
                    <a:pt x="444" y="32"/>
                    <a:pt x="381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931;p23">
              <a:extLst>
                <a:ext uri="{FF2B5EF4-FFF2-40B4-BE49-F238E27FC236}">
                  <a16:creationId xmlns:a16="http://schemas.microsoft.com/office/drawing/2014/main" id="{4071A5DF-E790-E802-62F2-451417C88959}"/>
                </a:ext>
              </a:extLst>
            </p:cNvPr>
            <p:cNvSpPr/>
            <p:nvPr/>
          </p:nvSpPr>
          <p:spPr>
            <a:xfrm>
              <a:off x="5752599" y="2686956"/>
              <a:ext cx="15068" cy="19334"/>
            </a:xfrm>
            <a:custGeom>
              <a:avLst/>
              <a:gdLst/>
              <a:ahLst/>
              <a:cxnLst/>
              <a:rect l="l" t="t" r="r" b="b"/>
              <a:pathLst>
                <a:path w="445" h="571" extrusionOk="0">
                  <a:moveTo>
                    <a:pt x="412" y="1"/>
                  </a:moveTo>
                  <a:lnTo>
                    <a:pt x="96" y="128"/>
                  </a:lnTo>
                  <a:cubicBezTo>
                    <a:pt x="32" y="159"/>
                    <a:pt x="1" y="223"/>
                    <a:pt x="32" y="286"/>
                  </a:cubicBezTo>
                  <a:cubicBezTo>
                    <a:pt x="32" y="286"/>
                    <a:pt x="96" y="413"/>
                    <a:pt x="191" y="571"/>
                  </a:cubicBezTo>
                  <a:cubicBezTo>
                    <a:pt x="317" y="571"/>
                    <a:pt x="444" y="381"/>
                    <a:pt x="444" y="159"/>
                  </a:cubicBezTo>
                  <a:cubicBezTo>
                    <a:pt x="444" y="96"/>
                    <a:pt x="444" y="33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932;p23">
              <a:extLst>
                <a:ext uri="{FF2B5EF4-FFF2-40B4-BE49-F238E27FC236}">
                  <a16:creationId xmlns:a16="http://schemas.microsoft.com/office/drawing/2014/main" id="{379D97BB-3D62-49A4-B57D-290FC9DC335F}"/>
                </a:ext>
              </a:extLst>
            </p:cNvPr>
            <p:cNvSpPr/>
            <p:nvPr/>
          </p:nvSpPr>
          <p:spPr>
            <a:xfrm>
              <a:off x="5790150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933;p23">
              <a:extLst>
                <a:ext uri="{FF2B5EF4-FFF2-40B4-BE49-F238E27FC236}">
                  <a16:creationId xmlns:a16="http://schemas.microsoft.com/office/drawing/2014/main" id="{8CAB27E7-85CF-64F6-2FEE-0209D286A027}"/>
                </a:ext>
              </a:extLst>
            </p:cNvPr>
            <p:cNvSpPr/>
            <p:nvPr/>
          </p:nvSpPr>
          <p:spPr>
            <a:xfrm>
              <a:off x="5768682" y="270625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286" y="1"/>
                  </a:moveTo>
                  <a:cubicBezTo>
                    <a:pt x="128" y="1"/>
                    <a:pt x="1" y="191"/>
                    <a:pt x="1" y="413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934;p23">
              <a:extLst>
                <a:ext uri="{FF2B5EF4-FFF2-40B4-BE49-F238E27FC236}">
                  <a16:creationId xmlns:a16="http://schemas.microsoft.com/office/drawing/2014/main" id="{C3678F92-2D24-F046-FA35-BA42CEA8BDBF}"/>
                </a:ext>
              </a:extLst>
            </p:cNvPr>
            <p:cNvSpPr/>
            <p:nvPr/>
          </p:nvSpPr>
          <p:spPr>
            <a:xfrm>
              <a:off x="5790150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935;p23">
              <a:extLst>
                <a:ext uri="{FF2B5EF4-FFF2-40B4-BE49-F238E27FC236}">
                  <a16:creationId xmlns:a16="http://schemas.microsoft.com/office/drawing/2014/main" id="{6B4DED21-8C93-96FE-946F-7B79FF64CC59}"/>
                </a:ext>
              </a:extLst>
            </p:cNvPr>
            <p:cNvSpPr/>
            <p:nvPr/>
          </p:nvSpPr>
          <p:spPr>
            <a:xfrm>
              <a:off x="5768682" y="319952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936;p23">
              <a:extLst>
                <a:ext uri="{FF2B5EF4-FFF2-40B4-BE49-F238E27FC236}">
                  <a16:creationId xmlns:a16="http://schemas.microsoft.com/office/drawing/2014/main" id="{ED801B4E-7BEE-B987-ED80-D73675C6ACA3}"/>
                </a:ext>
              </a:extLst>
            </p:cNvPr>
            <p:cNvSpPr/>
            <p:nvPr/>
          </p:nvSpPr>
          <p:spPr>
            <a:xfrm>
              <a:off x="5757983" y="3232779"/>
              <a:ext cx="9684" cy="21467"/>
            </a:xfrm>
            <a:custGeom>
              <a:avLst/>
              <a:gdLst/>
              <a:ahLst/>
              <a:cxnLst/>
              <a:rect l="l" t="t" r="r" b="b"/>
              <a:pathLst>
                <a:path w="286" h="634" extrusionOk="0">
                  <a:moveTo>
                    <a:pt x="222" y="0"/>
                  </a:moveTo>
                  <a:cubicBezTo>
                    <a:pt x="158" y="222"/>
                    <a:pt x="63" y="475"/>
                    <a:pt x="0" y="634"/>
                  </a:cubicBezTo>
                  <a:cubicBezTo>
                    <a:pt x="158" y="634"/>
                    <a:pt x="285" y="444"/>
                    <a:pt x="285" y="222"/>
                  </a:cubicBezTo>
                  <a:cubicBezTo>
                    <a:pt x="285" y="127"/>
                    <a:pt x="253" y="64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937;p23">
              <a:extLst>
                <a:ext uri="{FF2B5EF4-FFF2-40B4-BE49-F238E27FC236}">
                  <a16:creationId xmlns:a16="http://schemas.microsoft.com/office/drawing/2014/main" id="{EF06F7C9-9D3C-EF19-4A6C-73755D9448FB}"/>
                </a:ext>
              </a:extLst>
            </p:cNvPr>
            <p:cNvSpPr/>
            <p:nvPr/>
          </p:nvSpPr>
          <p:spPr>
            <a:xfrm>
              <a:off x="5790150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938;p23">
              <a:extLst>
                <a:ext uri="{FF2B5EF4-FFF2-40B4-BE49-F238E27FC236}">
                  <a16:creationId xmlns:a16="http://schemas.microsoft.com/office/drawing/2014/main" id="{91CC531F-6818-DDFC-C020-BAEC38548CFE}"/>
                </a:ext>
              </a:extLst>
            </p:cNvPr>
            <p:cNvSpPr/>
            <p:nvPr/>
          </p:nvSpPr>
          <p:spPr>
            <a:xfrm>
              <a:off x="5768682" y="3254212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76"/>
                    <a:pt x="32" y="571"/>
                    <a:pt x="64" y="634"/>
                  </a:cubicBezTo>
                  <a:lnTo>
                    <a:pt x="413" y="761"/>
                  </a:lnTo>
                  <a:cubicBezTo>
                    <a:pt x="508" y="698"/>
                    <a:pt x="571" y="571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939;p23">
              <a:extLst>
                <a:ext uri="{FF2B5EF4-FFF2-40B4-BE49-F238E27FC236}">
                  <a16:creationId xmlns:a16="http://schemas.microsoft.com/office/drawing/2014/main" id="{E8B843C8-4B60-AC66-6BF9-A428BE48D022}"/>
                </a:ext>
              </a:extLst>
            </p:cNvPr>
            <p:cNvSpPr/>
            <p:nvPr/>
          </p:nvSpPr>
          <p:spPr>
            <a:xfrm>
              <a:off x="5793366" y="3282113"/>
              <a:ext cx="15034" cy="9684"/>
            </a:xfrm>
            <a:custGeom>
              <a:avLst/>
              <a:gdLst/>
              <a:ahLst/>
              <a:cxnLst/>
              <a:rect l="l" t="t" r="r" b="b"/>
              <a:pathLst>
                <a:path w="444" h="286" extrusionOk="0">
                  <a:moveTo>
                    <a:pt x="190" y="0"/>
                  </a:moveTo>
                  <a:cubicBezTo>
                    <a:pt x="95" y="0"/>
                    <a:pt x="32" y="32"/>
                    <a:pt x="0" y="95"/>
                  </a:cubicBezTo>
                  <a:lnTo>
                    <a:pt x="444" y="285"/>
                  </a:lnTo>
                  <a:cubicBezTo>
                    <a:pt x="412" y="95"/>
                    <a:pt x="317" y="0"/>
                    <a:pt x="1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940;p23">
              <a:extLst>
                <a:ext uri="{FF2B5EF4-FFF2-40B4-BE49-F238E27FC236}">
                  <a16:creationId xmlns:a16="http://schemas.microsoft.com/office/drawing/2014/main" id="{59E43C18-6235-4F55-4F03-F8C17A59CA78}"/>
                </a:ext>
              </a:extLst>
            </p:cNvPr>
            <p:cNvSpPr/>
            <p:nvPr/>
          </p:nvSpPr>
          <p:spPr>
            <a:xfrm>
              <a:off x="5645364" y="281670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1"/>
                  </a:moveTo>
                  <a:cubicBezTo>
                    <a:pt x="96" y="33"/>
                    <a:pt x="1" y="191"/>
                    <a:pt x="1" y="381"/>
                  </a:cubicBezTo>
                  <a:cubicBezTo>
                    <a:pt x="1" y="603"/>
                    <a:pt x="128" y="793"/>
                    <a:pt x="286" y="793"/>
                  </a:cubicBezTo>
                  <a:cubicBezTo>
                    <a:pt x="444" y="793"/>
                    <a:pt x="571" y="603"/>
                    <a:pt x="571" y="381"/>
                  </a:cubicBezTo>
                  <a:cubicBezTo>
                    <a:pt x="571" y="223"/>
                    <a:pt x="508" y="96"/>
                    <a:pt x="413" y="33"/>
                  </a:cubicBezTo>
                  <a:cubicBezTo>
                    <a:pt x="349" y="1"/>
                    <a:pt x="286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941;p23">
              <a:extLst>
                <a:ext uri="{FF2B5EF4-FFF2-40B4-BE49-F238E27FC236}">
                  <a16:creationId xmlns:a16="http://schemas.microsoft.com/office/drawing/2014/main" id="{56BFD165-2FB2-928B-F33C-E79E9117ECD8}"/>
                </a:ext>
              </a:extLst>
            </p:cNvPr>
            <p:cNvSpPr/>
            <p:nvPr/>
          </p:nvSpPr>
          <p:spPr>
            <a:xfrm>
              <a:off x="5687181" y="2819924"/>
              <a:ext cx="19368" cy="23634"/>
            </a:xfrm>
            <a:custGeom>
              <a:avLst/>
              <a:gdLst/>
              <a:ahLst/>
              <a:cxnLst/>
              <a:rect l="l" t="t" r="r" b="b"/>
              <a:pathLst>
                <a:path w="572" h="698" extrusionOk="0">
                  <a:moveTo>
                    <a:pt x="64" y="1"/>
                  </a:moveTo>
                  <a:cubicBezTo>
                    <a:pt x="33" y="96"/>
                    <a:pt x="1" y="191"/>
                    <a:pt x="1" y="286"/>
                  </a:cubicBezTo>
                  <a:cubicBezTo>
                    <a:pt x="1" y="508"/>
                    <a:pt x="128" y="698"/>
                    <a:pt x="286" y="698"/>
                  </a:cubicBezTo>
                  <a:cubicBezTo>
                    <a:pt x="444" y="698"/>
                    <a:pt x="571" y="508"/>
                    <a:pt x="571" y="286"/>
                  </a:cubicBezTo>
                  <a:cubicBezTo>
                    <a:pt x="571" y="191"/>
                    <a:pt x="539" y="64"/>
                    <a:pt x="476" y="1"/>
                  </a:cubicBezTo>
                  <a:cubicBezTo>
                    <a:pt x="392" y="1"/>
                    <a:pt x="307" y="15"/>
                    <a:pt x="213" y="15"/>
                  </a:cubicBezTo>
                  <a:cubicBezTo>
                    <a:pt x="166" y="15"/>
                    <a:pt x="117" y="1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942;p23">
              <a:extLst>
                <a:ext uri="{FF2B5EF4-FFF2-40B4-BE49-F238E27FC236}">
                  <a16:creationId xmlns:a16="http://schemas.microsoft.com/office/drawing/2014/main" id="{19ECAD87-E526-4619-454B-B8298B7F785C}"/>
                </a:ext>
              </a:extLst>
            </p:cNvPr>
            <p:cNvSpPr/>
            <p:nvPr/>
          </p:nvSpPr>
          <p:spPr>
            <a:xfrm>
              <a:off x="5665748" y="284352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943;p23">
              <a:extLst>
                <a:ext uri="{FF2B5EF4-FFF2-40B4-BE49-F238E27FC236}">
                  <a16:creationId xmlns:a16="http://schemas.microsoft.com/office/drawing/2014/main" id="{A9BD584E-2E15-F91E-0B2A-33D39A5F1F13}"/>
                </a:ext>
              </a:extLst>
            </p:cNvPr>
            <p:cNvSpPr/>
            <p:nvPr/>
          </p:nvSpPr>
          <p:spPr>
            <a:xfrm>
              <a:off x="5707565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944;p23">
              <a:extLst>
                <a:ext uri="{FF2B5EF4-FFF2-40B4-BE49-F238E27FC236}">
                  <a16:creationId xmlns:a16="http://schemas.microsoft.com/office/drawing/2014/main" id="{56824939-52A9-D5F0-BF3B-29458A29D61D}"/>
                </a:ext>
              </a:extLst>
            </p:cNvPr>
            <p:cNvSpPr/>
            <p:nvPr/>
          </p:nvSpPr>
          <p:spPr>
            <a:xfrm>
              <a:off x="5645364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945;p23">
              <a:extLst>
                <a:ext uri="{FF2B5EF4-FFF2-40B4-BE49-F238E27FC236}">
                  <a16:creationId xmlns:a16="http://schemas.microsoft.com/office/drawing/2014/main" id="{648192AD-21CB-26A1-2162-9DE5C37A5212}"/>
                </a:ext>
              </a:extLst>
            </p:cNvPr>
            <p:cNvSpPr/>
            <p:nvPr/>
          </p:nvSpPr>
          <p:spPr>
            <a:xfrm>
              <a:off x="5687181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1946;p23">
              <a:extLst>
                <a:ext uri="{FF2B5EF4-FFF2-40B4-BE49-F238E27FC236}">
                  <a16:creationId xmlns:a16="http://schemas.microsoft.com/office/drawing/2014/main" id="{1F76B052-CDA8-1CB3-921A-99189F72317C}"/>
                </a:ext>
              </a:extLst>
            </p:cNvPr>
            <p:cNvSpPr/>
            <p:nvPr/>
          </p:nvSpPr>
          <p:spPr>
            <a:xfrm>
              <a:off x="5665748" y="289820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1947;p23">
              <a:extLst>
                <a:ext uri="{FF2B5EF4-FFF2-40B4-BE49-F238E27FC236}">
                  <a16:creationId xmlns:a16="http://schemas.microsoft.com/office/drawing/2014/main" id="{3D1075BE-CA40-39CC-9748-24813EE25734}"/>
                </a:ext>
              </a:extLst>
            </p:cNvPr>
            <p:cNvSpPr/>
            <p:nvPr/>
          </p:nvSpPr>
          <p:spPr>
            <a:xfrm>
              <a:off x="5707565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1948;p23">
              <a:extLst>
                <a:ext uri="{FF2B5EF4-FFF2-40B4-BE49-F238E27FC236}">
                  <a16:creationId xmlns:a16="http://schemas.microsoft.com/office/drawing/2014/main" id="{703566D2-6ABE-1ABA-4A86-E8BA91EFA802}"/>
                </a:ext>
              </a:extLst>
            </p:cNvPr>
            <p:cNvSpPr/>
            <p:nvPr/>
          </p:nvSpPr>
          <p:spPr>
            <a:xfrm>
              <a:off x="5647531" y="2925025"/>
              <a:ext cx="17167" cy="24684"/>
            </a:xfrm>
            <a:custGeom>
              <a:avLst/>
              <a:gdLst/>
              <a:ahLst/>
              <a:cxnLst/>
              <a:rect l="l" t="t" r="r" b="b"/>
              <a:pathLst>
                <a:path w="507" h="729" extrusionOk="0">
                  <a:moveTo>
                    <a:pt x="222" y="0"/>
                  </a:moveTo>
                  <a:cubicBezTo>
                    <a:pt x="127" y="0"/>
                    <a:pt x="32" y="95"/>
                    <a:pt x="0" y="190"/>
                  </a:cubicBezTo>
                  <a:cubicBezTo>
                    <a:pt x="159" y="349"/>
                    <a:pt x="285" y="539"/>
                    <a:pt x="412" y="729"/>
                  </a:cubicBezTo>
                  <a:cubicBezTo>
                    <a:pt x="475" y="634"/>
                    <a:pt x="507" y="539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949;p23">
              <a:extLst>
                <a:ext uri="{FF2B5EF4-FFF2-40B4-BE49-F238E27FC236}">
                  <a16:creationId xmlns:a16="http://schemas.microsoft.com/office/drawing/2014/main" id="{74BAEE74-ACF9-5026-D4C7-1F0D8FD5096B}"/>
                </a:ext>
              </a:extLst>
            </p:cNvPr>
            <p:cNvSpPr/>
            <p:nvPr/>
          </p:nvSpPr>
          <p:spPr>
            <a:xfrm>
              <a:off x="5687181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1950;p23">
              <a:extLst>
                <a:ext uri="{FF2B5EF4-FFF2-40B4-BE49-F238E27FC236}">
                  <a16:creationId xmlns:a16="http://schemas.microsoft.com/office/drawing/2014/main" id="{1BBDA1FA-07F9-F0DF-EA8D-924370029B58}"/>
                </a:ext>
              </a:extLst>
            </p:cNvPr>
            <p:cNvSpPr/>
            <p:nvPr/>
          </p:nvSpPr>
          <p:spPr>
            <a:xfrm>
              <a:off x="5667881" y="2952892"/>
              <a:ext cx="18284" cy="27935"/>
            </a:xfrm>
            <a:custGeom>
              <a:avLst/>
              <a:gdLst/>
              <a:ahLst/>
              <a:cxnLst/>
              <a:rect l="l" t="t" r="r" b="b"/>
              <a:pathLst>
                <a:path w="540" h="825" extrusionOk="0">
                  <a:moveTo>
                    <a:pt x="254" y="1"/>
                  </a:moveTo>
                  <a:cubicBezTo>
                    <a:pt x="128" y="1"/>
                    <a:pt x="33" y="96"/>
                    <a:pt x="1" y="223"/>
                  </a:cubicBezTo>
                  <a:cubicBezTo>
                    <a:pt x="64" y="381"/>
                    <a:pt x="128" y="603"/>
                    <a:pt x="128" y="793"/>
                  </a:cubicBezTo>
                  <a:cubicBezTo>
                    <a:pt x="159" y="793"/>
                    <a:pt x="191" y="824"/>
                    <a:pt x="254" y="824"/>
                  </a:cubicBezTo>
                  <a:cubicBezTo>
                    <a:pt x="413" y="824"/>
                    <a:pt x="539" y="634"/>
                    <a:pt x="539" y="413"/>
                  </a:cubicBezTo>
                  <a:cubicBezTo>
                    <a:pt x="539" y="191"/>
                    <a:pt x="413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1951;p23">
              <a:extLst>
                <a:ext uri="{FF2B5EF4-FFF2-40B4-BE49-F238E27FC236}">
                  <a16:creationId xmlns:a16="http://schemas.microsoft.com/office/drawing/2014/main" id="{AA062348-DBA0-0F14-3FF2-991AAF49CE4F}"/>
                </a:ext>
              </a:extLst>
            </p:cNvPr>
            <p:cNvSpPr/>
            <p:nvPr/>
          </p:nvSpPr>
          <p:spPr>
            <a:xfrm>
              <a:off x="5707565" y="2952892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1952;p23">
              <a:extLst>
                <a:ext uri="{FF2B5EF4-FFF2-40B4-BE49-F238E27FC236}">
                  <a16:creationId xmlns:a16="http://schemas.microsoft.com/office/drawing/2014/main" id="{7C25AE22-92F8-33F0-89F3-48BD6152E313}"/>
                </a:ext>
              </a:extLst>
            </p:cNvPr>
            <p:cNvSpPr/>
            <p:nvPr/>
          </p:nvSpPr>
          <p:spPr>
            <a:xfrm>
              <a:off x="5687181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1953;p23">
              <a:extLst>
                <a:ext uri="{FF2B5EF4-FFF2-40B4-BE49-F238E27FC236}">
                  <a16:creationId xmlns:a16="http://schemas.microsoft.com/office/drawing/2014/main" id="{BE4A576D-86F8-2D1D-3136-46CA80873DB6}"/>
                </a:ext>
              </a:extLst>
            </p:cNvPr>
            <p:cNvSpPr/>
            <p:nvPr/>
          </p:nvSpPr>
          <p:spPr>
            <a:xfrm>
              <a:off x="5665748" y="300757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317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317" y="824"/>
                  </a:cubicBezTo>
                  <a:cubicBezTo>
                    <a:pt x="476" y="824"/>
                    <a:pt x="602" y="634"/>
                    <a:pt x="602" y="413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1954;p23">
              <a:extLst>
                <a:ext uri="{FF2B5EF4-FFF2-40B4-BE49-F238E27FC236}">
                  <a16:creationId xmlns:a16="http://schemas.microsoft.com/office/drawing/2014/main" id="{20E2F6BB-3E30-F10B-9FAA-6CB84B0308A0}"/>
                </a:ext>
              </a:extLst>
            </p:cNvPr>
            <p:cNvSpPr/>
            <p:nvPr/>
          </p:nvSpPr>
          <p:spPr>
            <a:xfrm>
              <a:off x="5707565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1955;p23">
              <a:extLst>
                <a:ext uri="{FF2B5EF4-FFF2-40B4-BE49-F238E27FC236}">
                  <a16:creationId xmlns:a16="http://schemas.microsoft.com/office/drawing/2014/main" id="{E5A3D361-DA46-07E3-F4BA-DE0BE5516FC8}"/>
                </a:ext>
              </a:extLst>
            </p:cNvPr>
            <p:cNvSpPr/>
            <p:nvPr/>
          </p:nvSpPr>
          <p:spPr>
            <a:xfrm>
              <a:off x="5645364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1956;p23">
              <a:extLst>
                <a:ext uri="{FF2B5EF4-FFF2-40B4-BE49-F238E27FC236}">
                  <a16:creationId xmlns:a16="http://schemas.microsoft.com/office/drawing/2014/main" id="{8FAD9D7C-64C9-14E3-ED09-D23BCB51707E}"/>
                </a:ext>
              </a:extLst>
            </p:cNvPr>
            <p:cNvSpPr/>
            <p:nvPr/>
          </p:nvSpPr>
          <p:spPr>
            <a:xfrm>
              <a:off x="5687181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1957;p23">
              <a:extLst>
                <a:ext uri="{FF2B5EF4-FFF2-40B4-BE49-F238E27FC236}">
                  <a16:creationId xmlns:a16="http://schemas.microsoft.com/office/drawing/2014/main" id="{8122CC65-A437-FCA5-D6DA-459E5480F0FF}"/>
                </a:ext>
              </a:extLst>
            </p:cNvPr>
            <p:cNvSpPr/>
            <p:nvPr/>
          </p:nvSpPr>
          <p:spPr>
            <a:xfrm>
              <a:off x="5665748" y="306229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317" y="823"/>
                  </a:cubicBezTo>
                  <a:cubicBezTo>
                    <a:pt x="476" y="823"/>
                    <a:pt x="602" y="633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1958;p23">
              <a:extLst>
                <a:ext uri="{FF2B5EF4-FFF2-40B4-BE49-F238E27FC236}">
                  <a16:creationId xmlns:a16="http://schemas.microsoft.com/office/drawing/2014/main" id="{51926C12-9C84-8430-8FE6-BAC539AFA33D}"/>
                </a:ext>
              </a:extLst>
            </p:cNvPr>
            <p:cNvSpPr/>
            <p:nvPr/>
          </p:nvSpPr>
          <p:spPr>
            <a:xfrm>
              <a:off x="5707565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1959;p23">
              <a:extLst>
                <a:ext uri="{FF2B5EF4-FFF2-40B4-BE49-F238E27FC236}">
                  <a16:creationId xmlns:a16="http://schemas.microsoft.com/office/drawing/2014/main" id="{985BB9A4-ED55-E867-F957-1127B651FFBA}"/>
                </a:ext>
              </a:extLst>
            </p:cNvPr>
            <p:cNvSpPr/>
            <p:nvPr/>
          </p:nvSpPr>
          <p:spPr>
            <a:xfrm>
              <a:off x="5645364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1960;p23">
              <a:extLst>
                <a:ext uri="{FF2B5EF4-FFF2-40B4-BE49-F238E27FC236}">
                  <a16:creationId xmlns:a16="http://schemas.microsoft.com/office/drawing/2014/main" id="{E083E6E8-43B9-BDBB-B59D-29AC077FC2F2}"/>
                </a:ext>
              </a:extLst>
            </p:cNvPr>
            <p:cNvSpPr/>
            <p:nvPr/>
          </p:nvSpPr>
          <p:spPr>
            <a:xfrm>
              <a:off x="5687181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1961;p23">
              <a:extLst>
                <a:ext uri="{FF2B5EF4-FFF2-40B4-BE49-F238E27FC236}">
                  <a16:creationId xmlns:a16="http://schemas.microsoft.com/office/drawing/2014/main" id="{765080A9-B0D1-815F-A7C1-26D897EDCA07}"/>
                </a:ext>
              </a:extLst>
            </p:cNvPr>
            <p:cNvSpPr/>
            <p:nvPr/>
          </p:nvSpPr>
          <p:spPr>
            <a:xfrm>
              <a:off x="5665748" y="3116978"/>
              <a:ext cx="20418" cy="23600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697"/>
                    <a:pt x="381" y="665"/>
                    <a:pt x="539" y="665"/>
                  </a:cubicBezTo>
                  <a:cubicBezTo>
                    <a:pt x="571" y="602"/>
                    <a:pt x="602" y="507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1962;p23">
              <a:extLst>
                <a:ext uri="{FF2B5EF4-FFF2-40B4-BE49-F238E27FC236}">
                  <a16:creationId xmlns:a16="http://schemas.microsoft.com/office/drawing/2014/main" id="{2E889A84-9FB4-3DC9-5269-A7DEA725F48C}"/>
                </a:ext>
              </a:extLst>
            </p:cNvPr>
            <p:cNvSpPr/>
            <p:nvPr/>
          </p:nvSpPr>
          <p:spPr>
            <a:xfrm>
              <a:off x="5707565" y="3116978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729"/>
                    <a:pt x="317" y="729"/>
                    <a:pt x="444" y="760"/>
                  </a:cubicBezTo>
                  <a:cubicBezTo>
                    <a:pt x="539" y="697"/>
                    <a:pt x="602" y="570"/>
                    <a:pt x="602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1963;p23">
              <a:extLst>
                <a:ext uri="{FF2B5EF4-FFF2-40B4-BE49-F238E27FC236}">
                  <a16:creationId xmlns:a16="http://schemas.microsoft.com/office/drawing/2014/main" id="{9AC065F8-4D15-578A-780E-226B1E684F3B}"/>
                </a:ext>
              </a:extLst>
            </p:cNvPr>
            <p:cNvSpPr/>
            <p:nvPr/>
          </p:nvSpPr>
          <p:spPr>
            <a:xfrm>
              <a:off x="5632497" y="2812441"/>
              <a:ext cx="8634" cy="3251"/>
            </a:xfrm>
            <a:custGeom>
              <a:avLst/>
              <a:gdLst/>
              <a:ahLst/>
              <a:cxnLst/>
              <a:rect l="l" t="t" r="r" b="b"/>
              <a:pathLst>
                <a:path w="255" h="96" extrusionOk="0">
                  <a:moveTo>
                    <a:pt x="159" y="0"/>
                  </a:moveTo>
                  <a:cubicBezTo>
                    <a:pt x="96" y="0"/>
                    <a:pt x="33" y="32"/>
                    <a:pt x="1" y="64"/>
                  </a:cubicBezTo>
                  <a:cubicBezTo>
                    <a:pt x="33" y="95"/>
                    <a:pt x="64" y="95"/>
                    <a:pt x="96" y="95"/>
                  </a:cubicBezTo>
                  <a:cubicBezTo>
                    <a:pt x="159" y="95"/>
                    <a:pt x="223" y="64"/>
                    <a:pt x="254" y="32"/>
                  </a:cubicBezTo>
                  <a:cubicBezTo>
                    <a:pt x="191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1964;p23">
              <a:extLst>
                <a:ext uri="{FF2B5EF4-FFF2-40B4-BE49-F238E27FC236}">
                  <a16:creationId xmlns:a16="http://schemas.microsoft.com/office/drawing/2014/main" id="{851A222B-A3E8-B40A-680C-6B24F10B0A69}"/>
                </a:ext>
              </a:extLst>
            </p:cNvPr>
            <p:cNvSpPr/>
            <p:nvPr/>
          </p:nvSpPr>
          <p:spPr>
            <a:xfrm>
              <a:off x="5622847" y="2836007"/>
              <a:ext cx="1117" cy="1117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3"/>
                  </a:move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1965;p23">
              <a:extLst>
                <a:ext uri="{FF2B5EF4-FFF2-40B4-BE49-F238E27FC236}">
                  <a16:creationId xmlns:a16="http://schemas.microsoft.com/office/drawing/2014/main" id="{8703896E-AAC8-79AB-81F7-D717BB4C3C31}"/>
                </a:ext>
              </a:extLst>
            </p:cNvPr>
            <p:cNvSpPr/>
            <p:nvPr/>
          </p:nvSpPr>
          <p:spPr>
            <a:xfrm>
              <a:off x="562606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1966;p23">
              <a:extLst>
                <a:ext uri="{FF2B5EF4-FFF2-40B4-BE49-F238E27FC236}">
                  <a16:creationId xmlns:a16="http://schemas.microsoft.com/office/drawing/2014/main" id="{4A86F071-8F0F-1DCC-49D4-33EA971C7C91}"/>
                </a:ext>
              </a:extLst>
            </p:cNvPr>
            <p:cNvSpPr/>
            <p:nvPr/>
          </p:nvSpPr>
          <p:spPr>
            <a:xfrm>
              <a:off x="560463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59" y="824"/>
                    <a:pt x="317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1967;p23">
              <a:extLst>
                <a:ext uri="{FF2B5EF4-FFF2-40B4-BE49-F238E27FC236}">
                  <a16:creationId xmlns:a16="http://schemas.microsoft.com/office/drawing/2014/main" id="{5DC74DC0-0840-872C-D156-EDC5137B6356}"/>
                </a:ext>
              </a:extLst>
            </p:cNvPr>
            <p:cNvSpPr/>
            <p:nvPr/>
          </p:nvSpPr>
          <p:spPr>
            <a:xfrm>
              <a:off x="5626064" y="2898208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12"/>
                    <a:pt x="1" y="444"/>
                    <a:pt x="1" y="444"/>
                  </a:cubicBezTo>
                  <a:cubicBezTo>
                    <a:pt x="128" y="539"/>
                    <a:pt x="254" y="666"/>
                    <a:pt x="381" y="761"/>
                  </a:cubicBezTo>
                  <a:cubicBezTo>
                    <a:pt x="508" y="697"/>
                    <a:pt x="571" y="571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1968;p23">
              <a:extLst>
                <a:ext uri="{FF2B5EF4-FFF2-40B4-BE49-F238E27FC236}">
                  <a16:creationId xmlns:a16="http://schemas.microsoft.com/office/drawing/2014/main" id="{1EC854B8-82D7-F125-0D3C-A75361F90BA2}"/>
                </a:ext>
              </a:extLst>
            </p:cNvPr>
            <p:cNvSpPr/>
            <p:nvPr/>
          </p:nvSpPr>
          <p:spPr>
            <a:xfrm>
              <a:off x="5607847" y="3047260"/>
              <a:ext cx="17201" cy="15068"/>
            </a:xfrm>
            <a:custGeom>
              <a:avLst/>
              <a:gdLst/>
              <a:ahLst/>
              <a:cxnLst/>
              <a:rect l="l" t="t" r="r" b="b"/>
              <a:pathLst>
                <a:path w="508" h="445" extrusionOk="0">
                  <a:moveTo>
                    <a:pt x="507" y="1"/>
                  </a:moveTo>
                  <a:cubicBezTo>
                    <a:pt x="285" y="159"/>
                    <a:pt x="127" y="254"/>
                    <a:pt x="0" y="317"/>
                  </a:cubicBezTo>
                  <a:cubicBezTo>
                    <a:pt x="64" y="412"/>
                    <a:pt x="127" y="444"/>
                    <a:pt x="222" y="444"/>
                  </a:cubicBezTo>
                  <a:cubicBezTo>
                    <a:pt x="380" y="444"/>
                    <a:pt x="507" y="254"/>
                    <a:pt x="507" y="32"/>
                  </a:cubicBezTo>
                  <a:cubicBezTo>
                    <a:pt x="507" y="32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1969;p23">
              <a:extLst>
                <a:ext uri="{FF2B5EF4-FFF2-40B4-BE49-F238E27FC236}">
                  <a16:creationId xmlns:a16="http://schemas.microsoft.com/office/drawing/2014/main" id="{74CD3657-A1BB-337B-16F8-407CA750CDC6}"/>
                </a:ext>
              </a:extLst>
            </p:cNvPr>
            <p:cNvSpPr/>
            <p:nvPr/>
          </p:nvSpPr>
          <p:spPr>
            <a:xfrm>
              <a:off x="5600330" y="3065510"/>
              <a:ext cx="3251" cy="10734"/>
            </a:xfrm>
            <a:custGeom>
              <a:avLst/>
              <a:gdLst/>
              <a:ahLst/>
              <a:cxnLst/>
              <a:rect l="l" t="t" r="r" b="b"/>
              <a:pathLst>
                <a:path w="96" h="317" extrusionOk="0">
                  <a:moveTo>
                    <a:pt x="1" y="0"/>
                  </a:moveTo>
                  <a:cubicBezTo>
                    <a:pt x="1" y="32"/>
                    <a:pt x="1" y="32"/>
                    <a:pt x="1" y="63"/>
                  </a:cubicBezTo>
                  <a:lnTo>
                    <a:pt x="96" y="317"/>
                  </a:lnTo>
                  <a:cubicBezTo>
                    <a:pt x="96" y="190"/>
                    <a:pt x="64" y="63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970;p23">
              <a:extLst>
                <a:ext uri="{FF2B5EF4-FFF2-40B4-BE49-F238E27FC236}">
                  <a16:creationId xmlns:a16="http://schemas.microsoft.com/office/drawing/2014/main" id="{1040B424-FB64-C038-BFB3-BA03434F837B}"/>
                </a:ext>
              </a:extLst>
            </p:cNvPr>
            <p:cNvSpPr/>
            <p:nvPr/>
          </p:nvSpPr>
          <p:spPr>
            <a:xfrm>
              <a:off x="562606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1971;p23">
              <a:extLst>
                <a:ext uri="{FF2B5EF4-FFF2-40B4-BE49-F238E27FC236}">
                  <a16:creationId xmlns:a16="http://schemas.microsoft.com/office/drawing/2014/main" id="{491080B0-9F86-C883-3922-F7082513B6D6}"/>
                </a:ext>
              </a:extLst>
            </p:cNvPr>
            <p:cNvSpPr/>
            <p:nvPr/>
          </p:nvSpPr>
          <p:spPr>
            <a:xfrm>
              <a:off x="5609980" y="3090160"/>
              <a:ext cx="15068" cy="25767"/>
            </a:xfrm>
            <a:custGeom>
              <a:avLst/>
              <a:gdLst/>
              <a:ahLst/>
              <a:cxnLst/>
              <a:rect l="l" t="t" r="r" b="b"/>
              <a:pathLst>
                <a:path w="445" h="761" extrusionOk="0">
                  <a:moveTo>
                    <a:pt x="159" y="0"/>
                  </a:moveTo>
                  <a:cubicBezTo>
                    <a:pt x="96" y="0"/>
                    <a:pt x="32" y="0"/>
                    <a:pt x="1" y="32"/>
                  </a:cubicBezTo>
                  <a:lnTo>
                    <a:pt x="286" y="761"/>
                  </a:lnTo>
                  <a:cubicBezTo>
                    <a:pt x="381" y="666"/>
                    <a:pt x="444" y="539"/>
                    <a:pt x="444" y="412"/>
                  </a:cubicBezTo>
                  <a:cubicBezTo>
                    <a:pt x="444" y="159"/>
                    <a:pt x="317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1972;p23">
              <a:extLst>
                <a:ext uri="{FF2B5EF4-FFF2-40B4-BE49-F238E27FC236}">
                  <a16:creationId xmlns:a16="http://schemas.microsoft.com/office/drawing/2014/main" id="{0C32A491-460F-B8CF-9E73-23CEA9ED6F8C}"/>
                </a:ext>
              </a:extLst>
            </p:cNvPr>
            <p:cNvSpPr/>
            <p:nvPr/>
          </p:nvSpPr>
          <p:spPr>
            <a:xfrm>
              <a:off x="5626064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380"/>
                  </a:cubicBezTo>
                  <a:lnTo>
                    <a:pt x="159" y="760"/>
                  </a:lnTo>
                  <a:cubicBezTo>
                    <a:pt x="191" y="792"/>
                    <a:pt x="223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973;p23">
              <a:extLst>
                <a:ext uri="{FF2B5EF4-FFF2-40B4-BE49-F238E27FC236}">
                  <a16:creationId xmlns:a16="http://schemas.microsoft.com/office/drawing/2014/main" id="{A7840B27-5AF3-D304-0692-64AA0307AE4E}"/>
                </a:ext>
              </a:extLst>
            </p:cNvPr>
            <p:cNvSpPr/>
            <p:nvPr/>
          </p:nvSpPr>
          <p:spPr>
            <a:xfrm>
              <a:off x="6055002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1974;p23">
              <a:extLst>
                <a:ext uri="{FF2B5EF4-FFF2-40B4-BE49-F238E27FC236}">
                  <a16:creationId xmlns:a16="http://schemas.microsoft.com/office/drawing/2014/main" id="{67E2CB6F-4B0C-08AE-D29D-F2DAF7272CA3}"/>
                </a:ext>
              </a:extLst>
            </p:cNvPr>
            <p:cNvSpPr/>
            <p:nvPr/>
          </p:nvSpPr>
          <p:spPr>
            <a:xfrm>
              <a:off x="6075386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0"/>
                  </a:moveTo>
                  <a:cubicBezTo>
                    <a:pt x="127" y="32"/>
                    <a:pt x="0" y="191"/>
                    <a:pt x="0" y="412"/>
                  </a:cubicBezTo>
                  <a:cubicBezTo>
                    <a:pt x="0" y="634"/>
                    <a:pt x="159" y="792"/>
                    <a:pt x="317" y="792"/>
                  </a:cubicBezTo>
                  <a:cubicBezTo>
                    <a:pt x="444" y="792"/>
                    <a:pt x="539" y="666"/>
                    <a:pt x="570" y="507"/>
                  </a:cubicBezTo>
                  <a:cubicBezTo>
                    <a:pt x="570" y="507"/>
                    <a:pt x="539" y="476"/>
                    <a:pt x="539" y="476"/>
                  </a:cubicBezTo>
                  <a:cubicBezTo>
                    <a:pt x="412" y="349"/>
                    <a:pt x="317" y="191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975;p23">
              <a:extLst>
                <a:ext uri="{FF2B5EF4-FFF2-40B4-BE49-F238E27FC236}">
                  <a16:creationId xmlns:a16="http://schemas.microsoft.com/office/drawing/2014/main" id="{CC6666EB-E745-C136-D017-1E759DF4D1D6}"/>
                </a:ext>
              </a:extLst>
            </p:cNvPr>
            <p:cNvSpPr/>
            <p:nvPr/>
          </p:nvSpPr>
          <p:spPr>
            <a:xfrm>
              <a:off x="6055002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976;p23">
              <a:extLst>
                <a:ext uri="{FF2B5EF4-FFF2-40B4-BE49-F238E27FC236}">
                  <a16:creationId xmlns:a16="http://schemas.microsoft.com/office/drawing/2014/main" id="{18113486-606D-4266-649A-FC9C12A91C3C}"/>
                </a:ext>
              </a:extLst>
            </p:cNvPr>
            <p:cNvSpPr/>
            <p:nvPr/>
          </p:nvSpPr>
          <p:spPr>
            <a:xfrm>
              <a:off x="6096820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977;p23">
              <a:extLst>
                <a:ext uri="{FF2B5EF4-FFF2-40B4-BE49-F238E27FC236}">
                  <a16:creationId xmlns:a16="http://schemas.microsoft.com/office/drawing/2014/main" id="{F5508A6A-ADCC-E607-C0D5-1D90C2E1AC21}"/>
                </a:ext>
              </a:extLst>
            </p:cNvPr>
            <p:cNvSpPr/>
            <p:nvPr/>
          </p:nvSpPr>
          <p:spPr>
            <a:xfrm>
              <a:off x="6076436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978;p23">
              <a:extLst>
                <a:ext uri="{FF2B5EF4-FFF2-40B4-BE49-F238E27FC236}">
                  <a16:creationId xmlns:a16="http://schemas.microsoft.com/office/drawing/2014/main" id="{68CA494B-CF2B-FF7C-28CA-BA4870E839F2}"/>
                </a:ext>
              </a:extLst>
            </p:cNvPr>
            <p:cNvSpPr/>
            <p:nvPr/>
          </p:nvSpPr>
          <p:spPr>
            <a:xfrm>
              <a:off x="6117203" y="284352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979;p23">
              <a:extLst>
                <a:ext uri="{FF2B5EF4-FFF2-40B4-BE49-F238E27FC236}">
                  <a16:creationId xmlns:a16="http://schemas.microsoft.com/office/drawing/2014/main" id="{F084A166-C9CD-58CE-0E03-08FB20623496}"/>
                </a:ext>
              </a:extLst>
            </p:cNvPr>
            <p:cNvSpPr/>
            <p:nvPr/>
          </p:nvSpPr>
          <p:spPr>
            <a:xfrm>
              <a:off x="6096820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980;p23">
              <a:extLst>
                <a:ext uri="{FF2B5EF4-FFF2-40B4-BE49-F238E27FC236}">
                  <a16:creationId xmlns:a16="http://schemas.microsoft.com/office/drawing/2014/main" id="{4B33471D-BD4A-6BCF-7F79-750602047839}"/>
                </a:ext>
              </a:extLst>
            </p:cNvPr>
            <p:cNvSpPr/>
            <p:nvPr/>
          </p:nvSpPr>
          <p:spPr>
            <a:xfrm>
              <a:off x="6088253" y="2899292"/>
              <a:ext cx="7517" cy="15034"/>
            </a:xfrm>
            <a:custGeom>
              <a:avLst/>
              <a:gdLst/>
              <a:ahLst/>
              <a:cxnLst/>
              <a:rect l="l" t="t" r="r" b="b"/>
              <a:pathLst>
                <a:path w="222" h="444" extrusionOk="0">
                  <a:moveTo>
                    <a:pt x="0" y="0"/>
                  </a:moveTo>
                  <a:lnTo>
                    <a:pt x="0" y="0"/>
                  </a:lnTo>
                  <a:cubicBezTo>
                    <a:pt x="95" y="127"/>
                    <a:pt x="159" y="285"/>
                    <a:pt x="222" y="444"/>
                  </a:cubicBezTo>
                  <a:cubicBezTo>
                    <a:pt x="222" y="444"/>
                    <a:pt x="222" y="412"/>
                    <a:pt x="222" y="380"/>
                  </a:cubicBezTo>
                  <a:cubicBezTo>
                    <a:pt x="222" y="190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1981;p23">
              <a:extLst>
                <a:ext uri="{FF2B5EF4-FFF2-40B4-BE49-F238E27FC236}">
                  <a16:creationId xmlns:a16="http://schemas.microsoft.com/office/drawing/2014/main" id="{3AE6908D-8961-C643-510B-39EAB8BFC8F5}"/>
                </a:ext>
              </a:extLst>
            </p:cNvPr>
            <p:cNvSpPr/>
            <p:nvPr/>
          </p:nvSpPr>
          <p:spPr>
            <a:xfrm>
              <a:off x="6117203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1982;p23">
              <a:extLst>
                <a:ext uri="{FF2B5EF4-FFF2-40B4-BE49-F238E27FC236}">
                  <a16:creationId xmlns:a16="http://schemas.microsoft.com/office/drawing/2014/main" id="{18570E62-8BE8-C9B6-393D-B6B4A1AA77F9}"/>
                </a:ext>
              </a:extLst>
            </p:cNvPr>
            <p:cNvSpPr/>
            <p:nvPr/>
          </p:nvSpPr>
          <p:spPr>
            <a:xfrm>
              <a:off x="6100036" y="2925025"/>
              <a:ext cx="16117" cy="27901"/>
            </a:xfrm>
            <a:custGeom>
              <a:avLst/>
              <a:gdLst/>
              <a:ahLst/>
              <a:cxnLst/>
              <a:rect l="l" t="t" r="r" b="b"/>
              <a:pathLst>
                <a:path w="476" h="824" extrusionOk="0">
                  <a:moveTo>
                    <a:pt x="191" y="0"/>
                  </a:moveTo>
                  <a:cubicBezTo>
                    <a:pt x="127" y="0"/>
                    <a:pt x="32" y="64"/>
                    <a:pt x="1" y="127"/>
                  </a:cubicBezTo>
                  <a:cubicBezTo>
                    <a:pt x="64" y="349"/>
                    <a:pt x="96" y="570"/>
                    <a:pt x="127" y="824"/>
                  </a:cubicBezTo>
                  <a:lnTo>
                    <a:pt x="191" y="824"/>
                  </a:lnTo>
                  <a:cubicBezTo>
                    <a:pt x="349" y="824"/>
                    <a:pt x="476" y="634"/>
                    <a:pt x="476" y="412"/>
                  </a:cubicBezTo>
                  <a:cubicBezTo>
                    <a:pt x="476" y="190"/>
                    <a:pt x="349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1983;p23">
              <a:extLst>
                <a:ext uri="{FF2B5EF4-FFF2-40B4-BE49-F238E27FC236}">
                  <a16:creationId xmlns:a16="http://schemas.microsoft.com/office/drawing/2014/main" id="{E9F69696-8D76-8AB7-6D2F-EC537B9D2122}"/>
                </a:ext>
              </a:extLst>
            </p:cNvPr>
            <p:cNvSpPr/>
            <p:nvPr/>
          </p:nvSpPr>
          <p:spPr>
            <a:xfrm>
              <a:off x="6117203" y="2952892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1984;p23">
              <a:extLst>
                <a:ext uri="{FF2B5EF4-FFF2-40B4-BE49-F238E27FC236}">
                  <a16:creationId xmlns:a16="http://schemas.microsoft.com/office/drawing/2014/main" id="{F4AA13DD-1F38-2058-A45C-7C1CFEFBBABE}"/>
                </a:ext>
              </a:extLst>
            </p:cNvPr>
            <p:cNvSpPr/>
            <p:nvPr/>
          </p:nvSpPr>
          <p:spPr>
            <a:xfrm>
              <a:off x="6104336" y="2980793"/>
              <a:ext cx="11817" cy="26817"/>
            </a:xfrm>
            <a:custGeom>
              <a:avLst/>
              <a:gdLst/>
              <a:ahLst/>
              <a:cxnLst/>
              <a:rect l="l" t="t" r="r" b="b"/>
              <a:pathLst>
                <a:path w="349" h="792" extrusionOk="0">
                  <a:moveTo>
                    <a:pt x="64" y="0"/>
                  </a:moveTo>
                  <a:cubicBezTo>
                    <a:pt x="64" y="254"/>
                    <a:pt x="64" y="539"/>
                    <a:pt x="0" y="792"/>
                  </a:cubicBezTo>
                  <a:lnTo>
                    <a:pt x="64" y="792"/>
                  </a:lnTo>
                  <a:cubicBezTo>
                    <a:pt x="222" y="792"/>
                    <a:pt x="349" y="602"/>
                    <a:pt x="349" y="380"/>
                  </a:cubicBezTo>
                  <a:cubicBezTo>
                    <a:pt x="349" y="159"/>
                    <a:pt x="222" y="0"/>
                    <a:pt x="6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1985;p23">
              <a:extLst>
                <a:ext uri="{FF2B5EF4-FFF2-40B4-BE49-F238E27FC236}">
                  <a16:creationId xmlns:a16="http://schemas.microsoft.com/office/drawing/2014/main" id="{34AF0592-0CBF-CBD6-76B1-D081DC6144F7}"/>
                </a:ext>
              </a:extLst>
            </p:cNvPr>
            <p:cNvSpPr/>
            <p:nvPr/>
          </p:nvSpPr>
          <p:spPr>
            <a:xfrm>
              <a:off x="6117203" y="300757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1986;p23">
              <a:extLst>
                <a:ext uri="{FF2B5EF4-FFF2-40B4-BE49-F238E27FC236}">
                  <a16:creationId xmlns:a16="http://schemas.microsoft.com/office/drawing/2014/main" id="{AB829B46-EB21-936F-3890-F84ADCA251D9}"/>
                </a:ext>
              </a:extLst>
            </p:cNvPr>
            <p:cNvSpPr/>
            <p:nvPr/>
          </p:nvSpPr>
          <p:spPr>
            <a:xfrm>
              <a:off x="6096820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1987;p23">
              <a:extLst>
                <a:ext uri="{FF2B5EF4-FFF2-40B4-BE49-F238E27FC236}">
                  <a16:creationId xmlns:a16="http://schemas.microsoft.com/office/drawing/2014/main" id="{A96CD6AF-E84A-9CCD-ED3A-92696134F68A}"/>
                </a:ext>
              </a:extLst>
            </p:cNvPr>
            <p:cNvSpPr/>
            <p:nvPr/>
          </p:nvSpPr>
          <p:spPr>
            <a:xfrm>
              <a:off x="6076436" y="3063343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191"/>
                    <a:pt x="128" y="381"/>
                    <a:pt x="1" y="571"/>
                  </a:cubicBezTo>
                  <a:cubicBezTo>
                    <a:pt x="64" y="697"/>
                    <a:pt x="159" y="792"/>
                    <a:pt x="286" y="792"/>
                  </a:cubicBezTo>
                  <a:cubicBezTo>
                    <a:pt x="444" y="792"/>
                    <a:pt x="571" y="602"/>
                    <a:pt x="571" y="381"/>
                  </a:cubicBezTo>
                  <a:cubicBezTo>
                    <a:pt x="571" y="191"/>
                    <a:pt x="476" y="32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1988;p23">
              <a:extLst>
                <a:ext uri="{FF2B5EF4-FFF2-40B4-BE49-F238E27FC236}">
                  <a16:creationId xmlns:a16="http://schemas.microsoft.com/office/drawing/2014/main" id="{76C9E77A-76F6-CDB2-02B1-BC21A242F769}"/>
                </a:ext>
              </a:extLst>
            </p:cNvPr>
            <p:cNvSpPr/>
            <p:nvPr/>
          </p:nvSpPr>
          <p:spPr>
            <a:xfrm>
              <a:off x="6117203" y="306229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1989;p23">
              <a:extLst>
                <a:ext uri="{FF2B5EF4-FFF2-40B4-BE49-F238E27FC236}">
                  <a16:creationId xmlns:a16="http://schemas.microsoft.com/office/drawing/2014/main" id="{727256A3-F601-508C-DC88-A76871B92965}"/>
                </a:ext>
              </a:extLst>
            </p:cNvPr>
            <p:cNvSpPr/>
            <p:nvPr/>
          </p:nvSpPr>
          <p:spPr>
            <a:xfrm>
              <a:off x="6056086" y="3092294"/>
              <a:ext cx="18251" cy="24718"/>
            </a:xfrm>
            <a:custGeom>
              <a:avLst/>
              <a:gdLst/>
              <a:ahLst/>
              <a:cxnLst/>
              <a:rect l="l" t="t" r="r" b="b"/>
              <a:pathLst>
                <a:path w="539" h="730" extrusionOk="0">
                  <a:moveTo>
                    <a:pt x="412" y="1"/>
                  </a:moveTo>
                  <a:cubicBezTo>
                    <a:pt x="285" y="159"/>
                    <a:pt x="158" y="349"/>
                    <a:pt x="0" y="507"/>
                  </a:cubicBezTo>
                  <a:cubicBezTo>
                    <a:pt x="32" y="634"/>
                    <a:pt x="158" y="729"/>
                    <a:pt x="253" y="729"/>
                  </a:cubicBezTo>
                  <a:cubicBezTo>
                    <a:pt x="412" y="729"/>
                    <a:pt x="539" y="571"/>
                    <a:pt x="539" y="349"/>
                  </a:cubicBezTo>
                  <a:cubicBezTo>
                    <a:pt x="539" y="191"/>
                    <a:pt x="507" y="64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1990;p23">
              <a:extLst>
                <a:ext uri="{FF2B5EF4-FFF2-40B4-BE49-F238E27FC236}">
                  <a16:creationId xmlns:a16="http://schemas.microsoft.com/office/drawing/2014/main" id="{6F252E22-E00D-6880-4EB8-E267A88C9662}"/>
                </a:ext>
              </a:extLst>
            </p:cNvPr>
            <p:cNvSpPr/>
            <p:nvPr/>
          </p:nvSpPr>
          <p:spPr>
            <a:xfrm>
              <a:off x="6096820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1991;p23">
              <a:extLst>
                <a:ext uri="{FF2B5EF4-FFF2-40B4-BE49-F238E27FC236}">
                  <a16:creationId xmlns:a16="http://schemas.microsoft.com/office/drawing/2014/main" id="{F7C2F343-0964-8D3D-90BE-269028D1CA00}"/>
                </a:ext>
              </a:extLst>
            </p:cNvPr>
            <p:cNvSpPr/>
            <p:nvPr/>
          </p:nvSpPr>
          <p:spPr>
            <a:xfrm>
              <a:off x="6076436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1992;p23">
              <a:extLst>
                <a:ext uri="{FF2B5EF4-FFF2-40B4-BE49-F238E27FC236}">
                  <a16:creationId xmlns:a16="http://schemas.microsoft.com/office/drawing/2014/main" id="{DE16976B-7271-6277-BF8A-29C56BA4A492}"/>
                </a:ext>
              </a:extLst>
            </p:cNvPr>
            <p:cNvSpPr/>
            <p:nvPr/>
          </p:nvSpPr>
          <p:spPr>
            <a:xfrm>
              <a:off x="6117203" y="3116978"/>
              <a:ext cx="20384" cy="24684"/>
            </a:xfrm>
            <a:custGeom>
              <a:avLst/>
              <a:gdLst/>
              <a:ahLst/>
              <a:cxnLst/>
              <a:rect l="l" t="t" r="r" b="b"/>
              <a:pathLst>
                <a:path w="602" h="729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64" y="665"/>
                    <a:pt x="127" y="729"/>
                  </a:cubicBezTo>
                  <a:cubicBezTo>
                    <a:pt x="254" y="697"/>
                    <a:pt x="380" y="697"/>
                    <a:pt x="507" y="697"/>
                  </a:cubicBezTo>
                  <a:cubicBezTo>
                    <a:pt x="570" y="602"/>
                    <a:pt x="602" y="507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1993;p23">
              <a:extLst>
                <a:ext uri="{FF2B5EF4-FFF2-40B4-BE49-F238E27FC236}">
                  <a16:creationId xmlns:a16="http://schemas.microsoft.com/office/drawing/2014/main" id="{F16CED30-9400-1D62-0EE0-67A9646C1899}"/>
                </a:ext>
              </a:extLst>
            </p:cNvPr>
            <p:cNvSpPr/>
            <p:nvPr/>
          </p:nvSpPr>
          <p:spPr>
            <a:xfrm>
              <a:off x="6055002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1994;p23">
              <a:extLst>
                <a:ext uri="{FF2B5EF4-FFF2-40B4-BE49-F238E27FC236}">
                  <a16:creationId xmlns:a16="http://schemas.microsoft.com/office/drawing/2014/main" id="{DAD27F8C-CD25-ADB8-4B8D-CC068AA6826F}"/>
                </a:ext>
              </a:extLst>
            </p:cNvPr>
            <p:cNvSpPr/>
            <p:nvPr/>
          </p:nvSpPr>
          <p:spPr>
            <a:xfrm>
              <a:off x="6097903" y="3144844"/>
              <a:ext cx="11817" cy="7551"/>
            </a:xfrm>
            <a:custGeom>
              <a:avLst/>
              <a:gdLst/>
              <a:ahLst/>
              <a:cxnLst/>
              <a:rect l="l" t="t" r="r" b="b"/>
              <a:pathLst>
                <a:path w="349" h="223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95" y="127"/>
                    <a:pt x="222" y="64"/>
                    <a:pt x="349" y="32"/>
                  </a:cubicBezTo>
                  <a:cubicBezTo>
                    <a:pt x="317" y="1"/>
                    <a:pt x="285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1995;p23">
              <a:extLst>
                <a:ext uri="{FF2B5EF4-FFF2-40B4-BE49-F238E27FC236}">
                  <a16:creationId xmlns:a16="http://schemas.microsoft.com/office/drawing/2014/main" id="{8CB78555-405B-ACC2-FBF8-2836D756CC94}"/>
                </a:ext>
              </a:extLst>
            </p:cNvPr>
            <p:cNvSpPr/>
            <p:nvPr/>
          </p:nvSpPr>
          <p:spPr>
            <a:xfrm>
              <a:off x="6075386" y="3172711"/>
              <a:ext cx="7517" cy="21501"/>
            </a:xfrm>
            <a:custGeom>
              <a:avLst/>
              <a:gdLst/>
              <a:ahLst/>
              <a:cxnLst/>
              <a:rect l="l" t="t" r="r" b="b"/>
              <a:pathLst>
                <a:path w="222" h="635" extrusionOk="0">
                  <a:moveTo>
                    <a:pt x="222" y="1"/>
                  </a:moveTo>
                  <a:lnTo>
                    <a:pt x="222" y="1"/>
                  </a:lnTo>
                  <a:cubicBezTo>
                    <a:pt x="95" y="33"/>
                    <a:pt x="0" y="191"/>
                    <a:pt x="0" y="381"/>
                  </a:cubicBezTo>
                  <a:cubicBezTo>
                    <a:pt x="0" y="476"/>
                    <a:pt x="32" y="571"/>
                    <a:pt x="95" y="634"/>
                  </a:cubicBezTo>
                  <a:cubicBezTo>
                    <a:pt x="95" y="413"/>
                    <a:pt x="159" y="191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1996;p23">
              <a:extLst>
                <a:ext uri="{FF2B5EF4-FFF2-40B4-BE49-F238E27FC236}">
                  <a16:creationId xmlns:a16="http://schemas.microsoft.com/office/drawing/2014/main" id="{1E7748CD-5428-FD77-04E0-141326B05EE9}"/>
                </a:ext>
              </a:extLst>
            </p:cNvPr>
            <p:cNvSpPr/>
            <p:nvPr/>
          </p:nvSpPr>
          <p:spPr>
            <a:xfrm>
              <a:off x="5973501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1997;p23">
              <a:extLst>
                <a:ext uri="{FF2B5EF4-FFF2-40B4-BE49-F238E27FC236}">
                  <a16:creationId xmlns:a16="http://schemas.microsoft.com/office/drawing/2014/main" id="{B090D3B4-C945-6948-2EB6-6440CD111BA8}"/>
                </a:ext>
              </a:extLst>
            </p:cNvPr>
            <p:cNvSpPr/>
            <p:nvPr/>
          </p:nvSpPr>
          <p:spPr>
            <a:xfrm>
              <a:off x="6014269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317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1998;p23">
              <a:extLst>
                <a:ext uri="{FF2B5EF4-FFF2-40B4-BE49-F238E27FC236}">
                  <a16:creationId xmlns:a16="http://schemas.microsoft.com/office/drawing/2014/main" id="{19B8D6D6-CE75-FA8E-65E1-58E459DEF66A}"/>
                </a:ext>
              </a:extLst>
            </p:cNvPr>
            <p:cNvSpPr/>
            <p:nvPr/>
          </p:nvSpPr>
          <p:spPr>
            <a:xfrm>
              <a:off x="5993885" y="2788840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444"/>
                    <a:pt x="0" y="507"/>
                    <a:pt x="32" y="539"/>
                  </a:cubicBezTo>
                  <a:cubicBezTo>
                    <a:pt x="159" y="602"/>
                    <a:pt x="317" y="666"/>
                    <a:pt x="444" y="761"/>
                  </a:cubicBezTo>
                  <a:cubicBezTo>
                    <a:pt x="539" y="666"/>
                    <a:pt x="570" y="539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1999;p23">
              <a:extLst>
                <a:ext uri="{FF2B5EF4-FFF2-40B4-BE49-F238E27FC236}">
                  <a16:creationId xmlns:a16="http://schemas.microsoft.com/office/drawing/2014/main" id="{E8B60EFB-321C-A10E-5733-D5C42A15EE3F}"/>
                </a:ext>
              </a:extLst>
            </p:cNvPr>
            <p:cNvSpPr/>
            <p:nvPr/>
          </p:nvSpPr>
          <p:spPr>
            <a:xfrm>
              <a:off x="603570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000;p23">
              <a:extLst>
                <a:ext uri="{FF2B5EF4-FFF2-40B4-BE49-F238E27FC236}">
                  <a16:creationId xmlns:a16="http://schemas.microsoft.com/office/drawing/2014/main" id="{5F03DF56-5798-2BDB-7C09-A740A6BE8A8E}"/>
                </a:ext>
              </a:extLst>
            </p:cNvPr>
            <p:cNvSpPr/>
            <p:nvPr/>
          </p:nvSpPr>
          <p:spPr>
            <a:xfrm>
              <a:off x="6017486" y="2815657"/>
              <a:ext cx="17167" cy="15034"/>
            </a:xfrm>
            <a:custGeom>
              <a:avLst/>
              <a:gdLst/>
              <a:ahLst/>
              <a:cxnLst/>
              <a:rect l="l" t="t" r="r" b="b"/>
              <a:pathLst>
                <a:path w="507" h="444" extrusionOk="0">
                  <a:moveTo>
                    <a:pt x="222" y="0"/>
                  </a:moveTo>
                  <a:cubicBezTo>
                    <a:pt x="127" y="0"/>
                    <a:pt x="63" y="64"/>
                    <a:pt x="0" y="127"/>
                  </a:cubicBezTo>
                  <a:cubicBezTo>
                    <a:pt x="190" y="222"/>
                    <a:pt x="348" y="349"/>
                    <a:pt x="507" y="444"/>
                  </a:cubicBezTo>
                  <a:cubicBezTo>
                    <a:pt x="507" y="444"/>
                    <a:pt x="507" y="444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001;p23">
              <a:extLst>
                <a:ext uri="{FF2B5EF4-FFF2-40B4-BE49-F238E27FC236}">
                  <a16:creationId xmlns:a16="http://schemas.microsoft.com/office/drawing/2014/main" id="{6531E477-707D-1444-460C-F63DF1BDBB13}"/>
                </a:ext>
              </a:extLst>
            </p:cNvPr>
            <p:cNvSpPr/>
            <p:nvPr/>
          </p:nvSpPr>
          <p:spPr>
            <a:xfrm>
              <a:off x="6035702" y="311802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96"/>
                    <a:pt x="127" y="191"/>
                    <a:pt x="0" y="318"/>
                  </a:cubicBezTo>
                  <a:cubicBezTo>
                    <a:pt x="0" y="318"/>
                    <a:pt x="0" y="349"/>
                    <a:pt x="0" y="381"/>
                  </a:cubicBezTo>
                  <a:cubicBezTo>
                    <a:pt x="0" y="603"/>
                    <a:pt x="127" y="793"/>
                    <a:pt x="285" y="793"/>
                  </a:cubicBezTo>
                  <a:cubicBezTo>
                    <a:pt x="444" y="793"/>
                    <a:pt x="570" y="603"/>
                    <a:pt x="570" y="381"/>
                  </a:cubicBezTo>
                  <a:cubicBezTo>
                    <a:pt x="570" y="191"/>
                    <a:pt x="475" y="33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002;p23">
              <a:extLst>
                <a:ext uri="{FF2B5EF4-FFF2-40B4-BE49-F238E27FC236}">
                  <a16:creationId xmlns:a16="http://schemas.microsoft.com/office/drawing/2014/main" id="{52151B98-B8BC-9411-80D2-13DDFC46B1DD}"/>
                </a:ext>
              </a:extLst>
            </p:cNvPr>
            <p:cNvSpPr/>
            <p:nvPr/>
          </p:nvSpPr>
          <p:spPr>
            <a:xfrm>
              <a:off x="5973501" y="3154494"/>
              <a:ext cx="19334" cy="17201"/>
            </a:xfrm>
            <a:custGeom>
              <a:avLst/>
              <a:gdLst/>
              <a:ahLst/>
              <a:cxnLst/>
              <a:rect l="l" t="t" r="r" b="b"/>
              <a:pathLst>
                <a:path w="571" h="508" extrusionOk="0">
                  <a:moveTo>
                    <a:pt x="571" y="1"/>
                  </a:moveTo>
                  <a:cubicBezTo>
                    <a:pt x="381" y="64"/>
                    <a:pt x="191" y="127"/>
                    <a:pt x="1" y="191"/>
                  </a:cubicBezTo>
                  <a:cubicBezTo>
                    <a:pt x="32" y="381"/>
                    <a:pt x="127" y="507"/>
                    <a:pt x="286" y="507"/>
                  </a:cubicBezTo>
                  <a:cubicBezTo>
                    <a:pt x="444" y="507"/>
                    <a:pt x="571" y="349"/>
                    <a:pt x="571" y="127"/>
                  </a:cubicBezTo>
                  <a:cubicBezTo>
                    <a:pt x="571" y="64"/>
                    <a:pt x="571" y="32"/>
                    <a:pt x="5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003;p23">
              <a:extLst>
                <a:ext uri="{FF2B5EF4-FFF2-40B4-BE49-F238E27FC236}">
                  <a16:creationId xmlns:a16="http://schemas.microsoft.com/office/drawing/2014/main" id="{3CAA14A9-546A-6742-44CA-D7870F94D3A5}"/>
                </a:ext>
              </a:extLst>
            </p:cNvPr>
            <p:cNvSpPr/>
            <p:nvPr/>
          </p:nvSpPr>
          <p:spPr>
            <a:xfrm>
              <a:off x="6014269" y="314484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004;p23">
              <a:extLst>
                <a:ext uri="{FF2B5EF4-FFF2-40B4-BE49-F238E27FC236}">
                  <a16:creationId xmlns:a16="http://schemas.microsoft.com/office/drawing/2014/main" id="{AEACD729-5DFD-6502-E8E0-11C2A862D9F0}"/>
                </a:ext>
              </a:extLst>
            </p:cNvPr>
            <p:cNvSpPr/>
            <p:nvPr/>
          </p:nvSpPr>
          <p:spPr>
            <a:xfrm>
              <a:off x="5993885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005;p23">
              <a:extLst>
                <a:ext uri="{FF2B5EF4-FFF2-40B4-BE49-F238E27FC236}">
                  <a16:creationId xmlns:a16="http://schemas.microsoft.com/office/drawing/2014/main" id="{635CE9EF-88AD-B73F-4205-5D00EE1ED0C9}"/>
                </a:ext>
              </a:extLst>
            </p:cNvPr>
            <p:cNvSpPr/>
            <p:nvPr/>
          </p:nvSpPr>
          <p:spPr>
            <a:xfrm>
              <a:off x="6035702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006;p23">
              <a:extLst>
                <a:ext uri="{FF2B5EF4-FFF2-40B4-BE49-F238E27FC236}">
                  <a16:creationId xmlns:a16="http://schemas.microsoft.com/office/drawing/2014/main" id="{34B755E4-F547-E349-1A2B-BAE0BEE057E1}"/>
                </a:ext>
              </a:extLst>
            </p:cNvPr>
            <p:cNvSpPr/>
            <p:nvPr/>
          </p:nvSpPr>
          <p:spPr>
            <a:xfrm>
              <a:off x="5890951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007;p23">
              <a:extLst>
                <a:ext uri="{FF2B5EF4-FFF2-40B4-BE49-F238E27FC236}">
                  <a16:creationId xmlns:a16="http://schemas.microsoft.com/office/drawing/2014/main" id="{4BB1C546-1FAA-8232-E06E-1DF4863CE120}"/>
                </a:ext>
              </a:extLst>
            </p:cNvPr>
            <p:cNvSpPr/>
            <p:nvPr/>
          </p:nvSpPr>
          <p:spPr>
            <a:xfrm>
              <a:off x="5932768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008;p23">
              <a:extLst>
                <a:ext uri="{FF2B5EF4-FFF2-40B4-BE49-F238E27FC236}">
                  <a16:creationId xmlns:a16="http://schemas.microsoft.com/office/drawing/2014/main" id="{3A03E9AC-FE0B-F1CA-3F09-C2ACDF119ED8}"/>
                </a:ext>
              </a:extLst>
            </p:cNvPr>
            <p:cNvSpPr/>
            <p:nvPr/>
          </p:nvSpPr>
          <p:spPr>
            <a:xfrm>
              <a:off x="5915601" y="2788840"/>
              <a:ext cx="11817" cy="2167"/>
            </a:xfrm>
            <a:custGeom>
              <a:avLst/>
              <a:gdLst/>
              <a:ahLst/>
              <a:cxnLst/>
              <a:rect l="l" t="t" r="r" b="b"/>
              <a:pathLst>
                <a:path w="349" h="64" extrusionOk="0">
                  <a:moveTo>
                    <a:pt x="191" y="0"/>
                  </a:moveTo>
                  <a:cubicBezTo>
                    <a:pt x="127" y="0"/>
                    <a:pt x="64" y="32"/>
                    <a:pt x="0" y="64"/>
                  </a:cubicBezTo>
                  <a:lnTo>
                    <a:pt x="349" y="64"/>
                  </a:lnTo>
                  <a:cubicBezTo>
                    <a:pt x="317" y="32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009;p23">
              <a:extLst>
                <a:ext uri="{FF2B5EF4-FFF2-40B4-BE49-F238E27FC236}">
                  <a16:creationId xmlns:a16="http://schemas.microsoft.com/office/drawing/2014/main" id="{498FB53F-1995-7542-B7DF-145B4DA78078}"/>
                </a:ext>
              </a:extLst>
            </p:cNvPr>
            <p:cNvSpPr/>
            <p:nvPr/>
          </p:nvSpPr>
          <p:spPr>
            <a:xfrm>
              <a:off x="5955285" y="2788840"/>
              <a:ext cx="18251" cy="10767"/>
            </a:xfrm>
            <a:custGeom>
              <a:avLst/>
              <a:gdLst/>
              <a:ahLst/>
              <a:cxnLst/>
              <a:rect l="l" t="t" r="r" b="b"/>
              <a:pathLst>
                <a:path w="539" h="318" extrusionOk="0">
                  <a:moveTo>
                    <a:pt x="254" y="0"/>
                  </a:moveTo>
                  <a:cubicBezTo>
                    <a:pt x="127" y="0"/>
                    <a:pt x="64" y="64"/>
                    <a:pt x="0" y="191"/>
                  </a:cubicBezTo>
                  <a:cubicBezTo>
                    <a:pt x="190" y="222"/>
                    <a:pt x="349" y="254"/>
                    <a:pt x="539" y="317"/>
                  </a:cubicBezTo>
                  <a:cubicBezTo>
                    <a:pt x="475" y="127"/>
                    <a:pt x="380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010;p23">
              <a:extLst>
                <a:ext uri="{FF2B5EF4-FFF2-40B4-BE49-F238E27FC236}">
                  <a16:creationId xmlns:a16="http://schemas.microsoft.com/office/drawing/2014/main" id="{3AD71C9E-D968-1B52-B524-4CE35B54DEDB}"/>
                </a:ext>
              </a:extLst>
            </p:cNvPr>
            <p:cNvSpPr/>
            <p:nvPr/>
          </p:nvSpPr>
          <p:spPr>
            <a:xfrm>
              <a:off x="5894167" y="3167361"/>
              <a:ext cx="12901" cy="4334"/>
            </a:xfrm>
            <a:custGeom>
              <a:avLst/>
              <a:gdLst/>
              <a:ahLst/>
              <a:cxnLst/>
              <a:rect l="l" t="t" r="r" b="b"/>
              <a:pathLst>
                <a:path w="381" h="128" extrusionOk="0">
                  <a:moveTo>
                    <a:pt x="0" y="1"/>
                  </a:moveTo>
                  <a:cubicBezTo>
                    <a:pt x="32" y="96"/>
                    <a:pt x="127" y="127"/>
                    <a:pt x="190" y="127"/>
                  </a:cubicBezTo>
                  <a:cubicBezTo>
                    <a:pt x="285" y="127"/>
                    <a:pt x="348" y="96"/>
                    <a:pt x="380" y="32"/>
                  </a:cubicBezTo>
                  <a:cubicBezTo>
                    <a:pt x="253" y="32"/>
                    <a:pt x="127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011;p23">
              <a:extLst>
                <a:ext uri="{FF2B5EF4-FFF2-40B4-BE49-F238E27FC236}">
                  <a16:creationId xmlns:a16="http://schemas.microsoft.com/office/drawing/2014/main" id="{952015F1-537E-8A87-85CD-FC2CAE01456C}"/>
                </a:ext>
              </a:extLst>
            </p:cNvPr>
            <p:cNvSpPr/>
            <p:nvPr/>
          </p:nvSpPr>
          <p:spPr>
            <a:xfrm>
              <a:off x="5935985" y="3166278"/>
              <a:ext cx="15034" cy="5418"/>
            </a:xfrm>
            <a:custGeom>
              <a:avLst/>
              <a:gdLst/>
              <a:ahLst/>
              <a:cxnLst/>
              <a:rect l="l" t="t" r="r" b="b"/>
              <a:pathLst>
                <a:path w="444" h="160" extrusionOk="0">
                  <a:moveTo>
                    <a:pt x="444" y="1"/>
                  </a:moveTo>
                  <a:cubicBezTo>
                    <a:pt x="285" y="33"/>
                    <a:pt x="159" y="64"/>
                    <a:pt x="0" y="64"/>
                  </a:cubicBezTo>
                  <a:cubicBezTo>
                    <a:pt x="64" y="128"/>
                    <a:pt x="127" y="159"/>
                    <a:pt x="190" y="159"/>
                  </a:cubicBezTo>
                  <a:cubicBezTo>
                    <a:pt x="285" y="159"/>
                    <a:pt x="380" y="96"/>
                    <a:pt x="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012;p23">
              <a:extLst>
                <a:ext uri="{FF2B5EF4-FFF2-40B4-BE49-F238E27FC236}">
                  <a16:creationId xmlns:a16="http://schemas.microsoft.com/office/drawing/2014/main" id="{CC6BBE6A-09DC-098F-664E-83748E477B7E}"/>
                </a:ext>
              </a:extLst>
            </p:cNvPr>
            <p:cNvSpPr/>
            <p:nvPr/>
          </p:nvSpPr>
          <p:spPr>
            <a:xfrm>
              <a:off x="5912384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013;p23">
              <a:extLst>
                <a:ext uri="{FF2B5EF4-FFF2-40B4-BE49-F238E27FC236}">
                  <a16:creationId xmlns:a16="http://schemas.microsoft.com/office/drawing/2014/main" id="{546E0772-6730-D0AA-1E8E-EE800851B5E9}"/>
                </a:ext>
              </a:extLst>
            </p:cNvPr>
            <p:cNvSpPr/>
            <p:nvPr/>
          </p:nvSpPr>
          <p:spPr>
            <a:xfrm>
              <a:off x="5953118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59" y="824"/>
                    <a:pt x="318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014;p23">
              <a:extLst>
                <a:ext uri="{FF2B5EF4-FFF2-40B4-BE49-F238E27FC236}">
                  <a16:creationId xmlns:a16="http://schemas.microsoft.com/office/drawing/2014/main" id="{C0718BCB-0E50-56A3-98BE-7421537B5A17}"/>
                </a:ext>
              </a:extLst>
            </p:cNvPr>
            <p:cNvSpPr/>
            <p:nvPr/>
          </p:nvSpPr>
          <p:spPr>
            <a:xfrm>
              <a:off x="5809450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015;p23">
              <a:extLst>
                <a:ext uri="{FF2B5EF4-FFF2-40B4-BE49-F238E27FC236}">
                  <a16:creationId xmlns:a16="http://schemas.microsoft.com/office/drawing/2014/main" id="{2DAFAB2F-3B53-0EBC-7610-CEF8797E5CED}"/>
                </a:ext>
              </a:extLst>
            </p:cNvPr>
            <p:cNvSpPr/>
            <p:nvPr/>
          </p:nvSpPr>
          <p:spPr>
            <a:xfrm>
              <a:off x="5851267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016;p23">
              <a:extLst>
                <a:ext uri="{FF2B5EF4-FFF2-40B4-BE49-F238E27FC236}">
                  <a16:creationId xmlns:a16="http://schemas.microsoft.com/office/drawing/2014/main" id="{781457E5-3D58-96CD-2464-78FC3E388733}"/>
                </a:ext>
              </a:extLst>
            </p:cNvPr>
            <p:cNvSpPr/>
            <p:nvPr/>
          </p:nvSpPr>
          <p:spPr>
            <a:xfrm>
              <a:off x="5829800" y="2788840"/>
              <a:ext cx="20418" cy="23634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6" y="0"/>
                  </a:moveTo>
                  <a:cubicBezTo>
                    <a:pt x="128" y="0"/>
                    <a:pt x="1" y="191"/>
                    <a:pt x="1" y="412"/>
                  </a:cubicBezTo>
                  <a:cubicBezTo>
                    <a:pt x="1" y="507"/>
                    <a:pt x="33" y="602"/>
                    <a:pt x="96" y="697"/>
                  </a:cubicBezTo>
                  <a:cubicBezTo>
                    <a:pt x="254" y="602"/>
                    <a:pt x="413" y="539"/>
                    <a:pt x="571" y="476"/>
                  </a:cubicBezTo>
                  <a:cubicBezTo>
                    <a:pt x="603" y="444"/>
                    <a:pt x="603" y="412"/>
                    <a:pt x="603" y="412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017;p23">
              <a:extLst>
                <a:ext uri="{FF2B5EF4-FFF2-40B4-BE49-F238E27FC236}">
                  <a16:creationId xmlns:a16="http://schemas.microsoft.com/office/drawing/2014/main" id="{49F0E090-4E20-702C-1389-86F3208308FA}"/>
                </a:ext>
              </a:extLst>
            </p:cNvPr>
            <p:cNvSpPr/>
            <p:nvPr/>
          </p:nvSpPr>
          <p:spPr>
            <a:xfrm>
              <a:off x="5872700" y="2788840"/>
              <a:ext cx="16117" cy="8600"/>
            </a:xfrm>
            <a:custGeom>
              <a:avLst/>
              <a:gdLst/>
              <a:ahLst/>
              <a:cxnLst/>
              <a:rect l="l" t="t" r="r" b="b"/>
              <a:pathLst>
                <a:path w="476" h="254" extrusionOk="0">
                  <a:moveTo>
                    <a:pt x="254" y="0"/>
                  </a:moveTo>
                  <a:cubicBezTo>
                    <a:pt x="127" y="0"/>
                    <a:pt x="32" y="96"/>
                    <a:pt x="1" y="254"/>
                  </a:cubicBezTo>
                  <a:cubicBezTo>
                    <a:pt x="159" y="191"/>
                    <a:pt x="317" y="159"/>
                    <a:pt x="476" y="159"/>
                  </a:cubicBezTo>
                  <a:cubicBezTo>
                    <a:pt x="444" y="64"/>
                    <a:pt x="349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018;p23">
              <a:extLst>
                <a:ext uri="{FF2B5EF4-FFF2-40B4-BE49-F238E27FC236}">
                  <a16:creationId xmlns:a16="http://schemas.microsoft.com/office/drawing/2014/main" id="{2893F685-D4B8-9ACE-5452-969823BB31A8}"/>
                </a:ext>
              </a:extLst>
            </p:cNvPr>
            <p:cNvSpPr/>
            <p:nvPr/>
          </p:nvSpPr>
          <p:spPr>
            <a:xfrm>
              <a:off x="5809450" y="2815657"/>
              <a:ext cx="13950" cy="10734"/>
            </a:xfrm>
            <a:custGeom>
              <a:avLst/>
              <a:gdLst/>
              <a:ahLst/>
              <a:cxnLst/>
              <a:rect l="l" t="t" r="r" b="b"/>
              <a:pathLst>
                <a:path w="412" h="317" extrusionOk="0">
                  <a:moveTo>
                    <a:pt x="285" y="0"/>
                  </a:moveTo>
                  <a:cubicBezTo>
                    <a:pt x="159" y="0"/>
                    <a:pt x="32" y="159"/>
                    <a:pt x="0" y="317"/>
                  </a:cubicBezTo>
                  <a:cubicBezTo>
                    <a:pt x="127" y="222"/>
                    <a:pt x="285" y="127"/>
                    <a:pt x="412" y="64"/>
                  </a:cubicBezTo>
                  <a:cubicBezTo>
                    <a:pt x="380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2019;p23">
              <a:extLst>
                <a:ext uri="{FF2B5EF4-FFF2-40B4-BE49-F238E27FC236}">
                  <a16:creationId xmlns:a16="http://schemas.microsoft.com/office/drawing/2014/main" id="{FB1456FC-2241-84EE-8854-1B2C0F6E3610}"/>
                </a:ext>
              </a:extLst>
            </p:cNvPr>
            <p:cNvSpPr/>
            <p:nvPr/>
          </p:nvSpPr>
          <p:spPr>
            <a:xfrm>
              <a:off x="5809450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2020;p23">
              <a:extLst>
                <a:ext uri="{FF2B5EF4-FFF2-40B4-BE49-F238E27FC236}">
                  <a16:creationId xmlns:a16="http://schemas.microsoft.com/office/drawing/2014/main" id="{16F09B0D-1A42-295C-DF50-772362506678}"/>
                </a:ext>
              </a:extLst>
            </p:cNvPr>
            <p:cNvSpPr/>
            <p:nvPr/>
          </p:nvSpPr>
          <p:spPr>
            <a:xfrm>
              <a:off x="5851267" y="3156628"/>
              <a:ext cx="18251" cy="15068"/>
            </a:xfrm>
            <a:custGeom>
              <a:avLst/>
              <a:gdLst/>
              <a:ahLst/>
              <a:cxnLst/>
              <a:rect l="l" t="t" r="r" b="b"/>
              <a:pathLst>
                <a:path w="539" h="445" extrusionOk="0">
                  <a:moveTo>
                    <a:pt x="0" y="1"/>
                  </a:moveTo>
                  <a:cubicBezTo>
                    <a:pt x="0" y="1"/>
                    <a:pt x="0" y="33"/>
                    <a:pt x="0" y="64"/>
                  </a:cubicBezTo>
                  <a:cubicBezTo>
                    <a:pt x="0" y="286"/>
                    <a:pt x="127" y="444"/>
                    <a:pt x="285" y="444"/>
                  </a:cubicBezTo>
                  <a:cubicBezTo>
                    <a:pt x="412" y="444"/>
                    <a:pt x="507" y="349"/>
                    <a:pt x="539" y="191"/>
                  </a:cubicBezTo>
                  <a:cubicBezTo>
                    <a:pt x="349" y="128"/>
                    <a:pt x="159" y="64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2021;p23">
              <a:extLst>
                <a:ext uri="{FF2B5EF4-FFF2-40B4-BE49-F238E27FC236}">
                  <a16:creationId xmlns:a16="http://schemas.microsoft.com/office/drawing/2014/main" id="{71486728-A4E7-6C25-B833-DEBD6032C779}"/>
                </a:ext>
              </a:extLst>
            </p:cNvPr>
            <p:cNvSpPr/>
            <p:nvPr/>
          </p:nvSpPr>
          <p:spPr>
            <a:xfrm>
              <a:off x="5829800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2022;p23">
              <a:extLst>
                <a:ext uri="{FF2B5EF4-FFF2-40B4-BE49-F238E27FC236}">
                  <a16:creationId xmlns:a16="http://schemas.microsoft.com/office/drawing/2014/main" id="{9A9962A7-ABD4-2884-73A6-AE05CC94E27A}"/>
                </a:ext>
              </a:extLst>
            </p:cNvPr>
            <p:cNvSpPr/>
            <p:nvPr/>
          </p:nvSpPr>
          <p:spPr>
            <a:xfrm>
              <a:off x="5871651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2023;p23">
              <a:extLst>
                <a:ext uri="{FF2B5EF4-FFF2-40B4-BE49-F238E27FC236}">
                  <a16:creationId xmlns:a16="http://schemas.microsoft.com/office/drawing/2014/main" id="{6F3CBBAE-6315-C08B-8199-FC103D7930B4}"/>
                </a:ext>
              </a:extLst>
            </p:cNvPr>
            <p:cNvSpPr/>
            <p:nvPr/>
          </p:nvSpPr>
          <p:spPr>
            <a:xfrm>
              <a:off x="5768682" y="276097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2024;p23">
              <a:extLst>
                <a:ext uri="{FF2B5EF4-FFF2-40B4-BE49-F238E27FC236}">
                  <a16:creationId xmlns:a16="http://schemas.microsoft.com/office/drawing/2014/main" id="{FD6FFD39-D4BA-2755-1BFC-29CDDE0205C1}"/>
                </a:ext>
              </a:extLst>
            </p:cNvPr>
            <p:cNvSpPr/>
            <p:nvPr/>
          </p:nvSpPr>
          <p:spPr>
            <a:xfrm>
              <a:off x="574833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3" y="0"/>
                  </a:moveTo>
                  <a:cubicBezTo>
                    <a:pt x="190" y="127"/>
                    <a:pt x="95" y="254"/>
                    <a:pt x="0" y="349"/>
                  </a:cubicBezTo>
                  <a:cubicBezTo>
                    <a:pt x="0" y="349"/>
                    <a:pt x="0" y="381"/>
                    <a:pt x="0" y="381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1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2025;p23">
              <a:extLst>
                <a:ext uri="{FF2B5EF4-FFF2-40B4-BE49-F238E27FC236}">
                  <a16:creationId xmlns:a16="http://schemas.microsoft.com/office/drawing/2014/main" id="{8DF6D8BA-C0E0-6F8D-6FC5-76EEAD9FA733}"/>
                </a:ext>
              </a:extLst>
            </p:cNvPr>
            <p:cNvSpPr/>
            <p:nvPr/>
          </p:nvSpPr>
          <p:spPr>
            <a:xfrm>
              <a:off x="5790150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2026;p23">
              <a:extLst>
                <a:ext uri="{FF2B5EF4-FFF2-40B4-BE49-F238E27FC236}">
                  <a16:creationId xmlns:a16="http://schemas.microsoft.com/office/drawing/2014/main" id="{FBD3ADB4-0F34-F62D-D0B0-0EAA356250E4}"/>
                </a:ext>
              </a:extLst>
            </p:cNvPr>
            <p:cNvSpPr/>
            <p:nvPr/>
          </p:nvSpPr>
          <p:spPr>
            <a:xfrm>
              <a:off x="5727949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2027;p23">
              <a:extLst>
                <a:ext uri="{FF2B5EF4-FFF2-40B4-BE49-F238E27FC236}">
                  <a16:creationId xmlns:a16="http://schemas.microsoft.com/office/drawing/2014/main" id="{43CA7546-8C52-AFCA-3C86-BAE6EA0CC0D4}"/>
                </a:ext>
              </a:extLst>
            </p:cNvPr>
            <p:cNvSpPr/>
            <p:nvPr/>
          </p:nvSpPr>
          <p:spPr>
            <a:xfrm>
              <a:off x="5768682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2028;p23">
              <a:extLst>
                <a:ext uri="{FF2B5EF4-FFF2-40B4-BE49-F238E27FC236}">
                  <a16:creationId xmlns:a16="http://schemas.microsoft.com/office/drawing/2014/main" id="{A0EA4E19-353C-A8A7-2FC1-E94498D76923}"/>
                </a:ext>
              </a:extLst>
            </p:cNvPr>
            <p:cNvSpPr/>
            <p:nvPr/>
          </p:nvSpPr>
          <p:spPr>
            <a:xfrm>
              <a:off x="5748332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3" y="792"/>
                    <a:pt x="570" y="634"/>
                    <a:pt x="570" y="412"/>
                  </a:cubicBezTo>
                  <a:cubicBezTo>
                    <a:pt x="570" y="191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2029;p23">
              <a:extLst>
                <a:ext uri="{FF2B5EF4-FFF2-40B4-BE49-F238E27FC236}">
                  <a16:creationId xmlns:a16="http://schemas.microsoft.com/office/drawing/2014/main" id="{B3E5609F-81D0-DCD1-B506-73F0F62B6E73}"/>
                </a:ext>
              </a:extLst>
            </p:cNvPr>
            <p:cNvSpPr/>
            <p:nvPr/>
          </p:nvSpPr>
          <p:spPr>
            <a:xfrm>
              <a:off x="5727949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2030;p23">
              <a:extLst>
                <a:ext uri="{FF2B5EF4-FFF2-40B4-BE49-F238E27FC236}">
                  <a16:creationId xmlns:a16="http://schemas.microsoft.com/office/drawing/2014/main" id="{7F06CFD6-4971-4215-4D5B-7F811510B385}"/>
                </a:ext>
              </a:extLst>
            </p:cNvPr>
            <p:cNvSpPr/>
            <p:nvPr/>
          </p:nvSpPr>
          <p:spPr>
            <a:xfrm>
              <a:off x="5726865" y="2925025"/>
              <a:ext cx="11851" cy="26851"/>
            </a:xfrm>
            <a:custGeom>
              <a:avLst/>
              <a:gdLst/>
              <a:ahLst/>
              <a:cxnLst/>
              <a:rect l="l" t="t" r="r" b="b"/>
              <a:pathLst>
                <a:path w="350" h="793" extrusionOk="0">
                  <a:moveTo>
                    <a:pt x="317" y="0"/>
                  </a:moveTo>
                  <a:cubicBezTo>
                    <a:pt x="159" y="0"/>
                    <a:pt x="1" y="190"/>
                    <a:pt x="1" y="412"/>
                  </a:cubicBezTo>
                  <a:cubicBezTo>
                    <a:pt x="1" y="570"/>
                    <a:pt x="96" y="729"/>
                    <a:pt x="191" y="792"/>
                  </a:cubicBezTo>
                  <a:cubicBezTo>
                    <a:pt x="222" y="539"/>
                    <a:pt x="286" y="285"/>
                    <a:pt x="349" y="32"/>
                  </a:cubicBezTo>
                  <a:cubicBezTo>
                    <a:pt x="349" y="32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2031;p23">
              <a:extLst>
                <a:ext uri="{FF2B5EF4-FFF2-40B4-BE49-F238E27FC236}">
                  <a16:creationId xmlns:a16="http://schemas.microsoft.com/office/drawing/2014/main" id="{5E9ECCC9-0312-B8C1-BC11-17E301F61722}"/>
                </a:ext>
              </a:extLst>
            </p:cNvPr>
            <p:cNvSpPr/>
            <p:nvPr/>
          </p:nvSpPr>
          <p:spPr>
            <a:xfrm>
              <a:off x="5726865" y="2982926"/>
              <a:ext cx="6467" cy="23634"/>
            </a:xfrm>
            <a:custGeom>
              <a:avLst/>
              <a:gdLst/>
              <a:ahLst/>
              <a:cxnLst/>
              <a:rect l="l" t="t" r="r" b="b"/>
              <a:pathLst>
                <a:path w="191" h="698" extrusionOk="0">
                  <a:moveTo>
                    <a:pt x="127" y="1"/>
                  </a:moveTo>
                  <a:cubicBezTo>
                    <a:pt x="64" y="64"/>
                    <a:pt x="1" y="191"/>
                    <a:pt x="1" y="317"/>
                  </a:cubicBezTo>
                  <a:cubicBezTo>
                    <a:pt x="1" y="476"/>
                    <a:pt x="96" y="634"/>
                    <a:pt x="191" y="697"/>
                  </a:cubicBezTo>
                  <a:cubicBezTo>
                    <a:pt x="159" y="476"/>
                    <a:pt x="127" y="254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032;p23">
              <a:extLst>
                <a:ext uri="{FF2B5EF4-FFF2-40B4-BE49-F238E27FC236}">
                  <a16:creationId xmlns:a16="http://schemas.microsoft.com/office/drawing/2014/main" id="{4C47FA94-DCC0-A920-8A8E-D8AFCE66B939}"/>
                </a:ext>
              </a:extLst>
            </p:cNvPr>
            <p:cNvSpPr/>
            <p:nvPr/>
          </p:nvSpPr>
          <p:spPr>
            <a:xfrm>
              <a:off x="5727949" y="3035477"/>
              <a:ext cx="18251" cy="26851"/>
            </a:xfrm>
            <a:custGeom>
              <a:avLst/>
              <a:gdLst/>
              <a:ahLst/>
              <a:cxnLst/>
              <a:rect l="l" t="t" r="r" b="b"/>
              <a:pathLst>
                <a:path w="539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380" y="792"/>
                    <a:pt x="507" y="697"/>
                    <a:pt x="539" y="539"/>
                  </a:cubicBezTo>
                  <a:cubicBezTo>
                    <a:pt x="475" y="380"/>
                    <a:pt x="412" y="190"/>
                    <a:pt x="34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033;p23">
              <a:extLst>
                <a:ext uri="{FF2B5EF4-FFF2-40B4-BE49-F238E27FC236}">
                  <a16:creationId xmlns:a16="http://schemas.microsoft.com/office/drawing/2014/main" id="{29011562-0433-BBFE-0EA8-5D3EFBE18822}"/>
                </a:ext>
              </a:extLst>
            </p:cNvPr>
            <p:cNvSpPr/>
            <p:nvPr/>
          </p:nvSpPr>
          <p:spPr>
            <a:xfrm>
              <a:off x="5748332" y="3065510"/>
              <a:ext cx="16117" cy="24684"/>
            </a:xfrm>
            <a:custGeom>
              <a:avLst/>
              <a:gdLst/>
              <a:ahLst/>
              <a:cxnLst/>
              <a:rect l="l" t="t" r="r" b="b"/>
              <a:pathLst>
                <a:path w="476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8"/>
                    <a:pt x="127" y="728"/>
                    <a:pt x="285" y="728"/>
                  </a:cubicBezTo>
                  <a:cubicBezTo>
                    <a:pt x="348" y="728"/>
                    <a:pt x="412" y="697"/>
                    <a:pt x="475" y="633"/>
                  </a:cubicBezTo>
                  <a:cubicBezTo>
                    <a:pt x="317" y="443"/>
                    <a:pt x="190" y="222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034;p23">
              <a:extLst>
                <a:ext uri="{FF2B5EF4-FFF2-40B4-BE49-F238E27FC236}">
                  <a16:creationId xmlns:a16="http://schemas.microsoft.com/office/drawing/2014/main" id="{C7D11A36-EA3C-9381-05E4-E33D6495A88E}"/>
                </a:ext>
              </a:extLst>
            </p:cNvPr>
            <p:cNvSpPr/>
            <p:nvPr/>
          </p:nvSpPr>
          <p:spPr>
            <a:xfrm>
              <a:off x="5727949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035;p23">
              <a:extLst>
                <a:ext uri="{FF2B5EF4-FFF2-40B4-BE49-F238E27FC236}">
                  <a16:creationId xmlns:a16="http://schemas.microsoft.com/office/drawing/2014/main" id="{0C44A7E5-E1DB-F496-24EA-48C47865285B}"/>
                </a:ext>
              </a:extLst>
            </p:cNvPr>
            <p:cNvSpPr/>
            <p:nvPr/>
          </p:nvSpPr>
          <p:spPr>
            <a:xfrm>
              <a:off x="5768682" y="3095510"/>
              <a:ext cx="17201" cy="21501"/>
            </a:xfrm>
            <a:custGeom>
              <a:avLst/>
              <a:gdLst/>
              <a:ahLst/>
              <a:cxnLst/>
              <a:rect l="l" t="t" r="r" b="b"/>
              <a:pathLst>
                <a:path w="508" h="635" extrusionOk="0">
                  <a:moveTo>
                    <a:pt x="64" y="1"/>
                  </a:moveTo>
                  <a:cubicBezTo>
                    <a:pt x="32" y="64"/>
                    <a:pt x="1" y="159"/>
                    <a:pt x="1" y="254"/>
                  </a:cubicBezTo>
                  <a:cubicBezTo>
                    <a:pt x="1" y="476"/>
                    <a:pt x="128" y="634"/>
                    <a:pt x="286" y="634"/>
                  </a:cubicBezTo>
                  <a:cubicBezTo>
                    <a:pt x="381" y="634"/>
                    <a:pt x="444" y="603"/>
                    <a:pt x="508" y="539"/>
                  </a:cubicBezTo>
                  <a:cubicBezTo>
                    <a:pt x="349" y="349"/>
                    <a:pt x="191" y="19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036;p23">
              <a:extLst>
                <a:ext uri="{FF2B5EF4-FFF2-40B4-BE49-F238E27FC236}">
                  <a16:creationId xmlns:a16="http://schemas.microsoft.com/office/drawing/2014/main" id="{2D3F68AF-1ACC-4509-0573-75EB6690D43C}"/>
                </a:ext>
              </a:extLst>
            </p:cNvPr>
            <p:cNvSpPr/>
            <p:nvPr/>
          </p:nvSpPr>
          <p:spPr>
            <a:xfrm>
              <a:off x="5748332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037;p23">
              <a:extLst>
                <a:ext uri="{FF2B5EF4-FFF2-40B4-BE49-F238E27FC236}">
                  <a16:creationId xmlns:a16="http://schemas.microsoft.com/office/drawing/2014/main" id="{F84A9D76-274E-5016-F1D7-0A4BF1CF918C}"/>
                </a:ext>
              </a:extLst>
            </p:cNvPr>
            <p:cNvSpPr/>
            <p:nvPr/>
          </p:nvSpPr>
          <p:spPr>
            <a:xfrm>
              <a:off x="5790150" y="3120194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9"/>
                    <a:pt x="127" y="729"/>
                    <a:pt x="285" y="729"/>
                  </a:cubicBezTo>
                  <a:cubicBezTo>
                    <a:pt x="412" y="729"/>
                    <a:pt x="539" y="570"/>
                    <a:pt x="570" y="380"/>
                  </a:cubicBezTo>
                  <a:cubicBezTo>
                    <a:pt x="412" y="285"/>
                    <a:pt x="254" y="159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038;p23">
              <a:extLst>
                <a:ext uri="{FF2B5EF4-FFF2-40B4-BE49-F238E27FC236}">
                  <a16:creationId xmlns:a16="http://schemas.microsoft.com/office/drawing/2014/main" id="{E25E524D-37BD-9BCC-C0C7-A287C4AA4C98}"/>
                </a:ext>
              </a:extLst>
            </p:cNvPr>
            <p:cNvSpPr/>
            <p:nvPr/>
          </p:nvSpPr>
          <p:spPr>
            <a:xfrm>
              <a:off x="5732249" y="3144844"/>
              <a:ext cx="15034" cy="13984"/>
            </a:xfrm>
            <a:custGeom>
              <a:avLst/>
              <a:gdLst/>
              <a:ahLst/>
              <a:cxnLst/>
              <a:rect l="l" t="t" r="r" b="b"/>
              <a:pathLst>
                <a:path w="444" h="413" extrusionOk="0">
                  <a:moveTo>
                    <a:pt x="158" y="1"/>
                  </a:moveTo>
                  <a:cubicBezTo>
                    <a:pt x="95" y="1"/>
                    <a:pt x="32" y="32"/>
                    <a:pt x="0" y="64"/>
                  </a:cubicBezTo>
                  <a:cubicBezTo>
                    <a:pt x="127" y="127"/>
                    <a:pt x="253" y="222"/>
                    <a:pt x="348" y="317"/>
                  </a:cubicBezTo>
                  <a:cubicBezTo>
                    <a:pt x="380" y="349"/>
                    <a:pt x="412" y="381"/>
                    <a:pt x="443" y="412"/>
                  </a:cubicBezTo>
                  <a:cubicBezTo>
                    <a:pt x="443" y="191"/>
                    <a:pt x="317" y="1"/>
                    <a:pt x="15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039;p23">
              <a:extLst>
                <a:ext uri="{FF2B5EF4-FFF2-40B4-BE49-F238E27FC236}">
                  <a16:creationId xmlns:a16="http://schemas.microsoft.com/office/drawing/2014/main" id="{608FDE82-4599-6C9F-6D73-6CE5D2BAFAF0}"/>
                </a:ext>
              </a:extLst>
            </p:cNvPr>
            <p:cNvSpPr/>
            <p:nvPr/>
          </p:nvSpPr>
          <p:spPr>
            <a:xfrm>
              <a:off x="5768682" y="314484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040;p23">
              <a:extLst>
                <a:ext uri="{FF2B5EF4-FFF2-40B4-BE49-F238E27FC236}">
                  <a16:creationId xmlns:a16="http://schemas.microsoft.com/office/drawing/2014/main" id="{0208714C-E812-6D48-77B9-074C353E3FB3}"/>
                </a:ext>
              </a:extLst>
            </p:cNvPr>
            <p:cNvSpPr/>
            <p:nvPr/>
          </p:nvSpPr>
          <p:spPr>
            <a:xfrm>
              <a:off x="5756899" y="3171661"/>
              <a:ext cx="10767" cy="21467"/>
            </a:xfrm>
            <a:custGeom>
              <a:avLst/>
              <a:gdLst/>
              <a:ahLst/>
              <a:cxnLst/>
              <a:rect l="l" t="t" r="r" b="b"/>
              <a:pathLst>
                <a:path w="318" h="634" extrusionOk="0">
                  <a:moveTo>
                    <a:pt x="0" y="0"/>
                  </a:moveTo>
                  <a:cubicBezTo>
                    <a:pt x="127" y="222"/>
                    <a:pt x="222" y="412"/>
                    <a:pt x="285" y="634"/>
                  </a:cubicBezTo>
                  <a:cubicBezTo>
                    <a:pt x="317" y="570"/>
                    <a:pt x="317" y="507"/>
                    <a:pt x="317" y="412"/>
                  </a:cubicBezTo>
                  <a:cubicBezTo>
                    <a:pt x="317" y="190"/>
                    <a:pt x="190" y="0"/>
                    <a:pt x="3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041;p23">
              <a:extLst>
                <a:ext uri="{FF2B5EF4-FFF2-40B4-BE49-F238E27FC236}">
                  <a16:creationId xmlns:a16="http://schemas.microsoft.com/office/drawing/2014/main" id="{699F609D-C251-BE18-EC43-29771BFC67D6}"/>
                </a:ext>
              </a:extLst>
            </p:cNvPr>
            <p:cNvSpPr/>
            <p:nvPr/>
          </p:nvSpPr>
          <p:spPr>
            <a:xfrm>
              <a:off x="5790150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042;p23">
              <a:extLst>
                <a:ext uri="{FF2B5EF4-FFF2-40B4-BE49-F238E27FC236}">
                  <a16:creationId xmlns:a16="http://schemas.microsoft.com/office/drawing/2014/main" id="{46D9B693-4131-5BD0-3101-1174C641FDCD}"/>
                </a:ext>
              </a:extLst>
            </p:cNvPr>
            <p:cNvSpPr/>
            <p:nvPr/>
          </p:nvSpPr>
          <p:spPr>
            <a:xfrm>
              <a:off x="4021620" y="3359717"/>
              <a:ext cx="2469578" cy="1707153"/>
            </a:xfrm>
            <a:custGeom>
              <a:avLst/>
              <a:gdLst/>
              <a:ahLst/>
              <a:cxnLst/>
              <a:rect l="l" t="t" r="r" b="b"/>
              <a:pathLst>
                <a:path w="72935" h="50418" extrusionOk="0">
                  <a:moveTo>
                    <a:pt x="824" y="1"/>
                  </a:moveTo>
                  <a:cubicBezTo>
                    <a:pt x="349" y="1"/>
                    <a:pt x="1" y="381"/>
                    <a:pt x="1" y="793"/>
                  </a:cubicBezTo>
                  <a:lnTo>
                    <a:pt x="1" y="46174"/>
                  </a:lnTo>
                  <a:cubicBezTo>
                    <a:pt x="1" y="46617"/>
                    <a:pt x="349" y="46966"/>
                    <a:pt x="824" y="46966"/>
                  </a:cubicBezTo>
                  <a:lnTo>
                    <a:pt x="34615" y="46966"/>
                  </a:lnTo>
                  <a:lnTo>
                    <a:pt x="34615" y="50418"/>
                  </a:lnTo>
                  <a:lnTo>
                    <a:pt x="38637" y="50418"/>
                  </a:lnTo>
                  <a:lnTo>
                    <a:pt x="38637" y="46966"/>
                  </a:lnTo>
                  <a:lnTo>
                    <a:pt x="72111" y="46966"/>
                  </a:lnTo>
                  <a:cubicBezTo>
                    <a:pt x="72555" y="46966"/>
                    <a:pt x="72935" y="46617"/>
                    <a:pt x="72935" y="46174"/>
                  </a:cubicBezTo>
                  <a:lnTo>
                    <a:pt x="72935" y="793"/>
                  </a:lnTo>
                  <a:cubicBezTo>
                    <a:pt x="72935" y="381"/>
                    <a:pt x="72555" y="1"/>
                    <a:pt x="7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043;p23">
              <a:extLst>
                <a:ext uri="{FF2B5EF4-FFF2-40B4-BE49-F238E27FC236}">
                  <a16:creationId xmlns:a16="http://schemas.microsoft.com/office/drawing/2014/main" id="{9C9E7133-7E95-64FF-6622-172C53D5D33D}"/>
                </a:ext>
              </a:extLst>
            </p:cNvPr>
            <p:cNvSpPr/>
            <p:nvPr/>
          </p:nvSpPr>
          <p:spPr>
            <a:xfrm>
              <a:off x="3483606" y="2945409"/>
              <a:ext cx="2478146" cy="1714637"/>
            </a:xfrm>
            <a:custGeom>
              <a:avLst/>
              <a:gdLst/>
              <a:ahLst/>
              <a:cxnLst/>
              <a:rect l="l" t="t" r="r" b="b"/>
              <a:pathLst>
                <a:path w="73188" h="50639" extrusionOk="0">
                  <a:moveTo>
                    <a:pt x="72237" y="254"/>
                  </a:moveTo>
                  <a:cubicBezTo>
                    <a:pt x="72617" y="254"/>
                    <a:pt x="72934" y="570"/>
                    <a:pt x="72934" y="919"/>
                  </a:cubicBezTo>
                  <a:lnTo>
                    <a:pt x="72934" y="46300"/>
                  </a:lnTo>
                  <a:cubicBezTo>
                    <a:pt x="72934" y="46680"/>
                    <a:pt x="72617" y="46965"/>
                    <a:pt x="72237" y="46965"/>
                  </a:cubicBezTo>
                  <a:lnTo>
                    <a:pt x="38636" y="46965"/>
                  </a:lnTo>
                  <a:lnTo>
                    <a:pt x="38636" y="50417"/>
                  </a:lnTo>
                  <a:lnTo>
                    <a:pt x="34868" y="50417"/>
                  </a:lnTo>
                  <a:lnTo>
                    <a:pt x="34868" y="46965"/>
                  </a:lnTo>
                  <a:lnTo>
                    <a:pt x="950" y="46965"/>
                  </a:lnTo>
                  <a:cubicBezTo>
                    <a:pt x="538" y="46965"/>
                    <a:pt x="222" y="46680"/>
                    <a:pt x="222" y="46300"/>
                  </a:cubicBezTo>
                  <a:lnTo>
                    <a:pt x="222" y="919"/>
                  </a:lnTo>
                  <a:cubicBezTo>
                    <a:pt x="222" y="570"/>
                    <a:pt x="538" y="254"/>
                    <a:pt x="950" y="254"/>
                  </a:cubicBezTo>
                  <a:close/>
                  <a:moveTo>
                    <a:pt x="950" y="0"/>
                  </a:moveTo>
                  <a:cubicBezTo>
                    <a:pt x="412" y="0"/>
                    <a:pt x="0" y="412"/>
                    <a:pt x="0" y="919"/>
                  </a:cubicBezTo>
                  <a:lnTo>
                    <a:pt x="0" y="46300"/>
                  </a:lnTo>
                  <a:cubicBezTo>
                    <a:pt x="0" y="46807"/>
                    <a:pt x="412" y="47218"/>
                    <a:pt x="950" y="47218"/>
                  </a:cubicBezTo>
                  <a:lnTo>
                    <a:pt x="34646" y="47218"/>
                  </a:lnTo>
                  <a:lnTo>
                    <a:pt x="34646" y="50639"/>
                  </a:lnTo>
                  <a:lnTo>
                    <a:pt x="38890" y="50639"/>
                  </a:lnTo>
                  <a:lnTo>
                    <a:pt x="38890" y="47218"/>
                  </a:lnTo>
                  <a:lnTo>
                    <a:pt x="72237" y="47218"/>
                  </a:lnTo>
                  <a:cubicBezTo>
                    <a:pt x="72744" y="47218"/>
                    <a:pt x="73187" y="46807"/>
                    <a:pt x="73187" y="46300"/>
                  </a:cubicBezTo>
                  <a:lnTo>
                    <a:pt x="73187" y="919"/>
                  </a:lnTo>
                  <a:cubicBezTo>
                    <a:pt x="73187" y="412"/>
                    <a:pt x="72744" y="0"/>
                    <a:pt x="722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044;p23">
              <a:extLst>
                <a:ext uri="{FF2B5EF4-FFF2-40B4-BE49-F238E27FC236}">
                  <a16:creationId xmlns:a16="http://schemas.microsoft.com/office/drawing/2014/main" id="{027FE17C-B65C-68BB-D97D-5ACC51B9B14D}"/>
                </a:ext>
              </a:extLst>
            </p:cNvPr>
            <p:cNvSpPr/>
            <p:nvPr/>
          </p:nvSpPr>
          <p:spPr>
            <a:xfrm>
              <a:off x="3562940" y="3017226"/>
              <a:ext cx="2304444" cy="1446601"/>
            </a:xfrm>
            <a:custGeom>
              <a:avLst/>
              <a:gdLst/>
              <a:ahLst/>
              <a:cxnLst/>
              <a:rect l="l" t="t" r="r" b="b"/>
              <a:pathLst>
                <a:path w="68058" h="42723" extrusionOk="0">
                  <a:moveTo>
                    <a:pt x="1" y="1"/>
                  </a:moveTo>
                  <a:lnTo>
                    <a:pt x="1" y="42722"/>
                  </a:lnTo>
                  <a:lnTo>
                    <a:pt x="68057" y="42722"/>
                  </a:lnTo>
                  <a:lnTo>
                    <a:pt x="6805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045;p23">
              <a:extLst>
                <a:ext uri="{FF2B5EF4-FFF2-40B4-BE49-F238E27FC236}">
                  <a16:creationId xmlns:a16="http://schemas.microsoft.com/office/drawing/2014/main" id="{63B17FF6-478A-C627-7CBC-9DD4F9E075F9}"/>
                </a:ext>
              </a:extLst>
            </p:cNvPr>
            <p:cNvSpPr/>
            <p:nvPr/>
          </p:nvSpPr>
          <p:spPr>
            <a:xfrm>
              <a:off x="4046563" y="4602111"/>
              <a:ext cx="1362933" cy="60101"/>
            </a:xfrm>
            <a:custGeom>
              <a:avLst/>
              <a:gdLst/>
              <a:ahLst/>
              <a:cxnLst/>
              <a:rect l="l" t="t" r="r" b="b"/>
              <a:pathLst>
                <a:path w="40252" h="1775" extrusionOk="0">
                  <a:moveTo>
                    <a:pt x="760" y="1"/>
                  </a:moveTo>
                  <a:cubicBezTo>
                    <a:pt x="349" y="1"/>
                    <a:pt x="0" y="412"/>
                    <a:pt x="0" y="887"/>
                  </a:cubicBezTo>
                  <a:cubicBezTo>
                    <a:pt x="0" y="1362"/>
                    <a:pt x="349" y="1774"/>
                    <a:pt x="760" y="1774"/>
                  </a:cubicBezTo>
                  <a:lnTo>
                    <a:pt x="39492" y="1774"/>
                  </a:lnTo>
                  <a:cubicBezTo>
                    <a:pt x="39903" y="1774"/>
                    <a:pt x="40252" y="1362"/>
                    <a:pt x="40252" y="887"/>
                  </a:cubicBezTo>
                  <a:cubicBezTo>
                    <a:pt x="40252" y="412"/>
                    <a:pt x="39903" y="1"/>
                    <a:pt x="39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046;p23">
              <a:extLst>
                <a:ext uri="{FF2B5EF4-FFF2-40B4-BE49-F238E27FC236}">
                  <a16:creationId xmlns:a16="http://schemas.microsoft.com/office/drawing/2014/main" id="{4B2991B8-1210-55FD-9A20-5EE51ACF6EA3}"/>
                </a:ext>
              </a:extLst>
            </p:cNvPr>
            <p:cNvSpPr/>
            <p:nvPr/>
          </p:nvSpPr>
          <p:spPr>
            <a:xfrm>
              <a:off x="4043346" y="4598894"/>
              <a:ext cx="1370450" cy="66535"/>
            </a:xfrm>
            <a:custGeom>
              <a:avLst/>
              <a:gdLst/>
              <a:ahLst/>
              <a:cxnLst/>
              <a:rect l="l" t="t" r="r" b="b"/>
              <a:pathLst>
                <a:path w="40474" h="1965" extrusionOk="0">
                  <a:moveTo>
                    <a:pt x="39587" y="222"/>
                  </a:moveTo>
                  <a:cubicBezTo>
                    <a:pt x="39935" y="222"/>
                    <a:pt x="40220" y="571"/>
                    <a:pt x="40220" y="982"/>
                  </a:cubicBezTo>
                  <a:cubicBezTo>
                    <a:pt x="40220" y="1394"/>
                    <a:pt x="39935" y="1742"/>
                    <a:pt x="39587" y="1742"/>
                  </a:cubicBezTo>
                  <a:lnTo>
                    <a:pt x="855" y="1742"/>
                  </a:lnTo>
                  <a:cubicBezTo>
                    <a:pt x="507" y="1742"/>
                    <a:pt x="222" y="1394"/>
                    <a:pt x="222" y="982"/>
                  </a:cubicBezTo>
                  <a:cubicBezTo>
                    <a:pt x="222" y="571"/>
                    <a:pt x="507" y="222"/>
                    <a:pt x="855" y="222"/>
                  </a:cubicBezTo>
                  <a:close/>
                  <a:moveTo>
                    <a:pt x="855" y="1"/>
                  </a:moveTo>
                  <a:cubicBezTo>
                    <a:pt x="380" y="1"/>
                    <a:pt x="0" y="444"/>
                    <a:pt x="0" y="982"/>
                  </a:cubicBezTo>
                  <a:cubicBezTo>
                    <a:pt x="0" y="1521"/>
                    <a:pt x="380" y="1964"/>
                    <a:pt x="855" y="1964"/>
                  </a:cubicBezTo>
                  <a:lnTo>
                    <a:pt x="39587" y="1964"/>
                  </a:lnTo>
                  <a:cubicBezTo>
                    <a:pt x="40062" y="1964"/>
                    <a:pt x="40473" y="1521"/>
                    <a:pt x="40473" y="982"/>
                  </a:cubicBezTo>
                  <a:cubicBezTo>
                    <a:pt x="40473" y="444"/>
                    <a:pt x="40062" y="1"/>
                    <a:pt x="39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047;p23">
              <a:extLst>
                <a:ext uri="{FF2B5EF4-FFF2-40B4-BE49-F238E27FC236}">
                  <a16:creationId xmlns:a16="http://schemas.microsoft.com/office/drawing/2014/main" id="{231EECBE-9DB4-EE75-5695-4548AA93C2B9}"/>
                </a:ext>
              </a:extLst>
            </p:cNvPr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048;p23">
              <a:extLst>
                <a:ext uri="{FF2B5EF4-FFF2-40B4-BE49-F238E27FC236}">
                  <a16:creationId xmlns:a16="http://schemas.microsoft.com/office/drawing/2014/main" id="{41E939BD-3C78-85FD-B482-5CD525BF89EE}"/>
                </a:ext>
              </a:extLst>
            </p:cNvPr>
            <p:cNvSpPr/>
            <p:nvPr/>
          </p:nvSpPr>
          <p:spPr>
            <a:xfrm>
              <a:off x="4067996" y="3308896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1"/>
                  </a:moveTo>
                  <a:lnTo>
                    <a:pt x="1" y="476"/>
                  </a:lnTo>
                  <a:lnTo>
                    <a:pt x="12067" y="476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049;p23">
              <a:extLst>
                <a:ext uri="{FF2B5EF4-FFF2-40B4-BE49-F238E27FC236}">
                  <a16:creationId xmlns:a16="http://schemas.microsoft.com/office/drawing/2014/main" id="{AC5ED85B-27B9-B01E-F5C1-03EDFD904E52}"/>
                </a:ext>
              </a:extLst>
            </p:cNvPr>
            <p:cNvSpPr/>
            <p:nvPr/>
          </p:nvSpPr>
          <p:spPr>
            <a:xfrm>
              <a:off x="4067996" y="3346447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050;p23">
              <a:extLst>
                <a:ext uri="{FF2B5EF4-FFF2-40B4-BE49-F238E27FC236}">
                  <a16:creationId xmlns:a16="http://schemas.microsoft.com/office/drawing/2014/main" id="{F31BB3D8-237B-1177-5D27-B8DC329EEDE5}"/>
                </a:ext>
              </a:extLst>
            </p:cNvPr>
            <p:cNvSpPr/>
            <p:nvPr/>
          </p:nvSpPr>
          <p:spPr>
            <a:xfrm>
              <a:off x="4067996" y="3383964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673" y="507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051;p23">
              <a:extLst>
                <a:ext uri="{FF2B5EF4-FFF2-40B4-BE49-F238E27FC236}">
                  <a16:creationId xmlns:a16="http://schemas.microsoft.com/office/drawing/2014/main" id="{A87A0563-1F46-3C90-719E-EDBA9C88DB7A}"/>
                </a:ext>
              </a:extLst>
            </p:cNvPr>
            <p:cNvSpPr/>
            <p:nvPr/>
          </p:nvSpPr>
          <p:spPr>
            <a:xfrm>
              <a:off x="4929056" y="2871425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2067" y="475"/>
                  </a:lnTo>
                  <a:lnTo>
                    <a:pt x="1206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052;p23">
              <a:extLst>
                <a:ext uri="{FF2B5EF4-FFF2-40B4-BE49-F238E27FC236}">
                  <a16:creationId xmlns:a16="http://schemas.microsoft.com/office/drawing/2014/main" id="{4DE64D6D-FF52-BE8D-5B54-B54764BE234F}"/>
                </a:ext>
              </a:extLst>
            </p:cNvPr>
            <p:cNvSpPr/>
            <p:nvPr/>
          </p:nvSpPr>
          <p:spPr>
            <a:xfrm>
              <a:off x="4929056" y="2908942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2053;p23">
              <a:extLst>
                <a:ext uri="{FF2B5EF4-FFF2-40B4-BE49-F238E27FC236}">
                  <a16:creationId xmlns:a16="http://schemas.microsoft.com/office/drawing/2014/main" id="{61FE80F5-AB3D-6D6E-C7D4-5B1F2524602B}"/>
                </a:ext>
              </a:extLst>
            </p:cNvPr>
            <p:cNvSpPr/>
            <p:nvPr/>
          </p:nvSpPr>
          <p:spPr>
            <a:xfrm>
              <a:off x="4929056" y="2946459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8"/>
                  </a:lnTo>
                  <a:lnTo>
                    <a:pt x="10673" y="508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2054;p23">
              <a:extLst>
                <a:ext uri="{FF2B5EF4-FFF2-40B4-BE49-F238E27FC236}">
                  <a16:creationId xmlns:a16="http://schemas.microsoft.com/office/drawing/2014/main" id="{3E9D2CF0-0177-A47F-2EA1-3F4A2896CF07}"/>
                </a:ext>
              </a:extLst>
            </p:cNvPr>
            <p:cNvSpPr/>
            <p:nvPr/>
          </p:nvSpPr>
          <p:spPr>
            <a:xfrm>
              <a:off x="5052374" y="3203828"/>
              <a:ext cx="330304" cy="12901"/>
            </a:xfrm>
            <a:custGeom>
              <a:avLst/>
              <a:gdLst/>
              <a:ahLst/>
              <a:cxnLst/>
              <a:rect l="l" t="t" r="r" b="b"/>
              <a:pathLst>
                <a:path w="9755" h="381" extrusionOk="0">
                  <a:moveTo>
                    <a:pt x="1" y="0"/>
                  </a:moveTo>
                  <a:lnTo>
                    <a:pt x="1" y="380"/>
                  </a:lnTo>
                  <a:lnTo>
                    <a:pt x="9755" y="380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2055;p23">
              <a:extLst>
                <a:ext uri="{FF2B5EF4-FFF2-40B4-BE49-F238E27FC236}">
                  <a16:creationId xmlns:a16="http://schemas.microsoft.com/office/drawing/2014/main" id="{276B751B-81EC-2BCA-1923-64BEC4E7A421}"/>
                </a:ext>
              </a:extLst>
            </p:cNvPr>
            <p:cNvSpPr/>
            <p:nvPr/>
          </p:nvSpPr>
          <p:spPr>
            <a:xfrm>
              <a:off x="5052374" y="3233862"/>
              <a:ext cx="319605" cy="13950"/>
            </a:xfrm>
            <a:custGeom>
              <a:avLst/>
              <a:gdLst/>
              <a:ahLst/>
              <a:cxnLst/>
              <a:rect l="l" t="t" r="r" b="b"/>
              <a:pathLst>
                <a:path w="9439" h="412" extrusionOk="0">
                  <a:moveTo>
                    <a:pt x="1" y="0"/>
                  </a:moveTo>
                  <a:lnTo>
                    <a:pt x="1" y="412"/>
                  </a:lnTo>
                  <a:lnTo>
                    <a:pt x="9438" y="412"/>
                  </a:lnTo>
                  <a:lnTo>
                    <a:pt x="943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2056;p23">
              <a:extLst>
                <a:ext uri="{FF2B5EF4-FFF2-40B4-BE49-F238E27FC236}">
                  <a16:creationId xmlns:a16="http://schemas.microsoft.com/office/drawing/2014/main" id="{E5AB5088-94FD-6B82-0557-A0E5FD07CB18}"/>
                </a:ext>
              </a:extLst>
            </p:cNvPr>
            <p:cNvSpPr/>
            <p:nvPr/>
          </p:nvSpPr>
          <p:spPr>
            <a:xfrm>
              <a:off x="5052374" y="3264946"/>
              <a:ext cx="291704" cy="12901"/>
            </a:xfrm>
            <a:custGeom>
              <a:avLst/>
              <a:gdLst/>
              <a:ahLst/>
              <a:cxnLst/>
              <a:rect l="l" t="t" r="r" b="b"/>
              <a:pathLst>
                <a:path w="8615" h="381" extrusionOk="0">
                  <a:moveTo>
                    <a:pt x="1" y="0"/>
                  </a:moveTo>
                  <a:lnTo>
                    <a:pt x="1" y="381"/>
                  </a:lnTo>
                  <a:lnTo>
                    <a:pt x="8615" y="381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2057;p23">
              <a:extLst>
                <a:ext uri="{FF2B5EF4-FFF2-40B4-BE49-F238E27FC236}">
                  <a16:creationId xmlns:a16="http://schemas.microsoft.com/office/drawing/2014/main" id="{57825B4B-456C-68E2-1DD8-11718E6F7B52}"/>
                </a:ext>
              </a:extLst>
            </p:cNvPr>
            <p:cNvSpPr/>
            <p:nvPr/>
          </p:nvSpPr>
          <p:spPr>
            <a:xfrm>
              <a:off x="5052374" y="3294980"/>
              <a:ext cx="273487" cy="13950"/>
            </a:xfrm>
            <a:custGeom>
              <a:avLst/>
              <a:gdLst/>
              <a:ahLst/>
              <a:cxnLst/>
              <a:rect l="l" t="t" r="r" b="b"/>
              <a:pathLst>
                <a:path w="8077" h="412" extrusionOk="0">
                  <a:moveTo>
                    <a:pt x="1" y="0"/>
                  </a:moveTo>
                  <a:lnTo>
                    <a:pt x="1" y="412"/>
                  </a:lnTo>
                  <a:lnTo>
                    <a:pt x="8076" y="412"/>
                  </a:lnTo>
                  <a:lnTo>
                    <a:pt x="807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2058;p23">
              <a:extLst>
                <a:ext uri="{FF2B5EF4-FFF2-40B4-BE49-F238E27FC236}">
                  <a16:creationId xmlns:a16="http://schemas.microsoft.com/office/drawing/2014/main" id="{546AF7AB-1296-121E-A8DE-81DAC55815E7}"/>
                </a:ext>
              </a:extLst>
            </p:cNvPr>
            <p:cNvSpPr/>
            <p:nvPr/>
          </p:nvSpPr>
          <p:spPr>
            <a:xfrm>
              <a:off x="5052374" y="3326063"/>
              <a:ext cx="256320" cy="12901"/>
            </a:xfrm>
            <a:custGeom>
              <a:avLst/>
              <a:gdLst/>
              <a:ahLst/>
              <a:cxnLst/>
              <a:rect l="l" t="t" r="r" b="b"/>
              <a:pathLst>
                <a:path w="7570" h="381" extrusionOk="0">
                  <a:moveTo>
                    <a:pt x="1" y="1"/>
                  </a:moveTo>
                  <a:lnTo>
                    <a:pt x="1" y="381"/>
                  </a:lnTo>
                  <a:lnTo>
                    <a:pt x="7570" y="381"/>
                  </a:lnTo>
                  <a:lnTo>
                    <a:pt x="7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2059;p23">
              <a:extLst>
                <a:ext uri="{FF2B5EF4-FFF2-40B4-BE49-F238E27FC236}">
                  <a16:creationId xmlns:a16="http://schemas.microsoft.com/office/drawing/2014/main" id="{ABE44D03-3264-2423-7CF9-4C6D0A254518}"/>
                </a:ext>
              </a:extLst>
            </p:cNvPr>
            <p:cNvSpPr/>
            <p:nvPr/>
          </p:nvSpPr>
          <p:spPr>
            <a:xfrm>
              <a:off x="5052374" y="3356097"/>
              <a:ext cx="235970" cy="13984"/>
            </a:xfrm>
            <a:custGeom>
              <a:avLst/>
              <a:gdLst/>
              <a:ahLst/>
              <a:cxnLst/>
              <a:rect l="l" t="t" r="r" b="b"/>
              <a:pathLst>
                <a:path w="6969" h="413" extrusionOk="0">
                  <a:moveTo>
                    <a:pt x="1" y="0"/>
                  </a:moveTo>
                  <a:lnTo>
                    <a:pt x="1" y="412"/>
                  </a:lnTo>
                  <a:lnTo>
                    <a:pt x="6968" y="41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2060;p23">
              <a:extLst>
                <a:ext uri="{FF2B5EF4-FFF2-40B4-BE49-F238E27FC236}">
                  <a16:creationId xmlns:a16="http://schemas.microsoft.com/office/drawing/2014/main" id="{444392D0-76A5-5AD5-7C4B-52EFBB57AB92}"/>
                </a:ext>
              </a:extLst>
            </p:cNvPr>
            <p:cNvSpPr/>
            <p:nvPr/>
          </p:nvSpPr>
          <p:spPr>
            <a:xfrm>
              <a:off x="4721054" y="3118027"/>
              <a:ext cx="279887" cy="264921"/>
            </a:xfrm>
            <a:custGeom>
              <a:avLst/>
              <a:gdLst/>
              <a:ahLst/>
              <a:cxnLst/>
              <a:rect l="l" t="t" r="r" b="b"/>
              <a:pathLst>
                <a:path w="8266" h="7824" extrusionOk="0">
                  <a:moveTo>
                    <a:pt x="855" y="1"/>
                  </a:moveTo>
                  <a:cubicBezTo>
                    <a:pt x="380" y="1"/>
                    <a:pt x="0" y="413"/>
                    <a:pt x="0" y="951"/>
                  </a:cubicBezTo>
                  <a:lnTo>
                    <a:pt x="0" y="6873"/>
                  </a:lnTo>
                  <a:cubicBezTo>
                    <a:pt x="0" y="7411"/>
                    <a:pt x="380" y="7823"/>
                    <a:pt x="855" y="7823"/>
                  </a:cubicBezTo>
                  <a:lnTo>
                    <a:pt x="7411" y="7823"/>
                  </a:lnTo>
                  <a:cubicBezTo>
                    <a:pt x="7886" y="7823"/>
                    <a:pt x="8266" y="7411"/>
                    <a:pt x="8266" y="6873"/>
                  </a:cubicBezTo>
                  <a:lnTo>
                    <a:pt x="8266" y="5606"/>
                  </a:lnTo>
                  <a:lnTo>
                    <a:pt x="8266" y="951"/>
                  </a:lnTo>
                  <a:cubicBezTo>
                    <a:pt x="8266" y="413"/>
                    <a:pt x="7886" y="1"/>
                    <a:pt x="741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2061;p23">
              <a:extLst>
                <a:ext uri="{FF2B5EF4-FFF2-40B4-BE49-F238E27FC236}">
                  <a16:creationId xmlns:a16="http://schemas.microsoft.com/office/drawing/2014/main" id="{FA9B8168-9628-298A-553F-694A745E3865}"/>
                </a:ext>
              </a:extLst>
            </p:cNvPr>
            <p:cNvSpPr/>
            <p:nvPr/>
          </p:nvSpPr>
          <p:spPr>
            <a:xfrm>
              <a:off x="4722104" y="3118027"/>
              <a:ext cx="278837" cy="65451"/>
            </a:xfrm>
            <a:custGeom>
              <a:avLst/>
              <a:gdLst/>
              <a:ahLst/>
              <a:cxnLst/>
              <a:rect l="l" t="t" r="r" b="b"/>
              <a:pathLst>
                <a:path w="8235" h="1933" extrusionOk="0">
                  <a:moveTo>
                    <a:pt x="729" y="1"/>
                  </a:moveTo>
                  <a:cubicBezTo>
                    <a:pt x="318" y="1"/>
                    <a:pt x="1" y="318"/>
                    <a:pt x="1" y="729"/>
                  </a:cubicBezTo>
                  <a:lnTo>
                    <a:pt x="1" y="1933"/>
                  </a:lnTo>
                  <a:lnTo>
                    <a:pt x="8235" y="1933"/>
                  </a:lnTo>
                  <a:lnTo>
                    <a:pt x="8235" y="729"/>
                  </a:lnTo>
                  <a:cubicBezTo>
                    <a:pt x="8235" y="318"/>
                    <a:pt x="7886" y="1"/>
                    <a:pt x="75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2062;p23">
              <a:extLst>
                <a:ext uri="{FF2B5EF4-FFF2-40B4-BE49-F238E27FC236}">
                  <a16:creationId xmlns:a16="http://schemas.microsoft.com/office/drawing/2014/main" id="{1D79F12A-057C-F903-DA84-F6C5783F06D6}"/>
                </a:ext>
              </a:extLst>
            </p:cNvPr>
            <p:cNvSpPr/>
            <p:nvPr/>
          </p:nvSpPr>
          <p:spPr>
            <a:xfrm>
              <a:off x="4756438" y="3099811"/>
              <a:ext cx="12901" cy="57934"/>
            </a:xfrm>
            <a:custGeom>
              <a:avLst/>
              <a:gdLst/>
              <a:ahLst/>
              <a:cxnLst/>
              <a:rect l="l" t="t" r="r" b="b"/>
              <a:pathLst>
                <a:path w="381" h="17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1521"/>
                  </a:lnTo>
                  <a:cubicBezTo>
                    <a:pt x="0" y="1616"/>
                    <a:pt x="64" y="1711"/>
                    <a:pt x="190" y="1711"/>
                  </a:cubicBezTo>
                  <a:cubicBezTo>
                    <a:pt x="285" y="1711"/>
                    <a:pt x="380" y="1616"/>
                    <a:pt x="380" y="1521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2063;p23">
              <a:extLst>
                <a:ext uri="{FF2B5EF4-FFF2-40B4-BE49-F238E27FC236}">
                  <a16:creationId xmlns:a16="http://schemas.microsoft.com/office/drawing/2014/main" id="{983446FB-1318-8FAD-82BD-D523130B2B8B}"/>
                </a:ext>
              </a:extLst>
            </p:cNvPr>
            <p:cNvSpPr/>
            <p:nvPr/>
          </p:nvSpPr>
          <p:spPr>
            <a:xfrm>
              <a:off x="4952656" y="3099811"/>
              <a:ext cx="13984" cy="57934"/>
            </a:xfrm>
            <a:custGeom>
              <a:avLst/>
              <a:gdLst/>
              <a:ahLst/>
              <a:cxnLst/>
              <a:rect l="l" t="t" r="r" b="b"/>
              <a:pathLst>
                <a:path w="413" h="171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521"/>
                  </a:lnTo>
                  <a:cubicBezTo>
                    <a:pt x="1" y="1616"/>
                    <a:pt x="96" y="1711"/>
                    <a:pt x="191" y="1711"/>
                  </a:cubicBezTo>
                  <a:cubicBezTo>
                    <a:pt x="317" y="1711"/>
                    <a:pt x="412" y="1616"/>
                    <a:pt x="412" y="1521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2064;p23">
              <a:extLst>
                <a:ext uri="{FF2B5EF4-FFF2-40B4-BE49-F238E27FC236}">
                  <a16:creationId xmlns:a16="http://schemas.microsoft.com/office/drawing/2014/main" id="{FD545F0D-E144-E31E-7A22-864E70DBE5DC}"/>
                </a:ext>
              </a:extLst>
            </p:cNvPr>
            <p:cNvSpPr/>
            <p:nvPr/>
          </p:nvSpPr>
          <p:spPr>
            <a:xfrm>
              <a:off x="4751054" y="3225262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2065;p23">
              <a:extLst>
                <a:ext uri="{FF2B5EF4-FFF2-40B4-BE49-F238E27FC236}">
                  <a16:creationId xmlns:a16="http://schemas.microsoft.com/office/drawing/2014/main" id="{EFB3DDF7-2E06-A554-90DD-C1A01981044A}"/>
                </a:ext>
              </a:extLst>
            </p:cNvPr>
            <p:cNvSpPr/>
            <p:nvPr/>
          </p:nvSpPr>
          <p:spPr>
            <a:xfrm>
              <a:off x="4796088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2066;p23">
              <a:extLst>
                <a:ext uri="{FF2B5EF4-FFF2-40B4-BE49-F238E27FC236}">
                  <a16:creationId xmlns:a16="http://schemas.microsoft.com/office/drawing/2014/main" id="{95361CC9-A80C-0EF8-2F80-0886EFF9AB54}"/>
                </a:ext>
              </a:extLst>
            </p:cNvPr>
            <p:cNvSpPr/>
            <p:nvPr/>
          </p:nvSpPr>
          <p:spPr>
            <a:xfrm>
              <a:off x="4841155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3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2067;p23">
              <a:extLst>
                <a:ext uri="{FF2B5EF4-FFF2-40B4-BE49-F238E27FC236}">
                  <a16:creationId xmlns:a16="http://schemas.microsoft.com/office/drawing/2014/main" id="{34E4B9AD-FAFC-B099-21E3-01032A4DE484}"/>
                </a:ext>
              </a:extLst>
            </p:cNvPr>
            <p:cNvSpPr/>
            <p:nvPr/>
          </p:nvSpPr>
          <p:spPr>
            <a:xfrm>
              <a:off x="4886189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2068;p23">
              <a:extLst>
                <a:ext uri="{FF2B5EF4-FFF2-40B4-BE49-F238E27FC236}">
                  <a16:creationId xmlns:a16="http://schemas.microsoft.com/office/drawing/2014/main" id="{E107C0A0-4F3A-1F56-E042-DC814CD3F5CD}"/>
                </a:ext>
              </a:extLst>
            </p:cNvPr>
            <p:cNvSpPr/>
            <p:nvPr/>
          </p:nvSpPr>
          <p:spPr>
            <a:xfrm>
              <a:off x="4931223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2069;p23">
              <a:extLst>
                <a:ext uri="{FF2B5EF4-FFF2-40B4-BE49-F238E27FC236}">
                  <a16:creationId xmlns:a16="http://schemas.microsoft.com/office/drawing/2014/main" id="{E4070AE3-300D-1BA3-C466-22FEC4D5A83E}"/>
                </a:ext>
              </a:extLst>
            </p:cNvPr>
            <p:cNvSpPr/>
            <p:nvPr/>
          </p:nvSpPr>
          <p:spPr>
            <a:xfrm>
              <a:off x="4751054" y="3269246"/>
              <a:ext cx="31151" cy="30034"/>
            </a:xfrm>
            <a:custGeom>
              <a:avLst/>
              <a:gdLst/>
              <a:ahLst/>
              <a:cxnLst/>
              <a:rect l="l" t="t" r="r" b="b"/>
              <a:pathLst>
                <a:path w="920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919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2070;p23">
              <a:extLst>
                <a:ext uri="{FF2B5EF4-FFF2-40B4-BE49-F238E27FC236}">
                  <a16:creationId xmlns:a16="http://schemas.microsoft.com/office/drawing/2014/main" id="{015A3F54-0EF7-7998-C7B9-2D90D5951E07}"/>
                </a:ext>
              </a:extLst>
            </p:cNvPr>
            <p:cNvSpPr/>
            <p:nvPr/>
          </p:nvSpPr>
          <p:spPr>
            <a:xfrm>
              <a:off x="4796088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888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2071;p23">
              <a:extLst>
                <a:ext uri="{FF2B5EF4-FFF2-40B4-BE49-F238E27FC236}">
                  <a16:creationId xmlns:a16="http://schemas.microsoft.com/office/drawing/2014/main" id="{15FCA326-0567-FC1E-36F1-D62E4DAD7FCE}"/>
                </a:ext>
              </a:extLst>
            </p:cNvPr>
            <p:cNvSpPr/>
            <p:nvPr/>
          </p:nvSpPr>
          <p:spPr>
            <a:xfrm>
              <a:off x="4841155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3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3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2072;p23">
              <a:extLst>
                <a:ext uri="{FF2B5EF4-FFF2-40B4-BE49-F238E27FC236}">
                  <a16:creationId xmlns:a16="http://schemas.microsoft.com/office/drawing/2014/main" id="{FB3E36E8-1CDE-03CC-D9E1-8329BF4F9A1D}"/>
                </a:ext>
              </a:extLst>
            </p:cNvPr>
            <p:cNvSpPr/>
            <p:nvPr/>
          </p:nvSpPr>
          <p:spPr>
            <a:xfrm>
              <a:off x="4886189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2073;p23">
              <a:extLst>
                <a:ext uri="{FF2B5EF4-FFF2-40B4-BE49-F238E27FC236}">
                  <a16:creationId xmlns:a16="http://schemas.microsoft.com/office/drawing/2014/main" id="{7CD71995-4D21-F4DD-03B5-C3FF7FA87FC4}"/>
                </a:ext>
              </a:extLst>
            </p:cNvPr>
            <p:cNvSpPr/>
            <p:nvPr/>
          </p:nvSpPr>
          <p:spPr>
            <a:xfrm>
              <a:off x="4931223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2074;p23">
              <a:extLst>
                <a:ext uri="{FF2B5EF4-FFF2-40B4-BE49-F238E27FC236}">
                  <a16:creationId xmlns:a16="http://schemas.microsoft.com/office/drawing/2014/main" id="{368357BD-4F55-F36C-3F39-3BCBF1AA1814}"/>
                </a:ext>
              </a:extLst>
            </p:cNvPr>
            <p:cNvSpPr/>
            <p:nvPr/>
          </p:nvSpPr>
          <p:spPr>
            <a:xfrm>
              <a:off x="4751054" y="3313196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2075;p23">
              <a:extLst>
                <a:ext uri="{FF2B5EF4-FFF2-40B4-BE49-F238E27FC236}">
                  <a16:creationId xmlns:a16="http://schemas.microsoft.com/office/drawing/2014/main" id="{5F41B768-CB40-A41E-D29E-C90C491C19F2}"/>
                </a:ext>
              </a:extLst>
            </p:cNvPr>
            <p:cNvSpPr/>
            <p:nvPr/>
          </p:nvSpPr>
          <p:spPr>
            <a:xfrm>
              <a:off x="4796088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2076;p23">
              <a:extLst>
                <a:ext uri="{FF2B5EF4-FFF2-40B4-BE49-F238E27FC236}">
                  <a16:creationId xmlns:a16="http://schemas.microsoft.com/office/drawing/2014/main" id="{FBFE69C0-4E9B-E8DD-6F31-426C989C45F1}"/>
                </a:ext>
              </a:extLst>
            </p:cNvPr>
            <p:cNvSpPr/>
            <p:nvPr/>
          </p:nvSpPr>
          <p:spPr>
            <a:xfrm>
              <a:off x="4841155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3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2077;p23">
              <a:extLst>
                <a:ext uri="{FF2B5EF4-FFF2-40B4-BE49-F238E27FC236}">
                  <a16:creationId xmlns:a16="http://schemas.microsoft.com/office/drawing/2014/main" id="{BC58B991-C68F-4CFC-5091-A49EC2BE5888}"/>
                </a:ext>
              </a:extLst>
            </p:cNvPr>
            <p:cNvSpPr/>
            <p:nvPr/>
          </p:nvSpPr>
          <p:spPr>
            <a:xfrm>
              <a:off x="4886189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2078;p23">
              <a:extLst>
                <a:ext uri="{FF2B5EF4-FFF2-40B4-BE49-F238E27FC236}">
                  <a16:creationId xmlns:a16="http://schemas.microsoft.com/office/drawing/2014/main" id="{3F1E2EBB-2AA7-80CB-7ED8-26BD4D9A8FE7}"/>
                </a:ext>
              </a:extLst>
            </p:cNvPr>
            <p:cNvSpPr/>
            <p:nvPr/>
          </p:nvSpPr>
          <p:spPr>
            <a:xfrm>
              <a:off x="4931223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2079;p23">
              <a:extLst>
                <a:ext uri="{FF2B5EF4-FFF2-40B4-BE49-F238E27FC236}">
                  <a16:creationId xmlns:a16="http://schemas.microsoft.com/office/drawing/2014/main" id="{3C69AF14-C121-E2B6-51AA-052FB7A36B83}"/>
                </a:ext>
              </a:extLst>
            </p:cNvPr>
            <p:cNvSpPr/>
            <p:nvPr/>
          </p:nvSpPr>
          <p:spPr>
            <a:xfrm>
              <a:off x="4069080" y="2549721"/>
              <a:ext cx="692742" cy="664875"/>
            </a:xfrm>
            <a:custGeom>
              <a:avLst/>
              <a:gdLst/>
              <a:ahLst/>
              <a:cxnLst/>
              <a:rect l="l" t="t" r="r" b="b"/>
              <a:pathLst>
                <a:path w="20459" h="19636" extrusionOk="0">
                  <a:moveTo>
                    <a:pt x="15106" y="0"/>
                  </a:moveTo>
                  <a:cubicBezTo>
                    <a:pt x="14093" y="0"/>
                    <a:pt x="13238" y="824"/>
                    <a:pt x="13238" y="1869"/>
                  </a:cubicBezTo>
                  <a:cubicBezTo>
                    <a:pt x="13238" y="2344"/>
                    <a:pt x="13428" y="2756"/>
                    <a:pt x="13713" y="3104"/>
                  </a:cubicBezTo>
                  <a:lnTo>
                    <a:pt x="10831" y="7728"/>
                  </a:lnTo>
                  <a:lnTo>
                    <a:pt x="10609" y="9628"/>
                  </a:lnTo>
                  <a:lnTo>
                    <a:pt x="8266" y="9818"/>
                  </a:lnTo>
                  <a:lnTo>
                    <a:pt x="3389" y="11496"/>
                  </a:lnTo>
                  <a:cubicBezTo>
                    <a:pt x="3072" y="10989"/>
                    <a:pt x="2502" y="10641"/>
                    <a:pt x="1869" y="10641"/>
                  </a:cubicBezTo>
                  <a:cubicBezTo>
                    <a:pt x="824" y="10641"/>
                    <a:pt x="0" y="11464"/>
                    <a:pt x="0" y="12478"/>
                  </a:cubicBezTo>
                  <a:cubicBezTo>
                    <a:pt x="0" y="13491"/>
                    <a:pt x="824" y="14346"/>
                    <a:pt x="1869" y="14346"/>
                  </a:cubicBezTo>
                  <a:cubicBezTo>
                    <a:pt x="2882" y="14346"/>
                    <a:pt x="3706" y="13491"/>
                    <a:pt x="3706" y="12478"/>
                  </a:cubicBezTo>
                  <a:cubicBezTo>
                    <a:pt x="3706" y="12478"/>
                    <a:pt x="3706" y="12446"/>
                    <a:pt x="3706" y="12446"/>
                  </a:cubicBezTo>
                  <a:lnTo>
                    <a:pt x="8488" y="10799"/>
                  </a:lnTo>
                  <a:lnTo>
                    <a:pt x="10514" y="10641"/>
                  </a:lnTo>
                  <a:lnTo>
                    <a:pt x="10356" y="11971"/>
                  </a:lnTo>
                  <a:lnTo>
                    <a:pt x="11243" y="16215"/>
                  </a:lnTo>
                  <a:cubicBezTo>
                    <a:pt x="10704" y="16563"/>
                    <a:pt x="10356" y="17133"/>
                    <a:pt x="10356" y="17798"/>
                  </a:cubicBezTo>
                  <a:cubicBezTo>
                    <a:pt x="10356" y="18812"/>
                    <a:pt x="11211" y="19635"/>
                    <a:pt x="12225" y="19635"/>
                  </a:cubicBezTo>
                  <a:cubicBezTo>
                    <a:pt x="13238" y="19635"/>
                    <a:pt x="14061" y="18812"/>
                    <a:pt x="14061" y="17798"/>
                  </a:cubicBezTo>
                  <a:cubicBezTo>
                    <a:pt x="14061" y="16785"/>
                    <a:pt x="13238" y="15930"/>
                    <a:pt x="12225" y="15930"/>
                  </a:cubicBezTo>
                  <a:cubicBezTo>
                    <a:pt x="12193" y="15930"/>
                    <a:pt x="11370" y="11940"/>
                    <a:pt x="11370" y="11940"/>
                  </a:cubicBezTo>
                  <a:lnTo>
                    <a:pt x="11528" y="10546"/>
                  </a:lnTo>
                  <a:lnTo>
                    <a:pt x="13238" y="10419"/>
                  </a:lnTo>
                  <a:lnTo>
                    <a:pt x="16785" y="10799"/>
                  </a:lnTo>
                  <a:cubicBezTo>
                    <a:pt x="16975" y="11623"/>
                    <a:pt x="17703" y="12256"/>
                    <a:pt x="18590" y="12256"/>
                  </a:cubicBezTo>
                  <a:cubicBezTo>
                    <a:pt x="19604" y="12256"/>
                    <a:pt x="20459" y="11433"/>
                    <a:pt x="20459" y="10419"/>
                  </a:cubicBezTo>
                  <a:cubicBezTo>
                    <a:pt x="20459" y="9406"/>
                    <a:pt x="19604" y="8583"/>
                    <a:pt x="18590" y="8583"/>
                  </a:cubicBezTo>
                  <a:cubicBezTo>
                    <a:pt x="17798" y="8583"/>
                    <a:pt x="17102" y="9089"/>
                    <a:pt x="16848" y="9818"/>
                  </a:cubicBezTo>
                  <a:lnTo>
                    <a:pt x="13270" y="9406"/>
                  </a:lnTo>
                  <a:lnTo>
                    <a:pt x="11623" y="9533"/>
                  </a:lnTo>
                  <a:lnTo>
                    <a:pt x="11813" y="8044"/>
                  </a:lnTo>
                  <a:lnTo>
                    <a:pt x="14568" y="3611"/>
                  </a:lnTo>
                  <a:cubicBezTo>
                    <a:pt x="14726" y="3674"/>
                    <a:pt x="14916" y="3706"/>
                    <a:pt x="15106" y="3706"/>
                  </a:cubicBezTo>
                  <a:cubicBezTo>
                    <a:pt x="16120" y="3706"/>
                    <a:pt x="16943" y="2882"/>
                    <a:pt x="16943" y="1869"/>
                  </a:cubicBezTo>
                  <a:cubicBezTo>
                    <a:pt x="16943" y="824"/>
                    <a:pt x="16120" y="0"/>
                    <a:pt x="151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2080;p23">
              <a:extLst>
                <a:ext uri="{FF2B5EF4-FFF2-40B4-BE49-F238E27FC236}">
                  <a16:creationId xmlns:a16="http://schemas.microsoft.com/office/drawing/2014/main" id="{A652C461-1837-FD38-60D7-C5F1F894231D}"/>
                </a:ext>
              </a:extLst>
            </p:cNvPr>
            <p:cNvSpPr/>
            <p:nvPr/>
          </p:nvSpPr>
          <p:spPr>
            <a:xfrm>
              <a:off x="4169881" y="2634439"/>
              <a:ext cx="206986" cy="201602"/>
            </a:xfrm>
            <a:custGeom>
              <a:avLst/>
              <a:gdLst/>
              <a:ahLst/>
              <a:cxnLst/>
              <a:rect l="l" t="t" r="r" b="b"/>
              <a:pathLst>
                <a:path w="6113" h="5954" extrusionOk="0">
                  <a:moveTo>
                    <a:pt x="1837" y="0"/>
                  </a:moveTo>
                  <a:cubicBezTo>
                    <a:pt x="824" y="0"/>
                    <a:pt x="0" y="824"/>
                    <a:pt x="0" y="1837"/>
                  </a:cubicBezTo>
                  <a:cubicBezTo>
                    <a:pt x="0" y="2850"/>
                    <a:pt x="824" y="3674"/>
                    <a:pt x="1837" y="3674"/>
                  </a:cubicBezTo>
                  <a:cubicBezTo>
                    <a:pt x="2185" y="3674"/>
                    <a:pt x="2502" y="3579"/>
                    <a:pt x="2787" y="3420"/>
                  </a:cubicBezTo>
                  <a:lnTo>
                    <a:pt x="5416" y="5954"/>
                  </a:lnTo>
                  <a:lnTo>
                    <a:pt x="6112" y="5226"/>
                  </a:lnTo>
                  <a:lnTo>
                    <a:pt x="3452" y="2692"/>
                  </a:lnTo>
                  <a:cubicBezTo>
                    <a:pt x="3611" y="2439"/>
                    <a:pt x="3674" y="2154"/>
                    <a:pt x="3674" y="1837"/>
                  </a:cubicBezTo>
                  <a:cubicBezTo>
                    <a:pt x="3674" y="824"/>
                    <a:pt x="2850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2081;p23">
              <a:extLst>
                <a:ext uri="{FF2B5EF4-FFF2-40B4-BE49-F238E27FC236}">
                  <a16:creationId xmlns:a16="http://schemas.microsoft.com/office/drawing/2014/main" id="{69162A2A-430B-35AD-F1BE-27BB13D683D8}"/>
                </a:ext>
              </a:extLst>
            </p:cNvPr>
            <p:cNvSpPr/>
            <p:nvPr/>
          </p:nvSpPr>
          <p:spPr>
            <a:xfrm>
              <a:off x="4314632" y="2769540"/>
              <a:ext cx="211286" cy="210203"/>
            </a:xfrm>
            <a:custGeom>
              <a:avLst/>
              <a:gdLst/>
              <a:ahLst/>
              <a:cxnLst/>
              <a:rect l="l" t="t" r="r" b="b"/>
              <a:pathLst>
                <a:path w="6240" h="6208" extrusionOk="0">
                  <a:moveTo>
                    <a:pt x="3104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4846"/>
                    <a:pt x="1394" y="6208"/>
                    <a:pt x="3104" y="6208"/>
                  </a:cubicBezTo>
                  <a:cubicBezTo>
                    <a:pt x="4846" y="6208"/>
                    <a:pt x="6239" y="4846"/>
                    <a:pt x="6239" y="3104"/>
                  </a:cubicBezTo>
                  <a:cubicBezTo>
                    <a:pt x="6239" y="1394"/>
                    <a:pt x="4846" y="0"/>
                    <a:pt x="310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2082;p23">
              <a:extLst>
                <a:ext uri="{FF2B5EF4-FFF2-40B4-BE49-F238E27FC236}">
                  <a16:creationId xmlns:a16="http://schemas.microsoft.com/office/drawing/2014/main" id="{A1216A8B-4589-620C-0439-17AD981F54D0}"/>
                </a:ext>
              </a:extLst>
            </p:cNvPr>
            <p:cNvSpPr/>
            <p:nvPr/>
          </p:nvSpPr>
          <p:spPr>
            <a:xfrm>
              <a:off x="4931223" y="2645646"/>
              <a:ext cx="449322" cy="99278"/>
            </a:xfrm>
            <a:custGeom>
              <a:avLst/>
              <a:gdLst/>
              <a:ahLst/>
              <a:cxnLst/>
              <a:rect l="l" t="t" r="r" b="b"/>
              <a:pathLst>
                <a:path w="13270" h="2932" extrusionOk="0">
                  <a:moveTo>
                    <a:pt x="9462" y="0"/>
                  </a:moveTo>
                  <a:cubicBezTo>
                    <a:pt x="9347" y="0"/>
                    <a:pt x="9223" y="16"/>
                    <a:pt x="9089" y="49"/>
                  </a:cubicBezTo>
                  <a:cubicBezTo>
                    <a:pt x="8298" y="271"/>
                    <a:pt x="7886" y="841"/>
                    <a:pt x="7506" y="1379"/>
                  </a:cubicBezTo>
                  <a:cubicBezTo>
                    <a:pt x="7041" y="2092"/>
                    <a:pt x="6577" y="2774"/>
                    <a:pt x="5401" y="2774"/>
                  </a:cubicBezTo>
                  <a:cubicBezTo>
                    <a:pt x="5375" y="2774"/>
                    <a:pt x="5348" y="2773"/>
                    <a:pt x="5321" y="2773"/>
                  </a:cubicBezTo>
                  <a:cubicBezTo>
                    <a:pt x="4117" y="2741"/>
                    <a:pt x="3262" y="2266"/>
                    <a:pt x="2439" y="1791"/>
                  </a:cubicBezTo>
                  <a:cubicBezTo>
                    <a:pt x="1679" y="1348"/>
                    <a:pt x="950" y="936"/>
                    <a:pt x="0" y="936"/>
                  </a:cubicBezTo>
                  <a:lnTo>
                    <a:pt x="0" y="1094"/>
                  </a:lnTo>
                  <a:cubicBezTo>
                    <a:pt x="887" y="1094"/>
                    <a:pt x="1615" y="1506"/>
                    <a:pt x="2375" y="1949"/>
                  </a:cubicBezTo>
                  <a:cubicBezTo>
                    <a:pt x="3199" y="2424"/>
                    <a:pt x="4086" y="2931"/>
                    <a:pt x="5289" y="2931"/>
                  </a:cubicBezTo>
                  <a:lnTo>
                    <a:pt x="5352" y="2931"/>
                  </a:lnTo>
                  <a:cubicBezTo>
                    <a:pt x="6682" y="2931"/>
                    <a:pt x="7157" y="2203"/>
                    <a:pt x="7664" y="1474"/>
                  </a:cubicBezTo>
                  <a:cubicBezTo>
                    <a:pt x="8013" y="936"/>
                    <a:pt x="8393" y="398"/>
                    <a:pt x="9121" y="208"/>
                  </a:cubicBezTo>
                  <a:cubicBezTo>
                    <a:pt x="9237" y="179"/>
                    <a:pt x="9344" y="165"/>
                    <a:pt x="9445" y="165"/>
                  </a:cubicBezTo>
                  <a:cubicBezTo>
                    <a:pt x="10008" y="165"/>
                    <a:pt x="10365" y="584"/>
                    <a:pt x="10768" y="1094"/>
                  </a:cubicBezTo>
                  <a:cubicBezTo>
                    <a:pt x="11338" y="1759"/>
                    <a:pt x="11940" y="2519"/>
                    <a:pt x="13270" y="2551"/>
                  </a:cubicBezTo>
                  <a:lnTo>
                    <a:pt x="13270" y="2393"/>
                  </a:lnTo>
                  <a:cubicBezTo>
                    <a:pt x="12035" y="2361"/>
                    <a:pt x="11433" y="1633"/>
                    <a:pt x="10926" y="999"/>
                  </a:cubicBezTo>
                  <a:cubicBezTo>
                    <a:pt x="10496" y="488"/>
                    <a:pt x="10111" y="0"/>
                    <a:pt x="94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2083;p23">
              <a:extLst>
                <a:ext uri="{FF2B5EF4-FFF2-40B4-BE49-F238E27FC236}">
                  <a16:creationId xmlns:a16="http://schemas.microsoft.com/office/drawing/2014/main" id="{BD399FF1-D2A9-3612-E407-6F4FAB89DCCE}"/>
                </a:ext>
              </a:extLst>
            </p:cNvPr>
            <p:cNvSpPr/>
            <p:nvPr/>
          </p:nvSpPr>
          <p:spPr>
            <a:xfrm>
              <a:off x="4931223" y="2589405"/>
              <a:ext cx="450406" cy="160869"/>
            </a:xfrm>
            <a:custGeom>
              <a:avLst/>
              <a:gdLst/>
              <a:ahLst/>
              <a:cxnLst/>
              <a:rect l="l" t="t" r="r" b="b"/>
              <a:pathLst>
                <a:path w="13302" h="4751" extrusionOk="0">
                  <a:moveTo>
                    <a:pt x="4972" y="0"/>
                  </a:moveTo>
                  <a:cubicBezTo>
                    <a:pt x="3547" y="0"/>
                    <a:pt x="2660" y="1235"/>
                    <a:pt x="1900" y="2344"/>
                  </a:cubicBezTo>
                  <a:cubicBezTo>
                    <a:pt x="1299" y="3230"/>
                    <a:pt x="729" y="4054"/>
                    <a:pt x="0" y="4054"/>
                  </a:cubicBezTo>
                  <a:lnTo>
                    <a:pt x="0" y="4212"/>
                  </a:lnTo>
                  <a:cubicBezTo>
                    <a:pt x="824" y="4212"/>
                    <a:pt x="1425" y="3357"/>
                    <a:pt x="2059" y="2439"/>
                  </a:cubicBezTo>
                  <a:cubicBezTo>
                    <a:pt x="2787" y="1362"/>
                    <a:pt x="3642" y="158"/>
                    <a:pt x="4972" y="158"/>
                  </a:cubicBezTo>
                  <a:cubicBezTo>
                    <a:pt x="6271" y="158"/>
                    <a:pt x="6809" y="1394"/>
                    <a:pt x="7348" y="2597"/>
                  </a:cubicBezTo>
                  <a:cubicBezTo>
                    <a:pt x="7854" y="3705"/>
                    <a:pt x="8298" y="4750"/>
                    <a:pt x="9343" y="4750"/>
                  </a:cubicBezTo>
                  <a:cubicBezTo>
                    <a:pt x="10388" y="4750"/>
                    <a:pt x="10863" y="4275"/>
                    <a:pt x="11306" y="3800"/>
                  </a:cubicBezTo>
                  <a:cubicBezTo>
                    <a:pt x="11781" y="3294"/>
                    <a:pt x="12225" y="2819"/>
                    <a:pt x="13301" y="2819"/>
                  </a:cubicBezTo>
                  <a:lnTo>
                    <a:pt x="13301" y="2660"/>
                  </a:lnTo>
                  <a:cubicBezTo>
                    <a:pt x="12130" y="2660"/>
                    <a:pt x="11654" y="3167"/>
                    <a:pt x="11179" y="3674"/>
                  </a:cubicBezTo>
                  <a:cubicBezTo>
                    <a:pt x="10736" y="4149"/>
                    <a:pt x="10324" y="4592"/>
                    <a:pt x="9343" y="4592"/>
                  </a:cubicBezTo>
                  <a:cubicBezTo>
                    <a:pt x="8424" y="4592"/>
                    <a:pt x="7981" y="3579"/>
                    <a:pt x="7506" y="2534"/>
                  </a:cubicBezTo>
                  <a:cubicBezTo>
                    <a:pt x="6936" y="1299"/>
                    <a:pt x="6366" y="0"/>
                    <a:pt x="49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2084;p23">
              <a:extLst>
                <a:ext uri="{FF2B5EF4-FFF2-40B4-BE49-F238E27FC236}">
                  <a16:creationId xmlns:a16="http://schemas.microsoft.com/office/drawing/2014/main" id="{8C74AB40-B806-C1C1-F791-AFC10883E66B}"/>
                </a:ext>
              </a:extLst>
            </p:cNvPr>
            <p:cNvSpPr/>
            <p:nvPr/>
          </p:nvSpPr>
          <p:spPr>
            <a:xfrm>
              <a:off x="4928006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0" y="1"/>
                  </a:moveTo>
                  <a:lnTo>
                    <a:pt x="0" y="6778"/>
                  </a:lnTo>
                  <a:lnTo>
                    <a:pt x="95" y="677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2085;p23">
              <a:extLst>
                <a:ext uri="{FF2B5EF4-FFF2-40B4-BE49-F238E27FC236}">
                  <a16:creationId xmlns:a16="http://schemas.microsoft.com/office/drawing/2014/main" id="{EBE6F625-E719-0224-26F6-D6FF3F98A323}"/>
                </a:ext>
              </a:extLst>
            </p:cNvPr>
            <p:cNvSpPr/>
            <p:nvPr/>
          </p:nvSpPr>
          <p:spPr>
            <a:xfrm>
              <a:off x="5379428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1" y="1"/>
                  </a:moveTo>
                  <a:lnTo>
                    <a:pt x="1" y="6778"/>
                  </a:lnTo>
                  <a:lnTo>
                    <a:pt x="96" y="677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2086;p23">
              <a:extLst>
                <a:ext uri="{FF2B5EF4-FFF2-40B4-BE49-F238E27FC236}">
                  <a16:creationId xmlns:a16="http://schemas.microsoft.com/office/drawing/2014/main" id="{8DD97CA4-9A67-18E7-33EA-F0FAE564883E}"/>
                </a:ext>
              </a:extLst>
            </p:cNvPr>
            <p:cNvSpPr/>
            <p:nvPr/>
          </p:nvSpPr>
          <p:spPr>
            <a:xfrm>
              <a:off x="4928006" y="2792057"/>
              <a:ext cx="454672" cy="3251"/>
            </a:xfrm>
            <a:custGeom>
              <a:avLst/>
              <a:gdLst/>
              <a:ahLst/>
              <a:cxnLst/>
              <a:rect l="l" t="t" r="r" b="b"/>
              <a:pathLst>
                <a:path w="13428" h="96" extrusionOk="0">
                  <a:moveTo>
                    <a:pt x="0" y="1"/>
                  </a:moveTo>
                  <a:lnTo>
                    <a:pt x="0" y="96"/>
                  </a:lnTo>
                  <a:lnTo>
                    <a:pt x="13428" y="96"/>
                  </a:lnTo>
                  <a:lnTo>
                    <a:pt x="134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2087;p23">
              <a:extLst>
                <a:ext uri="{FF2B5EF4-FFF2-40B4-BE49-F238E27FC236}">
                  <a16:creationId xmlns:a16="http://schemas.microsoft.com/office/drawing/2014/main" id="{946F26C8-2F1E-616A-5D6A-9A6330B72C17}"/>
                </a:ext>
              </a:extLst>
            </p:cNvPr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2088;p23">
              <a:extLst>
                <a:ext uri="{FF2B5EF4-FFF2-40B4-BE49-F238E27FC236}">
                  <a16:creationId xmlns:a16="http://schemas.microsoft.com/office/drawing/2014/main" id="{0D9912D7-538D-2DBE-F064-8B1E7D54FB90}"/>
                </a:ext>
              </a:extLst>
            </p:cNvPr>
            <p:cNvSpPr/>
            <p:nvPr/>
          </p:nvSpPr>
          <p:spPr>
            <a:xfrm>
              <a:off x="4889406" y="3318546"/>
              <a:ext cx="1345766" cy="995145"/>
            </a:xfrm>
            <a:custGeom>
              <a:avLst/>
              <a:gdLst/>
              <a:ahLst/>
              <a:cxnLst/>
              <a:rect l="l" t="t" r="r" b="b"/>
              <a:pathLst>
                <a:path w="39745" h="29390" extrusionOk="0">
                  <a:moveTo>
                    <a:pt x="2090" y="1"/>
                  </a:moveTo>
                  <a:cubicBezTo>
                    <a:pt x="1520" y="1"/>
                    <a:pt x="1014" y="191"/>
                    <a:pt x="602" y="539"/>
                  </a:cubicBezTo>
                  <a:cubicBezTo>
                    <a:pt x="285" y="983"/>
                    <a:pt x="95" y="1521"/>
                    <a:pt x="95" y="2123"/>
                  </a:cubicBezTo>
                  <a:lnTo>
                    <a:pt x="32" y="26793"/>
                  </a:lnTo>
                  <a:cubicBezTo>
                    <a:pt x="0" y="28250"/>
                    <a:pt x="1109" y="29390"/>
                    <a:pt x="2470" y="29390"/>
                  </a:cubicBezTo>
                  <a:lnTo>
                    <a:pt x="37623" y="29390"/>
                  </a:lnTo>
                  <a:cubicBezTo>
                    <a:pt x="38193" y="29390"/>
                    <a:pt x="38731" y="29200"/>
                    <a:pt x="39143" y="28851"/>
                  </a:cubicBezTo>
                  <a:cubicBezTo>
                    <a:pt x="39460" y="28408"/>
                    <a:pt x="39650" y="27870"/>
                    <a:pt x="39650" y="27300"/>
                  </a:cubicBezTo>
                  <a:lnTo>
                    <a:pt x="39713" y="2598"/>
                  </a:lnTo>
                  <a:cubicBezTo>
                    <a:pt x="39745" y="1173"/>
                    <a:pt x="38636" y="1"/>
                    <a:pt x="37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2089;p23">
              <a:extLst>
                <a:ext uri="{FF2B5EF4-FFF2-40B4-BE49-F238E27FC236}">
                  <a16:creationId xmlns:a16="http://schemas.microsoft.com/office/drawing/2014/main" id="{2FBE1AE0-2F56-4ACF-9055-64B13C89EEDB}"/>
                </a:ext>
              </a:extLst>
            </p:cNvPr>
            <p:cNvSpPr/>
            <p:nvPr/>
          </p:nvSpPr>
          <p:spPr>
            <a:xfrm>
              <a:off x="5010557" y="3750634"/>
              <a:ext cx="1086297" cy="377539"/>
            </a:xfrm>
            <a:custGeom>
              <a:avLst/>
              <a:gdLst/>
              <a:ahLst/>
              <a:cxnLst/>
              <a:rect l="l" t="t" r="r" b="b"/>
              <a:pathLst>
                <a:path w="32082" h="11150" extrusionOk="0">
                  <a:moveTo>
                    <a:pt x="9222" y="1"/>
                  </a:moveTo>
                  <a:cubicBezTo>
                    <a:pt x="7670" y="1"/>
                    <a:pt x="6724" y="1219"/>
                    <a:pt x="5733" y="2504"/>
                  </a:cubicBezTo>
                  <a:cubicBezTo>
                    <a:pt x="4466" y="4119"/>
                    <a:pt x="3009" y="5956"/>
                    <a:pt x="1" y="6020"/>
                  </a:cubicBezTo>
                  <a:lnTo>
                    <a:pt x="32" y="11150"/>
                  </a:lnTo>
                  <a:cubicBezTo>
                    <a:pt x="32" y="11150"/>
                    <a:pt x="29865" y="11087"/>
                    <a:pt x="32082" y="11087"/>
                  </a:cubicBezTo>
                  <a:lnTo>
                    <a:pt x="32082" y="2346"/>
                  </a:lnTo>
                  <a:cubicBezTo>
                    <a:pt x="29770" y="2346"/>
                    <a:pt x="27996" y="3423"/>
                    <a:pt x="26128" y="4531"/>
                  </a:cubicBezTo>
                  <a:cubicBezTo>
                    <a:pt x="24164" y="5735"/>
                    <a:pt x="22106" y="6970"/>
                    <a:pt x="19256" y="7001"/>
                  </a:cubicBezTo>
                  <a:cubicBezTo>
                    <a:pt x="19200" y="7002"/>
                    <a:pt x="19146" y="7003"/>
                    <a:pt x="19092" y="7003"/>
                  </a:cubicBezTo>
                  <a:cubicBezTo>
                    <a:pt x="16145" y="7003"/>
                    <a:pt x="15085" y="5321"/>
                    <a:pt x="13904" y="3518"/>
                  </a:cubicBezTo>
                  <a:cubicBezTo>
                    <a:pt x="13017" y="2093"/>
                    <a:pt x="12067" y="604"/>
                    <a:pt x="10135" y="129"/>
                  </a:cubicBezTo>
                  <a:cubicBezTo>
                    <a:pt x="9808" y="41"/>
                    <a:pt x="9505" y="1"/>
                    <a:pt x="92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2090;p23">
              <a:extLst>
                <a:ext uri="{FF2B5EF4-FFF2-40B4-BE49-F238E27FC236}">
                  <a16:creationId xmlns:a16="http://schemas.microsoft.com/office/drawing/2014/main" id="{07BE7599-D5BA-E833-943C-B272A2FD1B72}"/>
                </a:ext>
              </a:extLst>
            </p:cNvPr>
            <p:cNvSpPr/>
            <p:nvPr/>
          </p:nvSpPr>
          <p:spPr>
            <a:xfrm>
              <a:off x="5011640" y="3606999"/>
              <a:ext cx="1085213" cy="408589"/>
            </a:xfrm>
            <a:custGeom>
              <a:avLst/>
              <a:gdLst/>
              <a:ahLst/>
              <a:cxnLst/>
              <a:rect l="l" t="t" r="r" b="b"/>
              <a:pathLst>
                <a:path w="32050" h="12067" extrusionOk="0">
                  <a:moveTo>
                    <a:pt x="20015" y="1"/>
                  </a:moveTo>
                  <a:cubicBezTo>
                    <a:pt x="16658" y="1"/>
                    <a:pt x="15265" y="3263"/>
                    <a:pt x="13935" y="6398"/>
                  </a:cubicBezTo>
                  <a:cubicBezTo>
                    <a:pt x="12795" y="9122"/>
                    <a:pt x="11718" y="11655"/>
                    <a:pt x="9501" y="11655"/>
                  </a:cubicBezTo>
                  <a:cubicBezTo>
                    <a:pt x="7126" y="11655"/>
                    <a:pt x="6113" y="10515"/>
                    <a:pt x="5036" y="9312"/>
                  </a:cubicBezTo>
                  <a:cubicBezTo>
                    <a:pt x="3896" y="8045"/>
                    <a:pt x="2724" y="6746"/>
                    <a:pt x="0" y="6746"/>
                  </a:cubicBezTo>
                  <a:lnTo>
                    <a:pt x="0" y="7158"/>
                  </a:lnTo>
                  <a:cubicBezTo>
                    <a:pt x="2566" y="7158"/>
                    <a:pt x="3611" y="8361"/>
                    <a:pt x="4751" y="9597"/>
                  </a:cubicBezTo>
                  <a:cubicBezTo>
                    <a:pt x="5828" y="10832"/>
                    <a:pt x="6936" y="12067"/>
                    <a:pt x="9501" y="12067"/>
                  </a:cubicBezTo>
                  <a:cubicBezTo>
                    <a:pt x="11971" y="12067"/>
                    <a:pt x="13111" y="9407"/>
                    <a:pt x="14315" y="6588"/>
                  </a:cubicBezTo>
                  <a:cubicBezTo>
                    <a:pt x="15582" y="3548"/>
                    <a:pt x="16912" y="413"/>
                    <a:pt x="20015" y="413"/>
                  </a:cubicBezTo>
                  <a:cubicBezTo>
                    <a:pt x="23246" y="413"/>
                    <a:pt x="25272" y="3484"/>
                    <a:pt x="27078" y="6176"/>
                  </a:cubicBezTo>
                  <a:cubicBezTo>
                    <a:pt x="28598" y="8488"/>
                    <a:pt x="30054" y="10673"/>
                    <a:pt x="32050" y="10673"/>
                  </a:cubicBezTo>
                  <a:lnTo>
                    <a:pt x="32050" y="10262"/>
                  </a:lnTo>
                  <a:cubicBezTo>
                    <a:pt x="30244" y="10262"/>
                    <a:pt x="28883" y="8171"/>
                    <a:pt x="27394" y="5955"/>
                  </a:cubicBezTo>
                  <a:cubicBezTo>
                    <a:pt x="25557" y="3168"/>
                    <a:pt x="23467" y="1"/>
                    <a:pt x="2001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2091;p23">
              <a:extLst>
                <a:ext uri="{FF2B5EF4-FFF2-40B4-BE49-F238E27FC236}">
                  <a16:creationId xmlns:a16="http://schemas.microsoft.com/office/drawing/2014/main" id="{9B960BE6-CA78-2737-4448-B7F1EE32C83D}"/>
                </a:ext>
              </a:extLst>
            </p:cNvPr>
            <p:cNvSpPr/>
            <p:nvPr/>
          </p:nvSpPr>
          <p:spPr>
            <a:xfrm>
              <a:off x="609682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2092;p23">
              <a:extLst>
                <a:ext uri="{FF2B5EF4-FFF2-40B4-BE49-F238E27FC236}">
                  <a16:creationId xmlns:a16="http://schemas.microsoft.com/office/drawing/2014/main" id="{90B4B616-DB07-545C-F7AC-07D68BBD36E0}"/>
                </a:ext>
              </a:extLst>
            </p:cNvPr>
            <p:cNvSpPr/>
            <p:nvPr/>
          </p:nvSpPr>
          <p:spPr>
            <a:xfrm>
              <a:off x="500734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2093;p23">
              <a:extLst>
                <a:ext uri="{FF2B5EF4-FFF2-40B4-BE49-F238E27FC236}">
                  <a16:creationId xmlns:a16="http://schemas.microsoft.com/office/drawing/2014/main" id="{F934C53C-575A-1149-A9E0-20B444688114}"/>
                </a:ext>
              </a:extLst>
            </p:cNvPr>
            <p:cNvSpPr/>
            <p:nvPr/>
          </p:nvSpPr>
          <p:spPr>
            <a:xfrm>
              <a:off x="5007340" y="4121705"/>
              <a:ext cx="1097030" cy="8634"/>
            </a:xfrm>
            <a:custGeom>
              <a:avLst/>
              <a:gdLst/>
              <a:ahLst/>
              <a:cxnLst/>
              <a:rect l="l" t="t" r="r" b="b"/>
              <a:pathLst>
                <a:path w="32399" h="255" extrusionOk="0">
                  <a:moveTo>
                    <a:pt x="1" y="1"/>
                  </a:moveTo>
                  <a:lnTo>
                    <a:pt x="1" y="254"/>
                  </a:lnTo>
                  <a:lnTo>
                    <a:pt x="32398" y="254"/>
                  </a:lnTo>
                  <a:lnTo>
                    <a:pt x="323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2094;p23">
              <a:extLst>
                <a:ext uri="{FF2B5EF4-FFF2-40B4-BE49-F238E27FC236}">
                  <a16:creationId xmlns:a16="http://schemas.microsoft.com/office/drawing/2014/main" id="{959B71E0-94E1-3A7E-7DA7-FDDE2C559BC2}"/>
                </a:ext>
              </a:extLst>
            </p:cNvPr>
            <p:cNvSpPr/>
            <p:nvPr/>
          </p:nvSpPr>
          <p:spPr>
            <a:xfrm>
              <a:off x="4887239" y="3315329"/>
              <a:ext cx="1350100" cy="1001579"/>
            </a:xfrm>
            <a:custGeom>
              <a:avLst/>
              <a:gdLst/>
              <a:ahLst/>
              <a:cxnLst/>
              <a:rect l="l" t="t" r="r" b="b"/>
              <a:pathLst>
                <a:path w="39873" h="29580" extrusionOk="0">
                  <a:moveTo>
                    <a:pt x="37402" y="191"/>
                  </a:moveTo>
                  <a:cubicBezTo>
                    <a:pt x="38669" y="191"/>
                    <a:pt x="39714" y="1268"/>
                    <a:pt x="39714" y="2598"/>
                  </a:cubicBezTo>
                  <a:lnTo>
                    <a:pt x="39714" y="27521"/>
                  </a:lnTo>
                  <a:cubicBezTo>
                    <a:pt x="39714" y="28566"/>
                    <a:pt x="38890" y="29390"/>
                    <a:pt x="37909" y="29390"/>
                  </a:cubicBezTo>
                  <a:lnTo>
                    <a:pt x="2503" y="29390"/>
                  </a:lnTo>
                  <a:cubicBezTo>
                    <a:pt x="1236" y="29390"/>
                    <a:pt x="159" y="28281"/>
                    <a:pt x="159" y="26919"/>
                  </a:cubicBezTo>
                  <a:lnTo>
                    <a:pt x="159" y="2059"/>
                  </a:lnTo>
                  <a:cubicBezTo>
                    <a:pt x="159" y="1014"/>
                    <a:pt x="983" y="191"/>
                    <a:pt x="1964" y="191"/>
                  </a:cubicBezTo>
                  <a:close/>
                  <a:moveTo>
                    <a:pt x="1964" y="1"/>
                  </a:moveTo>
                  <a:cubicBezTo>
                    <a:pt x="888" y="1"/>
                    <a:pt x="1" y="919"/>
                    <a:pt x="1" y="2059"/>
                  </a:cubicBezTo>
                  <a:lnTo>
                    <a:pt x="1" y="26919"/>
                  </a:lnTo>
                  <a:cubicBezTo>
                    <a:pt x="1" y="28376"/>
                    <a:pt x="1109" y="29580"/>
                    <a:pt x="2503" y="29580"/>
                  </a:cubicBezTo>
                  <a:lnTo>
                    <a:pt x="37909" y="29580"/>
                  </a:lnTo>
                  <a:cubicBezTo>
                    <a:pt x="38985" y="29580"/>
                    <a:pt x="39872" y="28661"/>
                    <a:pt x="39872" y="27521"/>
                  </a:cubicBezTo>
                  <a:lnTo>
                    <a:pt x="39872" y="2598"/>
                  </a:lnTo>
                  <a:cubicBezTo>
                    <a:pt x="39872" y="1173"/>
                    <a:pt x="38764" y="1"/>
                    <a:pt x="374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2095;p23">
              <a:extLst>
                <a:ext uri="{FF2B5EF4-FFF2-40B4-BE49-F238E27FC236}">
                  <a16:creationId xmlns:a16="http://schemas.microsoft.com/office/drawing/2014/main" id="{A8DAA3AE-937A-6489-E581-82404303630A}"/>
                </a:ext>
              </a:extLst>
            </p:cNvPr>
            <p:cNvSpPr/>
            <p:nvPr/>
          </p:nvSpPr>
          <p:spPr>
            <a:xfrm>
              <a:off x="2626813" y="3076210"/>
              <a:ext cx="1828338" cy="1317899"/>
            </a:xfrm>
            <a:custGeom>
              <a:avLst/>
              <a:gdLst/>
              <a:ahLst/>
              <a:cxnLst/>
              <a:rect l="l" t="t" r="r" b="b"/>
              <a:pathLst>
                <a:path w="53997" h="38922" extrusionOk="0">
                  <a:moveTo>
                    <a:pt x="2851" y="1"/>
                  </a:moveTo>
                  <a:cubicBezTo>
                    <a:pt x="2091" y="1"/>
                    <a:pt x="1394" y="254"/>
                    <a:pt x="824" y="697"/>
                  </a:cubicBezTo>
                  <a:cubicBezTo>
                    <a:pt x="380" y="1299"/>
                    <a:pt x="127" y="1996"/>
                    <a:pt x="127" y="2788"/>
                  </a:cubicBezTo>
                  <a:lnTo>
                    <a:pt x="32" y="35470"/>
                  </a:lnTo>
                  <a:cubicBezTo>
                    <a:pt x="0" y="37370"/>
                    <a:pt x="1521" y="38922"/>
                    <a:pt x="3357" y="38922"/>
                  </a:cubicBezTo>
                  <a:lnTo>
                    <a:pt x="51178" y="38922"/>
                  </a:lnTo>
                  <a:cubicBezTo>
                    <a:pt x="51938" y="38922"/>
                    <a:pt x="52634" y="38637"/>
                    <a:pt x="53204" y="38193"/>
                  </a:cubicBezTo>
                  <a:cubicBezTo>
                    <a:pt x="53648" y="37623"/>
                    <a:pt x="53901" y="36895"/>
                    <a:pt x="53901" y="36135"/>
                  </a:cubicBezTo>
                  <a:lnTo>
                    <a:pt x="53996" y="3421"/>
                  </a:lnTo>
                  <a:cubicBezTo>
                    <a:pt x="53996" y="1521"/>
                    <a:pt x="52508" y="1"/>
                    <a:pt x="50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2096;p23">
              <a:extLst>
                <a:ext uri="{FF2B5EF4-FFF2-40B4-BE49-F238E27FC236}">
                  <a16:creationId xmlns:a16="http://schemas.microsoft.com/office/drawing/2014/main" id="{BEAEB2F0-A4F1-9BE3-8565-74C26A86A54E}"/>
                </a:ext>
              </a:extLst>
            </p:cNvPr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4783"/>
                  </a:move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8456"/>
                    <a:pt x="8266" y="4783"/>
                    <a:pt x="12636" y="4783"/>
                  </a:cubicBezTo>
                  <a:close/>
                  <a:moveTo>
                    <a:pt x="12636" y="1"/>
                  </a:moveTo>
                  <a:cubicBezTo>
                    <a:pt x="5669" y="1"/>
                    <a:pt x="0" y="5796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2097;p23">
              <a:extLst>
                <a:ext uri="{FF2B5EF4-FFF2-40B4-BE49-F238E27FC236}">
                  <a16:creationId xmlns:a16="http://schemas.microsoft.com/office/drawing/2014/main" id="{C94BF6A7-D2E7-7C0A-B73B-3CA4963CF8DE}"/>
                </a:ext>
              </a:extLst>
            </p:cNvPr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1"/>
                  </a:moveTo>
                  <a:lnTo>
                    <a:pt x="12636" y="4783"/>
                  </a:ln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12130"/>
                    <a:pt x="4782" y="11338"/>
                    <a:pt x="5004" y="10578"/>
                  </a:cubicBezTo>
                  <a:lnTo>
                    <a:pt x="539" y="9216"/>
                  </a:lnTo>
                  <a:cubicBezTo>
                    <a:pt x="159" y="10420"/>
                    <a:pt x="0" y="11655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2098;p23">
              <a:extLst>
                <a:ext uri="{FF2B5EF4-FFF2-40B4-BE49-F238E27FC236}">
                  <a16:creationId xmlns:a16="http://schemas.microsoft.com/office/drawing/2014/main" id="{C4B406DF-8F31-E7EB-AFD9-5607A37E1501}"/>
                </a:ext>
              </a:extLst>
            </p:cNvPr>
            <p:cNvSpPr/>
            <p:nvPr/>
          </p:nvSpPr>
          <p:spPr>
            <a:xfrm>
              <a:off x="2796248" y="3314280"/>
              <a:ext cx="856793" cy="819277"/>
            </a:xfrm>
            <a:custGeom>
              <a:avLst/>
              <a:gdLst/>
              <a:ahLst/>
              <a:cxnLst/>
              <a:rect l="l" t="t" r="r" b="b"/>
              <a:pathLst>
                <a:path w="25304" h="24196" extrusionOk="0">
                  <a:moveTo>
                    <a:pt x="18907" y="0"/>
                  </a:moveTo>
                  <a:lnTo>
                    <a:pt x="16595" y="4181"/>
                  </a:lnTo>
                  <a:cubicBezTo>
                    <a:pt x="19065" y="5637"/>
                    <a:pt x="20617" y="8329"/>
                    <a:pt x="20617" y="11243"/>
                  </a:cubicBezTo>
                  <a:cubicBezTo>
                    <a:pt x="20617" y="15740"/>
                    <a:pt x="17038" y="19382"/>
                    <a:pt x="12636" y="19382"/>
                  </a:cubicBezTo>
                  <a:cubicBezTo>
                    <a:pt x="10514" y="19382"/>
                    <a:pt x="8487" y="18527"/>
                    <a:pt x="6967" y="16975"/>
                  </a:cubicBezTo>
                  <a:cubicBezTo>
                    <a:pt x="5511" y="15423"/>
                    <a:pt x="4687" y="13396"/>
                    <a:pt x="4687" y="11243"/>
                  </a:cubicBezTo>
                  <a:lnTo>
                    <a:pt x="0" y="11243"/>
                  </a:lnTo>
                  <a:cubicBezTo>
                    <a:pt x="0" y="14695"/>
                    <a:pt x="1299" y="17925"/>
                    <a:pt x="3642" y="20363"/>
                  </a:cubicBezTo>
                  <a:cubicBezTo>
                    <a:pt x="6049" y="22834"/>
                    <a:pt x="9248" y="24195"/>
                    <a:pt x="12636" y="24195"/>
                  </a:cubicBezTo>
                  <a:cubicBezTo>
                    <a:pt x="19635" y="24195"/>
                    <a:pt x="25304" y="18400"/>
                    <a:pt x="25304" y="11243"/>
                  </a:cubicBezTo>
                  <a:cubicBezTo>
                    <a:pt x="25304" y="6619"/>
                    <a:pt x="22865" y="2312"/>
                    <a:pt x="189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2099;p23">
              <a:extLst>
                <a:ext uri="{FF2B5EF4-FFF2-40B4-BE49-F238E27FC236}">
                  <a16:creationId xmlns:a16="http://schemas.microsoft.com/office/drawing/2014/main" id="{5C4D5270-6848-C162-400E-4BF5F6D0A682}"/>
                </a:ext>
              </a:extLst>
            </p:cNvPr>
            <p:cNvSpPr/>
            <p:nvPr/>
          </p:nvSpPr>
          <p:spPr>
            <a:xfrm>
              <a:off x="3853527" y="3390397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2100;p23">
              <a:extLst>
                <a:ext uri="{FF2B5EF4-FFF2-40B4-BE49-F238E27FC236}">
                  <a16:creationId xmlns:a16="http://schemas.microsoft.com/office/drawing/2014/main" id="{DE09D195-F962-E696-BC92-CE1802901DCC}"/>
                </a:ext>
              </a:extLst>
            </p:cNvPr>
            <p:cNvSpPr/>
            <p:nvPr/>
          </p:nvSpPr>
          <p:spPr>
            <a:xfrm>
              <a:off x="3853527" y="3430081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2101;p23">
              <a:extLst>
                <a:ext uri="{FF2B5EF4-FFF2-40B4-BE49-F238E27FC236}">
                  <a16:creationId xmlns:a16="http://schemas.microsoft.com/office/drawing/2014/main" id="{FB652A81-E6C9-302B-262B-4A3AAF3E3174}"/>
                </a:ext>
              </a:extLst>
            </p:cNvPr>
            <p:cNvSpPr/>
            <p:nvPr/>
          </p:nvSpPr>
          <p:spPr>
            <a:xfrm>
              <a:off x="3853527" y="3468681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2102;p23">
              <a:extLst>
                <a:ext uri="{FF2B5EF4-FFF2-40B4-BE49-F238E27FC236}">
                  <a16:creationId xmlns:a16="http://schemas.microsoft.com/office/drawing/2014/main" id="{585ED949-2383-0A37-67F9-2261C7FC5CDB}"/>
                </a:ext>
              </a:extLst>
            </p:cNvPr>
            <p:cNvSpPr/>
            <p:nvPr/>
          </p:nvSpPr>
          <p:spPr>
            <a:xfrm>
              <a:off x="3853527" y="3508365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2103;p23">
              <a:extLst>
                <a:ext uri="{FF2B5EF4-FFF2-40B4-BE49-F238E27FC236}">
                  <a16:creationId xmlns:a16="http://schemas.microsoft.com/office/drawing/2014/main" id="{2D80EAF7-4504-5F71-D8BA-057F323A4A96}"/>
                </a:ext>
              </a:extLst>
            </p:cNvPr>
            <p:cNvSpPr/>
            <p:nvPr/>
          </p:nvSpPr>
          <p:spPr>
            <a:xfrm>
              <a:off x="3853527" y="3548049"/>
              <a:ext cx="321738" cy="16117"/>
            </a:xfrm>
            <a:custGeom>
              <a:avLst/>
              <a:gdLst/>
              <a:ahLst/>
              <a:cxnLst/>
              <a:rect l="l" t="t" r="r" b="b"/>
              <a:pathLst>
                <a:path w="9502" h="476" extrusionOk="0">
                  <a:moveTo>
                    <a:pt x="1" y="0"/>
                  </a:moveTo>
                  <a:lnTo>
                    <a:pt x="1" y="475"/>
                  </a:lnTo>
                  <a:lnTo>
                    <a:pt x="9502" y="475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2104;p23">
              <a:extLst>
                <a:ext uri="{FF2B5EF4-FFF2-40B4-BE49-F238E27FC236}">
                  <a16:creationId xmlns:a16="http://schemas.microsoft.com/office/drawing/2014/main" id="{9D41BDF9-B5DE-52DC-95E0-13AA757BBDAC}"/>
                </a:ext>
              </a:extLst>
            </p:cNvPr>
            <p:cNvSpPr/>
            <p:nvPr/>
          </p:nvSpPr>
          <p:spPr>
            <a:xfrm>
              <a:off x="3853527" y="3586650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2105;p23">
              <a:extLst>
                <a:ext uri="{FF2B5EF4-FFF2-40B4-BE49-F238E27FC236}">
                  <a16:creationId xmlns:a16="http://schemas.microsoft.com/office/drawing/2014/main" id="{BB0818B4-6E02-B34B-6762-8AA90F234B4F}"/>
                </a:ext>
              </a:extLst>
            </p:cNvPr>
            <p:cNvSpPr/>
            <p:nvPr/>
          </p:nvSpPr>
          <p:spPr>
            <a:xfrm>
              <a:off x="3853527" y="3879369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2106;p23">
              <a:extLst>
                <a:ext uri="{FF2B5EF4-FFF2-40B4-BE49-F238E27FC236}">
                  <a16:creationId xmlns:a16="http://schemas.microsoft.com/office/drawing/2014/main" id="{9DCD3858-B86D-3E0F-A5C2-658B1D846585}"/>
                </a:ext>
              </a:extLst>
            </p:cNvPr>
            <p:cNvSpPr/>
            <p:nvPr/>
          </p:nvSpPr>
          <p:spPr>
            <a:xfrm>
              <a:off x="3853527" y="3919053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2107;p23">
              <a:extLst>
                <a:ext uri="{FF2B5EF4-FFF2-40B4-BE49-F238E27FC236}">
                  <a16:creationId xmlns:a16="http://schemas.microsoft.com/office/drawing/2014/main" id="{279E518E-E2BA-4DF8-2F83-2B287E4FF260}"/>
                </a:ext>
              </a:extLst>
            </p:cNvPr>
            <p:cNvSpPr/>
            <p:nvPr/>
          </p:nvSpPr>
          <p:spPr>
            <a:xfrm>
              <a:off x="3853527" y="3957654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2108;p23">
              <a:extLst>
                <a:ext uri="{FF2B5EF4-FFF2-40B4-BE49-F238E27FC236}">
                  <a16:creationId xmlns:a16="http://schemas.microsoft.com/office/drawing/2014/main" id="{D52D6F71-0B36-A1A2-DB27-FB15DF2C5679}"/>
                </a:ext>
              </a:extLst>
            </p:cNvPr>
            <p:cNvSpPr/>
            <p:nvPr/>
          </p:nvSpPr>
          <p:spPr>
            <a:xfrm>
              <a:off x="3853527" y="3997338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" name="Google Shape;2109;p23">
              <a:extLst>
                <a:ext uri="{FF2B5EF4-FFF2-40B4-BE49-F238E27FC236}">
                  <a16:creationId xmlns:a16="http://schemas.microsoft.com/office/drawing/2014/main" id="{1C7804B5-7C69-9339-174B-2795FE1551D8}"/>
                </a:ext>
              </a:extLst>
            </p:cNvPr>
            <p:cNvSpPr/>
            <p:nvPr/>
          </p:nvSpPr>
          <p:spPr>
            <a:xfrm>
              <a:off x="3853527" y="4035938"/>
              <a:ext cx="321738" cy="17201"/>
            </a:xfrm>
            <a:custGeom>
              <a:avLst/>
              <a:gdLst/>
              <a:ahLst/>
              <a:cxnLst/>
              <a:rect l="l" t="t" r="r" b="b"/>
              <a:pathLst>
                <a:path w="9502" h="508" extrusionOk="0">
                  <a:moveTo>
                    <a:pt x="1" y="0"/>
                  </a:moveTo>
                  <a:lnTo>
                    <a:pt x="1" y="507"/>
                  </a:lnTo>
                  <a:lnTo>
                    <a:pt x="9502" y="507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2110;p23">
              <a:extLst>
                <a:ext uri="{FF2B5EF4-FFF2-40B4-BE49-F238E27FC236}">
                  <a16:creationId xmlns:a16="http://schemas.microsoft.com/office/drawing/2014/main" id="{670E0E20-7DEF-914E-5585-49955CF5F5C0}"/>
                </a:ext>
              </a:extLst>
            </p:cNvPr>
            <p:cNvSpPr/>
            <p:nvPr/>
          </p:nvSpPr>
          <p:spPr>
            <a:xfrm>
              <a:off x="3853527" y="4075622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2111;p23">
              <a:extLst>
                <a:ext uri="{FF2B5EF4-FFF2-40B4-BE49-F238E27FC236}">
                  <a16:creationId xmlns:a16="http://schemas.microsoft.com/office/drawing/2014/main" id="{25CA88AD-0686-A41D-A586-8CF15507B708}"/>
                </a:ext>
              </a:extLst>
            </p:cNvPr>
            <p:cNvSpPr/>
            <p:nvPr/>
          </p:nvSpPr>
          <p:spPr>
            <a:xfrm>
              <a:off x="6125770" y="2472080"/>
              <a:ext cx="305654" cy="306061"/>
            </a:xfrm>
            <a:custGeom>
              <a:avLst/>
              <a:gdLst/>
              <a:ahLst/>
              <a:cxnLst/>
              <a:rect l="l" t="t" r="r" b="b"/>
              <a:pathLst>
                <a:path w="9027" h="9039" extrusionOk="0">
                  <a:moveTo>
                    <a:pt x="4494" y="3326"/>
                  </a:moveTo>
                  <a:cubicBezTo>
                    <a:pt x="4547" y="3326"/>
                    <a:pt x="4602" y="3330"/>
                    <a:pt x="4656" y="3338"/>
                  </a:cubicBezTo>
                  <a:cubicBezTo>
                    <a:pt x="5321" y="3433"/>
                    <a:pt x="5796" y="4035"/>
                    <a:pt x="5701" y="4669"/>
                  </a:cubicBezTo>
                  <a:cubicBezTo>
                    <a:pt x="5612" y="5291"/>
                    <a:pt x="5079" y="5720"/>
                    <a:pt x="4491" y="5720"/>
                  </a:cubicBezTo>
                  <a:cubicBezTo>
                    <a:pt x="4451" y="5720"/>
                    <a:pt x="4411" y="5718"/>
                    <a:pt x="4371" y="5714"/>
                  </a:cubicBezTo>
                  <a:cubicBezTo>
                    <a:pt x="3706" y="5619"/>
                    <a:pt x="3231" y="5017"/>
                    <a:pt x="3326" y="4352"/>
                  </a:cubicBezTo>
                  <a:cubicBezTo>
                    <a:pt x="3413" y="3773"/>
                    <a:pt x="3923" y="3326"/>
                    <a:pt x="4494" y="3326"/>
                  </a:cubicBezTo>
                  <a:close/>
                  <a:moveTo>
                    <a:pt x="3923" y="0"/>
                  </a:moveTo>
                  <a:cubicBezTo>
                    <a:pt x="3914" y="0"/>
                    <a:pt x="3905" y="4"/>
                    <a:pt x="3896" y="13"/>
                  </a:cubicBezTo>
                  <a:lnTo>
                    <a:pt x="2788" y="298"/>
                  </a:lnTo>
                  <a:cubicBezTo>
                    <a:pt x="2756" y="298"/>
                    <a:pt x="2756" y="330"/>
                    <a:pt x="2756" y="362"/>
                  </a:cubicBezTo>
                  <a:cubicBezTo>
                    <a:pt x="2756" y="362"/>
                    <a:pt x="2914" y="1470"/>
                    <a:pt x="2439" y="1818"/>
                  </a:cubicBezTo>
                  <a:cubicBezTo>
                    <a:pt x="2239" y="1969"/>
                    <a:pt x="1999" y="2060"/>
                    <a:pt x="1766" y="2060"/>
                  </a:cubicBezTo>
                  <a:cubicBezTo>
                    <a:pt x="1704" y="2060"/>
                    <a:pt x="1644" y="2053"/>
                    <a:pt x="1584" y="2040"/>
                  </a:cubicBezTo>
                  <a:cubicBezTo>
                    <a:pt x="1331" y="2008"/>
                    <a:pt x="951" y="1755"/>
                    <a:pt x="951" y="1755"/>
                  </a:cubicBezTo>
                  <a:cubicBezTo>
                    <a:pt x="940" y="1744"/>
                    <a:pt x="930" y="1741"/>
                    <a:pt x="920" y="1741"/>
                  </a:cubicBezTo>
                  <a:cubicBezTo>
                    <a:pt x="901" y="1741"/>
                    <a:pt x="887" y="1755"/>
                    <a:pt x="887" y="1755"/>
                  </a:cubicBezTo>
                  <a:lnTo>
                    <a:pt x="317" y="2737"/>
                  </a:lnTo>
                  <a:cubicBezTo>
                    <a:pt x="286" y="2768"/>
                    <a:pt x="317" y="2832"/>
                    <a:pt x="317" y="2832"/>
                  </a:cubicBezTo>
                  <a:cubicBezTo>
                    <a:pt x="317" y="2832"/>
                    <a:pt x="1204" y="3497"/>
                    <a:pt x="1141" y="4067"/>
                  </a:cubicBezTo>
                  <a:cubicBezTo>
                    <a:pt x="1077" y="4669"/>
                    <a:pt x="32" y="5049"/>
                    <a:pt x="32" y="5049"/>
                  </a:cubicBezTo>
                  <a:cubicBezTo>
                    <a:pt x="1" y="5080"/>
                    <a:pt x="1" y="5112"/>
                    <a:pt x="1" y="5144"/>
                  </a:cubicBezTo>
                  <a:lnTo>
                    <a:pt x="286" y="6220"/>
                  </a:lnTo>
                  <a:cubicBezTo>
                    <a:pt x="317" y="6252"/>
                    <a:pt x="349" y="6284"/>
                    <a:pt x="381" y="6284"/>
                  </a:cubicBezTo>
                  <a:cubicBezTo>
                    <a:pt x="381" y="6284"/>
                    <a:pt x="553" y="6258"/>
                    <a:pt x="782" y="6258"/>
                  </a:cubicBezTo>
                  <a:cubicBezTo>
                    <a:pt x="1126" y="6258"/>
                    <a:pt x="1597" y="6315"/>
                    <a:pt x="1806" y="6600"/>
                  </a:cubicBezTo>
                  <a:cubicBezTo>
                    <a:pt x="2186" y="7044"/>
                    <a:pt x="1742" y="8057"/>
                    <a:pt x="1742" y="8057"/>
                  </a:cubicBezTo>
                  <a:cubicBezTo>
                    <a:pt x="1742" y="8089"/>
                    <a:pt x="1742" y="8120"/>
                    <a:pt x="1774" y="8152"/>
                  </a:cubicBezTo>
                  <a:lnTo>
                    <a:pt x="2756" y="8722"/>
                  </a:lnTo>
                  <a:cubicBezTo>
                    <a:pt x="2788" y="8722"/>
                    <a:pt x="2819" y="8722"/>
                    <a:pt x="2819" y="8690"/>
                  </a:cubicBezTo>
                  <a:cubicBezTo>
                    <a:pt x="2819" y="8690"/>
                    <a:pt x="3418" y="7892"/>
                    <a:pt x="3967" y="7892"/>
                  </a:cubicBezTo>
                  <a:cubicBezTo>
                    <a:pt x="3996" y="7892"/>
                    <a:pt x="4025" y="7894"/>
                    <a:pt x="4054" y="7899"/>
                  </a:cubicBezTo>
                  <a:cubicBezTo>
                    <a:pt x="4656" y="7962"/>
                    <a:pt x="5068" y="8975"/>
                    <a:pt x="5068" y="8975"/>
                  </a:cubicBezTo>
                  <a:cubicBezTo>
                    <a:pt x="5068" y="9007"/>
                    <a:pt x="5099" y="9039"/>
                    <a:pt x="5131" y="9039"/>
                  </a:cubicBezTo>
                  <a:lnTo>
                    <a:pt x="6239" y="8722"/>
                  </a:lnTo>
                  <a:cubicBezTo>
                    <a:pt x="6271" y="8722"/>
                    <a:pt x="6271" y="8690"/>
                    <a:pt x="6271" y="8659"/>
                  </a:cubicBezTo>
                  <a:cubicBezTo>
                    <a:pt x="6271" y="8659"/>
                    <a:pt x="6113" y="7582"/>
                    <a:pt x="6588" y="7202"/>
                  </a:cubicBezTo>
                  <a:cubicBezTo>
                    <a:pt x="6722" y="7104"/>
                    <a:pt x="6896" y="7068"/>
                    <a:pt x="7077" y="7068"/>
                  </a:cubicBezTo>
                  <a:cubicBezTo>
                    <a:pt x="7539" y="7068"/>
                    <a:pt x="8045" y="7297"/>
                    <a:pt x="8045" y="7297"/>
                  </a:cubicBezTo>
                  <a:cubicBezTo>
                    <a:pt x="8076" y="7297"/>
                    <a:pt x="8140" y="7297"/>
                    <a:pt x="8140" y="7265"/>
                  </a:cubicBezTo>
                  <a:lnTo>
                    <a:pt x="8710" y="6284"/>
                  </a:lnTo>
                  <a:cubicBezTo>
                    <a:pt x="8710" y="6252"/>
                    <a:pt x="8710" y="6220"/>
                    <a:pt x="8678" y="6189"/>
                  </a:cubicBezTo>
                  <a:cubicBezTo>
                    <a:pt x="8678" y="6189"/>
                    <a:pt x="7791" y="5555"/>
                    <a:pt x="7886" y="4954"/>
                  </a:cubicBezTo>
                  <a:cubicBezTo>
                    <a:pt x="7950" y="4383"/>
                    <a:pt x="8995" y="3972"/>
                    <a:pt x="8995" y="3972"/>
                  </a:cubicBezTo>
                  <a:cubicBezTo>
                    <a:pt x="9026" y="3972"/>
                    <a:pt x="9026" y="3908"/>
                    <a:pt x="9026" y="3877"/>
                  </a:cubicBezTo>
                  <a:lnTo>
                    <a:pt x="8741" y="2800"/>
                  </a:lnTo>
                  <a:cubicBezTo>
                    <a:pt x="8719" y="2778"/>
                    <a:pt x="8696" y="2755"/>
                    <a:pt x="8674" y="2755"/>
                  </a:cubicBezTo>
                  <a:cubicBezTo>
                    <a:pt x="8665" y="2755"/>
                    <a:pt x="8656" y="2759"/>
                    <a:pt x="8646" y="2768"/>
                  </a:cubicBezTo>
                  <a:cubicBezTo>
                    <a:pt x="8646" y="2768"/>
                    <a:pt x="8306" y="2899"/>
                    <a:pt x="8054" y="2899"/>
                  </a:cubicBezTo>
                  <a:cubicBezTo>
                    <a:pt x="8029" y="2899"/>
                    <a:pt x="8004" y="2898"/>
                    <a:pt x="7981" y="2895"/>
                  </a:cubicBezTo>
                  <a:cubicBezTo>
                    <a:pt x="7665" y="2832"/>
                    <a:pt x="7411" y="2705"/>
                    <a:pt x="7221" y="2452"/>
                  </a:cubicBezTo>
                  <a:cubicBezTo>
                    <a:pt x="6841" y="1977"/>
                    <a:pt x="7285" y="963"/>
                    <a:pt x="7285" y="963"/>
                  </a:cubicBezTo>
                  <a:cubicBezTo>
                    <a:pt x="7285" y="932"/>
                    <a:pt x="7285" y="900"/>
                    <a:pt x="7253" y="868"/>
                  </a:cubicBezTo>
                  <a:lnTo>
                    <a:pt x="6271" y="298"/>
                  </a:lnTo>
                  <a:cubicBezTo>
                    <a:pt x="6239" y="298"/>
                    <a:pt x="6208" y="298"/>
                    <a:pt x="6176" y="330"/>
                  </a:cubicBezTo>
                  <a:cubicBezTo>
                    <a:pt x="6176" y="330"/>
                    <a:pt x="5586" y="1156"/>
                    <a:pt x="5003" y="1156"/>
                  </a:cubicBezTo>
                  <a:cubicBezTo>
                    <a:pt x="4983" y="1156"/>
                    <a:pt x="4962" y="1155"/>
                    <a:pt x="4941" y="1153"/>
                  </a:cubicBezTo>
                  <a:cubicBezTo>
                    <a:pt x="4371" y="1058"/>
                    <a:pt x="3959" y="45"/>
                    <a:pt x="3959" y="45"/>
                  </a:cubicBezTo>
                  <a:cubicBezTo>
                    <a:pt x="3959" y="22"/>
                    <a:pt x="3943" y="0"/>
                    <a:pt x="39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2112;p23">
              <a:extLst>
                <a:ext uri="{FF2B5EF4-FFF2-40B4-BE49-F238E27FC236}">
                  <a16:creationId xmlns:a16="http://schemas.microsoft.com/office/drawing/2014/main" id="{B35CAFD0-49F6-8DB9-ACFE-3933275A2647}"/>
                </a:ext>
              </a:extLst>
            </p:cNvPr>
            <p:cNvSpPr/>
            <p:nvPr/>
          </p:nvSpPr>
          <p:spPr>
            <a:xfrm>
              <a:off x="6278038" y="2808919"/>
              <a:ext cx="314221" cy="313442"/>
            </a:xfrm>
            <a:custGeom>
              <a:avLst/>
              <a:gdLst/>
              <a:ahLst/>
              <a:cxnLst/>
              <a:rect l="l" t="t" r="r" b="b"/>
              <a:pathLst>
                <a:path w="9280" h="9257" extrusionOk="0">
                  <a:moveTo>
                    <a:pt x="4656" y="3556"/>
                  </a:moveTo>
                  <a:cubicBezTo>
                    <a:pt x="4688" y="3556"/>
                    <a:pt x="4751" y="3556"/>
                    <a:pt x="4783" y="3588"/>
                  </a:cubicBezTo>
                  <a:cubicBezTo>
                    <a:pt x="5353" y="3651"/>
                    <a:pt x="5796" y="4190"/>
                    <a:pt x="5701" y="4760"/>
                  </a:cubicBezTo>
                  <a:cubicBezTo>
                    <a:pt x="5642" y="5320"/>
                    <a:pt x="5170" y="5716"/>
                    <a:pt x="4619" y="5716"/>
                  </a:cubicBezTo>
                  <a:cubicBezTo>
                    <a:pt x="4579" y="5716"/>
                    <a:pt x="4539" y="5714"/>
                    <a:pt x="4498" y="5710"/>
                  </a:cubicBezTo>
                  <a:cubicBezTo>
                    <a:pt x="4213" y="5646"/>
                    <a:pt x="3959" y="5520"/>
                    <a:pt x="3801" y="5298"/>
                  </a:cubicBezTo>
                  <a:cubicBezTo>
                    <a:pt x="3611" y="5076"/>
                    <a:pt x="3548" y="4791"/>
                    <a:pt x="3579" y="4506"/>
                  </a:cubicBezTo>
                  <a:cubicBezTo>
                    <a:pt x="3611" y="4221"/>
                    <a:pt x="3769" y="3968"/>
                    <a:pt x="3991" y="3778"/>
                  </a:cubicBezTo>
                  <a:cubicBezTo>
                    <a:pt x="4181" y="3651"/>
                    <a:pt x="4403" y="3556"/>
                    <a:pt x="4656" y="3556"/>
                  </a:cubicBezTo>
                  <a:close/>
                  <a:moveTo>
                    <a:pt x="4682" y="3328"/>
                  </a:moveTo>
                  <a:cubicBezTo>
                    <a:pt x="4379" y="3328"/>
                    <a:pt x="4085" y="3422"/>
                    <a:pt x="3864" y="3588"/>
                  </a:cubicBezTo>
                  <a:cubicBezTo>
                    <a:pt x="3579" y="3809"/>
                    <a:pt x="3389" y="4126"/>
                    <a:pt x="3358" y="4475"/>
                  </a:cubicBezTo>
                  <a:cubicBezTo>
                    <a:pt x="3294" y="4823"/>
                    <a:pt x="3389" y="5171"/>
                    <a:pt x="3611" y="5425"/>
                  </a:cubicBezTo>
                  <a:cubicBezTo>
                    <a:pt x="3801" y="5710"/>
                    <a:pt x="4118" y="5900"/>
                    <a:pt x="4466" y="5931"/>
                  </a:cubicBezTo>
                  <a:cubicBezTo>
                    <a:pt x="4529" y="5931"/>
                    <a:pt x="4593" y="5963"/>
                    <a:pt x="4656" y="5963"/>
                  </a:cubicBezTo>
                  <a:cubicBezTo>
                    <a:pt x="5289" y="5963"/>
                    <a:pt x="5859" y="5456"/>
                    <a:pt x="5954" y="4791"/>
                  </a:cubicBezTo>
                  <a:cubicBezTo>
                    <a:pt x="6049" y="4094"/>
                    <a:pt x="5543" y="3429"/>
                    <a:pt x="4814" y="3334"/>
                  </a:cubicBezTo>
                  <a:cubicBezTo>
                    <a:pt x="4770" y="3330"/>
                    <a:pt x="4726" y="3328"/>
                    <a:pt x="4682" y="3328"/>
                  </a:cubicBezTo>
                  <a:close/>
                  <a:moveTo>
                    <a:pt x="3991" y="263"/>
                  </a:moveTo>
                  <a:cubicBezTo>
                    <a:pt x="4086" y="453"/>
                    <a:pt x="4466" y="1308"/>
                    <a:pt x="5068" y="1371"/>
                  </a:cubicBezTo>
                  <a:cubicBezTo>
                    <a:pt x="5102" y="1377"/>
                    <a:pt x="5137" y="1379"/>
                    <a:pt x="5172" y="1379"/>
                  </a:cubicBezTo>
                  <a:cubicBezTo>
                    <a:pt x="5709" y="1379"/>
                    <a:pt x="6249" y="726"/>
                    <a:pt x="6398" y="548"/>
                  </a:cubicBezTo>
                  <a:lnTo>
                    <a:pt x="7285" y="1086"/>
                  </a:lnTo>
                  <a:cubicBezTo>
                    <a:pt x="7190" y="1276"/>
                    <a:pt x="6873" y="2163"/>
                    <a:pt x="7253" y="2638"/>
                  </a:cubicBezTo>
                  <a:cubicBezTo>
                    <a:pt x="7443" y="2891"/>
                    <a:pt x="7760" y="3081"/>
                    <a:pt x="8076" y="3113"/>
                  </a:cubicBezTo>
                  <a:cubicBezTo>
                    <a:pt x="8107" y="3117"/>
                    <a:pt x="8140" y="3119"/>
                    <a:pt x="8174" y="3119"/>
                  </a:cubicBezTo>
                  <a:cubicBezTo>
                    <a:pt x="8383" y="3119"/>
                    <a:pt x="8637" y="3045"/>
                    <a:pt x="8773" y="3018"/>
                  </a:cubicBezTo>
                  <a:lnTo>
                    <a:pt x="9026" y="3999"/>
                  </a:lnTo>
                  <a:cubicBezTo>
                    <a:pt x="8836" y="4063"/>
                    <a:pt x="7981" y="4475"/>
                    <a:pt x="7886" y="5076"/>
                  </a:cubicBezTo>
                  <a:cubicBezTo>
                    <a:pt x="7823" y="5646"/>
                    <a:pt x="8551" y="6248"/>
                    <a:pt x="8710" y="6375"/>
                  </a:cubicBezTo>
                  <a:lnTo>
                    <a:pt x="8203" y="7293"/>
                  </a:lnTo>
                  <a:cubicBezTo>
                    <a:pt x="8056" y="7230"/>
                    <a:pt x="7618" y="7070"/>
                    <a:pt x="7210" y="7070"/>
                  </a:cubicBezTo>
                  <a:cubicBezTo>
                    <a:pt x="7002" y="7070"/>
                    <a:pt x="6801" y="7112"/>
                    <a:pt x="6651" y="7230"/>
                  </a:cubicBezTo>
                  <a:cubicBezTo>
                    <a:pt x="6176" y="7610"/>
                    <a:pt x="6271" y="8528"/>
                    <a:pt x="6271" y="8750"/>
                  </a:cubicBezTo>
                  <a:lnTo>
                    <a:pt x="5289" y="9035"/>
                  </a:lnTo>
                  <a:cubicBezTo>
                    <a:pt x="5194" y="8813"/>
                    <a:pt x="4814" y="7958"/>
                    <a:pt x="4213" y="7895"/>
                  </a:cubicBezTo>
                  <a:lnTo>
                    <a:pt x="4118" y="7895"/>
                  </a:lnTo>
                  <a:cubicBezTo>
                    <a:pt x="3579" y="7895"/>
                    <a:pt x="3009" y="8560"/>
                    <a:pt x="2883" y="8686"/>
                  </a:cubicBezTo>
                  <a:lnTo>
                    <a:pt x="1996" y="8180"/>
                  </a:lnTo>
                  <a:cubicBezTo>
                    <a:pt x="2059" y="7990"/>
                    <a:pt x="2407" y="7103"/>
                    <a:pt x="2027" y="6628"/>
                  </a:cubicBezTo>
                  <a:cubicBezTo>
                    <a:pt x="1799" y="6317"/>
                    <a:pt x="1313" y="6250"/>
                    <a:pt x="942" y="6250"/>
                  </a:cubicBezTo>
                  <a:cubicBezTo>
                    <a:pt x="747" y="6250"/>
                    <a:pt x="584" y="6269"/>
                    <a:pt x="507" y="6280"/>
                  </a:cubicBezTo>
                  <a:lnTo>
                    <a:pt x="254" y="5266"/>
                  </a:lnTo>
                  <a:cubicBezTo>
                    <a:pt x="444" y="5171"/>
                    <a:pt x="1299" y="4791"/>
                    <a:pt x="1394" y="4190"/>
                  </a:cubicBezTo>
                  <a:cubicBezTo>
                    <a:pt x="1457" y="3619"/>
                    <a:pt x="729" y="3018"/>
                    <a:pt x="571" y="2891"/>
                  </a:cubicBezTo>
                  <a:lnTo>
                    <a:pt x="1077" y="2004"/>
                  </a:lnTo>
                  <a:cubicBezTo>
                    <a:pt x="1204" y="2068"/>
                    <a:pt x="1457" y="2258"/>
                    <a:pt x="1679" y="2289"/>
                  </a:cubicBezTo>
                  <a:cubicBezTo>
                    <a:pt x="1723" y="2293"/>
                    <a:pt x="1768" y="2295"/>
                    <a:pt x="1812" y="2295"/>
                  </a:cubicBezTo>
                  <a:cubicBezTo>
                    <a:pt x="2114" y="2295"/>
                    <a:pt x="2408" y="2202"/>
                    <a:pt x="2629" y="2036"/>
                  </a:cubicBezTo>
                  <a:cubicBezTo>
                    <a:pt x="3104" y="1688"/>
                    <a:pt x="3009" y="738"/>
                    <a:pt x="2978" y="516"/>
                  </a:cubicBezTo>
                  <a:lnTo>
                    <a:pt x="3991" y="263"/>
                  </a:lnTo>
                  <a:close/>
                  <a:moveTo>
                    <a:pt x="4041" y="1"/>
                  </a:moveTo>
                  <a:cubicBezTo>
                    <a:pt x="4025" y="1"/>
                    <a:pt x="4008" y="4"/>
                    <a:pt x="3991" y="9"/>
                  </a:cubicBezTo>
                  <a:lnTo>
                    <a:pt x="2883" y="294"/>
                  </a:lnTo>
                  <a:cubicBezTo>
                    <a:pt x="2788" y="358"/>
                    <a:pt x="2724" y="421"/>
                    <a:pt x="2756" y="516"/>
                  </a:cubicBezTo>
                  <a:cubicBezTo>
                    <a:pt x="2788" y="801"/>
                    <a:pt x="2819" y="1593"/>
                    <a:pt x="2502" y="1846"/>
                  </a:cubicBezTo>
                  <a:cubicBezTo>
                    <a:pt x="2317" y="2005"/>
                    <a:pt x="2087" y="2075"/>
                    <a:pt x="1849" y="2075"/>
                  </a:cubicBezTo>
                  <a:cubicBezTo>
                    <a:pt x="1803" y="2075"/>
                    <a:pt x="1757" y="2073"/>
                    <a:pt x="1711" y="2068"/>
                  </a:cubicBezTo>
                  <a:cubicBezTo>
                    <a:pt x="1552" y="2036"/>
                    <a:pt x="1267" y="1846"/>
                    <a:pt x="1141" y="1783"/>
                  </a:cubicBezTo>
                  <a:cubicBezTo>
                    <a:pt x="1109" y="1751"/>
                    <a:pt x="1077" y="1751"/>
                    <a:pt x="1014" y="1751"/>
                  </a:cubicBezTo>
                  <a:cubicBezTo>
                    <a:pt x="982" y="1751"/>
                    <a:pt x="919" y="1783"/>
                    <a:pt x="887" y="1846"/>
                  </a:cubicBezTo>
                  <a:lnTo>
                    <a:pt x="317" y="2828"/>
                  </a:lnTo>
                  <a:cubicBezTo>
                    <a:pt x="286" y="2891"/>
                    <a:pt x="317" y="3018"/>
                    <a:pt x="381" y="3049"/>
                  </a:cubicBezTo>
                  <a:cubicBezTo>
                    <a:pt x="634" y="3239"/>
                    <a:pt x="1204" y="3746"/>
                    <a:pt x="1141" y="4190"/>
                  </a:cubicBezTo>
                  <a:cubicBezTo>
                    <a:pt x="1109" y="4601"/>
                    <a:pt x="381" y="4981"/>
                    <a:pt x="127" y="5076"/>
                  </a:cubicBezTo>
                  <a:cubicBezTo>
                    <a:pt x="32" y="5108"/>
                    <a:pt x="1" y="5203"/>
                    <a:pt x="1" y="5298"/>
                  </a:cubicBezTo>
                  <a:lnTo>
                    <a:pt x="317" y="6406"/>
                  </a:lnTo>
                  <a:cubicBezTo>
                    <a:pt x="349" y="6501"/>
                    <a:pt x="444" y="6533"/>
                    <a:pt x="507" y="6533"/>
                  </a:cubicBezTo>
                  <a:cubicBezTo>
                    <a:pt x="606" y="6511"/>
                    <a:pt x="764" y="6493"/>
                    <a:pt x="940" y="6493"/>
                  </a:cubicBezTo>
                  <a:cubicBezTo>
                    <a:pt x="1275" y="6493"/>
                    <a:pt x="1672" y="6558"/>
                    <a:pt x="1837" y="6786"/>
                  </a:cubicBezTo>
                  <a:cubicBezTo>
                    <a:pt x="2122" y="7135"/>
                    <a:pt x="1869" y="7863"/>
                    <a:pt x="1742" y="8148"/>
                  </a:cubicBezTo>
                  <a:cubicBezTo>
                    <a:pt x="1711" y="8211"/>
                    <a:pt x="1742" y="8306"/>
                    <a:pt x="1837" y="8370"/>
                  </a:cubicBezTo>
                  <a:lnTo>
                    <a:pt x="2819" y="8940"/>
                  </a:lnTo>
                  <a:cubicBezTo>
                    <a:pt x="2854" y="8951"/>
                    <a:pt x="2889" y="8959"/>
                    <a:pt x="2922" y="8959"/>
                  </a:cubicBezTo>
                  <a:cubicBezTo>
                    <a:pt x="2979" y="8959"/>
                    <a:pt x="3032" y="8937"/>
                    <a:pt x="3073" y="8876"/>
                  </a:cubicBezTo>
                  <a:cubicBezTo>
                    <a:pt x="3227" y="8661"/>
                    <a:pt x="3741" y="8115"/>
                    <a:pt x="4147" y="8115"/>
                  </a:cubicBezTo>
                  <a:cubicBezTo>
                    <a:pt x="4159" y="8115"/>
                    <a:pt x="4170" y="8116"/>
                    <a:pt x="4181" y="8116"/>
                  </a:cubicBezTo>
                  <a:cubicBezTo>
                    <a:pt x="4593" y="8180"/>
                    <a:pt x="4973" y="8876"/>
                    <a:pt x="5068" y="9162"/>
                  </a:cubicBezTo>
                  <a:cubicBezTo>
                    <a:pt x="5099" y="9225"/>
                    <a:pt x="5163" y="9257"/>
                    <a:pt x="5258" y="9257"/>
                  </a:cubicBezTo>
                  <a:lnTo>
                    <a:pt x="5289" y="9257"/>
                  </a:lnTo>
                  <a:lnTo>
                    <a:pt x="6398" y="8972"/>
                  </a:lnTo>
                  <a:cubicBezTo>
                    <a:pt x="6493" y="8940"/>
                    <a:pt x="6524" y="8845"/>
                    <a:pt x="6524" y="8750"/>
                  </a:cubicBezTo>
                  <a:cubicBezTo>
                    <a:pt x="6493" y="8465"/>
                    <a:pt x="6429" y="7673"/>
                    <a:pt x="6778" y="7420"/>
                  </a:cubicBezTo>
                  <a:cubicBezTo>
                    <a:pt x="6888" y="7340"/>
                    <a:pt x="7038" y="7310"/>
                    <a:pt x="7201" y="7310"/>
                  </a:cubicBezTo>
                  <a:cubicBezTo>
                    <a:pt x="7555" y="7310"/>
                    <a:pt x="7966" y="7450"/>
                    <a:pt x="8140" y="7515"/>
                  </a:cubicBezTo>
                  <a:cubicBezTo>
                    <a:pt x="8157" y="7523"/>
                    <a:pt x="8178" y="7527"/>
                    <a:pt x="8201" y="7527"/>
                  </a:cubicBezTo>
                  <a:cubicBezTo>
                    <a:pt x="8264" y="7527"/>
                    <a:pt x="8338" y="7498"/>
                    <a:pt x="8361" y="7451"/>
                  </a:cubicBezTo>
                  <a:lnTo>
                    <a:pt x="8931" y="6470"/>
                  </a:lnTo>
                  <a:cubicBezTo>
                    <a:pt x="8995" y="6375"/>
                    <a:pt x="8963" y="6280"/>
                    <a:pt x="8868" y="6216"/>
                  </a:cubicBezTo>
                  <a:cubicBezTo>
                    <a:pt x="8646" y="6058"/>
                    <a:pt x="8076" y="5520"/>
                    <a:pt x="8108" y="5108"/>
                  </a:cubicBezTo>
                  <a:lnTo>
                    <a:pt x="8140" y="5076"/>
                  </a:lnTo>
                  <a:cubicBezTo>
                    <a:pt x="8171" y="4665"/>
                    <a:pt x="8868" y="4285"/>
                    <a:pt x="9153" y="4190"/>
                  </a:cubicBezTo>
                  <a:cubicBezTo>
                    <a:pt x="9216" y="4158"/>
                    <a:pt x="9280" y="4063"/>
                    <a:pt x="9248" y="3968"/>
                  </a:cubicBezTo>
                  <a:lnTo>
                    <a:pt x="8963" y="2859"/>
                  </a:lnTo>
                  <a:cubicBezTo>
                    <a:pt x="8963" y="2828"/>
                    <a:pt x="8931" y="2796"/>
                    <a:pt x="8868" y="2764"/>
                  </a:cubicBezTo>
                  <a:cubicBezTo>
                    <a:pt x="8852" y="2749"/>
                    <a:pt x="8828" y="2741"/>
                    <a:pt x="8805" y="2741"/>
                  </a:cubicBezTo>
                  <a:cubicBezTo>
                    <a:pt x="8781" y="2741"/>
                    <a:pt x="8757" y="2749"/>
                    <a:pt x="8741" y="2764"/>
                  </a:cubicBezTo>
                  <a:cubicBezTo>
                    <a:pt x="8629" y="2793"/>
                    <a:pt x="8365" y="2896"/>
                    <a:pt x="8175" y="2896"/>
                  </a:cubicBezTo>
                  <a:cubicBezTo>
                    <a:pt x="8151" y="2896"/>
                    <a:pt x="8129" y="2895"/>
                    <a:pt x="8108" y="2891"/>
                  </a:cubicBezTo>
                  <a:cubicBezTo>
                    <a:pt x="7823" y="2859"/>
                    <a:pt x="7601" y="2701"/>
                    <a:pt x="7411" y="2479"/>
                  </a:cubicBezTo>
                  <a:cubicBezTo>
                    <a:pt x="7158" y="2163"/>
                    <a:pt x="7411" y="1403"/>
                    <a:pt x="7506" y="1149"/>
                  </a:cubicBezTo>
                  <a:cubicBezTo>
                    <a:pt x="7538" y="1054"/>
                    <a:pt x="7538" y="959"/>
                    <a:pt x="7443" y="896"/>
                  </a:cubicBezTo>
                  <a:lnTo>
                    <a:pt x="6461" y="326"/>
                  </a:lnTo>
                  <a:cubicBezTo>
                    <a:pt x="6436" y="317"/>
                    <a:pt x="6410" y="313"/>
                    <a:pt x="6385" y="313"/>
                  </a:cubicBezTo>
                  <a:cubicBezTo>
                    <a:pt x="6317" y="313"/>
                    <a:pt x="6254" y="343"/>
                    <a:pt x="6208" y="389"/>
                  </a:cubicBezTo>
                  <a:cubicBezTo>
                    <a:pt x="6057" y="600"/>
                    <a:pt x="5563" y="1154"/>
                    <a:pt x="5161" y="1154"/>
                  </a:cubicBezTo>
                  <a:cubicBezTo>
                    <a:pt x="5140" y="1154"/>
                    <a:pt x="5120" y="1152"/>
                    <a:pt x="5099" y="1149"/>
                  </a:cubicBezTo>
                  <a:cubicBezTo>
                    <a:pt x="4656" y="1086"/>
                    <a:pt x="4308" y="389"/>
                    <a:pt x="4213" y="136"/>
                  </a:cubicBezTo>
                  <a:cubicBezTo>
                    <a:pt x="4187" y="58"/>
                    <a:pt x="4118" y="1"/>
                    <a:pt x="40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2113;p23">
              <a:extLst>
                <a:ext uri="{FF2B5EF4-FFF2-40B4-BE49-F238E27FC236}">
                  <a16:creationId xmlns:a16="http://schemas.microsoft.com/office/drawing/2014/main" id="{485C51D1-AB60-55A9-37B3-28B69BCF632A}"/>
                </a:ext>
              </a:extLst>
            </p:cNvPr>
            <p:cNvSpPr/>
            <p:nvPr/>
          </p:nvSpPr>
          <p:spPr>
            <a:xfrm>
              <a:off x="2856282" y="2566888"/>
              <a:ext cx="315304" cy="315270"/>
            </a:xfrm>
            <a:custGeom>
              <a:avLst/>
              <a:gdLst/>
              <a:ahLst/>
              <a:cxnLst/>
              <a:rect l="l" t="t" r="r" b="b"/>
              <a:pathLst>
                <a:path w="9312" h="9311" extrusionOk="0">
                  <a:moveTo>
                    <a:pt x="4656" y="3579"/>
                  </a:moveTo>
                  <a:cubicBezTo>
                    <a:pt x="4719" y="3579"/>
                    <a:pt x="4783" y="3579"/>
                    <a:pt x="4846" y="3610"/>
                  </a:cubicBezTo>
                  <a:cubicBezTo>
                    <a:pt x="5131" y="3642"/>
                    <a:pt x="5384" y="3800"/>
                    <a:pt x="5543" y="4054"/>
                  </a:cubicBezTo>
                  <a:cubicBezTo>
                    <a:pt x="5701" y="4275"/>
                    <a:pt x="5764" y="4560"/>
                    <a:pt x="5701" y="4845"/>
                  </a:cubicBezTo>
                  <a:cubicBezTo>
                    <a:pt x="5618" y="5345"/>
                    <a:pt x="5193" y="5723"/>
                    <a:pt x="4684" y="5723"/>
                  </a:cubicBezTo>
                  <a:cubicBezTo>
                    <a:pt x="4613" y="5723"/>
                    <a:pt x="4540" y="5716"/>
                    <a:pt x="4466" y="5700"/>
                  </a:cubicBezTo>
                  <a:cubicBezTo>
                    <a:pt x="4181" y="5669"/>
                    <a:pt x="3959" y="5510"/>
                    <a:pt x="3769" y="5257"/>
                  </a:cubicBezTo>
                  <a:cubicBezTo>
                    <a:pt x="3611" y="5035"/>
                    <a:pt x="3548" y="4750"/>
                    <a:pt x="3611" y="4465"/>
                  </a:cubicBezTo>
                  <a:cubicBezTo>
                    <a:pt x="3674" y="4180"/>
                    <a:pt x="3801" y="3959"/>
                    <a:pt x="4054" y="3769"/>
                  </a:cubicBezTo>
                  <a:cubicBezTo>
                    <a:pt x="4244" y="3642"/>
                    <a:pt x="4434" y="3579"/>
                    <a:pt x="4656" y="3579"/>
                  </a:cubicBezTo>
                  <a:close/>
                  <a:moveTo>
                    <a:pt x="4676" y="3337"/>
                  </a:moveTo>
                  <a:cubicBezTo>
                    <a:pt x="4418" y="3337"/>
                    <a:pt x="4153" y="3428"/>
                    <a:pt x="3928" y="3579"/>
                  </a:cubicBezTo>
                  <a:cubicBezTo>
                    <a:pt x="3611" y="3769"/>
                    <a:pt x="3421" y="4085"/>
                    <a:pt x="3389" y="4434"/>
                  </a:cubicBezTo>
                  <a:cubicBezTo>
                    <a:pt x="3326" y="4782"/>
                    <a:pt x="3389" y="5130"/>
                    <a:pt x="3579" y="5415"/>
                  </a:cubicBezTo>
                  <a:cubicBezTo>
                    <a:pt x="3801" y="5700"/>
                    <a:pt x="4086" y="5890"/>
                    <a:pt x="4434" y="5954"/>
                  </a:cubicBezTo>
                  <a:lnTo>
                    <a:pt x="4656" y="5954"/>
                  </a:lnTo>
                  <a:cubicBezTo>
                    <a:pt x="5289" y="5954"/>
                    <a:pt x="5859" y="5510"/>
                    <a:pt x="5954" y="4877"/>
                  </a:cubicBezTo>
                  <a:cubicBezTo>
                    <a:pt x="6018" y="4529"/>
                    <a:pt x="5954" y="4180"/>
                    <a:pt x="5733" y="3895"/>
                  </a:cubicBezTo>
                  <a:cubicBezTo>
                    <a:pt x="5543" y="3610"/>
                    <a:pt x="5226" y="3420"/>
                    <a:pt x="4878" y="3357"/>
                  </a:cubicBezTo>
                  <a:cubicBezTo>
                    <a:pt x="4812" y="3344"/>
                    <a:pt x="4744" y="3337"/>
                    <a:pt x="4676" y="3337"/>
                  </a:cubicBezTo>
                  <a:close/>
                  <a:moveTo>
                    <a:pt x="4213" y="253"/>
                  </a:moveTo>
                  <a:cubicBezTo>
                    <a:pt x="4276" y="475"/>
                    <a:pt x="4656" y="1330"/>
                    <a:pt x="5226" y="1425"/>
                  </a:cubicBezTo>
                  <a:cubicBezTo>
                    <a:pt x="5264" y="1431"/>
                    <a:pt x="5302" y="1434"/>
                    <a:pt x="5341" y="1434"/>
                  </a:cubicBezTo>
                  <a:cubicBezTo>
                    <a:pt x="5906" y="1434"/>
                    <a:pt x="6469" y="813"/>
                    <a:pt x="6588" y="665"/>
                  </a:cubicBezTo>
                  <a:lnTo>
                    <a:pt x="7443" y="1203"/>
                  </a:lnTo>
                  <a:cubicBezTo>
                    <a:pt x="7348" y="1330"/>
                    <a:pt x="7190" y="1615"/>
                    <a:pt x="7126" y="1805"/>
                  </a:cubicBezTo>
                  <a:cubicBezTo>
                    <a:pt x="7063" y="2154"/>
                    <a:pt x="7158" y="2502"/>
                    <a:pt x="7348" y="2787"/>
                  </a:cubicBezTo>
                  <a:cubicBezTo>
                    <a:pt x="7623" y="3162"/>
                    <a:pt x="8253" y="3201"/>
                    <a:pt x="8615" y="3201"/>
                  </a:cubicBezTo>
                  <a:cubicBezTo>
                    <a:pt x="8712" y="3201"/>
                    <a:pt x="8790" y="3199"/>
                    <a:pt x="8836" y="3199"/>
                  </a:cubicBezTo>
                  <a:lnTo>
                    <a:pt x="9090" y="4212"/>
                  </a:lnTo>
                  <a:cubicBezTo>
                    <a:pt x="8868" y="4275"/>
                    <a:pt x="8013" y="4624"/>
                    <a:pt x="7886" y="5225"/>
                  </a:cubicBezTo>
                  <a:cubicBezTo>
                    <a:pt x="7791" y="5795"/>
                    <a:pt x="8488" y="6429"/>
                    <a:pt x="8678" y="6587"/>
                  </a:cubicBezTo>
                  <a:lnTo>
                    <a:pt x="8108" y="7442"/>
                  </a:lnTo>
                  <a:cubicBezTo>
                    <a:pt x="7979" y="7378"/>
                    <a:pt x="7527" y="7196"/>
                    <a:pt x="7102" y="7196"/>
                  </a:cubicBezTo>
                  <a:cubicBezTo>
                    <a:pt x="6902" y="7196"/>
                    <a:pt x="6708" y="7236"/>
                    <a:pt x="6556" y="7347"/>
                  </a:cubicBezTo>
                  <a:cubicBezTo>
                    <a:pt x="6271" y="7537"/>
                    <a:pt x="6113" y="7822"/>
                    <a:pt x="6049" y="8171"/>
                  </a:cubicBezTo>
                  <a:cubicBezTo>
                    <a:pt x="5986" y="8392"/>
                    <a:pt x="6081" y="8709"/>
                    <a:pt x="6113" y="8836"/>
                  </a:cubicBezTo>
                  <a:lnTo>
                    <a:pt x="5131" y="9057"/>
                  </a:lnTo>
                  <a:cubicBezTo>
                    <a:pt x="5036" y="8867"/>
                    <a:pt x="4688" y="7981"/>
                    <a:pt x="4118" y="7886"/>
                  </a:cubicBezTo>
                  <a:lnTo>
                    <a:pt x="3991" y="7886"/>
                  </a:lnTo>
                  <a:cubicBezTo>
                    <a:pt x="3453" y="7886"/>
                    <a:pt x="2883" y="8487"/>
                    <a:pt x="2756" y="8677"/>
                  </a:cubicBezTo>
                  <a:lnTo>
                    <a:pt x="1869" y="8107"/>
                  </a:lnTo>
                  <a:cubicBezTo>
                    <a:pt x="1964" y="7917"/>
                    <a:pt x="2344" y="7031"/>
                    <a:pt x="1996" y="6555"/>
                  </a:cubicBezTo>
                  <a:cubicBezTo>
                    <a:pt x="1735" y="6199"/>
                    <a:pt x="1135" y="6128"/>
                    <a:pt x="771" y="6128"/>
                  </a:cubicBezTo>
                  <a:cubicBezTo>
                    <a:pt x="650" y="6128"/>
                    <a:pt x="555" y="6136"/>
                    <a:pt x="507" y="6144"/>
                  </a:cubicBezTo>
                  <a:lnTo>
                    <a:pt x="254" y="5130"/>
                  </a:lnTo>
                  <a:cubicBezTo>
                    <a:pt x="476" y="5035"/>
                    <a:pt x="1331" y="4687"/>
                    <a:pt x="1426" y="4117"/>
                  </a:cubicBezTo>
                  <a:cubicBezTo>
                    <a:pt x="1552" y="3515"/>
                    <a:pt x="856" y="2882"/>
                    <a:pt x="666" y="2755"/>
                  </a:cubicBezTo>
                  <a:lnTo>
                    <a:pt x="1236" y="1869"/>
                  </a:lnTo>
                  <a:cubicBezTo>
                    <a:pt x="1369" y="1935"/>
                    <a:pt x="1843" y="2125"/>
                    <a:pt x="2278" y="2125"/>
                  </a:cubicBezTo>
                  <a:cubicBezTo>
                    <a:pt x="2465" y="2125"/>
                    <a:pt x="2645" y="2090"/>
                    <a:pt x="2788" y="1995"/>
                  </a:cubicBezTo>
                  <a:cubicBezTo>
                    <a:pt x="3263" y="1647"/>
                    <a:pt x="3231" y="697"/>
                    <a:pt x="3199" y="475"/>
                  </a:cubicBezTo>
                  <a:lnTo>
                    <a:pt x="4213" y="253"/>
                  </a:lnTo>
                  <a:close/>
                  <a:moveTo>
                    <a:pt x="4213" y="0"/>
                  </a:moveTo>
                  <a:lnTo>
                    <a:pt x="3073" y="253"/>
                  </a:lnTo>
                  <a:cubicBezTo>
                    <a:pt x="3009" y="285"/>
                    <a:pt x="2946" y="380"/>
                    <a:pt x="2946" y="443"/>
                  </a:cubicBezTo>
                  <a:cubicBezTo>
                    <a:pt x="2978" y="728"/>
                    <a:pt x="2978" y="1520"/>
                    <a:pt x="2629" y="1773"/>
                  </a:cubicBezTo>
                  <a:cubicBezTo>
                    <a:pt x="2528" y="1847"/>
                    <a:pt x="2396" y="1875"/>
                    <a:pt x="2252" y="1875"/>
                  </a:cubicBezTo>
                  <a:cubicBezTo>
                    <a:pt x="1899" y="1875"/>
                    <a:pt x="1479" y="1705"/>
                    <a:pt x="1299" y="1615"/>
                  </a:cubicBezTo>
                  <a:cubicBezTo>
                    <a:pt x="1274" y="1607"/>
                    <a:pt x="1248" y="1603"/>
                    <a:pt x="1223" y="1603"/>
                  </a:cubicBezTo>
                  <a:cubicBezTo>
                    <a:pt x="1155" y="1603"/>
                    <a:pt x="1092" y="1632"/>
                    <a:pt x="1046" y="1678"/>
                  </a:cubicBezTo>
                  <a:lnTo>
                    <a:pt x="444" y="2660"/>
                  </a:lnTo>
                  <a:cubicBezTo>
                    <a:pt x="381" y="2755"/>
                    <a:pt x="412" y="2850"/>
                    <a:pt x="476" y="2914"/>
                  </a:cubicBezTo>
                  <a:cubicBezTo>
                    <a:pt x="697" y="3072"/>
                    <a:pt x="1267" y="3642"/>
                    <a:pt x="1204" y="4054"/>
                  </a:cubicBezTo>
                  <a:cubicBezTo>
                    <a:pt x="1141" y="4465"/>
                    <a:pt x="412" y="4814"/>
                    <a:pt x="127" y="4909"/>
                  </a:cubicBezTo>
                  <a:cubicBezTo>
                    <a:pt x="64" y="4940"/>
                    <a:pt x="1" y="5035"/>
                    <a:pt x="1" y="5130"/>
                  </a:cubicBezTo>
                  <a:lnTo>
                    <a:pt x="254" y="6239"/>
                  </a:lnTo>
                  <a:cubicBezTo>
                    <a:pt x="280" y="6317"/>
                    <a:pt x="349" y="6374"/>
                    <a:pt x="426" y="6374"/>
                  </a:cubicBezTo>
                  <a:cubicBezTo>
                    <a:pt x="442" y="6374"/>
                    <a:pt x="459" y="6371"/>
                    <a:pt x="476" y="6365"/>
                  </a:cubicBezTo>
                  <a:cubicBezTo>
                    <a:pt x="542" y="6358"/>
                    <a:pt x="635" y="6353"/>
                    <a:pt x="742" y="6353"/>
                  </a:cubicBezTo>
                  <a:cubicBezTo>
                    <a:pt x="1097" y="6353"/>
                    <a:pt x="1604" y="6415"/>
                    <a:pt x="1774" y="6682"/>
                  </a:cubicBezTo>
                  <a:cubicBezTo>
                    <a:pt x="2027" y="7031"/>
                    <a:pt x="1742" y="7759"/>
                    <a:pt x="1647" y="8044"/>
                  </a:cubicBezTo>
                  <a:cubicBezTo>
                    <a:pt x="1584" y="8107"/>
                    <a:pt x="1616" y="8202"/>
                    <a:pt x="1711" y="8266"/>
                  </a:cubicBezTo>
                  <a:lnTo>
                    <a:pt x="2661" y="8867"/>
                  </a:lnTo>
                  <a:cubicBezTo>
                    <a:pt x="2697" y="8892"/>
                    <a:pt x="2733" y="8902"/>
                    <a:pt x="2768" y="8902"/>
                  </a:cubicBezTo>
                  <a:cubicBezTo>
                    <a:pt x="2824" y="8902"/>
                    <a:pt x="2875" y="8875"/>
                    <a:pt x="2914" y="8836"/>
                  </a:cubicBezTo>
                  <a:cubicBezTo>
                    <a:pt x="3061" y="8631"/>
                    <a:pt x="3559" y="8128"/>
                    <a:pt x="3958" y="8128"/>
                  </a:cubicBezTo>
                  <a:cubicBezTo>
                    <a:pt x="3991" y="8128"/>
                    <a:pt x="4023" y="8132"/>
                    <a:pt x="4054" y="8139"/>
                  </a:cubicBezTo>
                  <a:cubicBezTo>
                    <a:pt x="4498" y="8202"/>
                    <a:pt x="4814" y="8899"/>
                    <a:pt x="4909" y="9184"/>
                  </a:cubicBezTo>
                  <a:cubicBezTo>
                    <a:pt x="4941" y="9247"/>
                    <a:pt x="5004" y="9311"/>
                    <a:pt x="5099" y="9311"/>
                  </a:cubicBezTo>
                  <a:lnTo>
                    <a:pt x="5131" y="9311"/>
                  </a:lnTo>
                  <a:lnTo>
                    <a:pt x="6239" y="9057"/>
                  </a:lnTo>
                  <a:cubicBezTo>
                    <a:pt x="6303" y="9026"/>
                    <a:pt x="6334" y="8994"/>
                    <a:pt x="6334" y="8962"/>
                  </a:cubicBezTo>
                  <a:cubicBezTo>
                    <a:pt x="6366" y="8931"/>
                    <a:pt x="6366" y="8867"/>
                    <a:pt x="6366" y="8804"/>
                  </a:cubicBezTo>
                  <a:cubicBezTo>
                    <a:pt x="6334" y="8709"/>
                    <a:pt x="6239" y="8361"/>
                    <a:pt x="6271" y="8202"/>
                  </a:cubicBezTo>
                  <a:cubicBezTo>
                    <a:pt x="6303" y="7917"/>
                    <a:pt x="6461" y="7696"/>
                    <a:pt x="6683" y="7537"/>
                  </a:cubicBezTo>
                  <a:cubicBezTo>
                    <a:pt x="6791" y="7459"/>
                    <a:pt x="6938" y="7429"/>
                    <a:pt x="7098" y="7429"/>
                  </a:cubicBezTo>
                  <a:cubicBezTo>
                    <a:pt x="7454" y="7429"/>
                    <a:pt x="7870" y="7577"/>
                    <a:pt x="8045" y="7664"/>
                  </a:cubicBezTo>
                  <a:cubicBezTo>
                    <a:pt x="8067" y="7686"/>
                    <a:pt x="8093" y="7697"/>
                    <a:pt x="8121" y="7697"/>
                  </a:cubicBezTo>
                  <a:cubicBezTo>
                    <a:pt x="8171" y="7697"/>
                    <a:pt x="8225" y="7662"/>
                    <a:pt x="8266" y="7601"/>
                  </a:cubicBezTo>
                  <a:lnTo>
                    <a:pt x="8900" y="6651"/>
                  </a:lnTo>
                  <a:cubicBezTo>
                    <a:pt x="8931" y="6555"/>
                    <a:pt x="8900" y="6460"/>
                    <a:pt x="8836" y="6397"/>
                  </a:cubicBezTo>
                  <a:cubicBezTo>
                    <a:pt x="8615" y="6239"/>
                    <a:pt x="8045" y="5669"/>
                    <a:pt x="8140" y="5257"/>
                  </a:cubicBezTo>
                  <a:cubicBezTo>
                    <a:pt x="8203" y="4845"/>
                    <a:pt x="8900" y="4497"/>
                    <a:pt x="9185" y="4402"/>
                  </a:cubicBezTo>
                  <a:cubicBezTo>
                    <a:pt x="9280" y="4370"/>
                    <a:pt x="9311" y="4275"/>
                    <a:pt x="9311" y="4180"/>
                  </a:cubicBezTo>
                  <a:lnTo>
                    <a:pt x="9058" y="3072"/>
                  </a:lnTo>
                  <a:cubicBezTo>
                    <a:pt x="9032" y="2994"/>
                    <a:pt x="8963" y="2937"/>
                    <a:pt x="8886" y="2937"/>
                  </a:cubicBezTo>
                  <a:cubicBezTo>
                    <a:pt x="8870" y="2937"/>
                    <a:pt x="8853" y="2940"/>
                    <a:pt x="8836" y="2945"/>
                  </a:cubicBezTo>
                  <a:cubicBezTo>
                    <a:pt x="8770" y="2953"/>
                    <a:pt x="8679" y="2958"/>
                    <a:pt x="8574" y="2958"/>
                  </a:cubicBezTo>
                  <a:cubicBezTo>
                    <a:pt x="8226" y="2958"/>
                    <a:pt x="7733" y="2896"/>
                    <a:pt x="7538" y="2629"/>
                  </a:cubicBezTo>
                  <a:cubicBezTo>
                    <a:pt x="7380" y="2407"/>
                    <a:pt x="7316" y="2122"/>
                    <a:pt x="7348" y="1837"/>
                  </a:cubicBezTo>
                  <a:cubicBezTo>
                    <a:pt x="7380" y="1678"/>
                    <a:pt x="7601" y="1393"/>
                    <a:pt x="7665" y="1298"/>
                  </a:cubicBezTo>
                  <a:cubicBezTo>
                    <a:pt x="7696" y="1235"/>
                    <a:pt x="7696" y="1203"/>
                    <a:pt x="7696" y="1140"/>
                  </a:cubicBezTo>
                  <a:cubicBezTo>
                    <a:pt x="7696" y="1108"/>
                    <a:pt x="7665" y="1077"/>
                    <a:pt x="7601" y="1045"/>
                  </a:cubicBezTo>
                  <a:lnTo>
                    <a:pt x="6651" y="412"/>
                  </a:lnTo>
                  <a:cubicBezTo>
                    <a:pt x="6634" y="403"/>
                    <a:pt x="6613" y="399"/>
                    <a:pt x="6589" y="399"/>
                  </a:cubicBezTo>
                  <a:cubicBezTo>
                    <a:pt x="6524" y="399"/>
                    <a:pt x="6444" y="429"/>
                    <a:pt x="6398" y="475"/>
                  </a:cubicBezTo>
                  <a:cubicBezTo>
                    <a:pt x="6251" y="680"/>
                    <a:pt x="5753" y="1182"/>
                    <a:pt x="5354" y="1182"/>
                  </a:cubicBezTo>
                  <a:cubicBezTo>
                    <a:pt x="5321" y="1182"/>
                    <a:pt x="5289" y="1179"/>
                    <a:pt x="5258" y="1172"/>
                  </a:cubicBezTo>
                  <a:cubicBezTo>
                    <a:pt x="4846" y="1108"/>
                    <a:pt x="4498" y="380"/>
                    <a:pt x="4403" y="127"/>
                  </a:cubicBezTo>
                  <a:cubicBezTo>
                    <a:pt x="4371" y="32"/>
                    <a:pt x="4308" y="0"/>
                    <a:pt x="4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2114;p23">
              <a:extLst>
                <a:ext uri="{FF2B5EF4-FFF2-40B4-BE49-F238E27FC236}">
                  <a16:creationId xmlns:a16="http://schemas.microsoft.com/office/drawing/2014/main" id="{C79AA695-1586-1C67-79C5-1C2137B413C3}"/>
                </a:ext>
              </a:extLst>
            </p:cNvPr>
            <p:cNvSpPr/>
            <p:nvPr/>
          </p:nvSpPr>
          <p:spPr>
            <a:xfrm>
              <a:off x="2553878" y="2454913"/>
              <a:ext cx="307787" cy="307144"/>
            </a:xfrm>
            <a:custGeom>
              <a:avLst/>
              <a:gdLst/>
              <a:ahLst/>
              <a:cxnLst/>
              <a:rect l="l" t="t" r="r" b="b"/>
              <a:pathLst>
                <a:path w="9090" h="9071" extrusionOk="0">
                  <a:moveTo>
                    <a:pt x="4524" y="3349"/>
                  </a:moveTo>
                  <a:cubicBezTo>
                    <a:pt x="4598" y="3349"/>
                    <a:pt x="4674" y="3356"/>
                    <a:pt x="4751" y="3370"/>
                  </a:cubicBezTo>
                  <a:cubicBezTo>
                    <a:pt x="5385" y="3465"/>
                    <a:pt x="5828" y="4099"/>
                    <a:pt x="5733" y="4732"/>
                  </a:cubicBezTo>
                  <a:cubicBezTo>
                    <a:pt x="5619" y="5333"/>
                    <a:pt x="5116" y="5727"/>
                    <a:pt x="4529" y="5727"/>
                  </a:cubicBezTo>
                  <a:cubicBezTo>
                    <a:pt x="4467" y="5727"/>
                    <a:pt x="4403" y="5723"/>
                    <a:pt x="4340" y="5714"/>
                  </a:cubicBezTo>
                  <a:cubicBezTo>
                    <a:pt x="3706" y="5587"/>
                    <a:pt x="3263" y="4985"/>
                    <a:pt x="3358" y="4320"/>
                  </a:cubicBezTo>
                  <a:cubicBezTo>
                    <a:pt x="3470" y="3760"/>
                    <a:pt x="3954" y="3349"/>
                    <a:pt x="4524" y="3349"/>
                  </a:cubicBezTo>
                  <a:close/>
                  <a:moveTo>
                    <a:pt x="4145" y="0"/>
                  </a:moveTo>
                  <a:cubicBezTo>
                    <a:pt x="4136" y="0"/>
                    <a:pt x="4127" y="4"/>
                    <a:pt x="4118" y="13"/>
                  </a:cubicBezTo>
                  <a:lnTo>
                    <a:pt x="3010" y="235"/>
                  </a:lnTo>
                  <a:cubicBezTo>
                    <a:pt x="2978" y="267"/>
                    <a:pt x="2946" y="298"/>
                    <a:pt x="2946" y="330"/>
                  </a:cubicBezTo>
                  <a:cubicBezTo>
                    <a:pt x="2946" y="330"/>
                    <a:pt x="3073" y="1407"/>
                    <a:pt x="2598" y="1755"/>
                  </a:cubicBezTo>
                  <a:cubicBezTo>
                    <a:pt x="2462" y="1849"/>
                    <a:pt x="2292" y="1883"/>
                    <a:pt x="2116" y="1883"/>
                  </a:cubicBezTo>
                  <a:cubicBezTo>
                    <a:pt x="1635" y="1883"/>
                    <a:pt x="1109" y="1629"/>
                    <a:pt x="1109" y="1629"/>
                  </a:cubicBezTo>
                  <a:cubicBezTo>
                    <a:pt x="1094" y="1613"/>
                    <a:pt x="1078" y="1605"/>
                    <a:pt x="1066" y="1605"/>
                  </a:cubicBezTo>
                  <a:cubicBezTo>
                    <a:pt x="1054" y="1605"/>
                    <a:pt x="1046" y="1613"/>
                    <a:pt x="1046" y="1629"/>
                  </a:cubicBezTo>
                  <a:lnTo>
                    <a:pt x="413" y="2610"/>
                  </a:lnTo>
                  <a:cubicBezTo>
                    <a:pt x="413" y="2610"/>
                    <a:pt x="413" y="2674"/>
                    <a:pt x="444" y="2674"/>
                  </a:cubicBezTo>
                  <a:cubicBezTo>
                    <a:pt x="444" y="2674"/>
                    <a:pt x="1299" y="3370"/>
                    <a:pt x="1204" y="3940"/>
                  </a:cubicBezTo>
                  <a:cubicBezTo>
                    <a:pt x="1109" y="4542"/>
                    <a:pt x="64" y="4890"/>
                    <a:pt x="64" y="4890"/>
                  </a:cubicBezTo>
                  <a:cubicBezTo>
                    <a:pt x="33" y="4890"/>
                    <a:pt x="1" y="4954"/>
                    <a:pt x="33" y="4985"/>
                  </a:cubicBezTo>
                  <a:lnTo>
                    <a:pt x="254" y="6094"/>
                  </a:lnTo>
                  <a:cubicBezTo>
                    <a:pt x="286" y="6126"/>
                    <a:pt x="318" y="6126"/>
                    <a:pt x="349" y="6126"/>
                  </a:cubicBezTo>
                  <a:cubicBezTo>
                    <a:pt x="349" y="6126"/>
                    <a:pt x="469" y="6111"/>
                    <a:pt x="641" y="6111"/>
                  </a:cubicBezTo>
                  <a:cubicBezTo>
                    <a:pt x="986" y="6111"/>
                    <a:pt x="1542" y="6168"/>
                    <a:pt x="1774" y="6506"/>
                  </a:cubicBezTo>
                  <a:cubicBezTo>
                    <a:pt x="2123" y="6981"/>
                    <a:pt x="1648" y="7962"/>
                    <a:pt x="1648" y="7962"/>
                  </a:cubicBezTo>
                  <a:cubicBezTo>
                    <a:pt x="1616" y="7994"/>
                    <a:pt x="1616" y="8026"/>
                    <a:pt x="1648" y="8057"/>
                  </a:cubicBezTo>
                  <a:lnTo>
                    <a:pt x="2629" y="8659"/>
                  </a:lnTo>
                  <a:cubicBezTo>
                    <a:pt x="2629" y="8659"/>
                    <a:pt x="2693" y="8659"/>
                    <a:pt x="2693" y="8627"/>
                  </a:cubicBezTo>
                  <a:cubicBezTo>
                    <a:pt x="2693" y="8627"/>
                    <a:pt x="3318" y="7860"/>
                    <a:pt x="3869" y="7860"/>
                  </a:cubicBezTo>
                  <a:cubicBezTo>
                    <a:pt x="3899" y="7860"/>
                    <a:pt x="3930" y="7862"/>
                    <a:pt x="3960" y="7867"/>
                  </a:cubicBezTo>
                  <a:cubicBezTo>
                    <a:pt x="4561" y="7994"/>
                    <a:pt x="4910" y="9007"/>
                    <a:pt x="4910" y="9007"/>
                  </a:cubicBezTo>
                  <a:cubicBezTo>
                    <a:pt x="4941" y="9039"/>
                    <a:pt x="4973" y="9071"/>
                    <a:pt x="5005" y="9071"/>
                  </a:cubicBezTo>
                  <a:lnTo>
                    <a:pt x="6113" y="8817"/>
                  </a:lnTo>
                  <a:cubicBezTo>
                    <a:pt x="6145" y="8817"/>
                    <a:pt x="6145" y="8786"/>
                    <a:pt x="6145" y="8754"/>
                  </a:cubicBezTo>
                  <a:cubicBezTo>
                    <a:pt x="6145" y="8754"/>
                    <a:pt x="5986" y="8311"/>
                    <a:pt x="6050" y="8057"/>
                  </a:cubicBezTo>
                  <a:cubicBezTo>
                    <a:pt x="6081" y="7772"/>
                    <a:pt x="6271" y="7487"/>
                    <a:pt x="6525" y="7297"/>
                  </a:cubicBezTo>
                  <a:cubicBezTo>
                    <a:pt x="6644" y="7218"/>
                    <a:pt x="6794" y="7188"/>
                    <a:pt x="6953" y="7188"/>
                  </a:cubicBezTo>
                  <a:cubicBezTo>
                    <a:pt x="7429" y="7188"/>
                    <a:pt x="7982" y="7456"/>
                    <a:pt x="7982" y="7456"/>
                  </a:cubicBezTo>
                  <a:cubicBezTo>
                    <a:pt x="8013" y="7456"/>
                    <a:pt x="8045" y="7456"/>
                    <a:pt x="8077" y="7424"/>
                  </a:cubicBezTo>
                  <a:lnTo>
                    <a:pt x="8678" y="6474"/>
                  </a:lnTo>
                  <a:cubicBezTo>
                    <a:pt x="8678" y="6442"/>
                    <a:pt x="8678" y="6411"/>
                    <a:pt x="8647" y="6379"/>
                  </a:cubicBezTo>
                  <a:cubicBezTo>
                    <a:pt x="8647" y="6379"/>
                    <a:pt x="7792" y="5682"/>
                    <a:pt x="7887" y="5112"/>
                  </a:cubicBezTo>
                  <a:cubicBezTo>
                    <a:pt x="8013" y="4542"/>
                    <a:pt x="9027" y="4162"/>
                    <a:pt x="9027" y="4162"/>
                  </a:cubicBezTo>
                  <a:cubicBezTo>
                    <a:pt x="9058" y="4162"/>
                    <a:pt x="9090" y="4130"/>
                    <a:pt x="9090" y="4099"/>
                  </a:cubicBezTo>
                  <a:lnTo>
                    <a:pt x="8837" y="2990"/>
                  </a:lnTo>
                  <a:cubicBezTo>
                    <a:pt x="8805" y="2959"/>
                    <a:pt x="8773" y="2927"/>
                    <a:pt x="8742" y="2927"/>
                  </a:cubicBezTo>
                  <a:cubicBezTo>
                    <a:pt x="8742" y="2927"/>
                    <a:pt x="8611" y="2942"/>
                    <a:pt x="8427" y="2942"/>
                  </a:cubicBezTo>
                  <a:cubicBezTo>
                    <a:pt x="8081" y="2942"/>
                    <a:pt x="7544" y="2888"/>
                    <a:pt x="7317" y="2579"/>
                  </a:cubicBezTo>
                  <a:cubicBezTo>
                    <a:pt x="7126" y="2325"/>
                    <a:pt x="7063" y="2009"/>
                    <a:pt x="7126" y="1692"/>
                  </a:cubicBezTo>
                  <a:cubicBezTo>
                    <a:pt x="7190" y="1470"/>
                    <a:pt x="7443" y="1090"/>
                    <a:pt x="7443" y="1090"/>
                  </a:cubicBezTo>
                  <a:cubicBezTo>
                    <a:pt x="7475" y="1059"/>
                    <a:pt x="7475" y="1027"/>
                    <a:pt x="7443" y="1027"/>
                  </a:cubicBezTo>
                  <a:lnTo>
                    <a:pt x="6493" y="394"/>
                  </a:lnTo>
                  <a:cubicBezTo>
                    <a:pt x="6461" y="394"/>
                    <a:pt x="6430" y="394"/>
                    <a:pt x="6398" y="425"/>
                  </a:cubicBezTo>
                  <a:cubicBezTo>
                    <a:pt x="6398" y="425"/>
                    <a:pt x="5773" y="1193"/>
                    <a:pt x="5222" y="1193"/>
                  </a:cubicBezTo>
                  <a:cubicBezTo>
                    <a:pt x="5192" y="1193"/>
                    <a:pt x="5161" y="1190"/>
                    <a:pt x="5131" y="1185"/>
                  </a:cubicBezTo>
                  <a:cubicBezTo>
                    <a:pt x="4561" y="1090"/>
                    <a:pt x="4181" y="45"/>
                    <a:pt x="4181" y="45"/>
                  </a:cubicBezTo>
                  <a:cubicBezTo>
                    <a:pt x="4181" y="23"/>
                    <a:pt x="4165" y="0"/>
                    <a:pt x="414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2115;p23">
              <a:extLst>
                <a:ext uri="{FF2B5EF4-FFF2-40B4-BE49-F238E27FC236}">
                  <a16:creationId xmlns:a16="http://schemas.microsoft.com/office/drawing/2014/main" id="{2BF6EA57-BBE0-232E-904F-2039EF04FDC8}"/>
                </a:ext>
              </a:extLst>
            </p:cNvPr>
            <p:cNvSpPr/>
            <p:nvPr/>
          </p:nvSpPr>
          <p:spPr>
            <a:xfrm>
              <a:off x="2583750" y="3076200"/>
              <a:ext cx="1871401" cy="1331885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165;p13">
            <a:extLst>
              <a:ext uri="{FF2B5EF4-FFF2-40B4-BE49-F238E27FC236}">
                <a16:creationId xmlns:a16="http://schemas.microsoft.com/office/drawing/2014/main" id="{A7241718-191A-3AD4-B6E3-1F01231F3053}"/>
              </a:ext>
            </a:extLst>
          </p:cNvPr>
          <p:cNvSpPr txBox="1"/>
          <p:nvPr/>
        </p:nvSpPr>
        <p:spPr>
          <a:xfrm>
            <a:off x="2845215" y="2593042"/>
            <a:ext cx="3813586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Roboto"/>
                <a:ea typeface="Roboto"/>
                <a:cs typeface="Roboto"/>
                <a:sym typeface="Roboto"/>
              </a:rPr>
              <a:t>Praktikum Algoritma dan Pemrograman</a:t>
            </a:r>
            <a:endParaRPr sz="16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62FB2-7612-D322-CE1A-E86CD1670C98}"/>
              </a:ext>
            </a:extLst>
          </p:cNvPr>
          <p:cNvSpPr txBox="1"/>
          <p:nvPr/>
        </p:nvSpPr>
        <p:spPr>
          <a:xfrm>
            <a:off x="2524580" y="1937795"/>
            <a:ext cx="4151086" cy="88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US" sz="6600" b="1" dirty="0">
                <a:latin typeface="Fira Sans Extra Condensed Medium" panose="020B0604020202020204" charset="0"/>
              </a:rPr>
              <a:t>FUNGSI</a:t>
            </a:r>
            <a:endParaRPr lang="en-ID" sz="6600" b="1" dirty="0">
              <a:latin typeface="Fira Sans Extra Condensed Medium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B6F0E7-2C8F-5616-DF20-09A584F376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721564">
            <a:off x="2101981" y="793632"/>
            <a:ext cx="2171548" cy="9157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0DAF01-15C0-56E0-D1D2-0CB0BE7941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29745">
            <a:off x="3761596" y="812899"/>
            <a:ext cx="3232307" cy="6179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CFC85F-6949-9412-4436-C2D601BE64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177566">
            <a:off x="3650765" y="3084917"/>
            <a:ext cx="2202485" cy="10374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1E73CA-DA1A-1057-4757-C0A02BF8DF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238417">
            <a:off x="3187755" y="4262051"/>
            <a:ext cx="3024709" cy="8091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4493231" y="1088670"/>
            <a:ext cx="4207415" cy="296616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C0A8C30-3A75-57FF-C058-6B1A86E62EDB}"/>
              </a:ext>
            </a:extLst>
          </p:cNvPr>
          <p:cNvGrpSpPr/>
          <p:nvPr/>
        </p:nvGrpSpPr>
        <p:grpSpPr>
          <a:xfrm>
            <a:off x="457200" y="618369"/>
            <a:ext cx="4391247" cy="2406347"/>
            <a:chOff x="457200" y="317155"/>
            <a:chExt cx="4391247" cy="2406347"/>
          </a:xfrm>
        </p:grpSpPr>
        <p:sp>
          <p:nvSpPr>
            <p:cNvPr id="164" name="Google Shape;164;p13"/>
            <p:cNvSpPr txBox="1"/>
            <p:nvPr/>
          </p:nvSpPr>
          <p:spPr>
            <a:xfrm>
              <a:off x="467958" y="317155"/>
              <a:ext cx="4380489" cy="15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 dirty="0">
                  <a:solidFill>
                    <a:srgbClr val="00002A"/>
                  </a:solidFill>
                  <a:highlight>
                    <a:srgbClr val="FFFFFF"/>
                  </a:highlight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Fungsi</a:t>
              </a:r>
            </a:p>
          </p:txBody>
        </p:sp>
        <p:sp>
          <p:nvSpPr>
            <p:cNvPr id="165" name="Google Shape;165;p13"/>
            <p:cNvSpPr txBox="1"/>
            <p:nvPr/>
          </p:nvSpPr>
          <p:spPr>
            <a:xfrm>
              <a:off x="457200" y="1924302"/>
              <a:ext cx="3813586" cy="53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latin typeface="Roboto"/>
                  <a:ea typeface="Roboto"/>
                  <a:cs typeface="Roboto"/>
                  <a:sym typeface="Roboto"/>
                </a:rPr>
                <a:t>Praktikum Algoritma dan Pemrograman</a:t>
              </a:r>
              <a:endParaRPr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" name="Google Shape;165;p13">
              <a:extLst>
                <a:ext uri="{FF2B5EF4-FFF2-40B4-BE49-F238E27FC236}">
                  <a16:creationId xmlns:a16="http://schemas.microsoft.com/office/drawing/2014/main" id="{76F65F1E-0D10-D8B7-4F90-8A4ED99D81C2}"/>
                </a:ext>
              </a:extLst>
            </p:cNvPr>
            <p:cNvSpPr txBox="1"/>
            <p:nvPr/>
          </p:nvSpPr>
          <p:spPr>
            <a:xfrm>
              <a:off x="457200" y="2190702"/>
              <a:ext cx="3813586" cy="53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Dosen </a:t>
              </a: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Pengampu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 :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Rofiq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 Cahyo </a:t>
              </a: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Prayogo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, S. T, M. T</a:t>
              </a:r>
              <a:endParaRPr lang="fr-FR"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" name="Google Shape;165;p13">
            <a:extLst>
              <a:ext uri="{FF2B5EF4-FFF2-40B4-BE49-F238E27FC236}">
                <a16:creationId xmlns:a16="http://schemas.microsoft.com/office/drawing/2014/main" id="{D9BA0A43-B6FA-B427-3000-6B9D31BEB586}"/>
              </a:ext>
            </a:extLst>
          </p:cNvPr>
          <p:cNvSpPr txBox="1"/>
          <p:nvPr/>
        </p:nvSpPr>
        <p:spPr>
          <a:xfrm>
            <a:off x="467958" y="3562807"/>
            <a:ext cx="3813586" cy="127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Fitra Adi Kusuma(40040326630059)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Teknologi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Rekayasa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Otomasi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Departemen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Teknologi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Industri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Sekolah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Vokasi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Universitas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Diponegoro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EA12FF09-2DED-7976-B19C-F48FAEEA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>
            <a:extLst>
              <a:ext uri="{FF2B5EF4-FFF2-40B4-BE49-F238E27FC236}">
                <a16:creationId xmlns:a16="http://schemas.microsoft.com/office/drawing/2014/main" id="{EFA4F3DE-B285-C1E5-0460-88300ACD3682}"/>
              </a:ext>
            </a:extLst>
          </p:cNvPr>
          <p:cNvGrpSpPr/>
          <p:nvPr/>
        </p:nvGrpSpPr>
        <p:grpSpPr>
          <a:xfrm>
            <a:off x="-1035951" y="1325853"/>
            <a:ext cx="3056198" cy="4063618"/>
            <a:chOff x="3049525" y="1569750"/>
            <a:chExt cx="1724425" cy="2292850"/>
          </a:xfrm>
        </p:grpSpPr>
        <p:sp>
          <p:nvSpPr>
            <p:cNvPr id="1500" name="Google Shape;1500;p18">
              <a:extLst>
                <a:ext uri="{FF2B5EF4-FFF2-40B4-BE49-F238E27FC236}">
                  <a16:creationId xmlns:a16="http://schemas.microsoft.com/office/drawing/2014/main" id="{A3006374-3160-4DE6-C368-4907C5BC15B7}"/>
                </a:ext>
              </a:extLst>
            </p:cNvPr>
            <p:cNvSpPr/>
            <p:nvPr/>
          </p:nvSpPr>
          <p:spPr>
            <a:xfrm>
              <a:off x="3628275" y="1569750"/>
              <a:ext cx="809975" cy="441800"/>
            </a:xfrm>
            <a:custGeom>
              <a:avLst/>
              <a:gdLst/>
              <a:ahLst/>
              <a:cxnLst/>
              <a:rect l="l" t="t" r="r" b="b"/>
              <a:pathLst>
                <a:path w="32399" h="17672" extrusionOk="0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8">
              <a:extLst>
                <a:ext uri="{FF2B5EF4-FFF2-40B4-BE49-F238E27FC236}">
                  <a16:creationId xmlns:a16="http://schemas.microsoft.com/office/drawing/2014/main" id="{7C2DF924-63EF-135F-9A7B-0C7F27347A0E}"/>
                </a:ext>
              </a:extLst>
            </p:cNvPr>
            <p:cNvSpPr/>
            <p:nvPr/>
          </p:nvSpPr>
          <p:spPr>
            <a:xfrm>
              <a:off x="3049525" y="2137400"/>
              <a:ext cx="1157550" cy="1157525"/>
            </a:xfrm>
            <a:custGeom>
              <a:avLst/>
              <a:gdLst/>
              <a:ahLst/>
              <a:cxnLst/>
              <a:rect l="l" t="t" r="r" b="b"/>
              <a:pathLst>
                <a:path w="46302" h="46301" extrusionOk="0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>
              <a:extLst>
                <a:ext uri="{FF2B5EF4-FFF2-40B4-BE49-F238E27FC236}">
                  <a16:creationId xmlns:a16="http://schemas.microsoft.com/office/drawing/2014/main" id="{7746B44D-035D-935B-985D-0C7522D1D3FC}"/>
                </a:ext>
              </a:extLst>
            </p:cNvPr>
            <p:cNvSpPr/>
            <p:nvPr/>
          </p:nvSpPr>
          <p:spPr>
            <a:xfrm>
              <a:off x="3078025" y="2215575"/>
              <a:ext cx="1099750" cy="1001175"/>
            </a:xfrm>
            <a:custGeom>
              <a:avLst/>
              <a:gdLst/>
              <a:ahLst/>
              <a:cxnLst/>
              <a:rect l="l" t="t" r="r" b="b"/>
              <a:pathLst>
                <a:path w="43990" h="40047" extrusionOk="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>
              <a:extLst>
                <a:ext uri="{FF2B5EF4-FFF2-40B4-BE49-F238E27FC236}">
                  <a16:creationId xmlns:a16="http://schemas.microsoft.com/office/drawing/2014/main" id="{3F11D981-D926-C0A5-EFE4-DE1A7EB19F6E}"/>
                </a:ext>
              </a:extLst>
            </p:cNvPr>
            <p:cNvSpPr/>
            <p:nvPr/>
          </p:nvSpPr>
          <p:spPr>
            <a:xfrm>
              <a:off x="4361425" y="2372550"/>
              <a:ext cx="47525" cy="47525"/>
            </a:xfrm>
            <a:custGeom>
              <a:avLst/>
              <a:gdLst/>
              <a:ahLst/>
              <a:cxnLst/>
              <a:rect l="l" t="t" r="r" b="b"/>
              <a:pathLst>
                <a:path w="1901" h="1901" extrusionOk="0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>
              <a:extLst>
                <a:ext uri="{FF2B5EF4-FFF2-40B4-BE49-F238E27FC236}">
                  <a16:creationId xmlns:a16="http://schemas.microsoft.com/office/drawing/2014/main" id="{41562BFE-EA29-5AC6-DB91-B710DF5C77BD}"/>
                </a:ext>
              </a:extLst>
            </p:cNvPr>
            <p:cNvSpPr/>
            <p:nvPr/>
          </p:nvSpPr>
          <p:spPr>
            <a:xfrm>
              <a:off x="4247425" y="2319500"/>
              <a:ext cx="213775" cy="213800"/>
            </a:xfrm>
            <a:custGeom>
              <a:avLst/>
              <a:gdLst/>
              <a:ahLst/>
              <a:cxnLst/>
              <a:rect l="l" t="t" r="r" b="b"/>
              <a:pathLst>
                <a:path w="8551" h="8552" extrusionOk="0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8">
              <a:extLst>
                <a:ext uri="{FF2B5EF4-FFF2-40B4-BE49-F238E27FC236}">
                  <a16:creationId xmlns:a16="http://schemas.microsoft.com/office/drawing/2014/main" id="{ECCC1349-AD44-9AAB-C76A-DE4935114A1F}"/>
                </a:ext>
              </a:extLst>
            </p:cNvPr>
            <p:cNvSpPr/>
            <p:nvPr/>
          </p:nvSpPr>
          <p:spPr>
            <a:xfrm>
              <a:off x="4241875" y="24976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>
              <a:extLst>
                <a:ext uri="{FF2B5EF4-FFF2-40B4-BE49-F238E27FC236}">
                  <a16:creationId xmlns:a16="http://schemas.microsoft.com/office/drawing/2014/main" id="{EF95555C-3D7D-A141-1B7D-F042326A12E3}"/>
                </a:ext>
              </a:extLst>
            </p:cNvPr>
            <p:cNvSpPr/>
            <p:nvPr/>
          </p:nvSpPr>
          <p:spPr>
            <a:xfrm>
              <a:off x="4237925" y="2484975"/>
              <a:ext cx="33275" cy="32475"/>
            </a:xfrm>
            <a:custGeom>
              <a:avLst/>
              <a:gdLst/>
              <a:ahLst/>
              <a:cxnLst/>
              <a:rect l="l" t="t" r="r" b="b"/>
              <a:pathLst>
                <a:path w="1331" h="1299" extrusionOk="0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8">
              <a:extLst>
                <a:ext uri="{FF2B5EF4-FFF2-40B4-BE49-F238E27FC236}">
                  <a16:creationId xmlns:a16="http://schemas.microsoft.com/office/drawing/2014/main" id="{C5BF1CBF-C9A8-C8F2-0883-00498D3964B3}"/>
                </a:ext>
              </a:extLst>
            </p:cNvPr>
            <p:cNvSpPr/>
            <p:nvPr/>
          </p:nvSpPr>
          <p:spPr>
            <a:xfrm>
              <a:off x="4264050" y="2510300"/>
              <a:ext cx="32475" cy="32500"/>
            </a:xfrm>
            <a:custGeom>
              <a:avLst/>
              <a:gdLst/>
              <a:ahLst/>
              <a:cxnLst/>
              <a:rect l="l" t="t" r="r" b="b"/>
              <a:pathLst>
                <a:path w="1299" h="1300" extrusionOk="0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8">
              <a:extLst>
                <a:ext uri="{FF2B5EF4-FFF2-40B4-BE49-F238E27FC236}">
                  <a16:creationId xmlns:a16="http://schemas.microsoft.com/office/drawing/2014/main" id="{A71E20DB-8424-136D-BBAE-9A0ABAA1B613}"/>
                </a:ext>
              </a:extLst>
            </p:cNvPr>
            <p:cNvSpPr/>
            <p:nvPr/>
          </p:nvSpPr>
          <p:spPr>
            <a:xfrm>
              <a:off x="3842850" y="1928400"/>
              <a:ext cx="207450" cy="159950"/>
            </a:xfrm>
            <a:custGeom>
              <a:avLst/>
              <a:gdLst/>
              <a:ahLst/>
              <a:cxnLst/>
              <a:rect l="l" t="t" r="r" b="b"/>
              <a:pathLst>
                <a:path w="8298" h="6398" extrusionOk="0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8">
              <a:extLst>
                <a:ext uri="{FF2B5EF4-FFF2-40B4-BE49-F238E27FC236}">
                  <a16:creationId xmlns:a16="http://schemas.microsoft.com/office/drawing/2014/main" id="{9A473A27-4E7A-FDB6-C7D9-B64C0FD9F5CD}"/>
                </a:ext>
              </a:extLst>
            </p:cNvPr>
            <p:cNvSpPr/>
            <p:nvPr/>
          </p:nvSpPr>
          <p:spPr>
            <a:xfrm>
              <a:off x="3863425" y="2004400"/>
              <a:ext cx="37250" cy="64950"/>
            </a:xfrm>
            <a:custGeom>
              <a:avLst/>
              <a:gdLst/>
              <a:ahLst/>
              <a:cxnLst/>
              <a:rect l="l" t="t" r="r" b="b"/>
              <a:pathLst>
                <a:path w="1490" h="2598" extrusionOk="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8">
              <a:extLst>
                <a:ext uri="{FF2B5EF4-FFF2-40B4-BE49-F238E27FC236}">
                  <a16:creationId xmlns:a16="http://schemas.microsoft.com/office/drawing/2014/main" id="{67B1A6E3-328F-7C57-416B-43023F490702}"/>
                </a:ext>
              </a:extLst>
            </p:cNvPr>
            <p:cNvSpPr/>
            <p:nvPr/>
          </p:nvSpPr>
          <p:spPr>
            <a:xfrm>
              <a:off x="3908550" y="1986175"/>
              <a:ext cx="37250" cy="83175"/>
            </a:xfrm>
            <a:custGeom>
              <a:avLst/>
              <a:gdLst/>
              <a:ahLst/>
              <a:cxnLst/>
              <a:rect l="l" t="t" r="r" b="b"/>
              <a:pathLst>
                <a:path w="1490" h="3327" extrusionOk="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8">
              <a:extLst>
                <a:ext uri="{FF2B5EF4-FFF2-40B4-BE49-F238E27FC236}">
                  <a16:creationId xmlns:a16="http://schemas.microsoft.com/office/drawing/2014/main" id="{4AB994CF-1F45-DB64-C0CD-6B39EAED297C}"/>
                </a:ext>
              </a:extLst>
            </p:cNvPr>
            <p:cNvSpPr/>
            <p:nvPr/>
          </p:nvSpPr>
          <p:spPr>
            <a:xfrm>
              <a:off x="3953675" y="1967175"/>
              <a:ext cx="37250" cy="102175"/>
            </a:xfrm>
            <a:custGeom>
              <a:avLst/>
              <a:gdLst/>
              <a:ahLst/>
              <a:cxnLst/>
              <a:rect l="l" t="t" r="r" b="b"/>
              <a:pathLst>
                <a:path w="1490" h="4087" extrusionOk="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>
              <a:extLst>
                <a:ext uri="{FF2B5EF4-FFF2-40B4-BE49-F238E27FC236}">
                  <a16:creationId xmlns:a16="http://schemas.microsoft.com/office/drawing/2014/main" id="{5B3C8F7F-CF13-92F7-2BD6-A5ADD32BF5D8}"/>
                </a:ext>
              </a:extLst>
            </p:cNvPr>
            <p:cNvSpPr/>
            <p:nvPr/>
          </p:nvSpPr>
          <p:spPr>
            <a:xfrm>
              <a:off x="3998825" y="1948975"/>
              <a:ext cx="37225" cy="120375"/>
            </a:xfrm>
            <a:custGeom>
              <a:avLst/>
              <a:gdLst/>
              <a:ahLst/>
              <a:cxnLst/>
              <a:rect l="l" t="t" r="r" b="b"/>
              <a:pathLst>
                <a:path w="1489" h="4815" extrusionOk="0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>
              <a:extLst>
                <a:ext uri="{FF2B5EF4-FFF2-40B4-BE49-F238E27FC236}">
                  <a16:creationId xmlns:a16="http://schemas.microsoft.com/office/drawing/2014/main" id="{EA8157B9-1F5C-C2D8-985B-C0759EB0682B}"/>
                </a:ext>
              </a:extLst>
            </p:cNvPr>
            <p:cNvSpPr/>
            <p:nvPr/>
          </p:nvSpPr>
          <p:spPr>
            <a:xfrm>
              <a:off x="3863425" y="1897500"/>
              <a:ext cx="172625" cy="71300"/>
            </a:xfrm>
            <a:custGeom>
              <a:avLst/>
              <a:gdLst/>
              <a:ahLst/>
              <a:cxnLst/>
              <a:rect l="l" t="t" r="r" b="b"/>
              <a:pathLst>
                <a:path w="6905" h="2852" extrusionOk="0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>
              <a:extLst>
                <a:ext uri="{FF2B5EF4-FFF2-40B4-BE49-F238E27FC236}">
                  <a16:creationId xmlns:a16="http://schemas.microsoft.com/office/drawing/2014/main" id="{7BC927CF-50A5-2819-A989-828BFCE6C653}"/>
                </a:ext>
              </a:extLst>
            </p:cNvPr>
            <p:cNvSpPr/>
            <p:nvPr/>
          </p:nvSpPr>
          <p:spPr>
            <a:xfrm>
              <a:off x="4222875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8">
              <a:extLst>
                <a:ext uri="{FF2B5EF4-FFF2-40B4-BE49-F238E27FC236}">
                  <a16:creationId xmlns:a16="http://schemas.microsoft.com/office/drawing/2014/main" id="{30FAF843-1F69-C25D-4082-2A2B5B2ABCD2}"/>
                </a:ext>
              </a:extLst>
            </p:cNvPr>
            <p:cNvSpPr/>
            <p:nvPr/>
          </p:nvSpPr>
          <p:spPr>
            <a:xfrm>
              <a:off x="4224450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8">
              <a:extLst>
                <a:ext uri="{FF2B5EF4-FFF2-40B4-BE49-F238E27FC236}">
                  <a16:creationId xmlns:a16="http://schemas.microsoft.com/office/drawing/2014/main" id="{11E2FA89-763F-0508-8A0E-4D4D87D50758}"/>
                </a:ext>
              </a:extLst>
            </p:cNvPr>
            <p:cNvSpPr/>
            <p:nvPr/>
          </p:nvSpPr>
          <p:spPr>
            <a:xfrm>
              <a:off x="423317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8">
              <a:extLst>
                <a:ext uri="{FF2B5EF4-FFF2-40B4-BE49-F238E27FC236}">
                  <a16:creationId xmlns:a16="http://schemas.microsoft.com/office/drawing/2014/main" id="{DD3E65BC-DA8F-963D-A502-2F6B77AC0564}"/>
                </a:ext>
              </a:extLst>
            </p:cNvPr>
            <p:cNvSpPr/>
            <p:nvPr/>
          </p:nvSpPr>
          <p:spPr>
            <a:xfrm>
              <a:off x="4436650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8">
              <a:extLst>
                <a:ext uri="{FF2B5EF4-FFF2-40B4-BE49-F238E27FC236}">
                  <a16:creationId xmlns:a16="http://schemas.microsoft.com/office/drawing/2014/main" id="{D2AFB26A-EC6C-9D99-309A-0A6D17CCCAAB}"/>
                </a:ext>
              </a:extLst>
            </p:cNvPr>
            <p:cNvSpPr/>
            <p:nvPr/>
          </p:nvSpPr>
          <p:spPr>
            <a:xfrm>
              <a:off x="4437425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8">
              <a:extLst>
                <a:ext uri="{FF2B5EF4-FFF2-40B4-BE49-F238E27FC236}">
                  <a16:creationId xmlns:a16="http://schemas.microsoft.com/office/drawing/2014/main" id="{426E0832-26BC-0019-FF72-CB8E963CED86}"/>
                </a:ext>
              </a:extLst>
            </p:cNvPr>
            <p:cNvSpPr/>
            <p:nvPr/>
          </p:nvSpPr>
          <p:spPr>
            <a:xfrm>
              <a:off x="442872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8">
              <a:extLst>
                <a:ext uri="{FF2B5EF4-FFF2-40B4-BE49-F238E27FC236}">
                  <a16:creationId xmlns:a16="http://schemas.microsoft.com/office/drawing/2014/main" id="{DC9B522E-3F04-1039-304C-1F3D5D35FECB}"/>
                </a:ext>
              </a:extLst>
            </p:cNvPr>
            <p:cNvSpPr/>
            <p:nvPr/>
          </p:nvSpPr>
          <p:spPr>
            <a:xfrm>
              <a:off x="4317100" y="3095400"/>
              <a:ext cx="67300" cy="12675"/>
            </a:xfrm>
            <a:custGeom>
              <a:avLst/>
              <a:gdLst/>
              <a:ahLst/>
              <a:cxnLst/>
              <a:rect l="l" t="t" r="r" b="b"/>
              <a:pathLst>
                <a:path w="2692" h="507" extrusionOk="0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8">
              <a:extLst>
                <a:ext uri="{FF2B5EF4-FFF2-40B4-BE49-F238E27FC236}">
                  <a16:creationId xmlns:a16="http://schemas.microsoft.com/office/drawing/2014/main" id="{80CF352C-1DCF-1BEC-23F5-EF79B721FF69}"/>
                </a:ext>
              </a:extLst>
            </p:cNvPr>
            <p:cNvSpPr/>
            <p:nvPr/>
          </p:nvSpPr>
          <p:spPr>
            <a:xfrm>
              <a:off x="4328175" y="3116775"/>
              <a:ext cx="46725" cy="12675"/>
            </a:xfrm>
            <a:custGeom>
              <a:avLst/>
              <a:gdLst/>
              <a:ahLst/>
              <a:cxnLst/>
              <a:rect l="l" t="t" r="r" b="b"/>
              <a:pathLst>
                <a:path w="1869" h="507" extrusionOk="0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8">
              <a:extLst>
                <a:ext uri="{FF2B5EF4-FFF2-40B4-BE49-F238E27FC236}">
                  <a16:creationId xmlns:a16="http://schemas.microsoft.com/office/drawing/2014/main" id="{87B51E18-2DE6-AB0E-8266-E3FC3A478D67}"/>
                </a:ext>
              </a:extLst>
            </p:cNvPr>
            <p:cNvSpPr/>
            <p:nvPr/>
          </p:nvSpPr>
          <p:spPr>
            <a:xfrm>
              <a:off x="4272750" y="2907750"/>
              <a:ext cx="156000" cy="182125"/>
            </a:xfrm>
            <a:custGeom>
              <a:avLst/>
              <a:gdLst/>
              <a:ahLst/>
              <a:cxnLst/>
              <a:rect l="l" t="t" r="r" b="b"/>
              <a:pathLst>
                <a:path w="6240" h="7285" extrusionOk="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8">
              <a:extLst>
                <a:ext uri="{FF2B5EF4-FFF2-40B4-BE49-F238E27FC236}">
                  <a16:creationId xmlns:a16="http://schemas.microsoft.com/office/drawing/2014/main" id="{7EB8142A-A9A5-A474-5C54-B31C3AA386EB}"/>
                </a:ext>
              </a:extLst>
            </p:cNvPr>
            <p:cNvSpPr/>
            <p:nvPr/>
          </p:nvSpPr>
          <p:spPr>
            <a:xfrm>
              <a:off x="4290175" y="2941150"/>
              <a:ext cx="42775" cy="73500"/>
            </a:xfrm>
            <a:custGeom>
              <a:avLst/>
              <a:gdLst/>
              <a:ahLst/>
              <a:cxnLst/>
              <a:rect l="l" t="t" r="r" b="b"/>
              <a:pathLst>
                <a:path w="1711" h="2940" extrusionOk="0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8">
              <a:extLst>
                <a:ext uri="{FF2B5EF4-FFF2-40B4-BE49-F238E27FC236}">
                  <a16:creationId xmlns:a16="http://schemas.microsoft.com/office/drawing/2014/main" id="{B0E8C305-CE28-C90F-53B8-E07A9AA4A50A}"/>
                </a:ext>
              </a:extLst>
            </p:cNvPr>
            <p:cNvSpPr/>
            <p:nvPr/>
          </p:nvSpPr>
          <p:spPr>
            <a:xfrm>
              <a:off x="3811975" y="3326575"/>
              <a:ext cx="247025" cy="247050"/>
            </a:xfrm>
            <a:custGeom>
              <a:avLst/>
              <a:gdLst/>
              <a:ahLst/>
              <a:cxnLst/>
              <a:rect l="l" t="t" r="r" b="b"/>
              <a:pathLst>
                <a:path w="9881" h="9882" extrusionOk="0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8">
              <a:extLst>
                <a:ext uri="{FF2B5EF4-FFF2-40B4-BE49-F238E27FC236}">
                  <a16:creationId xmlns:a16="http://schemas.microsoft.com/office/drawing/2014/main" id="{8F2A10CD-F5EC-54AA-AE58-8FDE9CEE3AFC}"/>
                </a:ext>
              </a:extLst>
            </p:cNvPr>
            <p:cNvSpPr/>
            <p:nvPr/>
          </p:nvSpPr>
          <p:spPr>
            <a:xfrm>
              <a:off x="3890350" y="3358250"/>
              <a:ext cx="93450" cy="178950"/>
            </a:xfrm>
            <a:custGeom>
              <a:avLst/>
              <a:gdLst/>
              <a:ahLst/>
              <a:cxnLst/>
              <a:rect l="l" t="t" r="r" b="b"/>
              <a:pathLst>
                <a:path w="3738" h="7158" extrusionOk="0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8">
              <a:extLst>
                <a:ext uri="{FF2B5EF4-FFF2-40B4-BE49-F238E27FC236}">
                  <a16:creationId xmlns:a16="http://schemas.microsoft.com/office/drawing/2014/main" id="{024FDB2B-F5C3-04B0-4478-544391417491}"/>
                </a:ext>
              </a:extLst>
            </p:cNvPr>
            <p:cNvSpPr/>
            <p:nvPr/>
          </p:nvSpPr>
          <p:spPr>
            <a:xfrm>
              <a:off x="3298125" y="2488125"/>
              <a:ext cx="659550" cy="393525"/>
            </a:xfrm>
            <a:custGeom>
              <a:avLst/>
              <a:gdLst/>
              <a:ahLst/>
              <a:cxnLst/>
              <a:rect l="l" t="t" r="r" b="b"/>
              <a:pathLst>
                <a:path w="26382" h="15741" extrusionOk="0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8">
              <a:extLst>
                <a:ext uri="{FF2B5EF4-FFF2-40B4-BE49-F238E27FC236}">
                  <a16:creationId xmlns:a16="http://schemas.microsoft.com/office/drawing/2014/main" id="{7168CC26-903F-A5AA-D92E-3E88FF3EFC84}"/>
                </a:ext>
              </a:extLst>
            </p:cNvPr>
            <p:cNvSpPr/>
            <p:nvPr/>
          </p:nvSpPr>
          <p:spPr>
            <a:xfrm>
              <a:off x="3313975" y="2815125"/>
              <a:ext cx="631825" cy="54650"/>
            </a:xfrm>
            <a:custGeom>
              <a:avLst/>
              <a:gdLst/>
              <a:ahLst/>
              <a:cxnLst/>
              <a:rect l="l" t="t" r="r" b="b"/>
              <a:pathLst>
                <a:path w="25273" h="2186" extrusionOk="0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8">
              <a:extLst>
                <a:ext uri="{FF2B5EF4-FFF2-40B4-BE49-F238E27FC236}">
                  <a16:creationId xmlns:a16="http://schemas.microsoft.com/office/drawing/2014/main" id="{ADBE36E0-96C4-6DBA-C300-16D68B2DEFA1}"/>
                </a:ext>
              </a:extLst>
            </p:cNvPr>
            <p:cNvSpPr/>
            <p:nvPr/>
          </p:nvSpPr>
          <p:spPr>
            <a:xfrm>
              <a:off x="3583950" y="2820650"/>
              <a:ext cx="111650" cy="111675"/>
            </a:xfrm>
            <a:custGeom>
              <a:avLst/>
              <a:gdLst/>
              <a:ahLst/>
              <a:cxnLst/>
              <a:rect l="l" t="t" r="r" b="b"/>
              <a:pathLst>
                <a:path w="4466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8">
              <a:extLst>
                <a:ext uri="{FF2B5EF4-FFF2-40B4-BE49-F238E27FC236}">
                  <a16:creationId xmlns:a16="http://schemas.microsoft.com/office/drawing/2014/main" id="{5C3DA2CC-97E6-93D4-1FE2-8C98A82DEB75}"/>
                </a:ext>
              </a:extLst>
            </p:cNvPr>
            <p:cNvSpPr/>
            <p:nvPr/>
          </p:nvSpPr>
          <p:spPr>
            <a:xfrm>
              <a:off x="3487350" y="2915675"/>
              <a:ext cx="311175" cy="28525"/>
            </a:xfrm>
            <a:custGeom>
              <a:avLst/>
              <a:gdLst/>
              <a:ahLst/>
              <a:cxnLst/>
              <a:rect l="l" t="t" r="r" b="b"/>
              <a:pathLst>
                <a:path w="12447" h="1141" extrusionOk="0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8">
              <a:extLst>
                <a:ext uri="{FF2B5EF4-FFF2-40B4-BE49-F238E27FC236}">
                  <a16:creationId xmlns:a16="http://schemas.microsoft.com/office/drawing/2014/main" id="{563D4B61-1E93-A78E-B3F2-5206B5D6A757}"/>
                </a:ext>
              </a:extLst>
            </p:cNvPr>
            <p:cNvSpPr/>
            <p:nvPr/>
          </p:nvSpPr>
          <p:spPr>
            <a:xfrm>
              <a:off x="3440650" y="2667075"/>
              <a:ext cx="95025" cy="95825"/>
            </a:xfrm>
            <a:custGeom>
              <a:avLst/>
              <a:gdLst/>
              <a:ahLst/>
              <a:cxnLst/>
              <a:rect l="l" t="t" r="r" b="b"/>
              <a:pathLst>
                <a:path w="3801" h="3833" extrusionOk="0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8">
              <a:extLst>
                <a:ext uri="{FF2B5EF4-FFF2-40B4-BE49-F238E27FC236}">
                  <a16:creationId xmlns:a16="http://schemas.microsoft.com/office/drawing/2014/main" id="{2A23B233-E0EB-0F24-3023-C056AF354225}"/>
                </a:ext>
              </a:extLst>
            </p:cNvPr>
            <p:cNvSpPr/>
            <p:nvPr/>
          </p:nvSpPr>
          <p:spPr>
            <a:xfrm>
              <a:off x="3575250" y="2621150"/>
              <a:ext cx="95025" cy="140950"/>
            </a:xfrm>
            <a:custGeom>
              <a:avLst/>
              <a:gdLst/>
              <a:ahLst/>
              <a:cxnLst/>
              <a:rect l="l" t="t" r="r" b="b"/>
              <a:pathLst>
                <a:path w="3801" h="5638" extrusionOk="0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8">
              <a:extLst>
                <a:ext uri="{FF2B5EF4-FFF2-40B4-BE49-F238E27FC236}">
                  <a16:creationId xmlns:a16="http://schemas.microsoft.com/office/drawing/2014/main" id="{89DFD548-B924-E34F-AE83-0A88EF46E9EC}"/>
                </a:ext>
              </a:extLst>
            </p:cNvPr>
            <p:cNvSpPr/>
            <p:nvPr/>
          </p:nvSpPr>
          <p:spPr>
            <a:xfrm>
              <a:off x="3709050" y="2572850"/>
              <a:ext cx="95025" cy="189250"/>
            </a:xfrm>
            <a:custGeom>
              <a:avLst/>
              <a:gdLst/>
              <a:ahLst/>
              <a:cxnLst/>
              <a:rect l="l" t="t" r="r" b="b"/>
              <a:pathLst>
                <a:path w="3801" h="7570" extrusionOk="0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8">
              <a:extLst>
                <a:ext uri="{FF2B5EF4-FFF2-40B4-BE49-F238E27FC236}">
                  <a16:creationId xmlns:a16="http://schemas.microsoft.com/office/drawing/2014/main" id="{FECFD1EF-20A9-6FD8-470A-44438E1A392A}"/>
                </a:ext>
              </a:extLst>
            </p:cNvPr>
            <p:cNvSpPr/>
            <p:nvPr/>
          </p:nvSpPr>
          <p:spPr>
            <a:xfrm>
              <a:off x="3633025" y="3284600"/>
              <a:ext cx="25" cy="467150"/>
            </a:xfrm>
            <a:custGeom>
              <a:avLst/>
              <a:gdLst/>
              <a:ahLst/>
              <a:cxnLst/>
              <a:rect l="l" t="t" r="r" b="b"/>
              <a:pathLst>
                <a:path w="1" h="18686" fill="none" extrusionOk="0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8">
              <a:extLst>
                <a:ext uri="{FF2B5EF4-FFF2-40B4-BE49-F238E27FC236}">
                  <a16:creationId xmlns:a16="http://schemas.microsoft.com/office/drawing/2014/main" id="{BB7777F0-2A80-8CC2-CF73-BFFBB96DE15E}"/>
                </a:ext>
              </a:extLst>
            </p:cNvPr>
            <p:cNvSpPr/>
            <p:nvPr/>
          </p:nvSpPr>
          <p:spPr>
            <a:xfrm>
              <a:off x="4182500" y="2716950"/>
              <a:ext cx="467150" cy="25"/>
            </a:xfrm>
            <a:custGeom>
              <a:avLst/>
              <a:gdLst/>
              <a:ahLst/>
              <a:cxnLst/>
              <a:rect l="l" t="t" r="r" b="b"/>
              <a:pathLst>
                <a:path w="18686" h="1" fill="none" extrusionOk="0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8">
              <a:extLst>
                <a:ext uri="{FF2B5EF4-FFF2-40B4-BE49-F238E27FC236}">
                  <a16:creationId xmlns:a16="http://schemas.microsoft.com/office/drawing/2014/main" id="{441D8B31-630D-4A64-A0E7-11806EDDDFF3}"/>
                </a:ext>
              </a:extLst>
            </p:cNvPr>
            <p:cNvSpPr/>
            <p:nvPr/>
          </p:nvSpPr>
          <p:spPr>
            <a:xfrm>
              <a:off x="3633025" y="1694050"/>
              <a:ext cx="25" cy="467125"/>
            </a:xfrm>
            <a:custGeom>
              <a:avLst/>
              <a:gdLst/>
              <a:ahLst/>
              <a:cxnLst/>
              <a:rect l="l" t="t" r="r" b="b"/>
              <a:pathLst>
                <a:path w="1" h="18685" fill="none" extrusionOk="0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8">
              <a:extLst>
                <a:ext uri="{FF2B5EF4-FFF2-40B4-BE49-F238E27FC236}">
                  <a16:creationId xmlns:a16="http://schemas.microsoft.com/office/drawing/2014/main" id="{CDC636E7-065B-F75C-1E39-6DDEDD578A51}"/>
                </a:ext>
              </a:extLst>
            </p:cNvPr>
            <p:cNvSpPr/>
            <p:nvPr/>
          </p:nvSpPr>
          <p:spPr>
            <a:xfrm>
              <a:off x="4025725" y="2005975"/>
              <a:ext cx="311975" cy="311975"/>
            </a:xfrm>
            <a:custGeom>
              <a:avLst/>
              <a:gdLst/>
              <a:ahLst/>
              <a:cxnLst/>
              <a:rect l="l" t="t" r="r" b="b"/>
              <a:pathLst>
                <a:path w="12479" h="12479" fill="none" extrusionOk="0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8">
              <a:extLst>
                <a:ext uri="{FF2B5EF4-FFF2-40B4-BE49-F238E27FC236}">
                  <a16:creationId xmlns:a16="http://schemas.microsoft.com/office/drawing/2014/main" id="{A7EFA2DA-D7DD-38E9-05B3-46274146328F}"/>
                </a:ext>
              </a:extLst>
            </p:cNvPr>
            <p:cNvSpPr/>
            <p:nvPr/>
          </p:nvSpPr>
          <p:spPr>
            <a:xfrm>
              <a:off x="4021775" y="3109650"/>
              <a:ext cx="311975" cy="311950"/>
            </a:xfrm>
            <a:custGeom>
              <a:avLst/>
              <a:gdLst/>
              <a:ahLst/>
              <a:cxnLst/>
              <a:rect l="l" t="t" r="r" b="b"/>
              <a:pathLst>
                <a:path w="12479" h="12478" fill="none" extrusionOk="0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8">
              <a:extLst>
                <a:ext uri="{FF2B5EF4-FFF2-40B4-BE49-F238E27FC236}">
                  <a16:creationId xmlns:a16="http://schemas.microsoft.com/office/drawing/2014/main" id="{6BA92360-7A8D-B4DE-35E9-7300B702332B}"/>
                </a:ext>
              </a:extLst>
            </p:cNvPr>
            <p:cNvSpPr/>
            <p:nvPr/>
          </p:nvSpPr>
          <p:spPr>
            <a:xfrm>
              <a:off x="4332925" y="2716150"/>
              <a:ext cx="441025" cy="809950"/>
            </a:xfrm>
            <a:custGeom>
              <a:avLst/>
              <a:gdLst/>
              <a:ahLst/>
              <a:cxnLst/>
              <a:rect l="l" t="t" r="r" b="b"/>
              <a:pathLst>
                <a:path w="17641" h="32398" extrusionOk="0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8">
              <a:extLst>
                <a:ext uri="{FF2B5EF4-FFF2-40B4-BE49-F238E27FC236}">
                  <a16:creationId xmlns:a16="http://schemas.microsoft.com/office/drawing/2014/main" id="{271579D5-13F3-A1B9-0371-696674E36130}"/>
                </a:ext>
              </a:extLst>
            </p:cNvPr>
            <p:cNvSpPr/>
            <p:nvPr/>
          </p:nvSpPr>
          <p:spPr>
            <a:xfrm>
              <a:off x="4332125" y="1906225"/>
              <a:ext cx="441825" cy="809950"/>
            </a:xfrm>
            <a:custGeom>
              <a:avLst/>
              <a:gdLst/>
              <a:ahLst/>
              <a:cxnLst/>
              <a:rect l="l" t="t" r="r" b="b"/>
              <a:pathLst>
                <a:path w="17673" h="32398" extrusionOk="0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8">
              <a:extLst>
                <a:ext uri="{FF2B5EF4-FFF2-40B4-BE49-F238E27FC236}">
                  <a16:creationId xmlns:a16="http://schemas.microsoft.com/office/drawing/2014/main" id="{9AF9CAA4-6E8E-B620-8A39-50D57276F99A}"/>
                </a:ext>
              </a:extLst>
            </p:cNvPr>
            <p:cNvSpPr/>
            <p:nvPr/>
          </p:nvSpPr>
          <p:spPr>
            <a:xfrm>
              <a:off x="3628275" y="3420775"/>
              <a:ext cx="809975" cy="441825"/>
            </a:xfrm>
            <a:custGeom>
              <a:avLst/>
              <a:gdLst/>
              <a:ahLst/>
              <a:cxnLst/>
              <a:rect l="l" t="t" r="r" b="b"/>
              <a:pathLst>
                <a:path w="32399" h="17673" extrusionOk="0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76;p14">
            <a:extLst>
              <a:ext uri="{FF2B5EF4-FFF2-40B4-BE49-F238E27FC236}">
                <a16:creationId xmlns:a16="http://schemas.microsoft.com/office/drawing/2014/main" id="{622C4162-71DE-9512-1809-2D69B3AC6EE9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Alur Pembelajaran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57101-45B2-3C04-86AE-BFF434485EAA}"/>
              </a:ext>
            </a:extLst>
          </p:cNvPr>
          <p:cNvSpPr txBox="1"/>
          <p:nvPr/>
        </p:nvSpPr>
        <p:spPr>
          <a:xfrm>
            <a:off x="2275635" y="1705725"/>
            <a:ext cx="706504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lvl="0" indent="-85725" fontAlgn="base">
              <a:buFont typeface="Arial" panose="020B0604020202020204" pitchFamily="34" charset="0"/>
              <a:buChar char="•"/>
            </a:pPr>
            <a:r>
              <a:rPr lang="en-ID" sz="2000" dirty="0" err="1"/>
              <a:t>Pengertian</a:t>
            </a:r>
            <a:r>
              <a:rPr lang="en-ID" sz="2000" dirty="0"/>
              <a:t> </a:t>
            </a:r>
            <a:r>
              <a:rPr lang="en-ID" sz="2000" dirty="0" err="1"/>
              <a:t>fungsi</a:t>
            </a:r>
            <a:endParaRPr lang="en-ID" sz="2000" dirty="0"/>
          </a:p>
          <a:p>
            <a:pPr marL="85725" lvl="0" indent="-85725" fontAlgn="base">
              <a:buFont typeface="Arial" panose="020B0604020202020204" pitchFamily="34" charset="0"/>
              <a:buChar char="•"/>
            </a:pPr>
            <a:r>
              <a:rPr lang="en-ID" sz="2000" dirty="0" err="1"/>
              <a:t>Mendeklarasikan</a:t>
            </a:r>
            <a:r>
              <a:rPr lang="en-ID" sz="2000" dirty="0"/>
              <a:t> </a:t>
            </a:r>
            <a:r>
              <a:rPr lang="en-ID" sz="2000" dirty="0" err="1"/>
              <a:t>Fungsi</a:t>
            </a:r>
            <a:endParaRPr lang="en-ID" sz="2000" dirty="0"/>
          </a:p>
          <a:p>
            <a:pPr marL="85725" lvl="0" indent="-85725" fontAlgn="base">
              <a:buFont typeface="Arial" panose="020B0604020202020204" pitchFamily="34" charset="0"/>
              <a:buChar char="•"/>
            </a:pPr>
            <a:r>
              <a:rPr lang="en-ID" sz="2000" dirty="0"/>
              <a:t>Parameter </a:t>
            </a:r>
            <a:r>
              <a:rPr lang="en-ID" sz="2000" dirty="0" err="1"/>
              <a:t>fungsi</a:t>
            </a:r>
            <a:endParaRPr lang="en-ID" sz="2000" dirty="0"/>
          </a:p>
          <a:p>
            <a:pPr marL="85725" lvl="0" indent="-85725" fontAlgn="base">
              <a:buFont typeface="Arial" panose="020B0604020202020204" pitchFamily="34" charset="0"/>
              <a:buChar char="•"/>
            </a:pPr>
            <a:r>
              <a:rPr lang="en-ID" sz="2000" dirty="0"/>
              <a:t>Return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fungsi</a:t>
            </a:r>
            <a:endParaRPr lang="en-ID" sz="2000" dirty="0"/>
          </a:p>
          <a:p>
            <a:pPr marL="85725" lvl="0" indent="-85725" fontAlgn="base">
              <a:buFont typeface="Arial" panose="020B0604020202020204" pitchFamily="34" charset="0"/>
              <a:buChar char="•"/>
            </a:pPr>
            <a:r>
              <a:rPr lang="en-ID" sz="2000" dirty="0"/>
              <a:t>Scope </a:t>
            </a:r>
            <a:r>
              <a:rPr lang="en-ID" sz="2000" dirty="0" err="1"/>
              <a:t>variabel</a:t>
            </a:r>
            <a:endParaRPr lang="en-ID" sz="2000" dirty="0"/>
          </a:p>
          <a:p>
            <a:pPr marL="85725" lvl="0" indent="-85725" fontAlgn="base">
              <a:buFont typeface="Arial" panose="020B0604020202020204" pitchFamily="34" charset="0"/>
              <a:buChar char="•"/>
            </a:pPr>
            <a:r>
              <a:rPr lang="en-ID" sz="2000" dirty="0" err="1"/>
              <a:t>Aktivitas</a:t>
            </a:r>
            <a:endParaRPr lang="en-ID" sz="2000" dirty="0"/>
          </a:p>
          <a:p>
            <a:pPr marL="85725" lvl="0" indent="-85725" fontAlgn="base">
              <a:buFont typeface="Arial" panose="020B0604020202020204" pitchFamily="34" charset="0"/>
              <a:buChar char="•"/>
            </a:pPr>
            <a:r>
              <a:rPr lang="en-ID" sz="2000" dirty="0" err="1"/>
              <a:t>Pembuatan</a:t>
            </a:r>
            <a:r>
              <a:rPr lang="en-ID" sz="2000" dirty="0"/>
              <a:t> </a:t>
            </a:r>
            <a:r>
              <a:rPr lang="en-ID" sz="2000" dirty="0" err="1"/>
              <a:t>proyek</a:t>
            </a:r>
            <a:endParaRPr lang="en-ID" sz="2000" dirty="0"/>
          </a:p>
          <a:p>
            <a:pPr marL="85725" lvl="0" indent="-85725" fontAlgn="base">
              <a:buFont typeface="Arial" panose="020B0604020202020204" pitchFamily="34" charset="0"/>
              <a:buChar char="•"/>
            </a:pPr>
            <a:r>
              <a:rPr lang="en-ID" sz="2000" dirty="0"/>
              <a:t>Demo program</a:t>
            </a:r>
          </a:p>
        </p:txBody>
      </p:sp>
    </p:spTree>
    <p:extLst>
      <p:ext uri="{BB962C8B-B14F-4D97-AF65-F5344CB8AC3E}">
        <p14:creationId xmlns:p14="http://schemas.microsoft.com/office/powerpoint/2010/main" val="1425310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689CEAAE-7C9E-FAF1-FBEB-AD1E3772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C0F8E6B3-ED3B-FE5A-EE0A-9EE47C793E45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Fungsi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D8039CED-C96C-7516-4841-2CA00AA5BD4D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85BFD07F-2AEA-BD16-6C47-CE71F9BF4D80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2EE19E1C-975F-C034-2529-A839DECAC36F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47C74899-489D-9D1C-9397-8AC62C455030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25AF2EB7-47D2-CE55-08E1-B121A8DE0134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5B44E3C0-8DA6-C97B-B668-53D786F4E2D1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8E821BDD-8388-9349-2EAD-62F41E61A760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0E1D399C-45E0-8CE2-1544-C1216F5482D0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0DF1A5F6-62D6-D4F4-232E-B30063757673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3F3CF8A3-ED4F-F02F-2161-6A507DE50AB4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20DB1B53-81F1-EA07-D47C-3DD8237DE5F2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6542B0DE-1144-1EBB-9052-A932B7F18087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A5E6A3EB-E3CC-31BF-51B4-0C828DF14ACF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EF546E24-E4D3-A726-7135-5BD456DBCBD3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107D529A-CC65-7E48-B76A-D59CB76B79DC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E6AEDC24-9DAD-4B47-EAEF-44F607EB8930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679E41BF-6699-745F-D37C-541D4BC62B94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051713FA-A225-915B-7BE6-440EBE1B2382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E257E677-5ECC-0F5A-31C8-9C2EB2638C01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E1CB1729-5B17-7F9A-610F-6E182B50AA41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C4BC6C48-FCCE-1F7A-B345-309A41CC8A85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2DBF8A35-17E9-5799-AE09-4A64FBCCECFC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5DDD890F-D3CC-2579-249C-C249A0E7C9E9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52D8224B-D3EE-D305-0F1F-415481D4A0E9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BED0537A-75DF-FFAA-EBE0-61B6A784C5EA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29E1017C-AC14-AB60-2A86-9101BA84ADF3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0DA07BC3-7F18-5977-A1FA-03C52140C949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E2095421-3E8F-B145-9576-CE1F7C7B06B5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D4CE150C-89D9-A36C-A245-A2050CAD714C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F8A596A5-9CEB-65F1-037D-7345FEF559CC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F3EE7B23-44E6-43A5-DB66-9C5C4550BD46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73977EAA-BE0E-EA0B-81D5-9051293B19DE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AC4EFCD5-CADC-CE6A-A715-ED4D5A24EC9F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38A732EC-7CEB-9107-AAA8-FA0526AF6C22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6CA72296-A841-E7A1-1D4B-10ED721CA2C4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D37EB260-D9BD-ECAF-FA62-FEF381B5E546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4232A726-5B1B-AFBB-997D-2FDCC0725799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E21B03AE-6B00-295F-DA1C-BF6BF67E1BC7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2CE812FB-2169-3760-350F-7F1B2ED46DDC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B02E9E58-A0D9-9343-4198-48A23889EE95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1BFDEF53-7DEC-3C8C-0005-CE85374A8C10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F9129A50-24B3-0A53-3433-F7B4E38D61BD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76F6C3F5-1EF8-52C4-6020-7134F0D7C126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E90B8008-4E7C-9F6E-5E85-5FD99D33B877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E8F885E0-E487-415C-3B7F-9B59F3F3F88E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E04079D9-878F-0963-D3E7-8925FBA39B2C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8C85DB67-9DBD-F4DF-4385-005DFF748116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29308D2C-0671-E12E-A265-4B9BC238E1D0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46376010-5E05-F912-2C8C-C0E0D4B060BB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BA4D68C5-4B2D-290C-C849-157E2FF756B7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0A5A3C74-7E10-B3CB-D2F2-206BA98686C2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1FB873FA-19E0-85F0-9431-A4C8DF44EAA8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FA6BD393-667A-C34E-6E6B-8BA7AE765B11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CECF4C53-3D7C-F86B-EBCC-B0195C2AB6DE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24E55FC8-F127-AB1D-93E9-26ECF65A2ADA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F9B51612-165F-C20A-A0E5-AB8EE8F65FC2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9716BDCF-B931-1C17-EFA1-228CB75834AA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1ADF7669-ACE0-7FFA-4B79-06FCFB3C8D38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9913A617-15B2-F36B-84BE-F41299202D07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E2BB4C16-91E5-4125-82FA-A4DC6F595395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C1073AAD-76E5-3CEC-19FD-BCBD45E61BC9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EFDE897B-A37E-DA09-7658-2222CB542CEC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8D67868A-D173-961E-4DF4-8A853913A16B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A519DBBA-EEBA-5CC9-B317-6371DDB97BE0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267EDA46-AA03-6C9F-AD9C-AAA858D01954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5CF9CA1D-4B47-A49D-BD0D-4BD2E416135A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E6F3440E-A102-7800-7943-5301B4905916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7D5F5A3C-2F31-B58A-D8E6-67D9516DAD41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1CA0C158-943E-6789-31E2-BC35744C5EE6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855A86E2-2045-5DC3-7BDC-8505CD9A8BAE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CDB8C304-E0F9-01B4-CEC7-214481D11948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4ADB8D75-FA41-9479-0B1E-97FF2344BCB2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6CB7ED60-6F32-96FF-175D-716B0EE6510D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3B337FCC-5B4C-B9A7-6023-23782DF658FA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596A3581-7748-3F40-2DD4-72EF343DFBCB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357D60EF-C1BE-4D00-3BD2-ADDAE6F50955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83DBB05D-0995-1F51-4D08-B1C670DBDF00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0AC9A9BD-3254-97B5-D3E5-3AE93AE662A4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ABD674E5-7F2A-4D8B-B583-229E375C5120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D22BD48D-14B1-B0A4-B7F5-332A8CF06E2A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5732B4CB-5472-A45F-E46A-FD3063301879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A70661FE-F63A-EE3B-0013-89291861CF6E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F7CF227A-BD8E-166E-298D-6E7373C542C9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D92705C8-0830-A3BE-1B76-F46A023B1EF9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FC5CF074-A9C1-85C8-8DDF-C53070E9F4CD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61FAB73C-012A-1068-EB77-198EF51D35D4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AF435574-C310-3CEE-E191-369E8F47BBFD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D89567D6-46C0-DEC6-65C0-69EB1F830466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F125FEAD-923D-1ECC-0E59-9ACC7BF82571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2E13C9B9-2B37-8605-0380-54DB406DFA6E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F12A3C3B-A656-FEAF-36D1-26298CC90F38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80111635-29CC-E2F2-3534-8DF9B0BF0CA0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ED71EE52-90A8-D7BD-C882-9FB832041687}"/>
              </a:ext>
            </a:extLst>
          </p:cNvPr>
          <p:cNvSpPr txBox="1"/>
          <p:nvPr/>
        </p:nvSpPr>
        <p:spPr>
          <a:xfrm>
            <a:off x="2942215" y="1552796"/>
            <a:ext cx="325957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D" sz="2000" dirty="0"/>
              <a:t>Blok </a:t>
            </a:r>
            <a:r>
              <a:rPr lang="en-ID" sz="2000" dirty="0" err="1"/>
              <a:t>kode</a:t>
            </a:r>
            <a:r>
              <a:rPr lang="en-ID" sz="2000" dirty="0"/>
              <a:t> yang </a:t>
            </a:r>
            <a:r>
              <a:rPr lang="en-ID" sz="2000" dirty="0" err="1"/>
              <a:t>dirancang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melakukan</a:t>
            </a:r>
            <a:r>
              <a:rPr lang="en-ID" sz="2000" dirty="0"/>
              <a:t> </a:t>
            </a:r>
            <a:r>
              <a:rPr lang="en-ID" sz="2000" dirty="0" err="1"/>
              <a:t>perintah</a:t>
            </a:r>
            <a:r>
              <a:rPr lang="en-ID" sz="2000" dirty="0"/>
              <a:t> </a:t>
            </a:r>
            <a:r>
              <a:rPr lang="en-ID" sz="2000" dirty="0" err="1"/>
              <a:t>tertentu</a:t>
            </a:r>
            <a:r>
              <a:rPr lang="en-ID" sz="2000" dirty="0"/>
              <a:t> dan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dipanggil</a:t>
            </a:r>
            <a:r>
              <a:rPr lang="en-ID" sz="2000" dirty="0"/>
              <a:t> </a:t>
            </a:r>
            <a:r>
              <a:rPr lang="en-ID" sz="2000" dirty="0" err="1"/>
              <a:t>berkali</a:t>
            </a:r>
            <a:r>
              <a:rPr lang="en-ID" sz="2000" dirty="0"/>
              <a:t>-kali </a:t>
            </a:r>
            <a:r>
              <a:rPr lang="en-ID" sz="2000" dirty="0" err="1"/>
              <a:t>tanpa</a:t>
            </a:r>
            <a:r>
              <a:rPr lang="en-ID" sz="2000" dirty="0"/>
              <a:t> </a:t>
            </a:r>
            <a:r>
              <a:rPr lang="en-ID" sz="2000" dirty="0" err="1"/>
              <a:t>perlu</a:t>
            </a:r>
            <a:r>
              <a:rPr lang="en-ID" sz="2000" dirty="0"/>
              <a:t> </a:t>
            </a:r>
            <a:r>
              <a:rPr lang="en-ID" sz="2000" dirty="0" err="1"/>
              <a:t>menulis</a:t>
            </a:r>
            <a:r>
              <a:rPr lang="en-ID" sz="2000" dirty="0"/>
              <a:t> </a:t>
            </a:r>
            <a:r>
              <a:rPr lang="en-ID" sz="2000" dirty="0" err="1"/>
              <a:t>ulang</a:t>
            </a:r>
            <a:r>
              <a:rPr lang="en-ID" sz="2000" dirty="0"/>
              <a:t> </a:t>
            </a:r>
            <a:r>
              <a:rPr lang="en-ID" sz="2000" dirty="0" err="1"/>
              <a:t>kode</a:t>
            </a:r>
            <a:endParaRPr lang="en-ID" sz="2000" dirty="0"/>
          </a:p>
          <a:p>
            <a:pPr algn="ctr"/>
            <a:br>
              <a:rPr lang="en-ID" sz="2000" dirty="0"/>
            </a:b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193634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803ADD6A-8A45-48A2-9B72-7024AF8D3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037B13E8-9F23-8695-857E-8723A191756F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Mengapa</a:t>
            </a: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menggunakan</a:t>
            </a: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Fungsi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" name="Google Shape;222;p14">
            <a:extLst>
              <a:ext uri="{FF2B5EF4-FFF2-40B4-BE49-F238E27FC236}">
                <a16:creationId xmlns:a16="http://schemas.microsoft.com/office/drawing/2014/main" id="{83B0A1B2-2C14-6440-0E3D-F7328D1602F6}"/>
              </a:ext>
            </a:extLst>
          </p:cNvPr>
          <p:cNvSpPr/>
          <p:nvPr/>
        </p:nvSpPr>
        <p:spPr>
          <a:xfrm>
            <a:off x="985303" y="225018"/>
            <a:ext cx="7189631" cy="6138746"/>
          </a:xfrm>
          <a:custGeom>
            <a:avLst/>
            <a:gdLst/>
            <a:ahLst/>
            <a:cxnLst/>
            <a:rect l="l" t="t" r="r" b="b"/>
            <a:pathLst>
              <a:path w="122402" h="110810" fill="none" extrusionOk="0">
                <a:moveTo>
                  <a:pt x="25335" y="0"/>
                </a:moveTo>
                <a:cubicBezTo>
                  <a:pt x="10008" y="11148"/>
                  <a:pt x="0" y="29199"/>
                  <a:pt x="0" y="49594"/>
                </a:cubicBezTo>
                <a:cubicBezTo>
                  <a:pt x="0" y="83416"/>
                  <a:pt x="27394" y="110810"/>
                  <a:pt x="61185" y="110810"/>
                </a:cubicBezTo>
                <a:cubicBezTo>
                  <a:pt x="95007" y="110810"/>
                  <a:pt x="122401" y="83416"/>
                  <a:pt x="122401" y="49594"/>
                </a:cubicBezTo>
                <a:cubicBezTo>
                  <a:pt x="122401" y="29199"/>
                  <a:pt x="112394" y="11116"/>
                  <a:pt x="97034" y="0"/>
                </a:cubicBez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223;p14">
            <a:extLst>
              <a:ext uri="{FF2B5EF4-FFF2-40B4-BE49-F238E27FC236}">
                <a16:creationId xmlns:a16="http://schemas.microsoft.com/office/drawing/2014/main" id="{81884B4A-6D29-6CA6-4B1B-5DC65A976C43}"/>
              </a:ext>
            </a:extLst>
          </p:cNvPr>
          <p:cNvSpPr/>
          <p:nvPr/>
        </p:nvSpPr>
        <p:spPr>
          <a:xfrm>
            <a:off x="717400" y="791694"/>
            <a:ext cx="1112436" cy="56"/>
          </a:xfrm>
          <a:custGeom>
            <a:avLst/>
            <a:gdLst/>
            <a:ahLst/>
            <a:cxnLst/>
            <a:rect l="l" t="t" r="r" b="b"/>
            <a:pathLst>
              <a:path w="18939" h="1" fill="none" extrusionOk="0">
                <a:moveTo>
                  <a:pt x="1" y="0"/>
                </a:moveTo>
                <a:lnTo>
                  <a:pt x="18939" y="0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224;p14">
            <a:extLst>
              <a:ext uri="{FF2B5EF4-FFF2-40B4-BE49-F238E27FC236}">
                <a16:creationId xmlns:a16="http://schemas.microsoft.com/office/drawing/2014/main" id="{288C0D85-689C-1019-EF45-6F544AD4A6B3}"/>
              </a:ext>
            </a:extLst>
          </p:cNvPr>
          <p:cNvSpPr/>
          <p:nvPr/>
        </p:nvSpPr>
        <p:spPr>
          <a:xfrm>
            <a:off x="717400" y="5595273"/>
            <a:ext cx="1579344" cy="56"/>
          </a:xfrm>
          <a:custGeom>
            <a:avLst/>
            <a:gdLst/>
            <a:ahLst/>
            <a:cxnLst/>
            <a:rect l="l" t="t" r="r" b="b"/>
            <a:pathLst>
              <a:path w="26888" h="1" fill="none" extrusionOk="0">
                <a:moveTo>
                  <a:pt x="1" y="1"/>
                </a:moveTo>
                <a:lnTo>
                  <a:pt x="26888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225;p14">
            <a:extLst>
              <a:ext uri="{FF2B5EF4-FFF2-40B4-BE49-F238E27FC236}">
                <a16:creationId xmlns:a16="http://schemas.microsoft.com/office/drawing/2014/main" id="{9EE2242E-2E18-61E4-418B-AC5DD2C0A010}"/>
              </a:ext>
            </a:extLst>
          </p:cNvPr>
          <p:cNvSpPr/>
          <p:nvPr/>
        </p:nvSpPr>
        <p:spPr>
          <a:xfrm>
            <a:off x="717400" y="3188192"/>
            <a:ext cx="280943" cy="56"/>
          </a:xfrm>
          <a:custGeom>
            <a:avLst/>
            <a:gdLst/>
            <a:ahLst/>
            <a:cxnLst/>
            <a:rect l="l" t="t" r="r" b="b"/>
            <a:pathLst>
              <a:path w="4783" h="1" fill="none" extrusionOk="0">
                <a:moveTo>
                  <a:pt x="1" y="1"/>
                </a:moveTo>
                <a:lnTo>
                  <a:pt x="4783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226;p14">
            <a:extLst>
              <a:ext uri="{FF2B5EF4-FFF2-40B4-BE49-F238E27FC236}">
                <a16:creationId xmlns:a16="http://schemas.microsoft.com/office/drawing/2014/main" id="{26F841F8-8223-53F6-6A26-E657536791CE}"/>
              </a:ext>
            </a:extLst>
          </p:cNvPr>
          <p:cNvSpPr/>
          <p:nvPr/>
        </p:nvSpPr>
        <p:spPr>
          <a:xfrm>
            <a:off x="7328464" y="791694"/>
            <a:ext cx="1112436" cy="56"/>
          </a:xfrm>
          <a:custGeom>
            <a:avLst/>
            <a:gdLst/>
            <a:ahLst/>
            <a:cxnLst/>
            <a:rect l="l" t="t" r="r" b="b"/>
            <a:pathLst>
              <a:path w="18939" h="1" fill="none" extrusionOk="0">
                <a:moveTo>
                  <a:pt x="18939" y="0"/>
                </a:moveTo>
                <a:lnTo>
                  <a:pt x="1" y="0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227;p14">
            <a:extLst>
              <a:ext uri="{FF2B5EF4-FFF2-40B4-BE49-F238E27FC236}">
                <a16:creationId xmlns:a16="http://schemas.microsoft.com/office/drawing/2014/main" id="{A52189AB-2AAD-0FA5-2540-F40835E64987}"/>
              </a:ext>
            </a:extLst>
          </p:cNvPr>
          <p:cNvSpPr/>
          <p:nvPr/>
        </p:nvSpPr>
        <p:spPr>
          <a:xfrm>
            <a:off x="6861556" y="5595273"/>
            <a:ext cx="1579344" cy="56"/>
          </a:xfrm>
          <a:custGeom>
            <a:avLst/>
            <a:gdLst/>
            <a:ahLst/>
            <a:cxnLst/>
            <a:rect l="l" t="t" r="r" b="b"/>
            <a:pathLst>
              <a:path w="26888" h="1" fill="none" extrusionOk="0">
                <a:moveTo>
                  <a:pt x="26888" y="1"/>
                </a:moveTo>
                <a:lnTo>
                  <a:pt x="1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228;p14">
            <a:extLst>
              <a:ext uri="{FF2B5EF4-FFF2-40B4-BE49-F238E27FC236}">
                <a16:creationId xmlns:a16="http://schemas.microsoft.com/office/drawing/2014/main" id="{06CAEA18-2511-2967-4611-DDDB785815FB}"/>
              </a:ext>
            </a:extLst>
          </p:cNvPr>
          <p:cNvSpPr/>
          <p:nvPr/>
        </p:nvSpPr>
        <p:spPr>
          <a:xfrm>
            <a:off x="8159957" y="3188192"/>
            <a:ext cx="280943" cy="56"/>
          </a:xfrm>
          <a:custGeom>
            <a:avLst/>
            <a:gdLst/>
            <a:ahLst/>
            <a:cxnLst/>
            <a:rect l="l" t="t" r="r" b="b"/>
            <a:pathLst>
              <a:path w="4783" h="1" fill="none" extrusionOk="0">
                <a:moveTo>
                  <a:pt x="4783" y="1"/>
                </a:moveTo>
                <a:lnTo>
                  <a:pt x="1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DBECE-9A82-45DB-DB4C-3842F6F85283}"/>
              </a:ext>
            </a:extLst>
          </p:cNvPr>
          <p:cNvSpPr txBox="1"/>
          <p:nvPr/>
        </p:nvSpPr>
        <p:spPr>
          <a:xfrm>
            <a:off x="717400" y="999411"/>
            <a:ext cx="69217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Membagi</a:t>
            </a:r>
            <a:r>
              <a:rPr lang="en-US" dirty="0"/>
              <a:t> program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yang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dekelola</a:t>
            </a:r>
            <a:r>
              <a:rPr lang="en-US" dirty="0"/>
              <a:t> dan </a:t>
            </a:r>
            <a:r>
              <a:rPr lang="en-US" dirty="0" err="1"/>
              <a:t>dikembangkan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Mengurangi</a:t>
            </a:r>
            <a:r>
              <a:rPr lang="en-US" dirty="0"/>
              <a:t> </a:t>
            </a:r>
            <a:r>
              <a:rPr lang="en-US" dirty="0" err="1"/>
              <a:t>pengulangan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memanggil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didefinisikan</a:t>
            </a:r>
            <a:endParaRPr lang="en-US" dirty="0"/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A84A5A-8C1A-494B-7BEC-E8D01ABBC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49" y="2546088"/>
            <a:ext cx="3713824" cy="2185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7FB356-655F-3903-7831-7E8574542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876" y="2844411"/>
            <a:ext cx="4461027" cy="1589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FB13F2-C03B-2B59-DF1A-F0883A3D86F4}"/>
              </a:ext>
            </a:extLst>
          </p:cNvPr>
          <p:cNvSpPr txBox="1"/>
          <p:nvPr/>
        </p:nvSpPr>
        <p:spPr>
          <a:xfrm>
            <a:off x="969066" y="2198909"/>
            <a:ext cx="2401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mengguankan</a:t>
            </a:r>
            <a:r>
              <a:rPr lang="en-US" dirty="0"/>
              <a:t> </a:t>
            </a:r>
            <a:r>
              <a:rPr lang="en-US" dirty="0" err="1"/>
              <a:t>fungsi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DD960A-3A68-70E4-36A6-EFD67F4A2B1F}"/>
              </a:ext>
            </a:extLst>
          </p:cNvPr>
          <p:cNvSpPr txBox="1"/>
          <p:nvPr/>
        </p:nvSpPr>
        <p:spPr>
          <a:xfrm>
            <a:off x="5483063" y="2546088"/>
            <a:ext cx="1845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mengguankan</a:t>
            </a:r>
            <a:r>
              <a:rPr lang="en-US" dirty="0"/>
              <a:t> </a:t>
            </a:r>
            <a:r>
              <a:rPr lang="en-US" dirty="0" err="1"/>
              <a:t>fungsi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52210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26EAC33F-43C4-53C1-209F-96A7D8D7D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35C911C1-83D3-2777-4584-FA986796F837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Mendeklarasikan</a:t>
            </a: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fungsi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" name="Google Shape;222;p14">
            <a:extLst>
              <a:ext uri="{FF2B5EF4-FFF2-40B4-BE49-F238E27FC236}">
                <a16:creationId xmlns:a16="http://schemas.microsoft.com/office/drawing/2014/main" id="{17EE9662-F703-7608-14BE-27381B2FE08E}"/>
              </a:ext>
            </a:extLst>
          </p:cNvPr>
          <p:cNvSpPr/>
          <p:nvPr/>
        </p:nvSpPr>
        <p:spPr>
          <a:xfrm>
            <a:off x="985303" y="225018"/>
            <a:ext cx="7189631" cy="6138746"/>
          </a:xfrm>
          <a:custGeom>
            <a:avLst/>
            <a:gdLst/>
            <a:ahLst/>
            <a:cxnLst/>
            <a:rect l="l" t="t" r="r" b="b"/>
            <a:pathLst>
              <a:path w="122402" h="110810" fill="none" extrusionOk="0">
                <a:moveTo>
                  <a:pt x="25335" y="0"/>
                </a:moveTo>
                <a:cubicBezTo>
                  <a:pt x="10008" y="11148"/>
                  <a:pt x="0" y="29199"/>
                  <a:pt x="0" y="49594"/>
                </a:cubicBezTo>
                <a:cubicBezTo>
                  <a:pt x="0" y="83416"/>
                  <a:pt x="27394" y="110810"/>
                  <a:pt x="61185" y="110810"/>
                </a:cubicBezTo>
                <a:cubicBezTo>
                  <a:pt x="95007" y="110810"/>
                  <a:pt x="122401" y="83416"/>
                  <a:pt x="122401" y="49594"/>
                </a:cubicBezTo>
                <a:cubicBezTo>
                  <a:pt x="122401" y="29199"/>
                  <a:pt x="112394" y="11116"/>
                  <a:pt x="97034" y="0"/>
                </a:cubicBez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223;p14">
            <a:extLst>
              <a:ext uri="{FF2B5EF4-FFF2-40B4-BE49-F238E27FC236}">
                <a16:creationId xmlns:a16="http://schemas.microsoft.com/office/drawing/2014/main" id="{706110C0-AA43-DFFB-704F-FD3AF5C06C9E}"/>
              </a:ext>
            </a:extLst>
          </p:cNvPr>
          <p:cNvSpPr/>
          <p:nvPr/>
        </p:nvSpPr>
        <p:spPr>
          <a:xfrm>
            <a:off x="717400" y="791694"/>
            <a:ext cx="1112436" cy="56"/>
          </a:xfrm>
          <a:custGeom>
            <a:avLst/>
            <a:gdLst/>
            <a:ahLst/>
            <a:cxnLst/>
            <a:rect l="l" t="t" r="r" b="b"/>
            <a:pathLst>
              <a:path w="18939" h="1" fill="none" extrusionOk="0">
                <a:moveTo>
                  <a:pt x="1" y="0"/>
                </a:moveTo>
                <a:lnTo>
                  <a:pt x="18939" y="0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224;p14">
            <a:extLst>
              <a:ext uri="{FF2B5EF4-FFF2-40B4-BE49-F238E27FC236}">
                <a16:creationId xmlns:a16="http://schemas.microsoft.com/office/drawing/2014/main" id="{BA89D4B1-222C-5B3F-15E7-471E97F5BDE5}"/>
              </a:ext>
            </a:extLst>
          </p:cNvPr>
          <p:cNvSpPr/>
          <p:nvPr/>
        </p:nvSpPr>
        <p:spPr>
          <a:xfrm>
            <a:off x="717400" y="5595273"/>
            <a:ext cx="1579344" cy="56"/>
          </a:xfrm>
          <a:custGeom>
            <a:avLst/>
            <a:gdLst/>
            <a:ahLst/>
            <a:cxnLst/>
            <a:rect l="l" t="t" r="r" b="b"/>
            <a:pathLst>
              <a:path w="26888" h="1" fill="none" extrusionOk="0">
                <a:moveTo>
                  <a:pt x="1" y="1"/>
                </a:moveTo>
                <a:lnTo>
                  <a:pt x="26888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225;p14">
            <a:extLst>
              <a:ext uri="{FF2B5EF4-FFF2-40B4-BE49-F238E27FC236}">
                <a16:creationId xmlns:a16="http://schemas.microsoft.com/office/drawing/2014/main" id="{81C4514B-19C8-F99C-328D-336D142E170B}"/>
              </a:ext>
            </a:extLst>
          </p:cNvPr>
          <p:cNvSpPr/>
          <p:nvPr/>
        </p:nvSpPr>
        <p:spPr>
          <a:xfrm>
            <a:off x="717400" y="3188192"/>
            <a:ext cx="280943" cy="56"/>
          </a:xfrm>
          <a:custGeom>
            <a:avLst/>
            <a:gdLst/>
            <a:ahLst/>
            <a:cxnLst/>
            <a:rect l="l" t="t" r="r" b="b"/>
            <a:pathLst>
              <a:path w="4783" h="1" fill="none" extrusionOk="0">
                <a:moveTo>
                  <a:pt x="1" y="1"/>
                </a:moveTo>
                <a:lnTo>
                  <a:pt x="4783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226;p14">
            <a:extLst>
              <a:ext uri="{FF2B5EF4-FFF2-40B4-BE49-F238E27FC236}">
                <a16:creationId xmlns:a16="http://schemas.microsoft.com/office/drawing/2014/main" id="{1AB96E36-8A2D-3651-2C2B-965DAAA1BD24}"/>
              </a:ext>
            </a:extLst>
          </p:cNvPr>
          <p:cNvSpPr/>
          <p:nvPr/>
        </p:nvSpPr>
        <p:spPr>
          <a:xfrm>
            <a:off x="7328464" y="791694"/>
            <a:ext cx="1112436" cy="56"/>
          </a:xfrm>
          <a:custGeom>
            <a:avLst/>
            <a:gdLst/>
            <a:ahLst/>
            <a:cxnLst/>
            <a:rect l="l" t="t" r="r" b="b"/>
            <a:pathLst>
              <a:path w="18939" h="1" fill="none" extrusionOk="0">
                <a:moveTo>
                  <a:pt x="18939" y="0"/>
                </a:moveTo>
                <a:lnTo>
                  <a:pt x="1" y="0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227;p14">
            <a:extLst>
              <a:ext uri="{FF2B5EF4-FFF2-40B4-BE49-F238E27FC236}">
                <a16:creationId xmlns:a16="http://schemas.microsoft.com/office/drawing/2014/main" id="{55F063BE-619B-E518-9E79-60ACCFA17593}"/>
              </a:ext>
            </a:extLst>
          </p:cNvPr>
          <p:cNvSpPr/>
          <p:nvPr/>
        </p:nvSpPr>
        <p:spPr>
          <a:xfrm>
            <a:off x="6861556" y="5595273"/>
            <a:ext cx="1579344" cy="56"/>
          </a:xfrm>
          <a:custGeom>
            <a:avLst/>
            <a:gdLst/>
            <a:ahLst/>
            <a:cxnLst/>
            <a:rect l="l" t="t" r="r" b="b"/>
            <a:pathLst>
              <a:path w="26888" h="1" fill="none" extrusionOk="0">
                <a:moveTo>
                  <a:pt x="26888" y="1"/>
                </a:moveTo>
                <a:lnTo>
                  <a:pt x="1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228;p14">
            <a:extLst>
              <a:ext uri="{FF2B5EF4-FFF2-40B4-BE49-F238E27FC236}">
                <a16:creationId xmlns:a16="http://schemas.microsoft.com/office/drawing/2014/main" id="{A6128EF6-3F36-5DC8-D818-8C1046D1008F}"/>
              </a:ext>
            </a:extLst>
          </p:cNvPr>
          <p:cNvSpPr/>
          <p:nvPr/>
        </p:nvSpPr>
        <p:spPr>
          <a:xfrm>
            <a:off x="8159957" y="3188192"/>
            <a:ext cx="280943" cy="56"/>
          </a:xfrm>
          <a:custGeom>
            <a:avLst/>
            <a:gdLst/>
            <a:ahLst/>
            <a:cxnLst/>
            <a:rect l="l" t="t" r="r" b="b"/>
            <a:pathLst>
              <a:path w="4783" h="1" fill="none" extrusionOk="0">
                <a:moveTo>
                  <a:pt x="4783" y="1"/>
                </a:moveTo>
                <a:lnTo>
                  <a:pt x="1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2CB2D4-DC43-9076-2890-A1B0E182C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55" y="2231206"/>
            <a:ext cx="2787579" cy="13184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ECABFF-21E5-D153-82C2-921577128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00" y="2396625"/>
            <a:ext cx="4195859" cy="802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2FD59B-62C2-E358-9146-E0A3CF9F3E56}"/>
              </a:ext>
            </a:extLst>
          </p:cNvPr>
          <p:cNvSpPr txBox="1"/>
          <p:nvPr/>
        </p:nvSpPr>
        <p:spPr>
          <a:xfrm>
            <a:off x="1273618" y="1765881"/>
            <a:ext cx="2840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Mendeklarasikan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di </a:t>
            </a:r>
            <a:r>
              <a:rPr lang="en-US" dirty="0" err="1"/>
              <a:t>pyhton</a:t>
            </a:r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7FAA4-5FB1-7517-D6E3-B791AABA2A4D}"/>
              </a:ext>
            </a:extLst>
          </p:cNvPr>
          <p:cNvSpPr txBox="1"/>
          <p:nvPr/>
        </p:nvSpPr>
        <p:spPr>
          <a:xfrm>
            <a:off x="5324241" y="1765882"/>
            <a:ext cx="2880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Mendeklarasikan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di scratch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06579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/>
          <p:cNvSpPr txBox="1"/>
          <p:nvPr/>
        </p:nvSpPr>
        <p:spPr>
          <a:xfrm>
            <a:off x="1965401" y="-120723"/>
            <a:ext cx="5213198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Cara memanggil fungsi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1A37D-AB16-BA8B-531B-E22C5FBE2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49" y="2497096"/>
            <a:ext cx="4737929" cy="126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80A391-CF38-A8A8-7F93-814F4B4AE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578" y="2191666"/>
            <a:ext cx="3865843" cy="16705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F484D-D6AB-CE0E-6BA8-E371C072A60C}"/>
              </a:ext>
            </a:extLst>
          </p:cNvPr>
          <p:cNvSpPr txBox="1"/>
          <p:nvPr/>
        </p:nvSpPr>
        <p:spPr>
          <a:xfrm>
            <a:off x="1480039" y="1842717"/>
            <a:ext cx="23631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Memanggil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di </a:t>
            </a:r>
            <a:r>
              <a:rPr lang="en-US" dirty="0" err="1"/>
              <a:t>pyhton</a:t>
            </a:r>
            <a:endParaRPr lang="en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C6810-85AB-AB25-5D0F-BD961D20DCF4}"/>
              </a:ext>
            </a:extLst>
          </p:cNvPr>
          <p:cNvSpPr txBox="1"/>
          <p:nvPr/>
        </p:nvSpPr>
        <p:spPr>
          <a:xfrm>
            <a:off x="5781925" y="1842718"/>
            <a:ext cx="2433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Memanggil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di Scratch</a:t>
            </a:r>
            <a:endParaRPr lang="en-ID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39FADD87-5E07-09B6-498F-586B66F8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372DECE1-C1B6-87D9-9C4C-121E300A3C6E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Parameter dalam fungsi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E28CAF4A-703A-1A13-0F6C-EB9840CABF0E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5F211F89-E3BB-FDFB-AFB6-40235044B734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5242C50A-7605-5F72-75C7-278827F8D197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7F99864D-8FCF-F9E4-B94C-5E3576AA72D7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BF75D407-066A-6BA7-11C3-B1482C0A3FCB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F9A01ED2-8BF6-27DB-6B1F-6811A74936BC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3F231C6F-3134-852E-B82D-7D94DE6D046F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B0820FFD-4F7D-F95E-3C38-EA368F5BB1CD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1C3F5BFD-BD90-504E-09A4-32E2B6D769AF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D8CA6401-123D-EA01-3913-F054BE2AA6E9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1537BE44-0750-F918-0F8E-DCA48EAAE039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FD0CF309-928C-F002-1731-A8259DF4D3D2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D3A2845D-A7E6-C463-11DC-EF2C7D2A61BB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F794C463-0151-54E1-041B-0D789EA1914E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CF44F38B-9B69-F864-E58C-0F4FE36E7073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201FB530-E5ED-79B5-684C-436B7D3F31D9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6EE00F04-DE8E-8795-A22D-2951FFA54D25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B9EFDA41-0DFC-4EEB-F103-D6A5BA9920DD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DF8E9F53-CFF4-C1A9-3315-58D430376447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88B571E5-A5E3-8AD8-2161-D9C06FCD9108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DC0C38F4-8AD5-A663-32A2-4F972CF81F25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6834C62E-471A-3068-1A9E-D04EEF78A24D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1892215E-FDAA-F69B-4C5A-1084A8CC0CAA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7B86F288-EFB8-1869-5CF3-4E49243AE353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265B259F-6024-6D2C-6C4B-B69133F2969F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DE846F1A-54CB-9979-06FC-E95D8B5D3240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EDE8A7F0-CE36-F792-0D86-42F126F9BFF7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40D6D654-91DD-1336-7685-EF14352D29AB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7888818B-6DDE-DBB4-32B7-2E22519C572B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F0F7572E-9716-9A89-6A5F-56784D91630F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85047F11-8283-5455-0D9D-CD2BE2762763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9898F96C-065B-EEDB-5D51-255CC904B110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DC36A0B3-234E-27FF-3AE1-1D4F2781BE72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EAA7069F-57B1-E642-2FA8-E33D29884752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F60FEFD1-B74B-F87C-CDE2-25A4414D113A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E4053633-B5AD-736B-9596-7195653BB610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6913BEBA-4D6F-0AD2-B470-7090040E56D1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FEE5A267-2DD5-2B0B-8CDC-468049CE751D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D4896D7A-CAEB-AB9B-F6B3-91D1ACE08F12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12F5DA9B-9C29-8A7C-BB11-A2F869431F0B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F7CCBFDD-4DFA-4F95-C3F6-9932F1EC0A93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53D6CEE5-8672-BF0B-D7F1-0227B5B10217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36F48CA8-1C00-301E-0778-42669E443872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EE1F1774-77FB-0504-05A0-0B0A0E0A01C7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A914BA2F-458B-6851-92C2-EFB899F3BFE6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41444D68-C679-1B21-D60B-E0EC0A56C8B5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CD05CA7E-93A0-08CD-66C4-4E030E1429FB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6E47B0EA-4D70-DBD1-0A41-7C7610245BC2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72E02729-CCA9-5084-2718-8D1D332EC1CC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5205C21B-8E69-C11A-9066-923AD7172F41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40C68ABC-1908-6EF5-91E0-B4602FF7C31F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CC012D63-0A6F-BF81-0738-871DA461E741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46F2D046-072C-89E5-888D-007D045E00A9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4727DC27-2861-77D3-5C91-A9948903A9AD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17B11451-D49F-9E10-3C0A-4BB91FFE9CF9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1BA36E21-09DA-E4E4-E400-764C7B865580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CC30A251-74F7-F0C0-7E46-7F2C43EEB974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FD45E10C-4640-DD1E-8FCD-D1943B6BBACE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40C14607-2081-1C01-CEDE-E53B9FCB960F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42BBDE43-67FE-78D5-AA9E-679E8851A8A1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AF3CE9ED-9664-5D95-BD1E-F25E035F98B7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61B06AEA-DD7B-DA0B-0665-40CF7539DF1D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D2CDD0B4-44A0-3783-E5DB-95A209A728CD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B6427981-05FE-FFC3-1A0A-78A786A9C037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C8C141D2-C49C-D4D9-241F-F736E62F7E33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68061B1E-34C9-F977-4E30-9E954C8F2194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80112DEF-9858-DCB7-F2F8-8659D6645BD9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3C867D54-6F40-A7D2-B8FA-72E2BB1E6D94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37044531-8289-4EBE-6DFE-6F68D4589D36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719CB3E3-FC23-AEE4-05B2-FC4E61A8D8CD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730A5760-1F69-A129-C55C-1ECA88515C65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42F7094B-C920-25BF-E569-A78F1C854CED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5D3F33B0-34D6-CAAF-2C3F-B5BAE179C20D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E09206E3-F09D-4E3E-2A8C-049F9749040A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FCC53546-3ABB-DC8D-EBE2-F691EC68FB63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FC114BF2-029D-C5DA-6847-29BFE7682BDA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BA79A21C-3132-C8B2-0508-BCF475229C61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3F1D58F4-8FBD-91B2-BA9C-9FA72F7BB1F1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7D45E77F-311F-9335-289C-E701C6646B4F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7174FF0E-31D1-5C12-7A1C-6176BC82F103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5CE8EA4E-861A-34D3-4B0E-EE0074F65DCF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704F60C0-E75E-59FB-43F3-7CB6CEF8F038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D6C3C5BA-B21C-5BC5-2887-8AE4E030F909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84637FB7-0AC9-AEC9-71A6-A4B485CE9F93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14369599-F5B0-0FF1-C71A-9006049B2C3E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11128CCF-9C03-05C9-E6E9-3B34001ACB04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F1983CAF-A973-FB84-1EAD-F056D9B9F487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E83263C9-D3D8-DF00-2B19-B25BC7B4E7F7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C1DADFE8-2AD1-1D70-8A41-373EE066E78E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F903AE02-5DFD-19E9-1B10-2D8F9A654AE2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3A1915D2-930F-7A87-01D2-441393D5D57D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ACECD621-E28E-63F8-5CB1-E4BC1B6D4119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88423BFD-607B-71BB-15A6-000D98010323}"/>
              </a:ext>
            </a:extLst>
          </p:cNvPr>
          <p:cNvSpPr txBox="1"/>
          <p:nvPr/>
        </p:nvSpPr>
        <p:spPr>
          <a:xfrm>
            <a:off x="2582302" y="1256635"/>
            <a:ext cx="3993695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D" sz="2000" dirty="0" err="1"/>
              <a:t>variabel</a:t>
            </a:r>
            <a:r>
              <a:rPr lang="en-ID" sz="2000" dirty="0"/>
              <a:t> yang </a:t>
            </a:r>
            <a:r>
              <a:rPr lang="en-ID" sz="2000" dirty="0" err="1"/>
              <a:t>diteruskan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fungsi</a:t>
            </a:r>
            <a:r>
              <a:rPr lang="en-ID" sz="2000" dirty="0"/>
              <a:t> </a:t>
            </a:r>
            <a:r>
              <a:rPr lang="en-ID" sz="2000" dirty="0" err="1"/>
              <a:t>sebagai</a:t>
            </a:r>
            <a:r>
              <a:rPr lang="en-ID" sz="2000" dirty="0"/>
              <a:t> input.</a:t>
            </a:r>
            <a:br>
              <a:rPr lang="en-ID" sz="2000" dirty="0"/>
            </a:b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1162695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F9D82468-FDCC-6472-0844-C0BF3D22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1740AC9B-82CF-665A-040F-17692432BDB8}"/>
              </a:ext>
            </a:extLst>
          </p:cNvPr>
          <p:cNvSpPr txBox="1"/>
          <p:nvPr/>
        </p:nvSpPr>
        <p:spPr>
          <a:xfrm>
            <a:off x="1247703" y="0"/>
            <a:ext cx="6152557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Jenis Parameter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001617-B585-29E7-8D4D-245397C9F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662" y="2306602"/>
            <a:ext cx="6382754" cy="22633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45BD67-1BCE-0650-6111-B16B6E59D804}"/>
              </a:ext>
            </a:extLst>
          </p:cNvPr>
          <p:cNvSpPr txBox="1"/>
          <p:nvPr/>
        </p:nvSpPr>
        <p:spPr>
          <a:xfrm>
            <a:off x="694809" y="939943"/>
            <a:ext cx="61525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000" dirty="0"/>
              <a:t>Positional parameter (</a:t>
            </a:r>
            <a:r>
              <a:rPr lang="en-ID" sz="2000" dirty="0" err="1"/>
              <a:t>urutan</a:t>
            </a:r>
            <a:r>
              <a:rPr lang="en-ID" sz="2000" dirty="0"/>
              <a:t> </a:t>
            </a:r>
            <a:r>
              <a:rPr lang="en-ID" sz="2000" dirty="0" err="1"/>
              <a:t>harus</a:t>
            </a:r>
            <a:r>
              <a:rPr lang="en-ID" sz="2000" dirty="0"/>
              <a:t> </a:t>
            </a:r>
            <a:r>
              <a:rPr lang="en-ID" sz="2000" dirty="0" err="1"/>
              <a:t>sama</a:t>
            </a:r>
            <a:r>
              <a:rPr lang="en-ID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000" dirty="0"/>
              <a:t>Keyword parameter (</a:t>
            </a:r>
            <a:r>
              <a:rPr lang="en-ID" sz="2000" dirty="0" err="1"/>
              <a:t>panggil</a:t>
            </a:r>
            <a:r>
              <a:rPr lang="en-ID" sz="2000" dirty="0"/>
              <a:t> </a:t>
            </a:r>
            <a:r>
              <a:rPr lang="en-ID" sz="2000" dirty="0" err="1"/>
              <a:t>berdasarkan</a:t>
            </a:r>
            <a:r>
              <a:rPr lang="en-ID" sz="2000" dirty="0"/>
              <a:t> nama)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000" dirty="0"/>
              <a:t>Default parameter (</a:t>
            </a:r>
            <a:r>
              <a:rPr lang="en-ID" sz="2000" dirty="0" err="1"/>
              <a:t>ada</a:t>
            </a:r>
            <a:r>
              <a:rPr lang="en-ID" sz="2000" dirty="0"/>
              <a:t> </a:t>
            </a:r>
            <a:r>
              <a:rPr lang="en-ID" sz="2000" dirty="0" err="1"/>
              <a:t>nilai</a:t>
            </a:r>
            <a:r>
              <a:rPr lang="en-ID" sz="2000" dirty="0"/>
              <a:t> </a:t>
            </a:r>
            <a:r>
              <a:rPr lang="en-ID" sz="2000" dirty="0" err="1"/>
              <a:t>bawaan</a:t>
            </a:r>
            <a:r>
              <a:rPr lang="en-ID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43221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BC174BE1-4DA6-30F6-481A-49429D0FC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B743D09F-3A18-3793-DDBE-5C13BA45F9DA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Contoh parameter dalam fungsi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A082D8-AF2D-C7C5-8226-DF341D043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48" y="1032904"/>
            <a:ext cx="3190210" cy="16929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73D759-C429-EB53-B792-006A84621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744" y="1144199"/>
            <a:ext cx="2754051" cy="1161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64E65F-2587-3F6B-C596-2F6670397ADE}"/>
              </a:ext>
            </a:extLst>
          </p:cNvPr>
          <p:cNvSpPr txBox="1"/>
          <p:nvPr/>
        </p:nvSpPr>
        <p:spPr>
          <a:xfrm>
            <a:off x="7091916" y="2077120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parameter</a:t>
            </a:r>
            <a:endParaRPr lang="en-ID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466A46-FB80-CAAF-E2FC-E75F84C1D159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378995" y="1765005"/>
            <a:ext cx="212417" cy="312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059D3D77-05E1-46B3-6223-7F30E57E6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3123" y="3066839"/>
            <a:ext cx="5092054" cy="116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05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A2C2170C-AE13-F4D5-D43E-5C2820E46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2EDD9B2C-C032-6B97-0FAF-D8FB87E31928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Return dalam fungsi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E1779E3C-90E7-264F-A721-FD7EA54879A0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9E16FC99-3C2A-B2EB-ECCB-1DF27199A9C2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6518D42B-5C4A-452A-A8B4-7A6148270271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8ED85484-85A4-8324-3BC5-A79A169C7364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7CB9FA38-4773-B4C1-8CE5-5E6F5B13E60C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94C9A0B6-C9D6-54EB-CC81-54C6E2BC26C6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019D984A-5B9A-A44A-0E50-E6388755ED42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A36B8728-F671-4813-DB1C-07F5C137ABAC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CCA267CF-F02E-E6A2-19B3-249385219C74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E72BDA38-1DA0-F601-B94D-9C5AE308812C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2DD5F355-55A5-2BFE-EFCB-BBEF4CEF32C1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6141FA18-BCC6-8D4B-27BC-552780D431F0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038DE239-36E3-1A07-F891-E71AAE3C7C50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9CE9309D-021A-55AA-D0F9-9328299AD666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0228CDDD-6542-D2E9-0856-0DD2FF037D2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4933851D-6076-09C5-956F-AD69FD0CDE28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D2E83FA4-3978-5989-CA74-AE777B50C0B7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70AE5A59-3BD4-32D8-9F5A-E6A1ED3E3C87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277980A2-9E55-F035-C0D6-0FE61EFA0DAD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8287F164-9F25-E8E0-D4A7-E7C5B94EDAEF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54AB449E-2EBC-3CE9-FB85-7FF096D98D37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CE41788C-8337-28D7-3A8E-3EFB611B234A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44A233B6-2460-1B99-2239-A6EC275A31C0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46B161AE-26CB-AFD2-202A-ED1CB06A26CE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E6D1A4C9-AA4E-6C27-BD59-7BB02DC41F70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D03F6997-54B1-6188-E4EA-F40E65BD0207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9B29B3E8-F8F7-A86B-2C1B-3482F5CFE8C5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23198687-0688-99A2-FBC0-6D63F98C2581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3038CEF6-1B7D-9A4B-5F1A-9B4FF5F5B84D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35DF3B03-7A19-D380-CDC8-D0681B1BDD00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970BB302-C3D6-F5A6-1DC9-37912634A1D7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9302F077-33C2-AC65-3C7F-790E0AC839C4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BA7B7366-2960-DC01-4541-8D0DC5703570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B80E9F17-ECF8-A07C-E700-45687D4FC91B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010571A5-FE59-BDF9-953B-B61BA4DC58E7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3734DB36-53B4-6E03-2F2F-BE93953A5BDE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70F21275-E7D8-2C81-94E6-565A350BF7E8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836E4DE0-52CA-0851-0A2A-038E10660F2A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177307D8-EA06-8D6B-5958-62185D859CDB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DB98F943-099F-36B7-0E17-8540C46F6DF5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2D254E5B-1FF9-A4C5-06BD-32FBA2DCF829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92344350-38D2-358F-E625-EB3BFA14FFFC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4AF745DB-A369-2D36-F3BB-AF8C59712C21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9C9AEAAC-FF71-6180-3FBE-E815FA68A43F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4690E656-27F1-2AAA-1A55-03CA76FCD03E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D60BF2C0-498C-AE75-2CFC-37C907287BF1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14BE0B28-F102-17D2-3161-43997F2D0679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8D37C7D8-33B7-A28E-B6DF-F916C87B1574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A8BF73FC-00DB-1F2F-E17C-20C91F3C714C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16926BEC-4AAC-B9AE-621E-9EEB7B55B5EF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327FB089-5C65-AA86-E92B-5A9F2EB39E2B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392DF150-50CE-2866-57EE-C11794F8D61C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0921959E-50A0-088A-7CDA-9FB288F8369C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95E951E0-79FC-6AEB-B3E6-055C3CBC4532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64E44D2E-2334-390B-2423-7F1787153FF2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DD163921-73FE-0753-CF7B-949FDBF3C9CD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2A399357-B98B-2B0D-617D-0FC48E4EFE29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B7811587-B51C-04B9-0158-D342BE0F8815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1A0E4577-4605-F28E-1749-7FCDD37CA983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8E0A0491-448D-B007-0250-075051C44308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DB1DD549-9DF4-4727-1ED1-22D6F3CB62E2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F295E49A-C747-3003-5234-BCBC82E5F01F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5B0EEB62-F6D8-769B-11C7-676420FB9DAA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9628644F-B44F-4D34-5821-2CF30FB926F5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488BD213-6A82-B8CE-8C31-CB5B3E249631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D8ED1342-8E77-A592-23D1-85286ACAA98C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907F9DE9-D3BA-18A0-42D9-350529D40A01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7FEB4AA8-D30E-864B-2767-57BA90086EE6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A2B54E89-3E8C-0E0C-58E0-EF039D75CBD9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DCC6524F-38B3-630D-1A39-EBADD8DEFFD5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6C839C19-6267-0170-604D-786BBB4F3410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62F1CA60-1D0C-94A4-F0B1-8918226D7271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84E52215-F34B-829A-1028-E03F367EC581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0AE7FC6E-0178-52F4-F107-15ED248FF9FE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C8BE0E48-8BC9-8B5A-BC77-43821AF981EC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EF1CC70D-8B6C-D5AC-09FE-E4C559DEB6AC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16F812B3-8A5B-8AFB-3AA6-E1D79F7EA495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4B7FE4F6-A100-87FB-EE8C-773242F020B9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3CDCAF5F-6869-E3F7-41FF-8E85C382ED6F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32AF2572-2079-30F0-298A-92AD6BA0B99C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7E177E9D-761E-20A4-0B39-56F7E304A00D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2EBD7ED5-7649-43C1-3611-FCD0939398D4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DFA761D1-F37B-EF7C-1A54-7EFA082D5083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5016A67B-CFD3-2982-2799-AB86990346F9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ED39ACB5-7F11-A719-C37E-2FD4E2933AE8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6E4DA28E-75FB-B06C-68E7-A9FAC2E0025A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A7785DE5-B43C-398D-FA52-100D3AD1ECFD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EDD9ADD9-70DA-0F96-F870-4F6BF2C7F4CC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E352084D-855B-2DE4-5406-6A15C0EB3D08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5938345B-827C-96E2-AF8D-E4F801B9B56C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80A5C320-495B-CDAE-1EA2-CF2F3EDBCE57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1C8EC364-0CAD-49E9-D68F-E511D37CF650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31CA0555-4C56-9374-711A-AA66D94081C2}"/>
              </a:ext>
            </a:extLst>
          </p:cNvPr>
          <p:cNvSpPr txBox="1"/>
          <p:nvPr/>
        </p:nvSpPr>
        <p:spPr>
          <a:xfrm>
            <a:off x="2575152" y="1293958"/>
            <a:ext cx="3993695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return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digunakan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untuk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keluar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dari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fungsi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dan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mengirimkan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nilai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Kembali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ke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pemanggil</a:t>
            </a:r>
            <a:endParaRPr lang="en-ID"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E84B28-E787-C9C8-7652-DAA98A4B8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577" y="2501900"/>
            <a:ext cx="4753146" cy="25224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1493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D68D779A-CCE4-58EA-B1D8-34C166CFE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4A3FCF0A-D62A-44AB-4432-B817402902A5}"/>
              </a:ext>
            </a:extLst>
          </p:cNvPr>
          <p:cNvSpPr txBox="1"/>
          <p:nvPr/>
        </p:nvSpPr>
        <p:spPr>
          <a:xfrm>
            <a:off x="1247703" y="0"/>
            <a:ext cx="6152557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Mengapa menggunakan return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A1F99972-3B9F-3E01-D2BC-120FFAB70BC8}"/>
              </a:ext>
            </a:extLst>
          </p:cNvPr>
          <p:cNvSpPr txBox="1"/>
          <p:nvPr/>
        </p:nvSpPr>
        <p:spPr>
          <a:xfrm>
            <a:off x="274171" y="788172"/>
            <a:ext cx="8595658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dirty="0" err="1"/>
              <a:t>Perintah</a:t>
            </a:r>
            <a:r>
              <a:rPr lang="en-ID" sz="2000" dirty="0"/>
              <a:t> return </a:t>
            </a:r>
            <a:r>
              <a:rPr lang="en-ID" sz="2000" dirty="0" err="1"/>
              <a:t>menandai</a:t>
            </a:r>
            <a:r>
              <a:rPr lang="en-ID" sz="2000" dirty="0"/>
              <a:t> </a:t>
            </a:r>
            <a:r>
              <a:rPr lang="en-ID" sz="2000" dirty="0" err="1"/>
              <a:t>akhir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dirty="0" err="1"/>
              <a:t>fungsi</a:t>
            </a:r>
            <a:r>
              <a:rPr lang="en-ID" sz="2000" dirty="0"/>
              <a:t>. Saat return </a:t>
            </a:r>
            <a:r>
              <a:rPr lang="en-ID" sz="2000" dirty="0" err="1"/>
              <a:t>dieksekusi</a:t>
            </a:r>
            <a:r>
              <a:rPr lang="en-ID" sz="2000" dirty="0"/>
              <a:t>, Python </a:t>
            </a:r>
            <a:r>
              <a:rPr lang="en-ID" sz="2000" dirty="0" err="1"/>
              <a:t>langsung</a:t>
            </a:r>
            <a:r>
              <a:rPr lang="en-ID" sz="2000" dirty="0"/>
              <a:t> </a:t>
            </a:r>
            <a:r>
              <a:rPr lang="en-ID" sz="2000" dirty="0" err="1"/>
              <a:t>keluar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fungsi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, dan </a:t>
            </a:r>
            <a:r>
              <a:rPr lang="en-ID" sz="2000" dirty="0" err="1"/>
              <a:t>kode</a:t>
            </a:r>
            <a:r>
              <a:rPr lang="en-ID" sz="2000" dirty="0"/>
              <a:t> </a:t>
            </a:r>
            <a:r>
              <a:rPr lang="en-ID" sz="2000" dirty="0" err="1"/>
              <a:t>apa</a:t>
            </a:r>
            <a:r>
              <a:rPr lang="en-ID" sz="2000" dirty="0"/>
              <a:t> pun di </a:t>
            </a:r>
            <a:r>
              <a:rPr lang="en-ID" sz="2000" dirty="0" err="1"/>
              <a:t>bawahnya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fungsi</a:t>
            </a:r>
            <a:r>
              <a:rPr lang="en-ID" sz="2000" dirty="0"/>
              <a:t> yang </a:t>
            </a:r>
            <a:r>
              <a:rPr lang="en-ID" sz="2000" dirty="0" err="1"/>
              <a:t>sama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akan</a:t>
            </a:r>
            <a:r>
              <a:rPr lang="en-ID" sz="2000" dirty="0"/>
              <a:t> </a:t>
            </a:r>
            <a:r>
              <a:rPr lang="en-ID" sz="2000" dirty="0" err="1"/>
              <a:t>dijalankan</a:t>
            </a:r>
            <a:r>
              <a:rPr lang="en-ID" sz="2000" dirty="0"/>
              <a:t>.</a:t>
            </a:r>
            <a:endParaRPr sz="2000" dirty="0"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8439D5-C2C6-6D58-4C16-A658645F8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30" y="1927413"/>
            <a:ext cx="4153070" cy="1800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FD5518-9742-154D-48BE-0BE5A3788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41" y="4201128"/>
            <a:ext cx="2716259" cy="826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338CB8-BBFF-A430-F9A1-321FABD42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995" y="1925199"/>
            <a:ext cx="3786075" cy="17832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4947CF-D05D-5D60-D44C-191D402035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9780" y="4077726"/>
            <a:ext cx="2932879" cy="95009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55135E-A3AA-37D0-AA61-4FD50B5AFE42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flipH="1">
            <a:off x="2299471" y="3728159"/>
            <a:ext cx="195994" cy="472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54ED78-017B-BC3D-8CDD-ADFECD6AD962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6736220" y="3708495"/>
            <a:ext cx="95813" cy="369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846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3DF03193-0D30-C620-A158-B27AA7D3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936A1987-1498-D9BE-C112-CAB5A927BD48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Scope Variabel(Lokal dan Global)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518B026C-CE50-8E4A-C006-A3DFC9976900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3A0ADEF2-3C5E-4EDB-9259-E59A94568F10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F43001FC-227A-70C6-0EAC-9AB469BAAECE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152E3DF1-8F0A-08FE-1067-B5A2393DA244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E15001F0-F425-BC44-3BD1-90CBEA03871D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B28D1370-536F-1295-E4DA-7EE8B4535739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3C611256-FDE5-2F39-0715-77BA84D7E0E3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F6FAC6DC-3A6D-CB18-8DA7-DC07E280DECD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739D12D0-44D4-FF57-D171-623A9CD25365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D7AF79FB-C32A-6F78-2463-1AA4A4E3B83B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487EABEF-E86E-79B7-8F7E-286FC1734B7E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618C1A03-814F-A7AE-A601-41A0228BF30B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009B7AA4-F193-7024-FAFC-A027854CC70F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0D1809BE-5C06-D16D-198E-5F07CF1329EB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8255CD77-664B-2D82-02AC-14D86AE6717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115AC065-5366-CC32-3C4A-C74CEF7BB5DD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0D4F9A49-D6D5-5F01-3E6F-220A50861820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F4FE6834-4473-12C9-3907-9B233CCDB583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108CBDC0-9AA1-0A47-DCF5-875CBCFD3905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9DE72EA1-0884-A31B-D5C9-98EF68632FC7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ADBA3FD6-E2F9-C776-6F4D-DD5A4AB1AA16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67F8753D-13B5-CEDC-D4E2-E36FFE3E1E4C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8878DA29-5963-9AC4-1E78-97FC1063BAFB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280205AC-03AF-E9E3-DD64-C1933958A8ED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6FD02DD8-E796-9ED4-4E0B-10177F9215B6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ED894A1E-38B8-05AB-20F2-772D58E4A825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36D86225-FAD0-67E0-6F44-B24058E1F13C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CE30EFFE-0873-3EA9-2052-6936D990C5C7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7B6EDFD9-C2E5-6831-157D-32CA85D706CA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600CA582-54D4-8956-E3CC-26CBD7B85862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05A2C0CE-DE0F-B6F5-3C2D-E389246AE0C8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619FFAF4-56E4-6F3D-33D0-2C7B9C42692E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F2F68901-358C-2D57-90E6-649EA62B6C7A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AA7DD21A-25C3-2B31-1048-7154C9242CAC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7B88F7B2-62ED-5035-1C11-7A1245ED7C72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7AF57CDE-B382-64CD-0E64-FEF9F50DFF3D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A45E651A-0A60-A237-4E07-990405CC8679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7FAE275A-7C5B-5473-FB64-42168A7EE953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8E08CA31-62D5-E4A4-95DB-AD6D9DD582C6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5F07E16E-285E-6AED-ABB6-418A035B527F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1C2B5959-A91E-4A62-42F2-EBC63A4C8B9D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F38990C8-6302-E4C9-F1DC-7C00275E1DA7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8D9E39C1-9C0F-5536-8A18-FFFA73AFECDC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AF6CD052-387D-8ACD-235F-AF7CD58F1CE5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40DB4BF9-CB30-4F45-2DAD-2A982A11B23D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B875DBB3-D56E-BF94-3DF0-ACD59DDDD264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F908432B-B655-94D0-9E3D-80D5F913BAF6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7392C1D9-D119-2B46-3BD9-76A3BC3D4A6D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4C7A3D92-CF21-DAC0-3C7F-29C092C3F954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D9D290D9-C3F5-12CA-2609-198087F90230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C658ACC2-5DD1-AEC7-DB6C-ADD65D6D5BA8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BB1BB694-2677-5F8C-B86A-5292A549E8C9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4DD640E0-2FFB-958B-B6F9-0159030A3419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F7506F59-81A8-C228-6A13-3956A9F9D04C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15E96A01-F29F-8744-7575-39B0635E435E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ABEEC604-FC61-359C-9D11-7F442A3897B9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307EEFBC-EA16-A455-A2A0-ED95D6F8349F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0286C331-B31D-EF84-0797-FE0699E161CB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9877B70D-3357-D1EA-E90A-BA8B1B91AA00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B87C1A2C-8A66-A423-0E9A-3AF8789E43EF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E5346BD7-FC1E-3C62-E121-077CE7B2D52A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E3C19469-4AD4-EAD6-5D6F-F4250C36A7C1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E6ECC289-C1DC-0D00-C6A8-F06D5AA1424E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3C667653-9068-E1E3-C6F1-BC65D0574B40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EB7C4BDF-68B3-0069-4927-C9B7AE3F8CC4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3B058C69-9E56-52DA-5E5F-C3217259CBDA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8FEDF21D-DA08-A2F2-B8C9-0D9D8F6442B3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CB4AA93C-235A-C7C0-ED15-CB8B1EAB54F7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2931C8BA-2499-6569-7DED-F4E3DB5ECA89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34B0F5B8-0A61-981E-9C47-F7A18B503D5D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740710DA-0DA6-3262-8473-2419EC081ABD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D5FA3992-75E5-4DED-B9A4-D5BA39C40861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B406B0A6-7A18-DEF6-D789-95A113DE16CF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14DC52C1-1754-BA0E-DD81-D06B543474EB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7C3A3912-A596-9C68-1523-3A437CD900C0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69438186-CEEB-0C1B-9FDF-CF0EFB429067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81EE014B-DD6E-3EC1-8448-D4B220F79750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9B87C528-1E30-702B-3005-724E9686AB86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E4137A17-48B2-89C5-BAC4-43D4701E0C48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C8241088-5B30-549B-C931-6CBAD149EE3D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BEFB265D-0D8C-0BD8-B63D-A7232A4A456A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B510B2F6-6B35-7040-A47D-03B09E1152B0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2926E6A6-1912-788C-C2B5-4814D2C10E50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EE77E63B-8C72-1E26-6110-007E3020B256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775FE1ED-1230-D9D2-76F4-B3A2C748494D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4D66F160-CAEE-1B1F-DCF9-172BABC7F41B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3FB9AB6D-2C2F-A9B1-AECE-D9DD16EC5D46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98E0D976-F41E-435E-2B6E-3B5E32914FF6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9911A96D-AF16-42C5-5A52-F4AFC0D67880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EAE4BFD5-C989-94FF-05FA-082EE1D64823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E5CB7841-AE56-6655-0697-9979F7E1A4B2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A91E93F5-B349-E2D2-D967-68F3873DEF78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0DECE24F-AE68-73A5-2BB1-49AD425DAD16}"/>
              </a:ext>
            </a:extLst>
          </p:cNvPr>
          <p:cNvSpPr txBox="1"/>
          <p:nvPr/>
        </p:nvSpPr>
        <p:spPr>
          <a:xfrm>
            <a:off x="2575152" y="1279334"/>
            <a:ext cx="3993695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fontAlgn="base"/>
            <a:r>
              <a:rPr lang="en-ID" sz="2000" dirty="0"/>
              <a:t>Scope </a:t>
            </a:r>
            <a:r>
              <a:rPr lang="en-ID" sz="2000" dirty="0" err="1"/>
              <a:t>menentukan</a:t>
            </a:r>
            <a:r>
              <a:rPr lang="en-ID" sz="2000" dirty="0"/>
              <a:t> di mana </a:t>
            </a:r>
            <a:r>
              <a:rPr lang="en-ID" sz="2000" dirty="0" err="1"/>
              <a:t>suatu</a:t>
            </a:r>
            <a:r>
              <a:rPr lang="en-ID" sz="2000" dirty="0"/>
              <a:t> </a:t>
            </a:r>
            <a:r>
              <a:rPr lang="en-ID" sz="2000" dirty="0" err="1"/>
              <a:t>variabel</a:t>
            </a:r>
            <a:r>
              <a:rPr lang="en-ID" sz="2000" dirty="0"/>
              <a:t> </a:t>
            </a:r>
            <a:r>
              <a:rPr lang="en-ID" sz="2000" dirty="0" err="1"/>
              <a:t>bisa</a:t>
            </a:r>
            <a:r>
              <a:rPr lang="en-ID" sz="2000" dirty="0"/>
              <a:t> </a:t>
            </a:r>
            <a:r>
              <a:rPr lang="en-ID" sz="2000" dirty="0" err="1"/>
              <a:t>diakses</a:t>
            </a:r>
            <a:r>
              <a:rPr lang="en-ID" sz="2000" dirty="0"/>
              <a:t>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dirty="0" err="1"/>
              <a:t>digunakan</a:t>
            </a:r>
            <a:r>
              <a:rPr lang="en-ID" sz="2000" dirty="0"/>
              <a:t> di </a:t>
            </a:r>
            <a:r>
              <a:rPr lang="en-ID" sz="2000" dirty="0" err="1"/>
              <a:t>dalam</a:t>
            </a:r>
            <a:r>
              <a:rPr lang="en-ID" sz="2000" dirty="0"/>
              <a:t> program.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ID" sz="1800" dirty="0" err="1"/>
              <a:t>Variabel</a:t>
            </a:r>
            <a:r>
              <a:rPr lang="en-ID" sz="1800" dirty="0"/>
              <a:t> global: </a:t>
            </a:r>
            <a:r>
              <a:rPr lang="en-ID" sz="1800" dirty="0" err="1"/>
              <a:t>bisa</a:t>
            </a:r>
            <a:r>
              <a:rPr lang="en-ID" sz="1800" dirty="0"/>
              <a:t> </a:t>
            </a:r>
            <a:r>
              <a:rPr lang="en-ID" sz="1800" dirty="0" err="1"/>
              <a:t>diakses</a:t>
            </a:r>
            <a:r>
              <a:rPr lang="en-ID" sz="1800" dirty="0"/>
              <a:t> oleh </a:t>
            </a:r>
            <a:r>
              <a:rPr lang="en-ID" sz="1800" dirty="0" err="1"/>
              <a:t>semua</a:t>
            </a:r>
            <a:r>
              <a:rPr lang="en-ID" sz="1800" dirty="0"/>
              <a:t> </a:t>
            </a:r>
            <a:r>
              <a:rPr lang="en-ID" sz="1800" dirty="0" err="1"/>
              <a:t>fungsi</a:t>
            </a:r>
            <a:endParaRPr lang="en-ID" sz="1800" dirty="0"/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ID" sz="1800" dirty="0" err="1"/>
              <a:t>Variabel</a:t>
            </a:r>
            <a:r>
              <a:rPr lang="en-ID" sz="1800" dirty="0"/>
              <a:t> </a:t>
            </a:r>
            <a:r>
              <a:rPr lang="en-ID" sz="1800" dirty="0" err="1"/>
              <a:t>lokal</a:t>
            </a:r>
            <a:r>
              <a:rPr lang="en-ID" sz="1800" dirty="0"/>
              <a:t>: </a:t>
            </a:r>
            <a:r>
              <a:rPr lang="en-ID" sz="1800" dirty="0" err="1"/>
              <a:t>hanya</a:t>
            </a:r>
            <a:r>
              <a:rPr lang="en-ID" sz="1800" dirty="0"/>
              <a:t> </a:t>
            </a:r>
            <a:r>
              <a:rPr lang="en-ID" sz="1800" dirty="0" err="1"/>
              <a:t>bisa</a:t>
            </a:r>
            <a:r>
              <a:rPr lang="en-ID" sz="1800" dirty="0"/>
              <a:t> </a:t>
            </a:r>
            <a:r>
              <a:rPr lang="en-ID" sz="1800" dirty="0" err="1"/>
              <a:t>diakses</a:t>
            </a:r>
            <a:r>
              <a:rPr lang="en-ID" sz="1800" dirty="0"/>
              <a:t> oleh </a:t>
            </a:r>
            <a:r>
              <a:rPr lang="en-ID" sz="1800" dirty="0" err="1"/>
              <a:t>fungsi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endParaRPr lang="en-ID" sz="1800" dirty="0"/>
          </a:p>
          <a:p>
            <a:pPr algn="ctr"/>
            <a:br>
              <a:rPr lang="en-ID" sz="2000" dirty="0"/>
            </a:b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156981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60199CD8-23CB-ECF4-03D3-597438F8B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CFF417C5-A5E5-EF17-6623-87B0657D2E33}"/>
              </a:ext>
            </a:extLst>
          </p:cNvPr>
          <p:cNvSpPr txBox="1"/>
          <p:nvPr/>
        </p:nvSpPr>
        <p:spPr>
          <a:xfrm>
            <a:off x="2591099" y="-152620"/>
            <a:ext cx="4585877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Perbedaan Variabel  lokal dan global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9" name="Google Shape;2535;p29">
            <a:extLst>
              <a:ext uri="{FF2B5EF4-FFF2-40B4-BE49-F238E27FC236}">
                <a16:creationId xmlns:a16="http://schemas.microsoft.com/office/drawing/2014/main" id="{BAD30347-370D-3767-0C42-EA5BB1F3CEA5}"/>
              </a:ext>
            </a:extLst>
          </p:cNvPr>
          <p:cNvGrpSpPr/>
          <p:nvPr/>
        </p:nvGrpSpPr>
        <p:grpSpPr>
          <a:xfrm>
            <a:off x="7378897" y="-2437197"/>
            <a:ext cx="2112291" cy="3228610"/>
            <a:chOff x="680166" y="937073"/>
            <a:chExt cx="2112291" cy="3228610"/>
          </a:xfrm>
        </p:grpSpPr>
        <p:sp>
          <p:nvSpPr>
            <p:cNvPr id="10" name="Google Shape;2536;p29">
              <a:extLst>
                <a:ext uri="{FF2B5EF4-FFF2-40B4-BE49-F238E27FC236}">
                  <a16:creationId xmlns:a16="http://schemas.microsoft.com/office/drawing/2014/main" id="{5C53F2D6-D79E-B0CF-3923-4962AF8700D5}"/>
                </a:ext>
              </a:extLst>
            </p:cNvPr>
            <p:cNvSpPr/>
            <p:nvPr/>
          </p:nvSpPr>
          <p:spPr>
            <a:xfrm>
              <a:off x="1065189" y="3325504"/>
              <a:ext cx="579599" cy="579599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0"/>
                  </a:moveTo>
                  <a:cubicBezTo>
                    <a:pt x="3927" y="0"/>
                    <a:pt x="0" y="3927"/>
                    <a:pt x="0" y="8773"/>
                  </a:cubicBezTo>
                  <a:cubicBezTo>
                    <a:pt x="0" y="13618"/>
                    <a:pt x="3927" y="17545"/>
                    <a:pt x="8772" y="17545"/>
                  </a:cubicBezTo>
                  <a:cubicBezTo>
                    <a:pt x="13618" y="17545"/>
                    <a:pt x="17545" y="13618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537;p29">
              <a:extLst>
                <a:ext uri="{FF2B5EF4-FFF2-40B4-BE49-F238E27FC236}">
                  <a16:creationId xmlns:a16="http://schemas.microsoft.com/office/drawing/2014/main" id="{BCD39586-F3D3-583B-95F3-82D90C691C97}"/>
                </a:ext>
              </a:extLst>
            </p:cNvPr>
            <p:cNvSpPr/>
            <p:nvPr/>
          </p:nvSpPr>
          <p:spPr>
            <a:xfrm>
              <a:off x="1118540" y="3379912"/>
              <a:ext cx="472896" cy="471839"/>
            </a:xfrm>
            <a:custGeom>
              <a:avLst/>
              <a:gdLst/>
              <a:ahLst/>
              <a:cxnLst/>
              <a:rect l="l" t="t" r="r" b="b"/>
              <a:pathLst>
                <a:path w="14315" h="14283" extrusionOk="0">
                  <a:moveTo>
                    <a:pt x="7157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84"/>
                    <a:pt x="3199" y="14283"/>
                    <a:pt x="7157" y="14283"/>
                  </a:cubicBezTo>
                  <a:cubicBezTo>
                    <a:pt x="11116" y="14283"/>
                    <a:pt x="14315" y="11084"/>
                    <a:pt x="14315" y="7126"/>
                  </a:cubicBezTo>
                  <a:cubicBezTo>
                    <a:pt x="14315" y="3199"/>
                    <a:pt x="11116" y="0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538;p29">
              <a:extLst>
                <a:ext uri="{FF2B5EF4-FFF2-40B4-BE49-F238E27FC236}">
                  <a16:creationId xmlns:a16="http://schemas.microsoft.com/office/drawing/2014/main" id="{5EBC574A-9D1F-F6D7-EA21-2E0021FE9D9E}"/>
                </a:ext>
              </a:extLst>
            </p:cNvPr>
            <p:cNvSpPr/>
            <p:nvPr/>
          </p:nvSpPr>
          <p:spPr>
            <a:xfrm>
              <a:off x="1992085" y="1448653"/>
              <a:ext cx="556607" cy="556607"/>
            </a:xfrm>
            <a:custGeom>
              <a:avLst/>
              <a:gdLst/>
              <a:ahLst/>
              <a:cxnLst/>
              <a:rect l="l" t="t" r="r" b="b"/>
              <a:pathLst>
                <a:path w="16849" h="16849" extrusionOk="0">
                  <a:moveTo>
                    <a:pt x="8425" y="0"/>
                  </a:moveTo>
                  <a:cubicBezTo>
                    <a:pt x="3770" y="0"/>
                    <a:pt x="1" y="3769"/>
                    <a:pt x="1" y="8424"/>
                  </a:cubicBezTo>
                  <a:cubicBezTo>
                    <a:pt x="1" y="13080"/>
                    <a:pt x="3770" y="16848"/>
                    <a:pt x="8425" y="16848"/>
                  </a:cubicBezTo>
                  <a:cubicBezTo>
                    <a:pt x="13080" y="16848"/>
                    <a:pt x="16849" y="13080"/>
                    <a:pt x="16849" y="8424"/>
                  </a:cubicBezTo>
                  <a:cubicBezTo>
                    <a:pt x="16849" y="3769"/>
                    <a:pt x="13080" y="0"/>
                    <a:pt x="8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539;p29">
              <a:extLst>
                <a:ext uri="{FF2B5EF4-FFF2-40B4-BE49-F238E27FC236}">
                  <a16:creationId xmlns:a16="http://schemas.microsoft.com/office/drawing/2014/main" id="{84D913B3-4D5E-B91D-AB1B-1357A069F5D5}"/>
                </a:ext>
              </a:extLst>
            </p:cNvPr>
            <p:cNvSpPr/>
            <p:nvPr/>
          </p:nvSpPr>
          <p:spPr>
            <a:xfrm>
              <a:off x="2237964" y="1698497"/>
              <a:ext cx="63824" cy="56093"/>
            </a:xfrm>
            <a:custGeom>
              <a:avLst/>
              <a:gdLst/>
              <a:ahLst/>
              <a:cxnLst/>
              <a:rect l="l" t="t" r="r" b="b"/>
              <a:pathLst>
                <a:path w="1932" h="1698" extrusionOk="0">
                  <a:moveTo>
                    <a:pt x="982" y="1"/>
                  </a:moveTo>
                  <a:cubicBezTo>
                    <a:pt x="700" y="1"/>
                    <a:pt x="417" y="141"/>
                    <a:pt x="254" y="386"/>
                  </a:cubicBezTo>
                  <a:cubicBezTo>
                    <a:pt x="0" y="766"/>
                    <a:pt x="95" y="1305"/>
                    <a:pt x="507" y="1558"/>
                  </a:cubicBezTo>
                  <a:cubicBezTo>
                    <a:pt x="647" y="1652"/>
                    <a:pt x="810" y="1698"/>
                    <a:pt x="971" y="1698"/>
                  </a:cubicBezTo>
                  <a:cubicBezTo>
                    <a:pt x="1246" y="1698"/>
                    <a:pt x="1519" y="1564"/>
                    <a:pt x="1679" y="1305"/>
                  </a:cubicBezTo>
                  <a:cubicBezTo>
                    <a:pt x="1932" y="925"/>
                    <a:pt x="1805" y="386"/>
                    <a:pt x="1425" y="133"/>
                  </a:cubicBezTo>
                  <a:cubicBezTo>
                    <a:pt x="1291" y="43"/>
                    <a:pt x="1136" y="1"/>
                    <a:pt x="98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540;p29">
              <a:extLst>
                <a:ext uri="{FF2B5EF4-FFF2-40B4-BE49-F238E27FC236}">
                  <a16:creationId xmlns:a16="http://schemas.microsoft.com/office/drawing/2014/main" id="{0513ADB8-960D-EC63-629B-0B53847A29A8}"/>
                </a:ext>
              </a:extLst>
            </p:cNvPr>
            <p:cNvSpPr/>
            <p:nvPr/>
          </p:nvSpPr>
          <p:spPr>
            <a:xfrm>
              <a:off x="2107179" y="1563714"/>
              <a:ext cx="326452" cy="325692"/>
            </a:xfrm>
            <a:custGeom>
              <a:avLst/>
              <a:gdLst/>
              <a:ahLst/>
              <a:cxnLst/>
              <a:rect l="l" t="t" r="r" b="b"/>
              <a:pathLst>
                <a:path w="9882" h="9859" extrusionOk="0">
                  <a:moveTo>
                    <a:pt x="4933" y="2888"/>
                  </a:moveTo>
                  <a:cubicBezTo>
                    <a:pt x="5192" y="2888"/>
                    <a:pt x="5453" y="2938"/>
                    <a:pt x="5701" y="3041"/>
                  </a:cubicBezTo>
                  <a:cubicBezTo>
                    <a:pt x="7063" y="3611"/>
                    <a:pt x="7411" y="5321"/>
                    <a:pt x="6366" y="6366"/>
                  </a:cubicBezTo>
                  <a:cubicBezTo>
                    <a:pt x="5988" y="6765"/>
                    <a:pt x="5471" y="6969"/>
                    <a:pt x="4944" y="6969"/>
                  </a:cubicBezTo>
                  <a:cubicBezTo>
                    <a:pt x="4676" y="6969"/>
                    <a:pt x="4405" y="6916"/>
                    <a:pt x="4149" y="6810"/>
                  </a:cubicBezTo>
                  <a:cubicBezTo>
                    <a:pt x="2787" y="6271"/>
                    <a:pt x="2439" y="4529"/>
                    <a:pt x="3484" y="3484"/>
                  </a:cubicBezTo>
                  <a:cubicBezTo>
                    <a:pt x="3868" y="3100"/>
                    <a:pt x="4397" y="2888"/>
                    <a:pt x="4933" y="2888"/>
                  </a:cubicBezTo>
                  <a:close/>
                  <a:moveTo>
                    <a:pt x="4529" y="1"/>
                  </a:moveTo>
                  <a:lnTo>
                    <a:pt x="3357" y="254"/>
                  </a:lnTo>
                  <a:cubicBezTo>
                    <a:pt x="3231" y="286"/>
                    <a:pt x="3167" y="381"/>
                    <a:pt x="3167" y="508"/>
                  </a:cubicBezTo>
                  <a:lnTo>
                    <a:pt x="3167" y="1711"/>
                  </a:lnTo>
                  <a:cubicBezTo>
                    <a:pt x="2977" y="1806"/>
                    <a:pt x="2756" y="1964"/>
                    <a:pt x="2566" y="2123"/>
                  </a:cubicBezTo>
                  <a:lnTo>
                    <a:pt x="1457" y="1648"/>
                  </a:lnTo>
                  <a:cubicBezTo>
                    <a:pt x="1431" y="1630"/>
                    <a:pt x="1402" y="1622"/>
                    <a:pt x="1372" y="1622"/>
                  </a:cubicBezTo>
                  <a:cubicBezTo>
                    <a:pt x="1297" y="1622"/>
                    <a:pt x="1218" y="1674"/>
                    <a:pt x="1172" y="1743"/>
                  </a:cubicBezTo>
                  <a:lnTo>
                    <a:pt x="507" y="2724"/>
                  </a:lnTo>
                  <a:cubicBezTo>
                    <a:pt x="444" y="2819"/>
                    <a:pt x="444" y="2946"/>
                    <a:pt x="539" y="3041"/>
                  </a:cubicBezTo>
                  <a:lnTo>
                    <a:pt x="1394" y="3864"/>
                  </a:lnTo>
                  <a:cubicBezTo>
                    <a:pt x="1331" y="4118"/>
                    <a:pt x="1267" y="4371"/>
                    <a:pt x="1267" y="4593"/>
                  </a:cubicBezTo>
                  <a:lnTo>
                    <a:pt x="159" y="5068"/>
                  </a:lnTo>
                  <a:cubicBezTo>
                    <a:pt x="64" y="5100"/>
                    <a:pt x="1" y="5226"/>
                    <a:pt x="1" y="5321"/>
                  </a:cubicBezTo>
                  <a:lnTo>
                    <a:pt x="254" y="6493"/>
                  </a:lnTo>
                  <a:cubicBezTo>
                    <a:pt x="286" y="6620"/>
                    <a:pt x="381" y="6683"/>
                    <a:pt x="507" y="6683"/>
                  </a:cubicBezTo>
                  <a:lnTo>
                    <a:pt x="1679" y="6683"/>
                  </a:lnTo>
                  <a:cubicBezTo>
                    <a:pt x="1806" y="6873"/>
                    <a:pt x="1932" y="7095"/>
                    <a:pt x="2091" y="7285"/>
                  </a:cubicBezTo>
                  <a:lnTo>
                    <a:pt x="1616" y="8393"/>
                  </a:lnTo>
                  <a:cubicBezTo>
                    <a:pt x="1584" y="8488"/>
                    <a:pt x="1616" y="8615"/>
                    <a:pt x="1711" y="8678"/>
                  </a:cubicBezTo>
                  <a:lnTo>
                    <a:pt x="2692" y="9343"/>
                  </a:lnTo>
                  <a:cubicBezTo>
                    <a:pt x="2729" y="9367"/>
                    <a:pt x="2774" y="9378"/>
                    <a:pt x="2820" y="9378"/>
                  </a:cubicBezTo>
                  <a:cubicBezTo>
                    <a:pt x="2895" y="9378"/>
                    <a:pt x="2970" y="9351"/>
                    <a:pt x="3009" y="9311"/>
                  </a:cubicBezTo>
                  <a:lnTo>
                    <a:pt x="3833" y="8456"/>
                  </a:lnTo>
                  <a:cubicBezTo>
                    <a:pt x="4086" y="8520"/>
                    <a:pt x="4339" y="8583"/>
                    <a:pt x="4593" y="8583"/>
                  </a:cubicBezTo>
                  <a:lnTo>
                    <a:pt x="5036" y="9723"/>
                  </a:lnTo>
                  <a:cubicBezTo>
                    <a:pt x="5062" y="9801"/>
                    <a:pt x="5152" y="9858"/>
                    <a:pt x="5254" y="9858"/>
                  </a:cubicBezTo>
                  <a:cubicBezTo>
                    <a:pt x="5276" y="9858"/>
                    <a:pt x="5299" y="9855"/>
                    <a:pt x="5321" y="9850"/>
                  </a:cubicBezTo>
                  <a:lnTo>
                    <a:pt x="6493" y="9628"/>
                  </a:lnTo>
                  <a:cubicBezTo>
                    <a:pt x="6588" y="9597"/>
                    <a:pt x="6683" y="9502"/>
                    <a:pt x="6683" y="9375"/>
                  </a:cubicBezTo>
                  <a:lnTo>
                    <a:pt x="6651" y="8171"/>
                  </a:lnTo>
                  <a:cubicBezTo>
                    <a:pt x="6873" y="8076"/>
                    <a:pt x="7094" y="7918"/>
                    <a:pt x="7284" y="7760"/>
                  </a:cubicBezTo>
                  <a:lnTo>
                    <a:pt x="8393" y="8235"/>
                  </a:lnTo>
                  <a:cubicBezTo>
                    <a:pt x="8417" y="8243"/>
                    <a:pt x="8442" y="8247"/>
                    <a:pt x="8469" y="8247"/>
                  </a:cubicBezTo>
                  <a:cubicBezTo>
                    <a:pt x="8547" y="8247"/>
                    <a:pt x="8630" y="8211"/>
                    <a:pt x="8678" y="8140"/>
                  </a:cubicBezTo>
                  <a:lnTo>
                    <a:pt x="9343" y="7126"/>
                  </a:lnTo>
                  <a:cubicBezTo>
                    <a:pt x="9406" y="7031"/>
                    <a:pt x="9375" y="6905"/>
                    <a:pt x="9311" y="6810"/>
                  </a:cubicBezTo>
                  <a:lnTo>
                    <a:pt x="8456" y="5986"/>
                  </a:lnTo>
                  <a:cubicBezTo>
                    <a:pt x="8520" y="5765"/>
                    <a:pt x="8551" y="5511"/>
                    <a:pt x="8583" y="5258"/>
                  </a:cubicBezTo>
                  <a:lnTo>
                    <a:pt x="9723" y="4815"/>
                  </a:lnTo>
                  <a:cubicBezTo>
                    <a:pt x="9818" y="4751"/>
                    <a:pt x="9881" y="4624"/>
                    <a:pt x="9850" y="4529"/>
                  </a:cubicBezTo>
                  <a:lnTo>
                    <a:pt x="9628" y="3358"/>
                  </a:lnTo>
                  <a:cubicBezTo>
                    <a:pt x="9596" y="3263"/>
                    <a:pt x="9501" y="3168"/>
                    <a:pt x="9375" y="3168"/>
                  </a:cubicBezTo>
                  <a:lnTo>
                    <a:pt x="8171" y="3199"/>
                  </a:lnTo>
                  <a:cubicBezTo>
                    <a:pt x="8045" y="2978"/>
                    <a:pt x="7918" y="2756"/>
                    <a:pt x="7728" y="2566"/>
                  </a:cubicBezTo>
                  <a:lnTo>
                    <a:pt x="8203" y="1458"/>
                  </a:lnTo>
                  <a:cubicBezTo>
                    <a:pt x="8235" y="1363"/>
                    <a:pt x="8203" y="1236"/>
                    <a:pt x="8108" y="1173"/>
                  </a:cubicBezTo>
                  <a:lnTo>
                    <a:pt x="7126" y="508"/>
                  </a:lnTo>
                  <a:cubicBezTo>
                    <a:pt x="7083" y="479"/>
                    <a:pt x="7028" y="463"/>
                    <a:pt x="6974" y="463"/>
                  </a:cubicBezTo>
                  <a:cubicBezTo>
                    <a:pt x="6908" y="463"/>
                    <a:pt x="6844" y="487"/>
                    <a:pt x="6809" y="539"/>
                  </a:cubicBezTo>
                  <a:lnTo>
                    <a:pt x="5954" y="1394"/>
                  </a:lnTo>
                  <a:cubicBezTo>
                    <a:pt x="5733" y="1331"/>
                    <a:pt x="5479" y="1299"/>
                    <a:pt x="5258" y="1268"/>
                  </a:cubicBezTo>
                  <a:lnTo>
                    <a:pt x="4783" y="159"/>
                  </a:lnTo>
                  <a:cubicBezTo>
                    <a:pt x="4751" y="64"/>
                    <a:pt x="4624" y="1"/>
                    <a:pt x="452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41;p29">
              <a:extLst>
                <a:ext uri="{FF2B5EF4-FFF2-40B4-BE49-F238E27FC236}">
                  <a16:creationId xmlns:a16="http://schemas.microsoft.com/office/drawing/2014/main" id="{14666429-3B96-69DD-9A61-30E43364E37B}"/>
                </a:ext>
              </a:extLst>
            </p:cNvPr>
            <p:cNvSpPr/>
            <p:nvPr/>
          </p:nvSpPr>
          <p:spPr>
            <a:xfrm>
              <a:off x="2447208" y="1159894"/>
              <a:ext cx="330614" cy="327245"/>
            </a:xfrm>
            <a:custGeom>
              <a:avLst/>
              <a:gdLst/>
              <a:ahLst/>
              <a:cxnLst/>
              <a:rect l="l" t="t" r="r" b="b"/>
              <a:pathLst>
                <a:path w="10008" h="9906" extrusionOk="0">
                  <a:moveTo>
                    <a:pt x="1583" y="1"/>
                  </a:moveTo>
                  <a:cubicBezTo>
                    <a:pt x="665" y="1"/>
                    <a:pt x="0" y="634"/>
                    <a:pt x="0" y="1616"/>
                  </a:cubicBezTo>
                  <a:lnTo>
                    <a:pt x="0" y="6081"/>
                  </a:lnTo>
                  <a:cubicBezTo>
                    <a:pt x="0" y="6968"/>
                    <a:pt x="602" y="7696"/>
                    <a:pt x="1583" y="7696"/>
                  </a:cubicBezTo>
                  <a:lnTo>
                    <a:pt x="1995" y="7696"/>
                  </a:lnTo>
                  <a:cubicBezTo>
                    <a:pt x="2185" y="7696"/>
                    <a:pt x="2407" y="7886"/>
                    <a:pt x="2439" y="8140"/>
                  </a:cubicBezTo>
                  <a:lnTo>
                    <a:pt x="2755" y="9691"/>
                  </a:lnTo>
                  <a:cubicBezTo>
                    <a:pt x="2775" y="9829"/>
                    <a:pt x="2856" y="9906"/>
                    <a:pt x="2960" y="9906"/>
                  </a:cubicBezTo>
                  <a:cubicBezTo>
                    <a:pt x="3023" y="9906"/>
                    <a:pt x="3095" y="9878"/>
                    <a:pt x="3167" y="9818"/>
                  </a:cubicBezTo>
                  <a:lnTo>
                    <a:pt x="4909" y="8013"/>
                  </a:lnTo>
                  <a:cubicBezTo>
                    <a:pt x="5099" y="7823"/>
                    <a:pt x="5447" y="7696"/>
                    <a:pt x="5700" y="7696"/>
                  </a:cubicBezTo>
                  <a:lnTo>
                    <a:pt x="8424" y="7696"/>
                  </a:lnTo>
                  <a:cubicBezTo>
                    <a:pt x="9374" y="7696"/>
                    <a:pt x="10007" y="6904"/>
                    <a:pt x="10007" y="6081"/>
                  </a:cubicBezTo>
                  <a:lnTo>
                    <a:pt x="10007" y="1616"/>
                  </a:lnTo>
                  <a:cubicBezTo>
                    <a:pt x="10007" y="666"/>
                    <a:pt x="9342" y="1"/>
                    <a:pt x="84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42;p29">
              <a:extLst>
                <a:ext uri="{FF2B5EF4-FFF2-40B4-BE49-F238E27FC236}">
                  <a16:creationId xmlns:a16="http://schemas.microsoft.com/office/drawing/2014/main" id="{D6F48BC5-4C9A-DC4E-5BDA-ED9C333477FC}"/>
                </a:ext>
              </a:extLst>
            </p:cNvPr>
            <p:cNvSpPr/>
            <p:nvPr/>
          </p:nvSpPr>
          <p:spPr>
            <a:xfrm>
              <a:off x="2507860" y="1191443"/>
              <a:ext cx="207196" cy="183840"/>
            </a:xfrm>
            <a:custGeom>
              <a:avLst/>
              <a:gdLst/>
              <a:ahLst/>
              <a:cxnLst/>
              <a:rect l="l" t="t" r="r" b="b"/>
              <a:pathLst>
                <a:path w="6272" h="5565" extrusionOk="0">
                  <a:moveTo>
                    <a:pt x="3152" y="1"/>
                  </a:moveTo>
                  <a:cubicBezTo>
                    <a:pt x="2853" y="1"/>
                    <a:pt x="2549" y="50"/>
                    <a:pt x="2249" y="154"/>
                  </a:cubicBezTo>
                  <a:cubicBezTo>
                    <a:pt x="793" y="629"/>
                    <a:pt x="1" y="2213"/>
                    <a:pt x="508" y="3669"/>
                  </a:cubicBezTo>
                  <a:cubicBezTo>
                    <a:pt x="885" y="4827"/>
                    <a:pt x="1962" y="5564"/>
                    <a:pt x="3120" y="5564"/>
                  </a:cubicBezTo>
                  <a:cubicBezTo>
                    <a:pt x="3419" y="5564"/>
                    <a:pt x="3724" y="5515"/>
                    <a:pt x="4023" y="5411"/>
                  </a:cubicBezTo>
                  <a:cubicBezTo>
                    <a:pt x="5480" y="4936"/>
                    <a:pt x="6271" y="3353"/>
                    <a:pt x="5765" y="1896"/>
                  </a:cubicBezTo>
                  <a:cubicBezTo>
                    <a:pt x="5387" y="738"/>
                    <a:pt x="4310" y="1"/>
                    <a:pt x="315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43;p29">
              <a:extLst>
                <a:ext uri="{FF2B5EF4-FFF2-40B4-BE49-F238E27FC236}">
                  <a16:creationId xmlns:a16="http://schemas.microsoft.com/office/drawing/2014/main" id="{D5B9B5E1-F534-ECD7-5D33-C6C4C7B96DE7}"/>
                </a:ext>
              </a:extLst>
            </p:cNvPr>
            <p:cNvSpPr/>
            <p:nvPr/>
          </p:nvSpPr>
          <p:spPr>
            <a:xfrm>
              <a:off x="2559131" y="1226856"/>
              <a:ext cx="106736" cy="137095"/>
            </a:xfrm>
            <a:custGeom>
              <a:avLst/>
              <a:gdLst/>
              <a:ahLst/>
              <a:cxnLst/>
              <a:rect l="l" t="t" r="r" b="b"/>
              <a:pathLst>
                <a:path w="3231" h="4150" extrusionOk="0">
                  <a:moveTo>
                    <a:pt x="1616" y="0"/>
                  </a:moveTo>
                  <a:cubicBezTo>
                    <a:pt x="1141" y="0"/>
                    <a:pt x="761" y="380"/>
                    <a:pt x="697" y="856"/>
                  </a:cubicBezTo>
                  <a:cubicBezTo>
                    <a:pt x="634" y="1236"/>
                    <a:pt x="729" y="1616"/>
                    <a:pt x="887" y="1964"/>
                  </a:cubicBezTo>
                  <a:cubicBezTo>
                    <a:pt x="919" y="2059"/>
                    <a:pt x="982" y="2186"/>
                    <a:pt x="1046" y="2281"/>
                  </a:cubicBezTo>
                  <a:lnTo>
                    <a:pt x="1046" y="2502"/>
                  </a:lnTo>
                  <a:cubicBezTo>
                    <a:pt x="1046" y="2597"/>
                    <a:pt x="1014" y="2661"/>
                    <a:pt x="951" y="2692"/>
                  </a:cubicBezTo>
                  <a:lnTo>
                    <a:pt x="349" y="3009"/>
                  </a:lnTo>
                  <a:cubicBezTo>
                    <a:pt x="127" y="3136"/>
                    <a:pt x="1" y="3326"/>
                    <a:pt x="1" y="3547"/>
                  </a:cubicBezTo>
                  <a:cubicBezTo>
                    <a:pt x="444" y="3927"/>
                    <a:pt x="1014" y="4149"/>
                    <a:pt x="1616" y="4149"/>
                  </a:cubicBezTo>
                  <a:cubicBezTo>
                    <a:pt x="2249" y="4149"/>
                    <a:pt x="2787" y="3927"/>
                    <a:pt x="3231" y="3547"/>
                  </a:cubicBezTo>
                  <a:cubicBezTo>
                    <a:pt x="3231" y="3326"/>
                    <a:pt x="3072" y="3136"/>
                    <a:pt x="2882" y="3009"/>
                  </a:cubicBezTo>
                  <a:lnTo>
                    <a:pt x="2217" y="2692"/>
                  </a:lnTo>
                  <a:cubicBezTo>
                    <a:pt x="2154" y="2661"/>
                    <a:pt x="2122" y="2597"/>
                    <a:pt x="2122" y="2534"/>
                  </a:cubicBezTo>
                  <a:cubicBezTo>
                    <a:pt x="2122" y="2407"/>
                    <a:pt x="2091" y="2312"/>
                    <a:pt x="2154" y="2217"/>
                  </a:cubicBezTo>
                  <a:cubicBezTo>
                    <a:pt x="2502" y="1711"/>
                    <a:pt x="2566" y="1299"/>
                    <a:pt x="2471" y="792"/>
                  </a:cubicBezTo>
                  <a:cubicBezTo>
                    <a:pt x="2407" y="317"/>
                    <a:pt x="2091" y="0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44;p29">
              <a:extLst>
                <a:ext uri="{FF2B5EF4-FFF2-40B4-BE49-F238E27FC236}">
                  <a16:creationId xmlns:a16="http://schemas.microsoft.com/office/drawing/2014/main" id="{FE733034-9C0F-33A0-12D6-5B5C1DF56A0A}"/>
                </a:ext>
              </a:extLst>
            </p:cNvPr>
            <p:cNvSpPr/>
            <p:nvPr/>
          </p:nvSpPr>
          <p:spPr>
            <a:xfrm>
              <a:off x="771210" y="3734543"/>
              <a:ext cx="418487" cy="351823"/>
            </a:xfrm>
            <a:custGeom>
              <a:avLst/>
              <a:gdLst/>
              <a:ahLst/>
              <a:cxnLst/>
              <a:rect l="l" t="t" r="r" b="b"/>
              <a:pathLst>
                <a:path w="12668" h="10650" extrusionOk="0">
                  <a:moveTo>
                    <a:pt x="10514" y="1"/>
                  </a:moveTo>
                  <a:lnTo>
                    <a:pt x="887" y="7538"/>
                  </a:lnTo>
                  <a:cubicBezTo>
                    <a:pt x="127" y="8140"/>
                    <a:pt x="0" y="9248"/>
                    <a:pt x="602" y="10008"/>
                  </a:cubicBezTo>
                  <a:cubicBezTo>
                    <a:pt x="932" y="10430"/>
                    <a:pt x="1442" y="10650"/>
                    <a:pt x="1961" y="10650"/>
                  </a:cubicBezTo>
                  <a:cubicBezTo>
                    <a:pt x="2338" y="10650"/>
                    <a:pt x="2720" y="10533"/>
                    <a:pt x="3040" y="10293"/>
                  </a:cubicBezTo>
                  <a:lnTo>
                    <a:pt x="12668" y="2724"/>
                  </a:lnTo>
                  <a:cubicBezTo>
                    <a:pt x="11939" y="1838"/>
                    <a:pt x="11274" y="856"/>
                    <a:pt x="1051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545;p29">
              <a:extLst>
                <a:ext uri="{FF2B5EF4-FFF2-40B4-BE49-F238E27FC236}">
                  <a16:creationId xmlns:a16="http://schemas.microsoft.com/office/drawing/2014/main" id="{7B229BBE-91BE-F692-9CBE-36D6B2D98FBF}"/>
                </a:ext>
              </a:extLst>
            </p:cNvPr>
            <p:cNvSpPr/>
            <p:nvPr/>
          </p:nvSpPr>
          <p:spPr>
            <a:xfrm>
              <a:off x="680166" y="3780165"/>
              <a:ext cx="397609" cy="346735"/>
            </a:xfrm>
            <a:custGeom>
              <a:avLst/>
              <a:gdLst/>
              <a:ahLst/>
              <a:cxnLst/>
              <a:rect l="l" t="t" r="r" b="b"/>
              <a:pathLst>
                <a:path w="12036" h="10496" extrusionOk="0">
                  <a:moveTo>
                    <a:pt x="10255" y="0"/>
                  </a:moveTo>
                  <a:cubicBezTo>
                    <a:pt x="10056" y="0"/>
                    <a:pt x="9856" y="66"/>
                    <a:pt x="9692" y="203"/>
                  </a:cubicBezTo>
                  <a:lnTo>
                    <a:pt x="1394" y="6885"/>
                  </a:lnTo>
                  <a:cubicBezTo>
                    <a:pt x="318" y="7740"/>
                    <a:pt x="1" y="9292"/>
                    <a:pt x="761" y="10464"/>
                  </a:cubicBezTo>
                  <a:cubicBezTo>
                    <a:pt x="761" y="10464"/>
                    <a:pt x="761" y="10464"/>
                    <a:pt x="761" y="10496"/>
                  </a:cubicBezTo>
                  <a:lnTo>
                    <a:pt x="12035" y="1723"/>
                  </a:lnTo>
                  <a:cubicBezTo>
                    <a:pt x="11655" y="1280"/>
                    <a:pt x="11307" y="805"/>
                    <a:pt x="10958" y="330"/>
                  </a:cubicBezTo>
                  <a:cubicBezTo>
                    <a:pt x="10779" y="114"/>
                    <a:pt x="10517" y="0"/>
                    <a:pt x="10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546;p29">
              <a:extLst>
                <a:ext uri="{FF2B5EF4-FFF2-40B4-BE49-F238E27FC236}">
                  <a16:creationId xmlns:a16="http://schemas.microsoft.com/office/drawing/2014/main" id="{4DCED780-2D10-3DBF-06DF-B3570268B56D}"/>
                </a:ext>
              </a:extLst>
            </p:cNvPr>
            <p:cNvSpPr/>
            <p:nvPr/>
          </p:nvSpPr>
          <p:spPr>
            <a:xfrm>
              <a:off x="705306" y="3837084"/>
              <a:ext cx="419544" cy="328599"/>
            </a:xfrm>
            <a:custGeom>
              <a:avLst/>
              <a:gdLst/>
              <a:ahLst/>
              <a:cxnLst/>
              <a:rect l="l" t="t" r="r" b="b"/>
              <a:pathLst>
                <a:path w="12700" h="9947" extrusionOk="0">
                  <a:moveTo>
                    <a:pt x="11243" y="0"/>
                  </a:moveTo>
                  <a:lnTo>
                    <a:pt x="0" y="8773"/>
                  </a:lnTo>
                  <a:cubicBezTo>
                    <a:pt x="527" y="9544"/>
                    <a:pt x="1368" y="9947"/>
                    <a:pt x="2215" y="9947"/>
                  </a:cubicBezTo>
                  <a:cubicBezTo>
                    <a:pt x="2794" y="9947"/>
                    <a:pt x="3376" y="9760"/>
                    <a:pt x="3864" y="9374"/>
                  </a:cubicBezTo>
                  <a:lnTo>
                    <a:pt x="12351" y="2534"/>
                  </a:lnTo>
                  <a:cubicBezTo>
                    <a:pt x="12668" y="2280"/>
                    <a:pt x="12699" y="1869"/>
                    <a:pt x="12478" y="1552"/>
                  </a:cubicBezTo>
                  <a:cubicBezTo>
                    <a:pt x="12066" y="1045"/>
                    <a:pt x="11654" y="539"/>
                    <a:pt x="1124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47;p29">
              <a:extLst>
                <a:ext uri="{FF2B5EF4-FFF2-40B4-BE49-F238E27FC236}">
                  <a16:creationId xmlns:a16="http://schemas.microsoft.com/office/drawing/2014/main" id="{1B9DFA9A-856A-BAB6-0942-0859463BE924}"/>
                </a:ext>
              </a:extLst>
            </p:cNvPr>
            <p:cNvSpPr/>
            <p:nvPr/>
          </p:nvSpPr>
          <p:spPr>
            <a:xfrm>
              <a:off x="1227325" y="3473798"/>
              <a:ext cx="255328" cy="296357"/>
            </a:xfrm>
            <a:custGeom>
              <a:avLst/>
              <a:gdLst/>
              <a:ahLst/>
              <a:cxnLst/>
              <a:rect l="l" t="t" r="r" b="b"/>
              <a:pathLst>
                <a:path w="7729" h="8971" extrusionOk="0">
                  <a:moveTo>
                    <a:pt x="3864" y="0"/>
                  </a:moveTo>
                  <a:cubicBezTo>
                    <a:pt x="3785" y="0"/>
                    <a:pt x="3706" y="24"/>
                    <a:pt x="3643" y="72"/>
                  </a:cubicBezTo>
                  <a:cubicBezTo>
                    <a:pt x="2788" y="927"/>
                    <a:pt x="1774" y="1307"/>
                    <a:pt x="444" y="1307"/>
                  </a:cubicBezTo>
                  <a:cubicBezTo>
                    <a:pt x="254" y="1307"/>
                    <a:pt x="128" y="1433"/>
                    <a:pt x="128" y="1623"/>
                  </a:cubicBezTo>
                  <a:cubicBezTo>
                    <a:pt x="128" y="1845"/>
                    <a:pt x="128" y="2067"/>
                    <a:pt x="96" y="2288"/>
                  </a:cubicBezTo>
                  <a:cubicBezTo>
                    <a:pt x="64" y="4569"/>
                    <a:pt x="1" y="7640"/>
                    <a:pt x="3769" y="8939"/>
                  </a:cubicBezTo>
                  <a:lnTo>
                    <a:pt x="3864" y="8971"/>
                  </a:lnTo>
                  <a:lnTo>
                    <a:pt x="3960" y="8939"/>
                  </a:lnTo>
                  <a:cubicBezTo>
                    <a:pt x="7728" y="7640"/>
                    <a:pt x="7665" y="4569"/>
                    <a:pt x="7633" y="2288"/>
                  </a:cubicBezTo>
                  <a:cubicBezTo>
                    <a:pt x="7633" y="2067"/>
                    <a:pt x="7633" y="1845"/>
                    <a:pt x="7633" y="1623"/>
                  </a:cubicBezTo>
                  <a:cubicBezTo>
                    <a:pt x="7633" y="1433"/>
                    <a:pt x="7475" y="1307"/>
                    <a:pt x="7285" y="1307"/>
                  </a:cubicBezTo>
                  <a:cubicBezTo>
                    <a:pt x="5955" y="1307"/>
                    <a:pt x="4941" y="895"/>
                    <a:pt x="4086" y="72"/>
                  </a:cubicBezTo>
                  <a:cubicBezTo>
                    <a:pt x="4023" y="24"/>
                    <a:pt x="3944" y="0"/>
                    <a:pt x="386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48;p29">
              <a:extLst>
                <a:ext uri="{FF2B5EF4-FFF2-40B4-BE49-F238E27FC236}">
                  <a16:creationId xmlns:a16="http://schemas.microsoft.com/office/drawing/2014/main" id="{50090E7F-D657-5192-F100-9F120BE7B2C9}"/>
                </a:ext>
              </a:extLst>
            </p:cNvPr>
            <p:cNvSpPr/>
            <p:nvPr/>
          </p:nvSpPr>
          <p:spPr>
            <a:xfrm>
              <a:off x="1290124" y="3557211"/>
              <a:ext cx="129728" cy="118265"/>
            </a:xfrm>
            <a:custGeom>
              <a:avLst/>
              <a:gdLst/>
              <a:ahLst/>
              <a:cxnLst/>
              <a:rect l="l" t="t" r="r" b="b"/>
              <a:pathLst>
                <a:path w="3927" h="3580" extrusionOk="0">
                  <a:moveTo>
                    <a:pt x="1330" y="365"/>
                  </a:moveTo>
                  <a:lnTo>
                    <a:pt x="1330" y="365"/>
                  </a:lnTo>
                  <a:cubicBezTo>
                    <a:pt x="1235" y="492"/>
                    <a:pt x="1172" y="618"/>
                    <a:pt x="1108" y="777"/>
                  </a:cubicBezTo>
                  <a:cubicBezTo>
                    <a:pt x="1045" y="713"/>
                    <a:pt x="982" y="682"/>
                    <a:pt x="950" y="618"/>
                  </a:cubicBezTo>
                  <a:cubicBezTo>
                    <a:pt x="1045" y="523"/>
                    <a:pt x="1203" y="428"/>
                    <a:pt x="1330" y="365"/>
                  </a:cubicBezTo>
                  <a:close/>
                  <a:moveTo>
                    <a:pt x="2597" y="365"/>
                  </a:moveTo>
                  <a:lnTo>
                    <a:pt x="2597" y="365"/>
                  </a:lnTo>
                  <a:cubicBezTo>
                    <a:pt x="2724" y="428"/>
                    <a:pt x="2882" y="523"/>
                    <a:pt x="3009" y="618"/>
                  </a:cubicBezTo>
                  <a:cubicBezTo>
                    <a:pt x="2945" y="682"/>
                    <a:pt x="2882" y="713"/>
                    <a:pt x="2819" y="777"/>
                  </a:cubicBezTo>
                  <a:cubicBezTo>
                    <a:pt x="2755" y="618"/>
                    <a:pt x="2692" y="492"/>
                    <a:pt x="2597" y="365"/>
                  </a:cubicBezTo>
                  <a:close/>
                  <a:moveTo>
                    <a:pt x="1868" y="238"/>
                  </a:moveTo>
                  <a:lnTo>
                    <a:pt x="1868" y="998"/>
                  </a:lnTo>
                  <a:cubicBezTo>
                    <a:pt x="1678" y="998"/>
                    <a:pt x="1488" y="935"/>
                    <a:pt x="1330" y="872"/>
                  </a:cubicBezTo>
                  <a:cubicBezTo>
                    <a:pt x="1425" y="618"/>
                    <a:pt x="1583" y="333"/>
                    <a:pt x="1868" y="238"/>
                  </a:cubicBezTo>
                  <a:close/>
                  <a:moveTo>
                    <a:pt x="2090" y="238"/>
                  </a:moveTo>
                  <a:cubicBezTo>
                    <a:pt x="2344" y="333"/>
                    <a:pt x="2502" y="618"/>
                    <a:pt x="2597" y="872"/>
                  </a:cubicBezTo>
                  <a:cubicBezTo>
                    <a:pt x="2439" y="935"/>
                    <a:pt x="2280" y="998"/>
                    <a:pt x="2090" y="998"/>
                  </a:cubicBezTo>
                  <a:lnTo>
                    <a:pt x="2090" y="238"/>
                  </a:lnTo>
                  <a:close/>
                  <a:moveTo>
                    <a:pt x="2692" y="1093"/>
                  </a:moveTo>
                  <a:cubicBezTo>
                    <a:pt x="2724" y="1252"/>
                    <a:pt x="2755" y="1474"/>
                    <a:pt x="2755" y="1664"/>
                  </a:cubicBezTo>
                  <a:lnTo>
                    <a:pt x="2090" y="1664"/>
                  </a:lnTo>
                  <a:lnTo>
                    <a:pt x="2090" y="1220"/>
                  </a:lnTo>
                  <a:cubicBezTo>
                    <a:pt x="2280" y="1220"/>
                    <a:pt x="2502" y="1157"/>
                    <a:pt x="2692" y="1093"/>
                  </a:cubicBezTo>
                  <a:close/>
                  <a:moveTo>
                    <a:pt x="792" y="777"/>
                  </a:moveTo>
                  <a:cubicBezTo>
                    <a:pt x="855" y="872"/>
                    <a:pt x="950" y="935"/>
                    <a:pt x="1045" y="998"/>
                  </a:cubicBezTo>
                  <a:cubicBezTo>
                    <a:pt x="982" y="1188"/>
                    <a:pt x="950" y="1442"/>
                    <a:pt x="950" y="1695"/>
                  </a:cubicBezTo>
                  <a:lnTo>
                    <a:pt x="412" y="1695"/>
                  </a:lnTo>
                  <a:cubicBezTo>
                    <a:pt x="443" y="1347"/>
                    <a:pt x="570" y="1030"/>
                    <a:pt x="792" y="777"/>
                  </a:cubicBezTo>
                  <a:close/>
                  <a:moveTo>
                    <a:pt x="1267" y="1093"/>
                  </a:moveTo>
                  <a:cubicBezTo>
                    <a:pt x="1425" y="1188"/>
                    <a:pt x="1647" y="1220"/>
                    <a:pt x="1868" y="1252"/>
                  </a:cubicBezTo>
                  <a:lnTo>
                    <a:pt x="1868" y="1695"/>
                  </a:lnTo>
                  <a:lnTo>
                    <a:pt x="1172" y="1695"/>
                  </a:lnTo>
                  <a:cubicBezTo>
                    <a:pt x="1172" y="1474"/>
                    <a:pt x="1203" y="1283"/>
                    <a:pt x="1267" y="1093"/>
                  </a:cubicBezTo>
                  <a:close/>
                  <a:moveTo>
                    <a:pt x="3167" y="777"/>
                  </a:moveTo>
                  <a:cubicBezTo>
                    <a:pt x="3389" y="1030"/>
                    <a:pt x="3515" y="1347"/>
                    <a:pt x="3515" y="1695"/>
                  </a:cubicBezTo>
                  <a:lnTo>
                    <a:pt x="3009" y="1695"/>
                  </a:lnTo>
                  <a:cubicBezTo>
                    <a:pt x="2977" y="1442"/>
                    <a:pt x="2945" y="1188"/>
                    <a:pt x="2882" y="998"/>
                  </a:cubicBezTo>
                  <a:cubicBezTo>
                    <a:pt x="2977" y="935"/>
                    <a:pt x="3072" y="872"/>
                    <a:pt x="3167" y="777"/>
                  </a:cubicBezTo>
                  <a:close/>
                  <a:moveTo>
                    <a:pt x="1868" y="1917"/>
                  </a:moveTo>
                  <a:lnTo>
                    <a:pt x="1868" y="2360"/>
                  </a:lnTo>
                  <a:cubicBezTo>
                    <a:pt x="1647" y="2360"/>
                    <a:pt x="1457" y="2424"/>
                    <a:pt x="1267" y="2487"/>
                  </a:cubicBezTo>
                  <a:cubicBezTo>
                    <a:pt x="1203" y="2329"/>
                    <a:pt x="1172" y="2107"/>
                    <a:pt x="1172" y="1917"/>
                  </a:cubicBezTo>
                  <a:close/>
                  <a:moveTo>
                    <a:pt x="2755" y="1917"/>
                  </a:moveTo>
                  <a:cubicBezTo>
                    <a:pt x="2755" y="2107"/>
                    <a:pt x="2724" y="2297"/>
                    <a:pt x="2692" y="2487"/>
                  </a:cubicBezTo>
                  <a:cubicBezTo>
                    <a:pt x="2502" y="2424"/>
                    <a:pt x="2280" y="2360"/>
                    <a:pt x="2090" y="2360"/>
                  </a:cubicBezTo>
                  <a:lnTo>
                    <a:pt x="2090" y="1917"/>
                  </a:lnTo>
                  <a:close/>
                  <a:moveTo>
                    <a:pt x="950" y="1917"/>
                  </a:moveTo>
                  <a:cubicBezTo>
                    <a:pt x="950" y="2139"/>
                    <a:pt x="982" y="2392"/>
                    <a:pt x="1045" y="2614"/>
                  </a:cubicBezTo>
                  <a:cubicBezTo>
                    <a:pt x="950" y="2645"/>
                    <a:pt x="855" y="2740"/>
                    <a:pt x="760" y="2804"/>
                  </a:cubicBezTo>
                  <a:cubicBezTo>
                    <a:pt x="570" y="2550"/>
                    <a:pt x="443" y="2234"/>
                    <a:pt x="412" y="1917"/>
                  </a:cubicBezTo>
                  <a:close/>
                  <a:moveTo>
                    <a:pt x="3515" y="1917"/>
                  </a:moveTo>
                  <a:cubicBezTo>
                    <a:pt x="3515" y="2234"/>
                    <a:pt x="3357" y="2550"/>
                    <a:pt x="3167" y="2804"/>
                  </a:cubicBezTo>
                  <a:cubicBezTo>
                    <a:pt x="3072" y="2740"/>
                    <a:pt x="2977" y="2677"/>
                    <a:pt x="2882" y="2614"/>
                  </a:cubicBezTo>
                  <a:cubicBezTo>
                    <a:pt x="2945" y="2392"/>
                    <a:pt x="2977" y="2170"/>
                    <a:pt x="3009" y="1917"/>
                  </a:cubicBezTo>
                  <a:close/>
                  <a:moveTo>
                    <a:pt x="1108" y="2835"/>
                  </a:moveTo>
                  <a:cubicBezTo>
                    <a:pt x="1172" y="2962"/>
                    <a:pt x="1235" y="3120"/>
                    <a:pt x="1330" y="3215"/>
                  </a:cubicBezTo>
                  <a:cubicBezTo>
                    <a:pt x="1203" y="3152"/>
                    <a:pt x="1045" y="3089"/>
                    <a:pt x="950" y="2962"/>
                  </a:cubicBezTo>
                  <a:cubicBezTo>
                    <a:pt x="982" y="2930"/>
                    <a:pt x="1045" y="2867"/>
                    <a:pt x="1108" y="2835"/>
                  </a:cubicBezTo>
                  <a:close/>
                  <a:moveTo>
                    <a:pt x="2819" y="2835"/>
                  </a:moveTo>
                  <a:cubicBezTo>
                    <a:pt x="2882" y="2867"/>
                    <a:pt x="2945" y="2930"/>
                    <a:pt x="3009" y="2962"/>
                  </a:cubicBezTo>
                  <a:cubicBezTo>
                    <a:pt x="2882" y="3089"/>
                    <a:pt x="2724" y="3152"/>
                    <a:pt x="2597" y="3215"/>
                  </a:cubicBezTo>
                  <a:cubicBezTo>
                    <a:pt x="2692" y="3120"/>
                    <a:pt x="2755" y="2962"/>
                    <a:pt x="2819" y="2835"/>
                  </a:cubicBezTo>
                  <a:close/>
                  <a:moveTo>
                    <a:pt x="1868" y="2582"/>
                  </a:moveTo>
                  <a:lnTo>
                    <a:pt x="1868" y="3342"/>
                  </a:lnTo>
                  <a:cubicBezTo>
                    <a:pt x="1583" y="3279"/>
                    <a:pt x="1425" y="2962"/>
                    <a:pt x="1330" y="2709"/>
                  </a:cubicBezTo>
                  <a:cubicBezTo>
                    <a:pt x="1488" y="2645"/>
                    <a:pt x="1678" y="2614"/>
                    <a:pt x="1868" y="2582"/>
                  </a:cubicBezTo>
                  <a:close/>
                  <a:moveTo>
                    <a:pt x="2090" y="2582"/>
                  </a:moveTo>
                  <a:cubicBezTo>
                    <a:pt x="2280" y="2582"/>
                    <a:pt x="2439" y="2645"/>
                    <a:pt x="2597" y="2709"/>
                  </a:cubicBezTo>
                  <a:cubicBezTo>
                    <a:pt x="2502" y="2962"/>
                    <a:pt x="2344" y="3279"/>
                    <a:pt x="2090" y="3342"/>
                  </a:cubicBezTo>
                  <a:lnTo>
                    <a:pt x="2090" y="2582"/>
                  </a:lnTo>
                  <a:close/>
                  <a:moveTo>
                    <a:pt x="1963" y="1"/>
                  </a:moveTo>
                  <a:cubicBezTo>
                    <a:pt x="1504" y="1"/>
                    <a:pt x="1045" y="175"/>
                    <a:pt x="697" y="523"/>
                  </a:cubicBezTo>
                  <a:cubicBezTo>
                    <a:pt x="0" y="1220"/>
                    <a:pt x="0" y="2360"/>
                    <a:pt x="697" y="3057"/>
                  </a:cubicBezTo>
                  <a:cubicBezTo>
                    <a:pt x="1045" y="3405"/>
                    <a:pt x="1504" y="3579"/>
                    <a:pt x="1963" y="3579"/>
                  </a:cubicBezTo>
                  <a:cubicBezTo>
                    <a:pt x="2423" y="3579"/>
                    <a:pt x="2882" y="3405"/>
                    <a:pt x="3230" y="3057"/>
                  </a:cubicBezTo>
                  <a:cubicBezTo>
                    <a:pt x="3927" y="2360"/>
                    <a:pt x="3927" y="1220"/>
                    <a:pt x="3230" y="523"/>
                  </a:cubicBezTo>
                  <a:cubicBezTo>
                    <a:pt x="2882" y="175"/>
                    <a:pt x="2423" y="1"/>
                    <a:pt x="1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549;p29">
              <a:extLst>
                <a:ext uri="{FF2B5EF4-FFF2-40B4-BE49-F238E27FC236}">
                  <a16:creationId xmlns:a16="http://schemas.microsoft.com/office/drawing/2014/main" id="{C1D4FFDD-516B-5013-83D1-A93CA5AD855C}"/>
                </a:ext>
              </a:extLst>
            </p:cNvPr>
            <p:cNvSpPr/>
            <p:nvPr/>
          </p:nvSpPr>
          <p:spPr>
            <a:xfrm>
              <a:off x="1231520" y="1700776"/>
              <a:ext cx="1161312" cy="1980448"/>
            </a:xfrm>
            <a:custGeom>
              <a:avLst/>
              <a:gdLst/>
              <a:ahLst/>
              <a:cxnLst/>
              <a:rect l="l" t="t" r="r" b="b"/>
              <a:pathLst>
                <a:path w="35154" h="59950" extrusionOk="0">
                  <a:moveTo>
                    <a:pt x="127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22"/>
                    <a:pt x="64" y="285"/>
                    <a:pt x="127" y="285"/>
                  </a:cubicBezTo>
                  <a:lnTo>
                    <a:pt x="666" y="285"/>
                  </a:lnTo>
                  <a:cubicBezTo>
                    <a:pt x="729" y="285"/>
                    <a:pt x="792" y="222"/>
                    <a:pt x="792" y="159"/>
                  </a:cubicBezTo>
                  <a:cubicBezTo>
                    <a:pt x="792" y="64"/>
                    <a:pt x="761" y="0"/>
                    <a:pt x="666" y="0"/>
                  </a:cubicBezTo>
                  <a:close/>
                  <a:moveTo>
                    <a:pt x="1742" y="0"/>
                  </a:moveTo>
                  <a:cubicBezTo>
                    <a:pt x="1647" y="0"/>
                    <a:pt x="1616" y="64"/>
                    <a:pt x="1616" y="159"/>
                  </a:cubicBezTo>
                  <a:cubicBezTo>
                    <a:pt x="1616" y="222"/>
                    <a:pt x="1647" y="285"/>
                    <a:pt x="1742" y="285"/>
                  </a:cubicBezTo>
                  <a:lnTo>
                    <a:pt x="2281" y="285"/>
                  </a:lnTo>
                  <a:cubicBezTo>
                    <a:pt x="2344" y="285"/>
                    <a:pt x="2407" y="222"/>
                    <a:pt x="2407" y="159"/>
                  </a:cubicBezTo>
                  <a:cubicBezTo>
                    <a:pt x="2407" y="64"/>
                    <a:pt x="2344" y="0"/>
                    <a:pt x="2281" y="0"/>
                  </a:cubicBezTo>
                  <a:close/>
                  <a:moveTo>
                    <a:pt x="3326" y="0"/>
                  </a:moveTo>
                  <a:cubicBezTo>
                    <a:pt x="3262" y="0"/>
                    <a:pt x="3199" y="64"/>
                    <a:pt x="3199" y="159"/>
                  </a:cubicBezTo>
                  <a:cubicBezTo>
                    <a:pt x="3199" y="222"/>
                    <a:pt x="3262" y="285"/>
                    <a:pt x="3326" y="285"/>
                  </a:cubicBezTo>
                  <a:lnTo>
                    <a:pt x="3864" y="285"/>
                  </a:lnTo>
                  <a:cubicBezTo>
                    <a:pt x="3928" y="285"/>
                    <a:pt x="3991" y="222"/>
                    <a:pt x="3991" y="159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41" y="0"/>
                  </a:moveTo>
                  <a:cubicBezTo>
                    <a:pt x="4846" y="0"/>
                    <a:pt x="4783" y="64"/>
                    <a:pt x="4783" y="159"/>
                  </a:cubicBezTo>
                  <a:cubicBezTo>
                    <a:pt x="4783" y="222"/>
                    <a:pt x="4846" y="285"/>
                    <a:pt x="4941" y="285"/>
                  </a:cubicBezTo>
                  <a:lnTo>
                    <a:pt x="5448" y="285"/>
                  </a:lnTo>
                  <a:cubicBezTo>
                    <a:pt x="5543" y="285"/>
                    <a:pt x="5606" y="222"/>
                    <a:pt x="5606" y="159"/>
                  </a:cubicBezTo>
                  <a:cubicBezTo>
                    <a:pt x="5606" y="64"/>
                    <a:pt x="5543" y="0"/>
                    <a:pt x="5448" y="0"/>
                  </a:cubicBezTo>
                  <a:close/>
                  <a:moveTo>
                    <a:pt x="6524" y="0"/>
                  </a:moveTo>
                  <a:cubicBezTo>
                    <a:pt x="6461" y="0"/>
                    <a:pt x="6398" y="64"/>
                    <a:pt x="6398" y="159"/>
                  </a:cubicBezTo>
                  <a:cubicBezTo>
                    <a:pt x="6398" y="222"/>
                    <a:pt x="6461" y="285"/>
                    <a:pt x="6524" y="285"/>
                  </a:cubicBezTo>
                  <a:lnTo>
                    <a:pt x="7063" y="285"/>
                  </a:lnTo>
                  <a:cubicBezTo>
                    <a:pt x="7126" y="285"/>
                    <a:pt x="7189" y="222"/>
                    <a:pt x="7189" y="159"/>
                  </a:cubicBezTo>
                  <a:cubicBezTo>
                    <a:pt x="7189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4" y="0"/>
                    <a:pt x="7981" y="64"/>
                    <a:pt x="7981" y="159"/>
                  </a:cubicBezTo>
                  <a:cubicBezTo>
                    <a:pt x="7981" y="222"/>
                    <a:pt x="8044" y="285"/>
                    <a:pt x="8108" y="285"/>
                  </a:cubicBezTo>
                  <a:lnTo>
                    <a:pt x="8646" y="285"/>
                  </a:lnTo>
                  <a:cubicBezTo>
                    <a:pt x="8741" y="285"/>
                    <a:pt x="8773" y="222"/>
                    <a:pt x="8773" y="159"/>
                  </a:cubicBezTo>
                  <a:cubicBezTo>
                    <a:pt x="8773" y="64"/>
                    <a:pt x="8741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60" y="0"/>
                    <a:pt x="9596" y="64"/>
                    <a:pt x="9596" y="159"/>
                  </a:cubicBezTo>
                  <a:cubicBezTo>
                    <a:pt x="9596" y="222"/>
                    <a:pt x="9660" y="285"/>
                    <a:pt x="9723" y="285"/>
                  </a:cubicBezTo>
                  <a:lnTo>
                    <a:pt x="10261" y="285"/>
                  </a:lnTo>
                  <a:cubicBezTo>
                    <a:pt x="10325" y="285"/>
                    <a:pt x="10388" y="222"/>
                    <a:pt x="10388" y="159"/>
                  </a:cubicBezTo>
                  <a:cubicBezTo>
                    <a:pt x="10388" y="64"/>
                    <a:pt x="10325" y="0"/>
                    <a:pt x="10261" y="0"/>
                  </a:cubicBezTo>
                  <a:close/>
                  <a:moveTo>
                    <a:pt x="11306" y="0"/>
                  </a:moveTo>
                  <a:cubicBezTo>
                    <a:pt x="11243" y="0"/>
                    <a:pt x="11180" y="64"/>
                    <a:pt x="11180" y="159"/>
                  </a:cubicBezTo>
                  <a:cubicBezTo>
                    <a:pt x="11180" y="222"/>
                    <a:pt x="11243" y="285"/>
                    <a:pt x="11306" y="285"/>
                  </a:cubicBezTo>
                  <a:lnTo>
                    <a:pt x="11845" y="285"/>
                  </a:lnTo>
                  <a:cubicBezTo>
                    <a:pt x="11908" y="285"/>
                    <a:pt x="11971" y="222"/>
                    <a:pt x="11971" y="159"/>
                  </a:cubicBezTo>
                  <a:cubicBezTo>
                    <a:pt x="11971" y="64"/>
                    <a:pt x="11908" y="0"/>
                    <a:pt x="11845" y="0"/>
                  </a:cubicBezTo>
                  <a:close/>
                  <a:moveTo>
                    <a:pt x="12922" y="0"/>
                  </a:moveTo>
                  <a:cubicBezTo>
                    <a:pt x="12827" y="0"/>
                    <a:pt x="12763" y="64"/>
                    <a:pt x="12763" y="159"/>
                  </a:cubicBezTo>
                  <a:cubicBezTo>
                    <a:pt x="12763" y="222"/>
                    <a:pt x="12827" y="285"/>
                    <a:pt x="12922" y="285"/>
                  </a:cubicBezTo>
                  <a:lnTo>
                    <a:pt x="13428" y="285"/>
                  </a:lnTo>
                  <a:cubicBezTo>
                    <a:pt x="13523" y="285"/>
                    <a:pt x="13587" y="222"/>
                    <a:pt x="13587" y="159"/>
                  </a:cubicBezTo>
                  <a:cubicBezTo>
                    <a:pt x="13587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42" y="0"/>
                    <a:pt x="14378" y="64"/>
                    <a:pt x="14378" y="159"/>
                  </a:cubicBezTo>
                  <a:cubicBezTo>
                    <a:pt x="14378" y="222"/>
                    <a:pt x="14442" y="285"/>
                    <a:pt x="14505" y="285"/>
                  </a:cubicBezTo>
                  <a:lnTo>
                    <a:pt x="15043" y="285"/>
                  </a:lnTo>
                  <a:cubicBezTo>
                    <a:pt x="15107" y="285"/>
                    <a:pt x="15170" y="222"/>
                    <a:pt x="15170" y="159"/>
                  </a:cubicBezTo>
                  <a:cubicBezTo>
                    <a:pt x="15170" y="64"/>
                    <a:pt x="15107" y="0"/>
                    <a:pt x="15043" y="0"/>
                  </a:cubicBezTo>
                  <a:close/>
                  <a:moveTo>
                    <a:pt x="15962" y="159"/>
                  </a:moveTo>
                  <a:cubicBezTo>
                    <a:pt x="15867" y="159"/>
                    <a:pt x="15803" y="222"/>
                    <a:pt x="15803" y="317"/>
                  </a:cubicBezTo>
                  <a:lnTo>
                    <a:pt x="15803" y="824"/>
                  </a:lnTo>
                  <a:cubicBezTo>
                    <a:pt x="15803" y="919"/>
                    <a:pt x="15867" y="982"/>
                    <a:pt x="15962" y="982"/>
                  </a:cubicBezTo>
                  <a:cubicBezTo>
                    <a:pt x="16025" y="982"/>
                    <a:pt x="16088" y="919"/>
                    <a:pt x="16088" y="824"/>
                  </a:cubicBezTo>
                  <a:lnTo>
                    <a:pt x="16088" y="317"/>
                  </a:lnTo>
                  <a:cubicBezTo>
                    <a:pt x="16088" y="222"/>
                    <a:pt x="16025" y="159"/>
                    <a:pt x="15962" y="159"/>
                  </a:cubicBezTo>
                  <a:close/>
                  <a:moveTo>
                    <a:pt x="15962" y="1774"/>
                  </a:moveTo>
                  <a:cubicBezTo>
                    <a:pt x="15867" y="1774"/>
                    <a:pt x="15803" y="1837"/>
                    <a:pt x="15803" y="1901"/>
                  </a:cubicBezTo>
                  <a:lnTo>
                    <a:pt x="15803" y="2439"/>
                  </a:lnTo>
                  <a:cubicBezTo>
                    <a:pt x="15803" y="2502"/>
                    <a:pt x="15867" y="2566"/>
                    <a:pt x="15962" y="2566"/>
                  </a:cubicBezTo>
                  <a:cubicBezTo>
                    <a:pt x="16025" y="2566"/>
                    <a:pt x="16088" y="2502"/>
                    <a:pt x="16088" y="2439"/>
                  </a:cubicBezTo>
                  <a:lnTo>
                    <a:pt x="16088" y="1901"/>
                  </a:lnTo>
                  <a:cubicBezTo>
                    <a:pt x="16088" y="1837"/>
                    <a:pt x="16025" y="1774"/>
                    <a:pt x="15962" y="1774"/>
                  </a:cubicBezTo>
                  <a:close/>
                  <a:moveTo>
                    <a:pt x="15962" y="3357"/>
                  </a:moveTo>
                  <a:cubicBezTo>
                    <a:pt x="15867" y="3357"/>
                    <a:pt x="15803" y="3421"/>
                    <a:pt x="15803" y="3484"/>
                  </a:cubicBezTo>
                  <a:lnTo>
                    <a:pt x="15803" y="4022"/>
                  </a:lnTo>
                  <a:cubicBezTo>
                    <a:pt x="15803" y="4086"/>
                    <a:pt x="15867" y="4149"/>
                    <a:pt x="15962" y="4149"/>
                  </a:cubicBezTo>
                  <a:cubicBezTo>
                    <a:pt x="16025" y="4149"/>
                    <a:pt x="16088" y="4086"/>
                    <a:pt x="16088" y="4022"/>
                  </a:cubicBezTo>
                  <a:lnTo>
                    <a:pt x="16088" y="3484"/>
                  </a:lnTo>
                  <a:cubicBezTo>
                    <a:pt x="16088" y="3421"/>
                    <a:pt x="16025" y="3357"/>
                    <a:pt x="15962" y="3357"/>
                  </a:cubicBezTo>
                  <a:close/>
                  <a:moveTo>
                    <a:pt x="15962" y="4972"/>
                  </a:moveTo>
                  <a:cubicBezTo>
                    <a:pt x="15867" y="4972"/>
                    <a:pt x="15803" y="5004"/>
                    <a:pt x="15803" y="5099"/>
                  </a:cubicBezTo>
                  <a:lnTo>
                    <a:pt x="15803" y="5638"/>
                  </a:lnTo>
                  <a:cubicBezTo>
                    <a:pt x="15803" y="5701"/>
                    <a:pt x="15867" y="5764"/>
                    <a:pt x="15962" y="5764"/>
                  </a:cubicBezTo>
                  <a:cubicBezTo>
                    <a:pt x="16025" y="5764"/>
                    <a:pt x="16088" y="5701"/>
                    <a:pt x="16088" y="5638"/>
                  </a:cubicBezTo>
                  <a:lnTo>
                    <a:pt x="16088" y="5099"/>
                  </a:lnTo>
                  <a:cubicBezTo>
                    <a:pt x="16088" y="5004"/>
                    <a:pt x="16025" y="4972"/>
                    <a:pt x="15962" y="4972"/>
                  </a:cubicBezTo>
                  <a:close/>
                  <a:moveTo>
                    <a:pt x="15962" y="6556"/>
                  </a:moveTo>
                  <a:cubicBezTo>
                    <a:pt x="15867" y="6556"/>
                    <a:pt x="15803" y="6619"/>
                    <a:pt x="15803" y="6683"/>
                  </a:cubicBezTo>
                  <a:lnTo>
                    <a:pt x="15803" y="7221"/>
                  </a:lnTo>
                  <a:cubicBezTo>
                    <a:pt x="15803" y="7284"/>
                    <a:pt x="15867" y="7348"/>
                    <a:pt x="15962" y="7348"/>
                  </a:cubicBezTo>
                  <a:cubicBezTo>
                    <a:pt x="16025" y="7348"/>
                    <a:pt x="16088" y="7284"/>
                    <a:pt x="16088" y="7221"/>
                  </a:cubicBezTo>
                  <a:lnTo>
                    <a:pt x="16088" y="6683"/>
                  </a:lnTo>
                  <a:cubicBezTo>
                    <a:pt x="16088" y="6619"/>
                    <a:pt x="16025" y="6556"/>
                    <a:pt x="15962" y="6556"/>
                  </a:cubicBezTo>
                  <a:close/>
                  <a:moveTo>
                    <a:pt x="15962" y="8139"/>
                  </a:moveTo>
                  <a:cubicBezTo>
                    <a:pt x="15867" y="8139"/>
                    <a:pt x="15803" y="8203"/>
                    <a:pt x="15803" y="8298"/>
                  </a:cubicBezTo>
                  <a:lnTo>
                    <a:pt x="15803" y="8804"/>
                  </a:lnTo>
                  <a:cubicBezTo>
                    <a:pt x="15803" y="8899"/>
                    <a:pt x="15867" y="8963"/>
                    <a:pt x="15962" y="8963"/>
                  </a:cubicBezTo>
                  <a:cubicBezTo>
                    <a:pt x="16025" y="8963"/>
                    <a:pt x="16088" y="8899"/>
                    <a:pt x="16088" y="8804"/>
                  </a:cubicBezTo>
                  <a:lnTo>
                    <a:pt x="16088" y="8298"/>
                  </a:lnTo>
                  <a:cubicBezTo>
                    <a:pt x="16088" y="8203"/>
                    <a:pt x="16025" y="8139"/>
                    <a:pt x="15962" y="8139"/>
                  </a:cubicBezTo>
                  <a:close/>
                  <a:moveTo>
                    <a:pt x="15962" y="9754"/>
                  </a:moveTo>
                  <a:cubicBezTo>
                    <a:pt x="15867" y="9754"/>
                    <a:pt x="15803" y="9818"/>
                    <a:pt x="15803" y="9881"/>
                  </a:cubicBezTo>
                  <a:lnTo>
                    <a:pt x="15803" y="10420"/>
                  </a:lnTo>
                  <a:cubicBezTo>
                    <a:pt x="15803" y="10483"/>
                    <a:pt x="15867" y="10546"/>
                    <a:pt x="15962" y="10546"/>
                  </a:cubicBezTo>
                  <a:cubicBezTo>
                    <a:pt x="16025" y="10546"/>
                    <a:pt x="16088" y="10483"/>
                    <a:pt x="16088" y="10420"/>
                  </a:cubicBezTo>
                  <a:lnTo>
                    <a:pt x="16088" y="9881"/>
                  </a:lnTo>
                  <a:cubicBezTo>
                    <a:pt x="16088" y="9818"/>
                    <a:pt x="16025" y="9754"/>
                    <a:pt x="15962" y="9754"/>
                  </a:cubicBezTo>
                  <a:close/>
                  <a:moveTo>
                    <a:pt x="15962" y="11338"/>
                  </a:moveTo>
                  <a:cubicBezTo>
                    <a:pt x="15867" y="11338"/>
                    <a:pt x="15803" y="11401"/>
                    <a:pt x="15803" y="11465"/>
                  </a:cubicBezTo>
                  <a:lnTo>
                    <a:pt x="15803" y="12003"/>
                  </a:lnTo>
                  <a:cubicBezTo>
                    <a:pt x="15803" y="12098"/>
                    <a:pt x="15867" y="12130"/>
                    <a:pt x="15962" y="12130"/>
                  </a:cubicBezTo>
                  <a:cubicBezTo>
                    <a:pt x="16025" y="12130"/>
                    <a:pt x="16088" y="12098"/>
                    <a:pt x="16088" y="12003"/>
                  </a:cubicBezTo>
                  <a:lnTo>
                    <a:pt x="16088" y="11465"/>
                  </a:lnTo>
                  <a:cubicBezTo>
                    <a:pt x="16088" y="11401"/>
                    <a:pt x="16025" y="11338"/>
                    <a:pt x="15962" y="11338"/>
                  </a:cubicBezTo>
                  <a:close/>
                  <a:moveTo>
                    <a:pt x="15962" y="12921"/>
                  </a:moveTo>
                  <a:cubicBezTo>
                    <a:pt x="15867" y="12921"/>
                    <a:pt x="15803" y="12985"/>
                    <a:pt x="15803" y="13080"/>
                  </a:cubicBezTo>
                  <a:lnTo>
                    <a:pt x="15803" y="13618"/>
                  </a:lnTo>
                  <a:cubicBezTo>
                    <a:pt x="15803" y="13681"/>
                    <a:pt x="15867" y="13745"/>
                    <a:pt x="15962" y="13745"/>
                  </a:cubicBezTo>
                  <a:cubicBezTo>
                    <a:pt x="16025" y="13745"/>
                    <a:pt x="16088" y="13681"/>
                    <a:pt x="16088" y="13618"/>
                  </a:cubicBezTo>
                  <a:lnTo>
                    <a:pt x="16088" y="13080"/>
                  </a:lnTo>
                  <a:cubicBezTo>
                    <a:pt x="16088" y="12985"/>
                    <a:pt x="16025" y="12921"/>
                    <a:pt x="15962" y="12921"/>
                  </a:cubicBezTo>
                  <a:close/>
                  <a:moveTo>
                    <a:pt x="15962" y="14536"/>
                  </a:moveTo>
                  <a:cubicBezTo>
                    <a:pt x="15867" y="14536"/>
                    <a:pt x="15803" y="14600"/>
                    <a:pt x="15803" y="14663"/>
                  </a:cubicBezTo>
                  <a:lnTo>
                    <a:pt x="15803" y="15202"/>
                  </a:lnTo>
                  <a:cubicBezTo>
                    <a:pt x="15803" y="15265"/>
                    <a:pt x="15867" y="15328"/>
                    <a:pt x="15962" y="15328"/>
                  </a:cubicBezTo>
                  <a:cubicBezTo>
                    <a:pt x="16025" y="15328"/>
                    <a:pt x="16088" y="15265"/>
                    <a:pt x="16088" y="15202"/>
                  </a:cubicBezTo>
                  <a:lnTo>
                    <a:pt x="16088" y="14663"/>
                  </a:lnTo>
                  <a:cubicBezTo>
                    <a:pt x="16088" y="14600"/>
                    <a:pt x="16025" y="14536"/>
                    <a:pt x="15962" y="14536"/>
                  </a:cubicBezTo>
                  <a:close/>
                  <a:moveTo>
                    <a:pt x="15962" y="16120"/>
                  </a:moveTo>
                  <a:cubicBezTo>
                    <a:pt x="15867" y="16120"/>
                    <a:pt x="15803" y="16183"/>
                    <a:pt x="15803" y="16278"/>
                  </a:cubicBezTo>
                  <a:lnTo>
                    <a:pt x="15803" y="16785"/>
                  </a:lnTo>
                  <a:cubicBezTo>
                    <a:pt x="15803" y="16880"/>
                    <a:pt x="15867" y="16943"/>
                    <a:pt x="15962" y="16943"/>
                  </a:cubicBezTo>
                  <a:cubicBezTo>
                    <a:pt x="16025" y="16943"/>
                    <a:pt x="16088" y="16880"/>
                    <a:pt x="16088" y="16785"/>
                  </a:cubicBezTo>
                  <a:lnTo>
                    <a:pt x="16088" y="16278"/>
                  </a:lnTo>
                  <a:cubicBezTo>
                    <a:pt x="16088" y="16183"/>
                    <a:pt x="16025" y="16120"/>
                    <a:pt x="15962" y="16120"/>
                  </a:cubicBezTo>
                  <a:close/>
                  <a:moveTo>
                    <a:pt x="15962" y="17735"/>
                  </a:moveTo>
                  <a:cubicBezTo>
                    <a:pt x="15867" y="17735"/>
                    <a:pt x="15803" y="17798"/>
                    <a:pt x="15803" y="17862"/>
                  </a:cubicBezTo>
                  <a:lnTo>
                    <a:pt x="15803" y="18400"/>
                  </a:lnTo>
                  <a:cubicBezTo>
                    <a:pt x="15803" y="18463"/>
                    <a:pt x="15867" y="18527"/>
                    <a:pt x="15962" y="18527"/>
                  </a:cubicBezTo>
                  <a:cubicBezTo>
                    <a:pt x="16025" y="18527"/>
                    <a:pt x="16088" y="18463"/>
                    <a:pt x="16088" y="18400"/>
                  </a:cubicBezTo>
                  <a:lnTo>
                    <a:pt x="16088" y="17862"/>
                  </a:lnTo>
                  <a:cubicBezTo>
                    <a:pt x="16088" y="17798"/>
                    <a:pt x="16025" y="17735"/>
                    <a:pt x="15962" y="17735"/>
                  </a:cubicBezTo>
                  <a:close/>
                  <a:moveTo>
                    <a:pt x="15962" y="19318"/>
                  </a:moveTo>
                  <a:cubicBezTo>
                    <a:pt x="15867" y="19318"/>
                    <a:pt x="15803" y="19382"/>
                    <a:pt x="15803" y="19477"/>
                  </a:cubicBezTo>
                  <a:lnTo>
                    <a:pt x="15803" y="19984"/>
                  </a:lnTo>
                  <a:cubicBezTo>
                    <a:pt x="15803" y="20079"/>
                    <a:pt x="15867" y="20142"/>
                    <a:pt x="15962" y="20142"/>
                  </a:cubicBezTo>
                  <a:cubicBezTo>
                    <a:pt x="16025" y="20142"/>
                    <a:pt x="16088" y="20079"/>
                    <a:pt x="16088" y="19984"/>
                  </a:cubicBezTo>
                  <a:lnTo>
                    <a:pt x="16088" y="19477"/>
                  </a:lnTo>
                  <a:cubicBezTo>
                    <a:pt x="16088" y="19382"/>
                    <a:pt x="16025" y="19318"/>
                    <a:pt x="15962" y="19318"/>
                  </a:cubicBezTo>
                  <a:close/>
                  <a:moveTo>
                    <a:pt x="15962" y="20934"/>
                  </a:moveTo>
                  <a:cubicBezTo>
                    <a:pt x="15867" y="20934"/>
                    <a:pt x="15803" y="20997"/>
                    <a:pt x="15803" y="21060"/>
                  </a:cubicBezTo>
                  <a:lnTo>
                    <a:pt x="15803" y="21599"/>
                  </a:lnTo>
                  <a:cubicBezTo>
                    <a:pt x="15803" y="21662"/>
                    <a:pt x="15867" y="21725"/>
                    <a:pt x="15962" y="21725"/>
                  </a:cubicBezTo>
                  <a:cubicBezTo>
                    <a:pt x="16025" y="21725"/>
                    <a:pt x="16088" y="21662"/>
                    <a:pt x="16088" y="21599"/>
                  </a:cubicBezTo>
                  <a:lnTo>
                    <a:pt x="16088" y="21060"/>
                  </a:lnTo>
                  <a:cubicBezTo>
                    <a:pt x="16088" y="20997"/>
                    <a:pt x="16025" y="20934"/>
                    <a:pt x="15962" y="20934"/>
                  </a:cubicBezTo>
                  <a:close/>
                  <a:moveTo>
                    <a:pt x="15962" y="22517"/>
                  </a:moveTo>
                  <a:cubicBezTo>
                    <a:pt x="15867" y="22517"/>
                    <a:pt x="15803" y="22580"/>
                    <a:pt x="15803" y="22644"/>
                  </a:cubicBezTo>
                  <a:lnTo>
                    <a:pt x="15803" y="23182"/>
                  </a:lnTo>
                  <a:cubicBezTo>
                    <a:pt x="15803" y="23245"/>
                    <a:pt x="15867" y="23309"/>
                    <a:pt x="15962" y="23309"/>
                  </a:cubicBezTo>
                  <a:cubicBezTo>
                    <a:pt x="16025" y="23309"/>
                    <a:pt x="16088" y="23245"/>
                    <a:pt x="16088" y="23182"/>
                  </a:cubicBezTo>
                  <a:lnTo>
                    <a:pt x="16088" y="22644"/>
                  </a:lnTo>
                  <a:cubicBezTo>
                    <a:pt x="16088" y="22580"/>
                    <a:pt x="16025" y="22517"/>
                    <a:pt x="15962" y="22517"/>
                  </a:cubicBezTo>
                  <a:close/>
                  <a:moveTo>
                    <a:pt x="15962" y="24132"/>
                  </a:moveTo>
                  <a:cubicBezTo>
                    <a:pt x="15867" y="24132"/>
                    <a:pt x="15803" y="24164"/>
                    <a:pt x="15803" y="24259"/>
                  </a:cubicBezTo>
                  <a:lnTo>
                    <a:pt x="15803" y="24797"/>
                  </a:lnTo>
                  <a:cubicBezTo>
                    <a:pt x="15803" y="24861"/>
                    <a:pt x="15867" y="24924"/>
                    <a:pt x="15962" y="24924"/>
                  </a:cubicBezTo>
                  <a:cubicBezTo>
                    <a:pt x="16025" y="24924"/>
                    <a:pt x="16088" y="24861"/>
                    <a:pt x="16088" y="24797"/>
                  </a:cubicBezTo>
                  <a:lnTo>
                    <a:pt x="16088" y="24259"/>
                  </a:lnTo>
                  <a:cubicBezTo>
                    <a:pt x="16088" y="24164"/>
                    <a:pt x="16025" y="24132"/>
                    <a:pt x="15962" y="24132"/>
                  </a:cubicBezTo>
                  <a:close/>
                  <a:moveTo>
                    <a:pt x="15962" y="25716"/>
                  </a:moveTo>
                  <a:cubicBezTo>
                    <a:pt x="15867" y="25716"/>
                    <a:pt x="15803" y="25779"/>
                    <a:pt x="15803" y="25842"/>
                  </a:cubicBezTo>
                  <a:lnTo>
                    <a:pt x="15803" y="26381"/>
                  </a:lnTo>
                  <a:cubicBezTo>
                    <a:pt x="15803" y="26444"/>
                    <a:pt x="15867" y="26507"/>
                    <a:pt x="15962" y="26507"/>
                  </a:cubicBezTo>
                  <a:cubicBezTo>
                    <a:pt x="16025" y="26507"/>
                    <a:pt x="16088" y="26444"/>
                    <a:pt x="16088" y="26381"/>
                  </a:cubicBezTo>
                  <a:lnTo>
                    <a:pt x="16088" y="25842"/>
                  </a:lnTo>
                  <a:cubicBezTo>
                    <a:pt x="16088" y="25779"/>
                    <a:pt x="16025" y="25716"/>
                    <a:pt x="15962" y="25716"/>
                  </a:cubicBezTo>
                  <a:close/>
                  <a:moveTo>
                    <a:pt x="15962" y="27299"/>
                  </a:moveTo>
                  <a:cubicBezTo>
                    <a:pt x="15867" y="27299"/>
                    <a:pt x="15803" y="27362"/>
                    <a:pt x="15803" y="27457"/>
                  </a:cubicBezTo>
                  <a:lnTo>
                    <a:pt x="15803" y="27964"/>
                  </a:lnTo>
                  <a:cubicBezTo>
                    <a:pt x="15803" y="28059"/>
                    <a:pt x="15867" y="28122"/>
                    <a:pt x="15962" y="28122"/>
                  </a:cubicBezTo>
                  <a:cubicBezTo>
                    <a:pt x="16025" y="28122"/>
                    <a:pt x="16088" y="28059"/>
                    <a:pt x="16088" y="27964"/>
                  </a:cubicBezTo>
                  <a:lnTo>
                    <a:pt x="16088" y="27457"/>
                  </a:lnTo>
                  <a:cubicBezTo>
                    <a:pt x="16088" y="27362"/>
                    <a:pt x="16025" y="27299"/>
                    <a:pt x="15962" y="27299"/>
                  </a:cubicBezTo>
                  <a:close/>
                  <a:moveTo>
                    <a:pt x="15962" y="28914"/>
                  </a:moveTo>
                  <a:cubicBezTo>
                    <a:pt x="15867" y="28914"/>
                    <a:pt x="15803" y="28977"/>
                    <a:pt x="15803" y="29041"/>
                  </a:cubicBezTo>
                  <a:lnTo>
                    <a:pt x="15803" y="29579"/>
                  </a:lnTo>
                  <a:cubicBezTo>
                    <a:pt x="15803" y="29643"/>
                    <a:pt x="15867" y="29706"/>
                    <a:pt x="15962" y="29706"/>
                  </a:cubicBezTo>
                  <a:cubicBezTo>
                    <a:pt x="16025" y="29706"/>
                    <a:pt x="16088" y="29643"/>
                    <a:pt x="16088" y="29579"/>
                  </a:cubicBezTo>
                  <a:lnTo>
                    <a:pt x="16088" y="29041"/>
                  </a:lnTo>
                  <a:cubicBezTo>
                    <a:pt x="16088" y="28977"/>
                    <a:pt x="16025" y="28914"/>
                    <a:pt x="15962" y="28914"/>
                  </a:cubicBezTo>
                  <a:close/>
                  <a:moveTo>
                    <a:pt x="15962" y="30498"/>
                  </a:moveTo>
                  <a:cubicBezTo>
                    <a:pt x="15867" y="30498"/>
                    <a:pt x="15803" y="30561"/>
                    <a:pt x="15803" y="30624"/>
                  </a:cubicBezTo>
                  <a:lnTo>
                    <a:pt x="15803" y="31163"/>
                  </a:lnTo>
                  <a:cubicBezTo>
                    <a:pt x="15803" y="31258"/>
                    <a:pt x="15867" y="31289"/>
                    <a:pt x="15962" y="31289"/>
                  </a:cubicBezTo>
                  <a:cubicBezTo>
                    <a:pt x="16025" y="31289"/>
                    <a:pt x="16088" y="31258"/>
                    <a:pt x="16088" y="31163"/>
                  </a:cubicBezTo>
                  <a:lnTo>
                    <a:pt x="16088" y="30624"/>
                  </a:lnTo>
                  <a:cubicBezTo>
                    <a:pt x="16088" y="30561"/>
                    <a:pt x="16025" y="30498"/>
                    <a:pt x="15962" y="30498"/>
                  </a:cubicBezTo>
                  <a:close/>
                  <a:moveTo>
                    <a:pt x="15962" y="32113"/>
                  </a:moveTo>
                  <a:cubicBezTo>
                    <a:pt x="15867" y="32113"/>
                    <a:pt x="15803" y="32144"/>
                    <a:pt x="15803" y="32239"/>
                  </a:cubicBezTo>
                  <a:lnTo>
                    <a:pt x="15803" y="32778"/>
                  </a:lnTo>
                  <a:cubicBezTo>
                    <a:pt x="15803" y="32841"/>
                    <a:pt x="15867" y="32904"/>
                    <a:pt x="15962" y="32904"/>
                  </a:cubicBezTo>
                  <a:cubicBezTo>
                    <a:pt x="16025" y="32904"/>
                    <a:pt x="16088" y="32841"/>
                    <a:pt x="16088" y="32778"/>
                  </a:cubicBezTo>
                  <a:lnTo>
                    <a:pt x="16088" y="32239"/>
                  </a:lnTo>
                  <a:cubicBezTo>
                    <a:pt x="16088" y="32144"/>
                    <a:pt x="16025" y="32113"/>
                    <a:pt x="15962" y="32113"/>
                  </a:cubicBezTo>
                  <a:close/>
                  <a:moveTo>
                    <a:pt x="15962" y="33696"/>
                  </a:moveTo>
                  <a:cubicBezTo>
                    <a:pt x="15867" y="33696"/>
                    <a:pt x="15803" y="33759"/>
                    <a:pt x="15803" y="33823"/>
                  </a:cubicBezTo>
                  <a:lnTo>
                    <a:pt x="15803" y="34361"/>
                  </a:lnTo>
                  <a:cubicBezTo>
                    <a:pt x="15803" y="34425"/>
                    <a:pt x="15867" y="34488"/>
                    <a:pt x="15962" y="34488"/>
                  </a:cubicBezTo>
                  <a:cubicBezTo>
                    <a:pt x="16025" y="34488"/>
                    <a:pt x="16088" y="34425"/>
                    <a:pt x="16088" y="34361"/>
                  </a:cubicBezTo>
                  <a:lnTo>
                    <a:pt x="16088" y="33823"/>
                  </a:lnTo>
                  <a:cubicBezTo>
                    <a:pt x="16088" y="33759"/>
                    <a:pt x="16025" y="33696"/>
                    <a:pt x="15962" y="33696"/>
                  </a:cubicBezTo>
                  <a:close/>
                  <a:moveTo>
                    <a:pt x="15962" y="35280"/>
                  </a:moveTo>
                  <a:cubicBezTo>
                    <a:pt x="15867" y="35280"/>
                    <a:pt x="15803" y="35343"/>
                    <a:pt x="15803" y="35438"/>
                  </a:cubicBezTo>
                  <a:lnTo>
                    <a:pt x="15803" y="35945"/>
                  </a:lnTo>
                  <a:cubicBezTo>
                    <a:pt x="15803" y="36040"/>
                    <a:pt x="15867" y="36103"/>
                    <a:pt x="15962" y="36103"/>
                  </a:cubicBezTo>
                  <a:cubicBezTo>
                    <a:pt x="16025" y="36103"/>
                    <a:pt x="16088" y="36040"/>
                    <a:pt x="16088" y="35945"/>
                  </a:cubicBezTo>
                  <a:lnTo>
                    <a:pt x="16088" y="35438"/>
                  </a:lnTo>
                  <a:cubicBezTo>
                    <a:pt x="16088" y="35343"/>
                    <a:pt x="16025" y="35280"/>
                    <a:pt x="15962" y="35280"/>
                  </a:cubicBezTo>
                  <a:close/>
                  <a:moveTo>
                    <a:pt x="15962" y="36895"/>
                  </a:moveTo>
                  <a:cubicBezTo>
                    <a:pt x="15867" y="36895"/>
                    <a:pt x="15803" y="36958"/>
                    <a:pt x="15803" y="37021"/>
                  </a:cubicBezTo>
                  <a:lnTo>
                    <a:pt x="15803" y="37560"/>
                  </a:lnTo>
                  <a:cubicBezTo>
                    <a:pt x="15803" y="37623"/>
                    <a:pt x="15867" y="37686"/>
                    <a:pt x="15962" y="37686"/>
                  </a:cubicBezTo>
                  <a:cubicBezTo>
                    <a:pt x="16025" y="37686"/>
                    <a:pt x="16088" y="37623"/>
                    <a:pt x="16088" y="37560"/>
                  </a:cubicBezTo>
                  <a:lnTo>
                    <a:pt x="16088" y="37021"/>
                  </a:lnTo>
                  <a:cubicBezTo>
                    <a:pt x="16088" y="36958"/>
                    <a:pt x="16025" y="36895"/>
                    <a:pt x="15962" y="36895"/>
                  </a:cubicBezTo>
                  <a:close/>
                  <a:moveTo>
                    <a:pt x="15962" y="38478"/>
                  </a:moveTo>
                  <a:cubicBezTo>
                    <a:pt x="15867" y="38478"/>
                    <a:pt x="15803" y="38542"/>
                    <a:pt x="15803" y="38637"/>
                  </a:cubicBezTo>
                  <a:lnTo>
                    <a:pt x="15803" y="39143"/>
                  </a:lnTo>
                  <a:cubicBezTo>
                    <a:pt x="15803" y="39238"/>
                    <a:pt x="15867" y="39302"/>
                    <a:pt x="15962" y="39302"/>
                  </a:cubicBezTo>
                  <a:cubicBezTo>
                    <a:pt x="16025" y="39302"/>
                    <a:pt x="16088" y="39238"/>
                    <a:pt x="16088" y="39143"/>
                  </a:cubicBezTo>
                  <a:lnTo>
                    <a:pt x="16088" y="38637"/>
                  </a:lnTo>
                  <a:cubicBezTo>
                    <a:pt x="16088" y="38542"/>
                    <a:pt x="16025" y="38478"/>
                    <a:pt x="15962" y="38478"/>
                  </a:cubicBezTo>
                  <a:close/>
                  <a:moveTo>
                    <a:pt x="15962" y="40093"/>
                  </a:moveTo>
                  <a:cubicBezTo>
                    <a:pt x="15867" y="40093"/>
                    <a:pt x="15803" y="40157"/>
                    <a:pt x="15803" y="40220"/>
                  </a:cubicBezTo>
                  <a:lnTo>
                    <a:pt x="15803" y="40758"/>
                  </a:lnTo>
                  <a:cubicBezTo>
                    <a:pt x="15803" y="40822"/>
                    <a:pt x="15867" y="40885"/>
                    <a:pt x="15962" y="40885"/>
                  </a:cubicBezTo>
                  <a:cubicBezTo>
                    <a:pt x="16025" y="40885"/>
                    <a:pt x="16088" y="40822"/>
                    <a:pt x="16088" y="40758"/>
                  </a:cubicBezTo>
                  <a:lnTo>
                    <a:pt x="16088" y="40220"/>
                  </a:lnTo>
                  <a:cubicBezTo>
                    <a:pt x="16088" y="40157"/>
                    <a:pt x="16025" y="40093"/>
                    <a:pt x="15962" y="40093"/>
                  </a:cubicBezTo>
                  <a:close/>
                  <a:moveTo>
                    <a:pt x="15962" y="41677"/>
                  </a:moveTo>
                  <a:cubicBezTo>
                    <a:pt x="15867" y="41677"/>
                    <a:pt x="15803" y="41740"/>
                    <a:pt x="15803" y="41803"/>
                  </a:cubicBezTo>
                  <a:lnTo>
                    <a:pt x="15803" y="42342"/>
                  </a:lnTo>
                  <a:cubicBezTo>
                    <a:pt x="15803" y="42405"/>
                    <a:pt x="15867" y="42468"/>
                    <a:pt x="15962" y="42468"/>
                  </a:cubicBezTo>
                  <a:cubicBezTo>
                    <a:pt x="16025" y="42468"/>
                    <a:pt x="16088" y="42405"/>
                    <a:pt x="16088" y="42342"/>
                  </a:cubicBezTo>
                  <a:lnTo>
                    <a:pt x="16088" y="41803"/>
                  </a:lnTo>
                  <a:cubicBezTo>
                    <a:pt x="16088" y="41740"/>
                    <a:pt x="16025" y="41677"/>
                    <a:pt x="15962" y="41677"/>
                  </a:cubicBezTo>
                  <a:close/>
                  <a:moveTo>
                    <a:pt x="15962" y="43292"/>
                  </a:moveTo>
                  <a:cubicBezTo>
                    <a:pt x="15867" y="43292"/>
                    <a:pt x="15803" y="43324"/>
                    <a:pt x="15803" y="43419"/>
                  </a:cubicBezTo>
                  <a:lnTo>
                    <a:pt x="15803" y="43957"/>
                  </a:lnTo>
                  <a:cubicBezTo>
                    <a:pt x="15803" y="44020"/>
                    <a:pt x="15867" y="44084"/>
                    <a:pt x="15962" y="44084"/>
                  </a:cubicBezTo>
                  <a:cubicBezTo>
                    <a:pt x="16025" y="44084"/>
                    <a:pt x="16088" y="44020"/>
                    <a:pt x="16088" y="43957"/>
                  </a:cubicBezTo>
                  <a:lnTo>
                    <a:pt x="16088" y="43419"/>
                  </a:lnTo>
                  <a:cubicBezTo>
                    <a:pt x="16088" y="43324"/>
                    <a:pt x="16025" y="43292"/>
                    <a:pt x="15962" y="43292"/>
                  </a:cubicBezTo>
                  <a:close/>
                  <a:moveTo>
                    <a:pt x="15962" y="44875"/>
                  </a:moveTo>
                  <a:cubicBezTo>
                    <a:pt x="15867" y="44875"/>
                    <a:pt x="15803" y="44939"/>
                    <a:pt x="15803" y="45002"/>
                  </a:cubicBezTo>
                  <a:lnTo>
                    <a:pt x="15803" y="45540"/>
                  </a:lnTo>
                  <a:cubicBezTo>
                    <a:pt x="15803" y="45604"/>
                    <a:pt x="15867" y="45667"/>
                    <a:pt x="15962" y="45667"/>
                  </a:cubicBezTo>
                  <a:cubicBezTo>
                    <a:pt x="16025" y="45667"/>
                    <a:pt x="16088" y="45604"/>
                    <a:pt x="16088" y="45540"/>
                  </a:cubicBezTo>
                  <a:lnTo>
                    <a:pt x="16088" y="45002"/>
                  </a:lnTo>
                  <a:cubicBezTo>
                    <a:pt x="16088" y="44939"/>
                    <a:pt x="16025" y="44875"/>
                    <a:pt x="15962" y="44875"/>
                  </a:cubicBezTo>
                  <a:close/>
                  <a:moveTo>
                    <a:pt x="15962" y="46459"/>
                  </a:moveTo>
                  <a:cubicBezTo>
                    <a:pt x="15867" y="46459"/>
                    <a:pt x="15803" y="46522"/>
                    <a:pt x="15803" y="46617"/>
                  </a:cubicBezTo>
                  <a:lnTo>
                    <a:pt x="15803" y="47124"/>
                  </a:lnTo>
                  <a:cubicBezTo>
                    <a:pt x="15803" y="47219"/>
                    <a:pt x="15867" y="47250"/>
                    <a:pt x="15962" y="47250"/>
                  </a:cubicBezTo>
                  <a:cubicBezTo>
                    <a:pt x="16025" y="47250"/>
                    <a:pt x="16088" y="47219"/>
                    <a:pt x="16088" y="47124"/>
                  </a:cubicBezTo>
                  <a:lnTo>
                    <a:pt x="16088" y="46617"/>
                  </a:lnTo>
                  <a:cubicBezTo>
                    <a:pt x="16088" y="46522"/>
                    <a:pt x="16025" y="46459"/>
                    <a:pt x="15962" y="46459"/>
                  </a:cubicBezTo>
                  <a:close/>
                  <a:moveTo>
                    <a:pt x="15962" y="48074"/>
                  </a:moveTo>
                  <a:cubicBezTo>
                    <a:pt x="15867" y="48074"/>
                    <a:pt x="15803" y="48137"/>
                    <a:pt x="15803" y="48201"/>
                  </a:cubicBezTo>
                  <a:lnTo>
                    <a:pt x="15803" y="48739"/>
                  </a:lnTo>
                  <a:cubicBezTo>
                    <a:pt x="15803" y="48802"/>
                    <a:pt x="15867" y="48866"/>
                    <a:pt x="15962" y="48866"/>
                  </a:cubicBezTo>
                  <a:cubicBezTo>
                    <a:pt x="16025" y="48866"/>
                    <a:pt x="16088" y="48802"/>
                    <a:pt x="16088" y="48739"/>
                  </a:cubicBezTo>
                  <a:lnTo>
                    <a:pt x="16088" y="48201"/>
                  </a:lnTo>
                  <a:cubicBezTo>
                    <a:pt x="16088" y="48137"/>
                    <a:pt x="16025" y="48074"/>
                    <a:pt x="15962" y="48074"/>
                  </a:cubicBezTo>
                  <a:close/>
                  <a:moveTo>
                    <a:pt x="15962" y="49657"/>
                  </a:moveTo>
                  <a:cubicBezTo>
                    <a:pt x="15867" y="49657"/>
                    <a:pt x="15803" y="49721"/>
                    <a:pt x="15803" y="49784"/>
                  </a:cubicBezTo>
                  <a:lnTo>
                    <a:pt x="15803" y="50322"/>
                  </a:lnTo>
                  <a:cubicBezTo>
                    <a:pt x="15803" y="50417"/>
                    <a:pt x="15867" y="50449"/>
                    <a:pt x="15962" y="50449"/>
                  </a:cubicBezTo>
                  <a:cubicBezTo>
                    <a:pt x="16025" y="50449"/>
                    <a:pt x="16088" y="50417"/>
                    <a:pt x="16088" y="50322"/>
                  </a:cubicBezTo>
                  <a:lnTo>
                    <a:pt x="16088" y="49784"/>
                  </a:lnTo>
                  <a:cubicBezTo>
                    <a:pt x="16088" y="49721"/>
                    <a:pt x="16025" y="49657"/>
                    <a:pt x="15962" y="49657"/>
                  </a:cubicBezTo>
                  <a:close/>
                  <a:moveTo>
                    <a:pt x="15962" y="51272"/>
                  </a:moveTo>
                  <a:cubicBezTo>
                    <a:pt x="15867" y="51272"/>
                    <a:pt x="15803" y="51304"/>
                    <a:pt x="15803" y="51399"/>
                  </a:cubicBezTo>
                  <a:lnTo>
                    <a:pt x="15803" y="51937"/>
                  </a:lnTo>
                  <a:cubicBezTo>
                    <a:pt x="15803" y="52001"/>
                    <a:pt x="15867" y="52064"/>
                    <a:pt x="15962" y="52064"/>
                  </a:cubicBezTo>
                  <a:cubicBezTo>
                    <a:pt x="16025" y="52064"/>
                    <a:pt x="16088" y="52001"/>
                    <a:pt x="16088" y="51937"/>
                  </a:cubicBezTo>
                  <a:lnTo>
                    <a:pt x="16088" y="51399"/>
                  </a:lnTo>
                  <a:cubicBezTo>
                    <a:pt x="16088" y="51304"/>
                    <a:pt x="16025" y="51272"/>
                    <a:pt x="15962" y="51272"/>
                  </a:cubicBezTo>
                  <a:close/>
                  <a:moveTo>
                    <a:pt x="15962" y="52856"/>
                  </a:moveTo>
                  <a:cubicBezTo>
                    <a:pt x="15867" y="52856"/>
                    <a:pt x="15803" y="52919"/>
                    <a:pt x="15803" y="52983"/>
                  </a:cubicBezTo>
                  <a:lnTo>
                    <a:pt x="15803" y="53521"/>
                  </a:lnTo>
                  <a:cubicBezTo>
                    <a:pt x="15803" y="53584"/>
                    <a:pt x="15867" y="53648"/>
                    <a:pt x="15962" y="53648"/>
                  </a:cubicBezTo>
                  <a:cubicBezTo>
                    <a:pt x="16025" y="53648"/>
                    <a:pt x="16088" y="53584"/>
                    <a:pt x="16088" y="53521"/>
                  </a:cubicBezTo>
                  <a:lnTo>
                    <a:pt x="16088" y="52983"/>
                  </a:lnTo>
                  <a:cubicBezTo>
                    <a:pt x="16088" y="52919"/>
                    <a:pt x="16025" y="52856"/>
                    <a:pt x="15962" y="52856"/>
                  </a:cubicBezTo>
                  <a:close/>
                  <a:moveTo>
                    <a:pt x="15962" y="54439"/>
                  </a:moveTo>
                  <a:cubicBezTo>
                    <a:pt x="15867" y="54439"/>
                    <a:pt x="15803" y="54503"/>
                    <a:pt x="15803" y="54598"/>
                  </a:cubicBezTo>
                  <a:lnTo>
                    <a:pt x="15803" y="55104"/>
                  </a:lnTo>
                  <a:cubicBezTo>
                    <a:pt x="15803" y="55199"/>
                    <a:pt x="15867" y="55263"/>
                    <a:pt x="15962" y="55263"/>
                  </a:cubicBezTo>
                  <a:cubicBezTo>
                    <a:pt x="16025" y="55263"/>
                    <a:pt x="16088" y="55199"/>
                    <a:pt x="16088" y="55104"/>
                  </a:cubicBezTo>
                  <a:lnTo>
                    <a:pt x="16088" y="54598"/>
                  </a:lnTo>
                  <a:cubicBezTo>
                    <a:pt x="16088" y="54503"/>
                    <a:pt x="16025" y="54439"/>
                    <a:pt x="15962" y="54439"/>
                  </a:cubicBezTo>
                  <a:close/>
                  <a:moveTo>
                    <a:pt x="15962" y="56054"/>
                  </a:moveTo>
                  <a:cubicBezTo>
                    <a:pt x="15867" y="56054"/>
                    <a:pt x="15803" y="56118"/>
                    <a:pt x="15803" y="56181"/>
                  </a:cubicBezTo>
                  <a:lnTo>
                    <a:pt x="15803" y="56719"/>
                  </a:lnTo>
                  <a:cubicBezTo>
                    <a:pt x="15803" y="56783"/>
                    <a:pt x="15867" y="56846"/>
                    <a:pt x="15962" y="56846"/>
                  </a:cubicBezTo>
                  <a:cubicBezTo>
                    <a:pt x="16025" y="56846"/>
                    <a:pt x="16088" y="56783"/>
                    <a:pt x="16088" y="56719"/>
                  </a:cubicBezTo>
                  <a:lnTo>
                    <a:pt x="16088" y="56181"/>
                  </a:lnTo>
                  <a:cubicBezTo>
                    <a:pt x="16088" y="56118"/>
                    <a:pt x="16025" y="56054"/>
                    <a:pt x="15962" y="56054"/>
                  </a:cubicBezTo>
                  <a:close/>
                  <a:moveTo>
                    <a:pt x="15962" y="57638"/>
                  </a:moveTo>
                  <a:cubicBezTo>
                    <a:pt x="15867" y="57638"/>
                    <a:pt x="15803" y="57701"/>
                    <a:pt x="15803" y="57796"/>
                  </a:cubicBezTo>
                  <a:lnTo>
                    <a:pt x="15803" y="58303"/>
                  </a:lnTo>
                  <a:cubicBezTo>
                    <a:pt x="15803" y="58398"/>
                    <a:pt x="15867" y="58461"/>
                    <a:pt x="15962" y="58461"/>
                  </a:cubicBezTo>
                  <a:cubicBezTo>
                    <a:pt x="16025" y="58461"/>
                    <a:pt x="16088" y="58398"/>
                    <a:pt x="16088" y="58303"/>
                  </a:cubicBezTo>
                  <a:lnTo>
                    <a:pt x="16088" y="57796"/>
                  </a:lnTo>
                  <a:cubicBezTo>
                    <a:pt x="16088" y="57701"/>
                    <a:pt x="16025" y="57638"/>
                    <a:pt x="15962" y="57638"/>
                  </a:cubicBezTo>
                  <a:close/>
                  <a:moveTo>
                    <a:pt x="15962" y="59253"/>
                  </a:moveTo>
                  <a:cubicBezTo>
                    <a:pt x="15867" y="59253"/>
                    <a:pt x="15803" y="59285"/>
                    <a:pt x="15803" y="59380"/>
                  </a:cubicBezTo>
                  <a:lnTo>
                    <a:pt x="15803" y="59823"/>
                  </a:lnTo>
                  <a:cubicBezTo>
                    <a:pt x="15803" y="59886"/>
                    <a:pt x="15867" y="59950"/>
                    <a:pt x="15962" y="59950"/>
                  </a:cubicBezTo>
                  <a:lnTo>
                    <a:pt x="16025" y="59950"/>
                  </a:lnTo>
                  <a:cubicBezTo>
                    <a:pt x="16120" y="59950"/>
                    <a:pt x="16183" y="59886"/>
                    <a:pt x="16183" y="59823"/>
                  </a:cubicBezTo>
                  <a:cubicBezTo>
                    <a:pt x="16183" y="59760"/>
                    <a:pt x="16152" y="59728"/>
                    <a:pt x="16088" y="59696"/>
                  </a:cubicBezTo>
                  <a:lnTo>
                    <a:pt x="16088" y="59380"/>
                  </a:lnTo>
                  <a:cubicBezTo>
                    <a:pt x="16088" y="59285"/>
                    <a:pt x="16025" y="59253"/>
                    <a:pt x="15962" y="59253"/>
                  </a:cubicBezTo>
                  <a:close/>
                  <a:moveTo>
                    <a:pt x="17102" y="59696"/>
                  </a:moveTo>
                  <a:cubicBezTo>
                    <a:pt x="17039" y="59696"/>
                    <a:pt x="16975" y="59760"/>
                    <a:pt x="16975" y="59823"/>
                  </a:cubicBezTo>
                  <a:cubicBezTo>
                    <a:pt x="16975" y="59886"/>
                    <a:pt x="17039" y="59950"/>
                    <a:pt x="17102" y="59950"/>
                  </a:cubicBezTo>
                  <a:lnTo>
                    <a:pt x="17640" y="59950"/>
                  </a:lnTo>
                  <a:cubicBezTo>
                    <a:pt x="17704" y="59950"/>
                    <a:pt x="17767" y="59886"/>
                    <a:pt x="17767" y="59823"/>
                  </a:cubicBezTo>
                  <a:cubicBezTo>
                    <a:pt x="17767" y="59760"/>
                    <a:pt x="17704" y="59696"/>
                    <a:pt x="17640" y="59696"/>
                  </a:cubicBezTo>
                  <a:close/>
                  <a:moveTo>
                    <a:pt x="18685" y="59696"/>
                  </a:moveTo>
                  <a:cubicBezTo>
                    <a:pt x="18622" y="59696"/>
                    <a:pt x="18559" y="59760"/>
                    <a:pt x="18559" y="59823"/>
                  </a:cubicBezTo>
                  <a:cubicBezTo>
                    <a:pt x="18559" y="59886"/>
                    <a:pt x="18622" y="59950"/>
                    <a:pt x="18685" y="59950"/>
                  </a:cubicBezTo>
                  <a:lnTo>
                    <a:pt x="19224" y="59950"/>
                  </a:lnTo>
                  <a:cubicBezTo>
                    <a:pt x="19319" y="59950"/>
                    <a:pt x="19382" y="59886"/>
                    <a:pt x="19382" y="59823"/>
                  </a:cubicBezTo>
                  <a:cubicBezTo>
                    <a:pt x="19382" y="59760"/>
                    <a:pt x="19319" y="59696"/>
                    <a:pt x="19224" y="59696"/>
                  </a:cubicBezTo>
                  <a:close/>
                  <a:moveTo>
                    <a:pt x="20300" y="59696"/>
                  </a:moveTo>
                  <a:cubicBezTo>
                    <a:pt x="20205" y="59696"/>
                    <a:pt x="20174" y="59760"/>
                    <a:pt x="20174" y="59823"/>
                  </a:cubicBezTo>
                  <a:cubicBezTo>
                    <a:pt x="20174" y="59886"/>
                    <a:pt x="20205" y="59950"/>
                    <a:pt x="20300" y="59950"/>
                  </a:cubicBezTo>
                  <a:lnTo>
                    <a:pt x="20839" y="59950"/>
                  </a:lnTo>
                  <a:cubicBezTo>
                    <a:pt x="20902" y="59950"/>
                    <a:pt x="20965" y="59886"/>
                    <a:pt x="20965" y="59823"/>
                  </a:cubicBezTo>
                  <a:cubicBezTo>
                    <a:pt x="20965" y="59760"/>
                    <a:pt x="20902" y="59696"/>
                    <a:pt x="20839" y="59696"/>
                  </a:cubicBezTo>
                  <a:close/>
                  <a:moveTo>
                    <a:pt x="21884" y="59696"/>
                  </a:moveTo>
                  <a:cubicBezTo>
                    <a:pt x="21821" y="59696"/>
                    <a:pt x="21757" y="59760"/>
                    <a:pt x="21757" y="59823"/>
                  </a:cubicBezTo>
                  <a:cubicBezTo>
                    <a:pt x="21757" y="59886"/>
                    <a:pt x="21821" y="59950"/>
                    <a:pt x="21884" y="59950"/>
                  </a:cubicBezTo>
                  <a:lnTo>
                    <a:pt x="22422" y="59950"/>
                  </a:lnTo>
                  <a:cubicBezTo>
                    <a:pt x="22486" y="59950"/>
                    <a:pt x="22549" y="59886"/>
                    <a:pt x="22549" y="59823"/>
                  </a:cubicBezTo>
                  <a:cubicBezTo>
                    <a:pt x="22549" y="59760"/>
                    <a:pt x="22517" y="59696"/>
                    <a:pt x="22422" y="59696"/>
                  </a:cubicBezTo>
                  <a:close/>
                  <a:moveTo>
                    <a:pt x="23499" y="59696"/>
                  </a:moveTo>
                  <a:cubicBezTo>
                    <a:pt x="23404" y="59696"/>
                    <a:pt x="23372" y="59760"/>
                    <a:pt x="23372" y="59823"/>
                  </a:cubicBezTo>
                  <a:cubicBezTo>
                    <a:pt x="23372" y="59886"/>
                    <a:pt x="23404" y="59950"/>
                    <a:pt x="23499" y="59950"/>
                  </a:cubicBezTo>
                  <a:lnTo>
                    <a:pt x="24037" y="59950"/>
                  </a:lnTo>
                  <a:cubicBezTo>
                    <a:pt x="24101" y="59950"/>
                    <a:pt x="24164" y="59886"/>
                    <a:pt x="24164" y="59823"/>
                  </a:cubicBezTo>
                  <a:cubicBezTo>
                    <a:pt x="24164" y="59760"/>
                    <a:pt x="24101" y="59696"/>
                    <a:pt x="24037" y="59696"/>
                  </a:cubicBezTo>
                  <a:close/>
                  <a:moveTo>
                    <a:pt x="25082" y="59696"/>
                  </a:moveTo>
                  <a:cubicBezTo>
                    <a:pt x="25019" y="59696"/>
                    <a:pt x="24956" y="59760"/>
                    <a:pt x="24956" y="59823"/>
                  </a:cubicBezTo>
                  <a:cubicBezTo>
                    <a:pt x="24956" y="59886"/>
                    <a:pt x="25019" y="59950"/>
                    <a:pt x="25082" y="59950"/>
                  </a:cubicBezTo>
                  <a:lnTo>
                    <a:pt x="25621" y="59950"/>
                  </a:lnTo>
                  <a:cubicBezTo>
                    <a:pt x="25684" y="59950"/>
                    <a:pt x="25747" y="59886"/>
                    <a:pt x="25747" y="59823"/>
                  </a:cubicBezTo>
                  <a:cubicBezTo>
                    <a:pt x="25747" y="59760"/>
                    <a:pt x="25684" y="59696"/>
                    <a:pt x="25621" y="59696"/>
                  </a:cubicBezTo>
                  <a:close/>
                  <a:moveTo>
                    <a:pt x="26698" y="59696"/>
                  </a:moveTo>
                  <a:cubicBezTo>
                    <a:pt x="26603" y="59696"/>
                    <a:pt x="26539" y="59760"/>
                    <a:pt x="26539" y="59823"/>
                  </a:cubicBezTo>
                  <a:cubicBezTo>
                    <a:pt x="26539" y="59886"/>
                    <a:pt x="26603" y="59950"/>
                    <a:pt x="26698" y="59950"/>
                  </a:cubicBezTo>
                  <a:lnTo>
                    <a:pt x="27204" y="59950"/>
                  </a:lnTo>
                  <a:cubicBezTo>
                    <a:pt x="27299" y="59950"/>
                    <a:pt x="27363" y="59886"/>
                    <a:pt x="27363" y="59823"/>
                  </a:cubicBezTo>
                  <a:cubicBezTo>
                    <a:pt x="27363" y="59760"/>
                    <a:pt x="27299" y="59696"/>
                    <a:pt x="27204" y="59696"/>
                  </a:cubicBezTo>
                  <a:close/>
                  <a:moveTo>
                    <a:pt x="28281" y="59696"/>
                  </a:moveTo>
                  <a:cubicBezTo>
                    <a:pt x="28218" y="59696"/>
                    <a:pt x="28154" y="59760"/>
                    <a:pt x="28154" y="59823"/>
                  </a:cubicBezTo>
                  <a:cubicBezTo>
                    <a:pt x="28154" y="59886"/>
                    <a:pt x="28218" y="59950"/>
                    <a:pt x="28281" y="59950"/>
                  </a:cubicBezTo>
                  <a:lnTo>
                    <a:pt x="28819" y="59950"/>
                  </a:lnTo>
                  <a:cubicBezTo>
                    <a:pt x="28883" y="59950"/>
                    <a:pt x="28946" y="59886"/>
                    <a:pt x="28946" y="59823"/>
                  </a:cubicBezTo>
                  <a:cubicBezTo>
                    <a:pt x="28946" y="59760"/>
                    <a:pt x="28883" y="59696"/>
                    <a:pt x="28819" y="59696"/>
                  </a:cubicBezTo>
                  <a:close/>
                  <a:moveTo>
                    <a:pt x="29864" y="59696"/>
                  </a:moveTo>
                  <a:cubicBezTo>
                    <a:pt x="29801" y="59696"/>
                    <a:pt x="29738" y="59760"/>
                    <a:pt x="29738" y="59823"/>
                  </a:cubicBezTo>
                  <a:cubicBezTo>
                    <a:pt x="29738" y="59886"/>
                    <a:pt x="29801" y="59950"/>
                    <a:pt x="29864" y="59950"/>
                  </a:cubicBezTo>
                  <a:lnTo>
                    <a:pt x="30403" y="59950"/>
                  </a:lnTo>
                  <a:cubicBezTo>
                    <a:pt x="30498" y="59950"/>
                    <a:pt x="30530" y="59886"/>
                    <a:pt x="30530" y="59823"/>
                  </a:cubicBezTo>
                  <a:cubicBezTo>
                    <a:pt x="30530" y="59760"/>
                    <a:pt x="30498" y="59696"/>
                    <a:pt x="30403" y="59696"/>
                  </a:cubicBezTo>
                  <a:close/>
                  <a:moveTo>
                    <a:pt x="31480" y="59696"/>
                  </a:moveTo>
                  <a:cubicBezTo>
                    <a:pt x="31416" y="59696"/>
                    <a:pt x="31353" y="59760"/>
                    <a:pt x="31353" y="59823"/>
                  </a:cubicBezTo>
                  <a:cubicBezTo>
                    <a:pt x="31353" y="59886"/>
                    <a:pt x="31416" y="59950"/>
                    <a:pt x="31480" y="59950"/>
                  </a:cubicBezTo>
                  <a:lnTo>
                    <a:pt x="32018" y="59950"/>
                  </a:lnTo>
                  <a:cubicBezTo>
                    <a:pt x="32081" y="59950"/>
                    <a:pt x="32145" y="59886"/>
                    <a:pt x="32145" y="59823"/>
                  </a:cubicBezTo>
                  <a:cubicBezTo>
                    <a:pt x="32145" y="59760"/>
                    <a:pt x="32081" y="59696"/>
                    <a:pt x="32018" y="59696"/>
                  </a:cubicBezTo>
                  <a:close/>
                  <a:moveTo>
                    <a:pt x="33063" y="59696"/>
                  </a:moveTo>
                  <a:cubicBezTo>
                    <a:pt x="33000" y="59696"/>
                    <a:pt x="32936" y="59760"/>
                    <a:pt x="32936" y="59823"/>
                  </a:cubicBezTo>
                  <a:cubicBezTo>
                    <a:pt x="32936" y="59886"/>
                    <a:pt x="33000" y="59950"/>
                    <a:pt x="33063" y="59950"/>
                  </a:cubicBezTo>
                  <a:lnTo>
                    <a:pt x="33601" y="59950"/>
                  </a:lnTo>
                  <a:cubicBezTo>
                    <a:pt x="33665" y="59950"/>
                    <a:pt x="33728" y="59886"/>
                    <a:pt x="33728" y="59823"/>
                  </a:cubicBezTo>
                  <a:cubicBezTo>
                    <a:pt x="33728" y="59760"/>
                    <a:pt x="33665" y="59696"/>
                    <a:pt x="33601" y="59696"/>
                  </a:cubicBezTo>
                  <a:close/>
                  <a:moveTo>
                    <a:pt x="34678" y="59696"/>
                  </a:moveTo>
                  <a:cubicBezTo>
                    <a:pt x="34583" y="59696"/>
                    <a:pt x="34520" y="59760"/>
                    <a:pt x="34520" y="59823"/>
                  </a:cubicBezTo>
                  <a:cubicBezTo>
                    <a:pt x="34520" y="59886"/>
                    <a:pt x="34583" y="59950"/>
                    <a:pt x="34678" y="59950"/>
                  </a:cubicBezTo>
                  <a:lnTo>
                    <a:pt x="34995" y="59950"/>
                  </a:lnTo>
                  <a:cubicBezTo>
                    <a:pt x="35090" y="59950"/>
                    <a:pt x="35153" y="59886"/>
                    <a:pt x="35153" y="59823"/>
                  </a:cubicBezTo>
                  <a:cubicBezTo>
                    <a:pt x="35153" y="59760"/>
                    <a:pt x="35090" y="59696"/>
                    <a:pt x="34995" y="59696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550;p29">
              <a:extLst>
                <a:ext uri="{FF2B5EF4-FFF2-40B4-BE49-F238E27FC236}">
                  <a16:creationId xmlns:a16="http://schemas.microsoft.com/office/drawing/2014/main" id="{F372E5A9-1701-057A-D07E-39A966D9BD15}"/>
                </a:ext>
              </a:extLst>
            </p:cNvPr>
            <p:cNvSpPr/>
            <p:nvPr/>
          </p:nvSpPr>
          <p:spPr>
            <a:xfrm>
              <a:off x="2174141" y="3233435"/>
              <a:ext cx="473953" cy="865220"/>
            </a:xfrm>
            <a:custGeom>
              <a:avLst/>
              <a:gdLst/>
              <a:ahLst/>
              <a:cxnLst/>
              <a:rect l="l" t="t" r="r" b="b"/>
              <a:pathLst>
                <a:path w="14347" h="26191" extrusionOk="0">
                  <a:moveTo>
                    <a:pt x="2787" y="0"/>
                  </a:moveTo>
                  <a:cubicBezTo>
                    <a:pt x="1267" y="0"/>
                    <a:pt x="0" y="1235"/>
                    <a:pt x="0" y="2724"/>
                  </a:cubicBezTo>
                  <a:lnTo>
                    <a:pt x="0" y="23467"/>
                  </a:lnTo>
                  <a:cubicBezTo>
                    <a:pt x="0" y="24955"/>
                    <a:pt x="1267" y="26191"/>
                    <a:pt x="2756" y="26191"/>
                  </a:cubicBezTo>
                  <a:lnTo>
                    <a:pt x="11591" y="26159"/>
                  </a:lnTo>
                  <a:cubicBezTo>
                    <a:pt x="13111" y="26159"/>
                    <a:pt x="14346" y="24955"/>
                    <a:pt x="14346" y="23435"/>
                  </a:cubicBezTo>
                  <a:lnTo>
                    <a:pt x="14346" y="2724"/>
                  </a:lnTo>
                  <a:cubicBezTo>
                    <a:pt x="14346" y="1235"/>
                    <a:pt x="13143" y="0"/>
                    <a:pt x="116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51;p29">
              <a:extLst>
                <a:ext uri="{FF2B5EF4-FFF2-40B4-BE49-F238E27FC236}">
                  <a16:creationId xmlns:a16="http://schemas.microsoft.com/office/drawing/2014/main" id="{64688BC3-89BF-FAA8-2DEC-058C8E537A88}"/>
                </a:ext>
              </a:extLst>
            </p:cNvPr>
            <p:cNvSpPr/>
            <p:nvPr/>
          </p:nvSpPr>
          <p:spPr>
            <a:xfrm>
              <a:off x="2155311" y="3249127"/>
              <a:ext cx="469758" cy="855805"/>
            </a:xfrm>
            <a:custGeom>
              <a:avLst/>
              <a:gdLst/>
              <a:ahLst/>
              <a:cxnLst/>
              <a:rect l="l" t="t" r="r" b="b"/>
              <a:pathLst>
                <a:path w="14220" h="25906" extrusionOk="0">
                  <a:moveTo>
                    <a:pt x="2756" y="0"/>
                  </a:moveTo>
                  <a:cubicBezTo>
                    <a:pt x="1267" y="0"/>
                    <a:pt x="0" y="1236"/>
                    <a:pt x="0" y="2724"/>
                  </a:cubicBezTo>
                  <a:lnTo>
                    <a:pt x="0" y="23214"/>
                  </a:lnTo>
                  <a:cubicBezTo>
                    <a:pt x="0" y="24670"/>
                    <a:pt x="1235" y="25906"/>
                    <a:pt x="2724" y="25906"/>
                  </a:cubicBezTo>
                  <a:lnTo>
                    <a:pt x="11496" y="25874"/>
                  </a:lnTo>
                  <a:cubicBezTo>
                    <a:pt x="12985" y="25874"/>
                    <a:pt x="14188" y="24670"/>
                    <a:pt x="14188" y="23182"/>
                  </a:cubicBezTo>
                  <a:lnTo>
                    <a:pt x="14188" y="2724"/>
                  </a:lnTo>
                  <a:cubicBezTo>
                    <a:pt x="14220" y="1204"/>
                    <a:pt x="12985" y="0"/>
                    <a:pt x="1149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552;p29">
              <a:extLst>
                <a:ext uri="{FF2B5EF4-FFF2-40B4-BE49-F238E27FC236}">
                  <a16:creationId xmlns:a16="http://schemas.microsoft.com/office/drawing/2014/main" id="{49A98C05-4669-A617-C1EA-8510246DBE47}"/>
                </a:ext>
              </a:extLst>
            </p:cNvPr>
            <p:cNvSpPr/>
            <p:nvPr/>
          </p:nvSpPr>
          <p:spPr>
            <a:xfrm>
              <a:off x="2335252" y="3302478"/>
              <a:ext cx="110932" cy="27221"/>
            </a:xfrm>
            <a:custGeom>
              <a:avLst/>
              <a:gdLst/>
              <a:ahLst/>
              <a:cxnLst/>
              <a:rect l="l" t="t" r="r" b="b"/>
              <a:pathLst>
                <a:path w="3358" h="824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cubicBezTo>
                    <a:pt x="0" y="634"/>
                    <a:pt x="190" y="824"/>
                    <a:pt x="412" y="824"/>
                  </a:cubicBezTo>
                  <a:lnTo>
                    <a:pt x="2946" y="824"/>
                  </a:lnTo>
                  <a:cubicBezTo>
                    <a:pt x="3167" y="824"/>
                    <a:pt x="3357" y="634"/>
                    <a:pt x="3357" y="412"/>
                  </a:cubicBezTo>
                  <a:cubicBezTo>
                    <a:pt x="3357" y="191"/>
                    <a:pt x="3167" y="1"/>
                    <a:pt x="29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53;p29">
              <a:extLst>
                <a:ext uri="{FF2B5EF4-FFF2-40B4-BE49-F238E27FC236}">
                  <a16:creationId xmlns:a16="http://schemas.microsoft.com/office/drawing/2014/main" id="{5AEAA84E-1806-CAD5-0F83-15A3FBED0CD4}"/>
                </a:ext>
              </a:extLst>
            </p:cNvPr>
            <p:cNvSpPr/>
            <p:nvPr/>
          </p:nvSpPr>
          <p:spPr>
            <a:xfrm>
              <a:off x="2294454" y="3303536"/>
              <a:ext cx="27221" cy="26164"/>
            </a:xfrm>
            <a:custGeom>
              <a:avLst/>
              <a:gdLst/>
              <a:ahLst/>
              <a:cxnLst/>
              <a:rect l="l" t="t" r="r" b="b"/>
              <a:pathLst>
                <a:path w="824" h="792" extrusionOk="0">
                  <a:moveTo>
                    <a:pt x="412" y="0"/>
                  </a:moveTo>
                  <a:cubicBezTo>
                    <a:pt x="309" y="0"/>
                    <a:pt x="206" y="32"/>
                    <a:pt x="127" y="95"/>
                  </a:cubicBezTo>
                  <a:cubicBezTo>
                    <a:pt x="64" y="190"/>
                    <a:pt x="0" y="285"/>
                    <a:pt x="0" y="412"/>
                  </a:cubicBezTo>
                  <a:cubicBezTo>
                    <a:pt x="0" y="507"/>
                    <a:pt x="64" y="602"/>
                    <a:pt x="127" y="697"/>
                  </a:cubicBezTo>
                  <a:cubicBezTo>
                    <a:pt x="222" y="760"/>
                    <a:pt x="317" y="792"/>
                    <a:pt x="412" y="792"/>
                  </a:cubicBezTo>
                  <a:cubicBezTo>
                    <a:pt x="539" y="792"/>
                    <a:pt x="634" y="760"/>
                    <a:pt x="697" y="697"/>
                  </a:cubicBezTo>
                  <a:cubicBezTo>
                    <a:pt x="792" y="602"/>
                    <a:pt x="824" y="507"/>
                    <a:pt x="824" y="412"/>
                  </a:cubicBezTo>
                  <a:cubicBezTo>
                    <a:pt x="824" y="285"/>
                    <a:pt x="792" y="190"/>
                    <a:pt x="697" y="95"/>
                  </a:cubicBezTo>
                  <a:cubicBezTo>
                    <a:pt x="618" y="32"/>
                    <a:pt x="515" y="0"/>
                    <a:pt x="41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54;p29">
              <a:extLst>
                <a:ext uri="{FF2B5EF4-FFF2-40B4-BE49-F238E27FC236}">
                  <a16:creationId xmlns:a16="http://schemas.microsoft.com/office/drawing/2014/main" id="{DCC87286-9FB8-247E-870D-B973D6CDCA5A}"/>
                </a:ext>
              </a:extLst>
            </p:cNvPr>
            <p:cNvSpPr/>
            <p:nvPr/>
          </p:nvSpPr>
          <p:spPr>
            <a:xfrm>
              <a:off x="2347806" y="3998196"/>
              <a:ext cx="80572" cy="79548"/>
            </a:xfrm>
            <a:custGeom>
              <a:avLst/>
              <a:gdLst/>
              <a:ahLst/>
              <a:cxnLst/>
              <a:rect l="l" t="t" r="r" b="b"/>
              <a:pathLst>
                <a:path w="2439" h="2408" extrusionOk="0">
                  <a:moveTo>
                    <a:pt x="1236" y="0"/>
                  </a:moveTo>
                  <a:cubicBezTo>
                    <a:pt x="570" y="0"/>
                    <a:pt x="0" y="539"/>
                    <a:pt x="0" y="1204"/>
                  </a:cubicBezTo>
                  <a:cubicBezTo>
                    <a:pt x="0" y="1869"/>
                    <a:pt x="570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55;p29">
              <a:extLst>
                <a:ext uri="{FF2B5EF4-FFF2-40B4-BE49-F238E27FC236}">
                  <a16:creationId xmlns:a16="http://schemas.microsoft.com/office/drawing/2014/main" id="{D3A9912E-4FF0-411C-2852-0E73DE93F80A}"/>
                </a:ext>
              </a:extLst>
            </p:cNvPr>
            <p:cNvSpPr/>
            <p:nvPr/>
          </p:nvSpPr>
          <p:spPr>
            <a:xfrm>
              <a:off x="2202386" y="3376774"/>
              <a:ext cx="380827" cy="594234"/>
            </a:xfrm>
            <a:custGeom>
              <a:avLst/>
              <a:gdLst/>
              <a:ahLst/>
              <a:cxnLst/>
              <a:rect l="l" t="t" r="r" b="b"/>
              <a:pathLst>
                <a:path w="11528" h="17988" extrusionOk="0">
                  <a:moveTo>
                    <a:pt x="919" y="0"/>
                  </a:moveTo>
                  <a:cubicBezTo>
                    <a:pt x="412" y="0"/>
                    <a:pt x="0" y="412"/>
                    <a:pt x="0" y="918"/>
                  </a:cubicBezTo>
                  <a:lnTo>
                    <a:pt x="0" y="17070"/>
                  </a:lnTo>
                  <a:cubicBezTo>
                    <a:pt x="0" y="17576"/>
                    <a:pt x="412" y="17988"/>
                    <a:pt x="919" y="17988"/>
                  </a:cubicBezTo>
                  <a:lnTo>
                    <a:pt x="10515" y="17988"/>
                  </a:lnTo>
                  <a:cubicBezTo>
                    <a:pt x="11053" y="17988"/>
                    <a:pt x="11528" y="17513"/>
                    <a:pt x="11528" y="16975"/>
                  </a:cubicBezTo>
                  <a:lnTo>
                    <a:pt x="11528" y="918"/>
                  </a:lnTo>
                  <a:cubicBezTo>
                    <a:pt x="11528" y="412"/>
                    <a:pt x="11116" y="0"/>
                    <a:pt x="10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56;p29">
              <a:extLst>
                <a:ext uri="{FF2B5EF4-FFF2-40B4-BE49-F238E27FC236}">
                  <a16:creationId xmlns:a16="http://schemas.microsoft.com/office/drawing/2014/main" id="{9E855076-C133-A85E-CDD3-55F1B4E35E9B}"/>
                </a:ext>
              </a:extLst>
            </p:cNvPr>
            <p:cNvSpPr/>
            <p:nvPr/>
          </p:nvSpPr>
          <p:spPr>
            <a:xfrm>
              <a:off x="2230631" y="3522194"/>
              <a:ext cx="326452" cy="297381"/>
            </a:xfrm>
            <a:custGeom>
              <a:avLst/>
              <a:gdLst/>
              <a:ahLst/>
              <a:cxnLst/>
              <a:rect l="l" t="t" r="r" b="b"/>
              <a:pathLst>
                <a:path w="9882" h="9002" extrusionOk="0">
                  <a:moveTo>
                    <a:pt x="4941" y="0"/>
                  </a:moveTo>
                  <a:cubicBezTo>
                    <a:pt x="3793" y="0"/>
                    <a:pt x="2645" y="443"/>
                    <a:pt x="1774" y="1330"/>
                  </a:cubicBezTo>
                  <a:cubicBezTo>
                    <a:pt x="1" y="3072"/>
                    <a:pt x="1" y="5922"/>
                    <a:pt x="1774" y="7696"/>
                  </a:cubicBezTo>
                  <a:cubicBezTo>
                    <a:pt x="2645" y="8566"/>
                    <a:pt x="3793" y="9002"/>
                    <a:pt x="4941" y="9002"/>
                  </a:cubicBezTo>
                  <a:cubicBezTo>
                    <a:pt x="6089" y="9002"/>
                    <a:pt x="7237" y="8566"/>
                    <a:pt x="8108" y="7696"/>
                  </a:cubicBezTo>
                  <a:cubicBezTo>
                    <a:pt x="9881" y="5922"/>
                    <a:pt x="9881" y="3072"/>
                    <a:pt x="8108" y="1330"/>
                  </a:cubicBezTo>
                  <a:cubicBezTo>
                    <a:pt x="7237" y="443"/>
                    <a:pt x="6089" y="0"/>
                    <a:pt x="49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57;p29">
              <a:extLst>
                <a:ext uri="{FF2B5EF4-FFF2-40B4-BE49-F238E27FC236}">
                  <a16:creationId xmlns:a16="http://schemas.microsoft.com/office/drawing/2014/main" id="{1155898A-5E28-7C5D-B330-FA755BEC203E}"/>
                </a:ext>
              </a:extLst>
            </p:cNvPr>
            <p:cNvSpPr/>
            <p:nvPr/>
          </p:nvSpPr>
          <p:spPr>
            <a:xfrm>
              <a:off x="2324780" y="3577858"/>
              <a:ext cx="157841" cy="183939"/>
            </a:xfrm>
            <a:custGeom>
              <a:avLst/>
              <a:gdLst/>
              <a:ahLst/>
              <a:cxnLst/>
              <a:rect l="l" t="t" r="r" b="b"/>
              <a:pathLst>
                <a:path w="4778" h="5568" extrusionOk="0">
                  <a:moveTo>
                    <a:pt x="3404" y="551"/>
                  </a:moveTo>
                  <a:cubicBezTo>
                    <a:pt x="3649" y="551"/>
                    <a:pt x="3868" y="731"/>
                    <a:pt x="3896" y="1007"/>
                  </a:cubicBezTo>
                  <a:cubicBezTo>
                    <a:pt x="3959" y="1292"/>
                    <a:pt x="3769" y="1545"/>
                    <a:pt x="3453" y="1609"/>
                  </a:cubicBezTo>
                  <a:cubicBezTo>
                    <a:pt x="3432" y="1611"/>
                    <a:pt x="3411" y="1612"/>
                    <a:pt x="3391" y="1612"/>
                  </a:cubicBezTo>
                  <a:cubicBezTo>
                    <a:pt x="3132" y="1612"/>
                    <a:pt x="2910" y="1429"/>
                    <a:pt x="2851" y="1165"/>
                  </a:cubicBezTo>
                  <a:cubicBezTo>
                    <a:pt x="2819" y="880"/>
                    <a:pt x="3009" y="595"/>
                    <a:pt x="3294" y="563"/>
                  </a:cubicBezTo>
                  <a:cubicBezTo>
                    <a:pt x="3331" y="555"/>
                    <a:pt x="3368" y="551"/>
                    <a:pt x="3404" y="551"/>
                  </a:cubicBezTo>
                  <a:close/>
                  <a:moveTo>
                    <a:pt x="1983" y="2918"/>
                  </a:moveTo>
                  <a:cubicBezTo>
                    <a:pt x="2007" y="2918"/>
                    <a:pt x="2033" y="2926"/>
                    <a:pt x="2059" y="2939"/>
                  </a:cubicBezTo>
                  <a:cubicBezTo>
                    <a:pt x="2091" y="2970"/>
                    <a:pt x="2091" y="3034"/>
                    <a:pt x="2059" y="3097"/>
                  </a:cubicBezTo>
                  <a:lnTo>
                    <a:pt x="856" y="4807"/>
                  </a:lnTo>
                  <a:cubicBezTo>
                    <a:pt x="824" y="4807"/>
                    <a:pt x="792" y="4839"/>
                    <a:pt x="792" y="4839"/>
                  </a:cubicBezTo>
                  <a:cubicBezTo>
                    <a:pt x="761" y="4839"/>
                    <a:pt x="729" y="4839"/>
                    <a:pt x="697" y="4807"/>
                  </a:cubicBezTo>
                  <a:cubicBezTo>
                    <a:pt x="666" y="4775"/>
                    <a:pt x="634" y="4712"/>
                    <a:pt x="697" y="4680"/>
                  </a:cubicBezTo>
                  <a:lnTo>
                    <a:pt x="1901" y="2970"/>
                  </a:lnTo>
                  <a:cubicBezTo>
                    <a:pt x="1919" y="2933"/>
                    <a:pt x="1949" y="2918"/>
                    <a:pt x="1983" y="2918"/>
                  </a:cubicBezTo>
                  <a:close/>
                  <a:moveTo>
                    <a:pt x="2944" y="1"/>
                  </a:moveTo>
                  <a:cubicBezTo>
                    <a:pt x="2851" y="1"/>
                    <a:pt x="2756" y="9"/>
                    <a:pt x="2661" y="25"/>
                  </a:cubicBezTo>
                  <a:cubicBezTo>
                    <a:pt x="1743" y="183"/>
                    <a:pt x="1109" y="1039"/>
                    <a:pt x="1267" y="1957"/>
                  </a:cubicBezTo>
                  <a:cubicBezTo>
                    <a:pt x="1299" y="2084"/>
                    <a:pt x="1331" y="2179"/>
                    <a:pt x="1362" y="2305"/>
                  </a:cubicBezTo>
                  <a:lnTo>
                    <a:pt x="1204" y="2432"/>
                  </a:lnTo>
                  <a:cubicBezTo>
                    <a:pt x="1172" y="2432"/>
                    <a:pt x="1141" y="2464"/>
                    <a:pt x="1141" y="2495"/>
                  </a:cubicBezTo>
                  <a:cubicBezTo>
                    <a:pt x="1141" y="2559"/>
                    <a:pt x="1172" y="2590"/>
                    <a:pt x="1204" y="2590"/>
                  </a:cubicBezTo>
                  <a:lnTo>
                    <a:pt x="1362" y="2717"/>
                  </a:lnTo>
                  <a:lnTo>
                    <a:pt x="1267" y="2844"/>
                  </a:lnTo>
                  <a:lnTo>
                    <a:pt x="1109" y="2844"/>
                  </a:lnTo>
                  <a:cubicBezTo>
                    <a:pt x="1046" y="2875"/>
                    <a:pt x="1014" y="2907"/>
                    <a:pt x="1014" y="2970"/>
                  </a:cubicBezTo>
                  <a:lnTo>
                    <a:pt x="1046" y="3160"/>
                  </a:lnTo>
                  <a:lnTo>
                    <a:pt x="919" y="3319"/>
                  </a:lnTo>
                  <a:lnTo>
                    <a:pt x="761" y="3350"/>
                  </a:lnTo>
                  <a:cubicBezTo>
                    <a:pt x="697" y="3350"/>
                    <a:pt x="666" y="3414"/>
                    <a:pt x="666" y="3477"/>
                  </a:cubicBezTo>
                  <a:lnTo>
                    <a:pt x="697" y="3635"/>
                  </a:lnTo>
                  <a:lnTo>
                    <a:pt x="571" y="3794"/>
                  </a:lnTo>
                  <a:lnTo>
                    <a:pt x="412" y="3825"/>
                  </a:lnTo>
                  <a:cubicBezTo>
                    <a:pt x="349" y="3825"/>
                    <a:pt x="317" y="3889"/>
                    <a:pt x="317" y="3952"/>
                  </a:cubicBezTo>
                  <a:lnTo>
                    <a:pt x="349" y="4110"/>
                  </a:lnTo>
                  <a:lnTo>
                    <a:pt x="32" y="4585"/>
                  </a:lnTo>
                  <a:cubicBezTo>
                    <a:pt x="1" y="4585"/>
                    <a:pt x="1" y="4617"/>
                    <a:pt x="1" y="4649"/>
                  </a:cubicBezTo>
                  <a:lnTo>
                    <a:pt x="127" y="5472"/>
                  </a:lnTo>
                  <a:cubicBezTo>
                    <a:pt x="159" y="5536"/>
                    <a:pt x="191" y="5567"/>
                    <a:pt x="254" y="5567"/>
                  </a:cubicBezTo>
                  <a:lnTo>
                    <a:pt x="1109" y="5441"/>
                  </a:lnTo>
                  <a:cubicBezTo>
                    <a:pt x="1141" y="5441"/>
                    <a:pt x="1141" y="5409"/>
                    <a:pt x="1172" y="5377"/>
                  </a:cubicBezTo>
                  <a:lnTo>
                    <a:pt x="2503" y="3540"/>
                  </a:lnTo>
                  <a:lnTo>
                    <a:pt x="2661" y="3635"/>
                  </a:lnTo>
                  <a:cubicBezTo>
                    <a:pt x="2693" y="3667"/>
                    <a:pt x="2724" y="3667"/>
                    <a:pt x="2756" y="3667"/>
                  </a:cubicBezTo>
                  <a:cubicBezTo>
                    <a:pt x="2788" y="3635"/>
                    <a:pt x="2819" y="3635"/>
                    <a:pt x="2819" y="3604"/>
                  </a:cubicBezTo>
                  <a:lnTo>
                    <a:pt x="2883" y="3382"/>
                  </a:lnTo>
                  <a:cubicBezTo>
                    <a:pt x="2917" y="3384"/>
                    <a:pt x="2950" y="3385"/>
                    <a:pt x="2984" y="3385"/>
                  </a:cubicBezTo>
                  <a:cubicBezTo>
                    <a:pt x="4039" y="3385"/>
                    <a:pt x="4778" y="2431"/>
                    <a:pt x="4624" y="1419"/>
                  </a:cubicBezTo>
                  <a:cubicBezTo>
                    <a:pt x="4482" y="595"/>
                    <a:pt x="3755" y="1"/>
                    <a:pt x="2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558;p29">
              <a:extLst>
                <a:ext uri="{FF2B5EF4-FFF2-40B4-BE49-F238E27FC236}">
                  <a16:creationId xmlns:a16="http://schemas.microsoft.com/office/drawing/2014/main" id="{1B38FE6B-7EBD-9182-6B92-4A17A106F0D5}"/>
                </a:ext>
              </a:extLst>
            </p:cNvPr>
            <p:cNvSpPr/>
            <p:nvPr/>
          </p:nvSpPr>
          <p:spPr>
            <a:xfrm>
              <a:off x="1055774" y="2095181"/>
              <a:ext cx="1427013" cy="833836"/>
            </a:xfrm>
            <a:custGeom>
              <a:avLst/>
              <a:gdLst/>
              <a:ahLst/>
              <a:cxnLst/>
              <a:rect l="l" t="t" r="r" b="b"/>
              <a:pathLst>
                <a:path w="43197" h="25241" extrusionOk="0">
                  <a:moveTo>
                    <a:pt x="1805" y="1"/>
                  </a:moveTo>
                  <a:cubicBezTo>
                    <a:pt x="792" y="1"/>
                    <a:pt x="0" y="824"/>
                    <a:pt x="0" y="1806"/>
                  </a:cubicBezTo>
                  <a:lnTo>
                    <a:pt x="0" y="24924"/>
                  </a:lnTo>
                  <a:lnTo>
                    <a:pt x="43197" y="25241"/>
                  </a:lnTo>
                  <a:lnTo>
                    <a:pt x="43165" y="1774"/>
                  </a:lnTo>
                  <a:cubicBezTo>
                    <a:pt x="43165" y="792"/>
                    <a:pt x="42405" y="1"/>
                    <a:pt x="4142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559;p29">
              <a:extLst>
                <a:ext uri="{FF2B5EF4-FFF2-40B4-BE49-F238E27FC236}">
                  <a16:creationId xmlns:a16="http://schemas.microsoft.com/office/drawing/2014/main" id="{1D8A8CD6-FD6C-C590-E32D-0E98C66C69F4}"/>
                </a:ext>
              </a:extLst>
            </p:cNvPr>
            <p:cNvSpPr/>
            <p:nvPr/>
          </p:nvSpPr>
          <p:spPr>
            <a:xfrm>
              <a:off x="1043221" y="2107735"/>
              <a:ext cx="1427013" cy="823397"/>
            </a:xfrm>
            <a:custGeom>
              <a:avLst/>
              <a:gdLst/>
              <a:ahLst/>
              <a:cxnLst/>
              <a:rect l="l" t="t" r="r" b="b"/>
              <a:pathLst>
                <a:path w="43197" h="24925" extrusionOk="0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lnTo>
                    <a:pt x="0" y="24924"/>
                  </a:lnTo>
                  <a:lnTo>
                    <a:pt x="43197" y="24924"/>
                  </a:lnTo>
                  <a:lnTo>
                    <a:pt x="43197" y="1457"/>
                  </a:lnTo>
                  <a:cubicBezTo>
                    <a:pt x="43197" y="666"/>
                    <a:pt x="42532" y="1"/>
                    <a:pt x="4170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60;p29">
              <a:extLst>
                <a:ext uri="{FF2B5EF4-FFF2-40B4-BE49-F238E27FC236}">
                  <a16:creationId xmlns:a16="http://schemas.microsoft.com/office/drawing/2014/main" id="{B17EDD67-1ED7-104E-EDF1-E86C666EB936}"/>
                </a:ext>
              </a:extLst>
            </p:cNvPr>
            <p:cNvSpPr/>
            <p:nvPr/>
          </p:nvSpPr>
          <p:spPr>
            <a:xfrm>
              <a:off x="762820" y="2928985"/>
              <a:ext cx="2029637" cy="226025"/>
            </a:xfrm>
            <a:custGeom>
              <a:avLst/>
              <a:gdLst/>
              <a:ahLst/>
              <a:cxnLst/>
              <a:rect l="l" t="t" r="r" b="b"/>
              <a:pathLst>
                <a:path w="61439" h="6842" extrusionOk="0">
                  <a:moveTo>
                    <a:pt x="52065" y="1"/>
                  </a:moveTo>
                  <a:lnTo>
                    <a:pt x="8456" y="64"/>
                  </a:lnTo>
                  <a:lnTo>
                    <a:pt x="444" y="2788"/>
                  </a:lnTo>
                  <a:cubicBezTo>
                    <a:pt x="1" y="3674"/>
                    <a:pt x="349" y="6841"/>
                    <a:pt x="1584" y="6841"/>
                  </a:cubicBezTo>
                  <a:lnTo>
                    <a:pt x="58494" y="6841"/>
                  </a:lnTo>
                  <a:cubicBezTo>
                    <a:pt x="59697" y="6841"/>
                    <a:pt x="61439" y="3294"/>
                    <a:pt x="59982" y="2503"/>
                  </a:cubicBezTo>
                  <a:lnTo>
                    <a:pt x="5206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61;p29">
              <a:extLst>
                <a:ext uri="{FF2B5EF4-FFF2-40B4-BE49-F238E27FC236}">
                  <a16:creationId xmlns:a16="http://schemas.microsoft.com/office/drawing/2014/main" id="{B87FA4B8-F0DD-9C09-A7A1-BEBE0C7499DC}"/>
                </a:ext>
              </a:extLst>
            </p:cNvPr>
            <p:cNvSpPr/>
            <p:nvPr/>
          </p:nvSpPr>
          <p:spPr>
            <a:xfrm>
              <a:off x="762820" y="2931099"/>
              <a:ext cx="2005588" cy="121371"/>
            </a:xfrm>
            <a:custGeom>
              <a:avLst/>
              <a:gdLst/>
              <a:ahLst/>
              <a:cxnLst/>
              <a:rect l="l" t="t" r="r" b="b"/>
              <a:pathLst>
                <a:path w="60711" h="3674" extrusionOk="0">
                  <a:moveTo>
                    <a:pt x="8456" y="0"/>
                  </a:moveTo>
                  <a:lnTo>
                    <a:pt x="444" y="2724"/>
                  </a:lnTo>
                  <a:cubicBezTo>
                    <a:pt x="1" y="3547"/>
                    <a:pt x="349" y="3674"/>
                    <a:pt x="1584" y="3674"/>
                  </a:cubicBezTo>
                  <a:lnTo>
                    <a:pt x="58494" y="3674"/>
                  </a:lnTo>
                  <a:cubicBezTo>
                    <a:pt x="59697" y="3674"/>
                    <a:pt x="60710" y="3515"/>
                    <a:pt x="59824" y="2724"/>
                  </a:cubicBezTo>
                  <a:lnTo>
                    <a:pt x="5162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62;p29">
              <a:extLst>
                <a:ext uri="{FF2B5EF4-FFF2-40B4-BE49-F238E27FC236}">
                  <a16:creationId xmlns:a16="http://schemas.microsoft.com/office/drawing/2014/main" id="{BEEF5346-E7BF-825E-4B73-1DCB8AEAD763}"/>
                </a:ext>
              </a:extLst>
            </p:cNvPr>
            <p:cNvSpPr/>
            <p:nvPr/>
          </p:nvSpPr>
          <p:spPr>
            <a:xfrm>
              <a:off x="1469009" y="2966645"/>
              <a:ext cx="583795" cy="56523"/>
            </a:xfrm>
            <a:custGeom>
              <a:avLst/>
              <a:gdLst/>
              <a:ahLst/>
              <a:cxnLst/>
              <a:rect l="l" t="t" r="r" b="b"/>
              <a:pathLst>
                <a:path w="17672" h="1711" extrusionOk="0">
                  <a:moveTo>
                    <a:pt x="1552" y="1"/>
                  </a:moveTo>
                  <a:cubicBezTo>
                    <a:pt x="1267" y="1"/>
                    <a:pt x="1046" y="96"/>
                    <a:pt x="950" y="223"/>
                  </a:cubicBezTo>
                  <a:lnTo>
                    <a:pt x="127" y="1299"/>
                  </a:lnTo>
                  <a:cubicBezTo>
                    <a:pt x="0" y="1489"/>
                    <a:pt x="317" y="1711"/>
                    <a:pt x="760" y="1711"/>
                  </a:cubicBezTo>
                  <a:lnTo>
                    <a:pt x="16912" y="1711"/>
                  </a:lnTo>
                  <a:cubicBezTo>
                    <a:pt x="17355" y="1711"/>
                    <a:pt x="17672" y="1489"/>
                    <a:pt x="17513" y="1299"/>
                  </a:cubicBezTo>
                  <a:lnTo>
                    <a:pt x="16722" y="223"/>
                  </a:lnTo>
                  <a:cubicBezTo>
                    <a:pt x="16627" y="96"/>
                    <a:pt x="16373" y="1"/>
                    <a:pt x="160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63;p29">
              <a:extLst>
                <a:ext uri="{FF2B5EF4-FFF2-40B4-BE49-F238E27FC236}">
                  <a16:creationId xmlns:a16="http://schemas.microsoft.com/office/drawing/2014/main" id="{F23309C5-C35B-D41A-4B16-029EE373B758}"/>
                </a:ext>
              </a:extLst>
            </p:cNvPr>
            <p:cNvSpPr/>
            <p:nvPr/>
          </p:nvSpPr>
          <p:spPr>
            <a:xfrm>
              <a:off x="1122703" y="2174697"/>
              <a:ext cx="1277430" cy="752240"/>
            </a:xfrm>
            <a:custGeom>
              <a:avLst/>
              <a:gdLst/>
              <a:ahLst/>
              <a:cxnLst/>
              <a:rect l="l" t="t" r="r" b="b"/>
              <a:pathLst>
                <a:path w="38669" h="22771" extrusionOk="0">
                  <a:moveTo>
                    <a:pt x="1679" y="0"/>
                  </a:moveTo>
                  <a:cubicBezTo>
                    <a:pt x="761" y="0"/>
                    <a:pt x="1" y="761"/>
                    <a:pt x="1" y="1679"/>
                  </a:cubicBezTo>
                  <a:lnTo>
                    <a:pt x="1" y="22770"/>
                  </a:lnTo>
                  <a:lnTo>
                    <a:pt x="38669" y="22770"/>
                  </a:lnTo>
                  <a:lnTo>
                    <a:pt x="38669" y="1679"/>
                  </a:lnTo>
                  <a:cubicBezTo>
                    <a:pt x="38669" y="761"/>
                    <a:pt x="37909" y="0"/>
                    <a:pt x="3699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64;p29">
              <a:extLst>
                <a:ext uri="{FF2B5EF4-FFF2-40B4-BE49-F238E27FC236}">
                  <a16:creationId xmlns:a16="http://schemas.microsoft.com/office/drawing/2014/main" id="{61C985BC-7E4E-D7CB-A489-9EFB11DA8404}"/>
                </a:ext>
              </a:extLst>
            </p:cNvPr>
            <p:cNvSpPr/>
            <p:nvPr/>
          </p:nvSpPr>
          <p:spPr>
            <a:xfrm>
              <a:off x="1454374" y="2275585"/>
              <a:ext cx="619373" cy="558391"/>
            </a:xfrm>
            <a:custGeom>
              <a:avLst/>
              <a:gdLst/>
              <a:ahLst/>
              <a:cxnLst/>
              <a:rect l="l" t="t" r="r" b="b"/>
              <a:pathLst>
                <a:path w="18749" h="16903" extrusionOk="0">
                  <a:moveTo>
                    <a:pt x="9358" y="1"/>
                  </a:moveTo>
                  <a:cubicBezTo>
                    <a:pt x="5645" y="1"/>
                    <a:pt x="2239" y="2474"/>
                    <a:pt x="1235" y="6225"/>
                  </a:cubicBezTo>
                  <a:cubicBezTo>
                    <a:pt x="0" y="10754"/>
                    <a:pt x="2660" y="15378"/>
                    <a:pt x="7189" y="16613"/>
                  </a:cubicBezTo>
                  <a:cubicBezTo>
                    <a:pt x="7921" y="16809"/>
                    <a:pt x="8655" y="16902"/>
                    <a:pt x="9379" y="16902"/>
                  </a:cubicBezTo>
                  <a:cubicBezTo>
                    <a:pt x="13101" y="16902"/>
                    <a:pt x="16511" y="14425"/>
                    <a:pt x="17545" y="10659"/>
                  </a:cubicBezTo>
                  <a:cubicBezTo>
                    <a:pt x="18748" y="6162"/>
                    <a:pt x="16088" y="1507"/>
                    <a:pt x="11591" y="303"/>
                  </a:cubicBezTo>
                  <a:cubicBezTo>
                    <a:pt x="10845" y="99"/>
                    <a:pt x="10095" y="1"/>
                    <a:pt x="9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565;p29">
              <a:extLst>
                <a:ext uri="{FF2B5EF4-FFF2-40B4-BE49-F238E27FC236}">
                  <a16:creationId xmlns:a16="http://schemas.microsoft.com/office/drawing/2014/main" id="{505BFE7A-2B0F-2173-DB8A-4956CD0C282F}"/>
                </a:ext>
              </a:extLst>
            </p:cNvPr>
            <p:cNvSpPr/>
            <p:nvPr/>
          </p:nvSpPr>
          <p:spPr>
            <a:xfrm>
              <a:off x="1631178" y="2376606"/>
              <a:ext cx="266791" cy="355721"/>
            </a:xfrm>
            <a:custGeom>
              <a:avLst/>
              <a:gdLst/>
              <a:ahLst/>
              <a:cxnLst/>
              <a:rect l="l" t="t" r="r" b="b"/>
              <a:pathLst>
                <a:path w="8076" h="10768" extrusionOk="0">
                  <a:moveTo>
                    <a:pt x="4022" y="1362"/>
                  </a:moveTo>
                  <a:cubicBezTo>
                    <a:pt x="5036" y="1362"/>
                    <a:pt x="5827" y="2154"/>
                    <a:pt x="5827" y="3167"/>
                  </a:cubicBezTo>
                  <a:lnTo>
                    <a:pt x="5827" y="3864"/>
                  </a:lnTo>
                  <a:lnTo>
                    <a:pt x="5827" y="4054"/>
                  </a:lnTo>
                  <a:lnTo>
                    <a:pt x="2249" y="4054"/>
                  </a:lnTo>
                  <a:lnTo>
                    <a:pt x="2249" y="3864"/>
                  </a:lnTo>
                  <a:lnTo>
                    <a:pt x="2249" y="3167"/>
                  </a:lnTo>
                  <a:cubicBezTo>
                    <a:pt x="2249" y="2154"/>
                    <a:pt x="3040" y="1362"/>
                    <a:pt x="4022" y="1362"/>
                  </a:cubicBezTo>
                  <a:close/>
                  <a:moveTo>
                    <a:pt x="4054" y="5828"/>
                  </a:moveTo>
                  <a:cubicBezTo>
                    <a:pt x="4529" y="5828"/>
                    <a:pt x="4941" y="6239"/>
                    <a:pt x="4941" y="6746"/>
                  </a:cubicBezTo>
                  <a:cubicBezTo>
                    <a:pt x="4941" y="7031"/>
                    <a:pt x="4782" y="7284"/>
                    <a:pt x="4560" y="7474"/>
                  </a:cubicBezTo>
                  <a:lnTo>
                    <a:pt x="4719" y="8741"/>
                  </a:lnTo>
                  <a:cubicBezTo>
                    <a:pt x="4719" y="8805"/>
                    <a:pt x="4687" y="8868"/>
                    <a:pt x="4655" y="8900"/>
                  </a:cubicBezTo>
                  <a:cubicBezTo>
                    <a:pt x="4624" y="8963"/>
                    <a:pt x="4560" y="8995"/>
                    <a:pt x="4497" y="8995"/>
                  </a:cubicBezTo>
                  <a:lnTo>
                    <a:pt x="3579" y="8995"/>
                  </a:lnTo>
                  <a:cubicBezTo>
                    <a:pt x="3515" y="8995"/>
                    <a:pt x="3452" y="8963"/>
                    <a:pt x="3420" y="8900"/>
                  </a:cubicBezTo>
                  <a:cubicBezTo>
                    <a:pt x="3389" y="8868"/>
                    <a:pt x="3357" y="8805"/>
                    <a:pt x="3357" y="8741"/>
                  </a:cubicBezTo>
                  <a:lnTo>
                    <a:pt x="3515" y="7474"/>
                  </a:lnTo>
                  <a:cubicBezTo>
                    <a:pt x="3294" y="7284"/>
                    <a:pt x="3135" y="7031"/>
                    <a:pt x="3135" y="6746"/>
                  </a:cubicBezTo>
                  <a:cubicBezTo>
                    <a:pt x="3135" y="6239"/>
                    <a:pt x="3547" y="5828"/>
                    <a:pt x="4054" y="5828"/>
                  </a:cubicBezTo>
                  <a:close/>
                  <a:moveTo>
                    <a:pt x="4022" y="1"/>
                  </a:moveTo>
                  <a:cubicBezTo>
                    <a:pt x="2312" y="1"/>
                    <a:pt x="887" y="1426"/>
                    <a:pt x="887" y="3167"/>
                  </a:cubicBezTo>
                  <a:lnTo>
                    <a:pt x="887" y="3864"/>
                  </a:lnTo>
                  <a:lnTo>
                    <a:pt x="887" y="4054"/>
                  </a:lnTo>
                  <a:lnTo>
                    <a:pt x="222" y="4054"/>
                  </a:lnTo>
                  <a:cubicBezTo>
                    <a:pt x="95" y="4054"/>
                    <a:pt x="0" y="4149"/>
                    <a:pt x="0" y="4276"/>
                  </a:cubicBezTo>
                  <a:lnTo>
                    <a:pt x="0" y="9881"/>
                  </a:lnTo>
                  <a:cubicBezTo>
                    <a:pt x="0" y="10388"/>
                    <a:pt x="412" y="10768"/>
                    <a:pt x="887" y="10768"/>
                  </a:cubicBezTo>
                  <a:lnTo>
                    <a:pt x="7157" y="10768"/>
                  </a:lnTo>
                  <a:cubicBezTo>
                    <a:pt x="7664" y="10768"/>
                    <a:pt x="8076" y="10388"/>
                    <a:pt x="8076" y="9881"/>
                  </a:cubicBezTo>
                  <a:lnTo>
                    <a:pt x="8076" y="4276"/>
                  </a:lnTo>
                  <a:cubicBezTo>
                    <a:pt x="8076" y="4149"/>
                    <a:pt x="7981" y="4054"/>
                    <a:pt x="7854" y="4054"/>
                  </a:cubicBezTo>
                  <a:lnTo>
                    <a:pt x="7189" y="4054"/>
                  </a:lnTo>
                  <a:lnTo>
                    <a:pt x="7189" y="3864"/>
                  </a:lnTo>
                  <a:lnTo>
                    <a:pt x="7189" y="3167"/>
                  </a:lnTo>
                  <a:cubicBezTo>
                    <a:pt x="7189" y="1426"/>
                    <a:pt x="5764" y="1"/>
                    <a:pt x="402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566;p29">
              <a:extLst>
                <a:ext uri="{FF2B5EF4-FFF2-40B4-BE49-F238E27FC236}">
                  <a16:creationId xmlns:a16="http://schemas.microsoft.com/office/drawing/2014/main" id="{41E20860-6D42-6860-964A-0970810BA495}"/>
                </a:ext>
              </a:extLst>
            </p:cNvPr>
            <p:cNvSpPr/>
            <p:nvPr/>
          </p:nvSpPr>
          <p:spPr>
            <a:xfrm>
              <a:off x="793179" y="937073"/>
              <a:ext cx="699913" cy="915433"/>
            </a:xfrm>
            <a:custGeom>
              <a:avLst/>
              <a:gdLst/>
              <a:ahLst/>
              <a:cxnLst/>
              <a:rect l="l" t="t" r="r" b="b"/>
              <a:pathLst>
                <a:path w="21187" h="27711" extrusionOk="0">
                  <a:moveTo>
                    <a:pt x="2122" y="0"/>
                  </a:moveTo>
                  <a:cubicBezTo>
                    <a:pt x="950" y="0"/>
                    <a:pt x="0" y="982"/>
                    <a:pt x="0" y="2122"/>
                  </a:cubicBezTo>
                  <a:lnTo>
                    <a:pt x="0" y="25589"/>
                  </a:lnTo>
                  <a:cubicBezTo>
                    <a:pt x="0" y="26760"/>
                    <a:pt x="950" y="27710"/>
                    <a:pt x="2122" y="27710"/>
                  </a:cubicBezTo>
                  <a:lnTo>
                    <a:pt x="19065" y="27710"/>
                  </a:lnTo>
                  <a:cubicBezTo>
                    <a:pt x="20237" y="27710"/>
                    <a:pt x="21187" y="26760"/>
                    <a:pt x="21187" y="25589"/>
                  </a:cubicBezTo>
                  <a:lnTo>
                    <a:pt x="21187" y="2122"/>
                  </a:lnTo>
                  <a:cubicBezTo>
                    <a:pt x="21187" y="982"/>
                    <a:pt x="20237" y="0"/>
                    <a:pt x="1906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567;p29">
              <a:extLst>
                <a:ext uri="{FF2B5EF4-FFF2-40B4-BE49-F238E27FC236}">
                  <a16:creationId xmlns:a16="http://schemas.microsoft.com/office/drawing/2014/main" id="{844FCBE4-9E26-FF40-2438-78741429CF67}"/>
                </a:ext>
              </a:extLst>
            </p:cNvPr>
            <p:cNvSpPr/>
            <p:nvPr/>
          </p:nvSpPr>
          <p:spPr>
            <a:xfrm>
              <a:off x="773292" y="957984"/>
              <a:ext cx="699946" cy="914409"/>
            </a:xfrm>
            <a:custGeom>
              <a:avLst/>
              <a:gdLst/>
              <a:ahLst/>
              <a:cxnLst/>
              <a:rect l="l" t="t" r="r" b="b"/>
              <a:pathLst>
                <a:path w="21188" h="27680" extrusionOk="0">
                  <a:moveTo>
                    <a:pt x="1679" y="1"/>
                  </a:moveTo>
                  <a:cubicBezTo>
                    <a:pt x="761" y="1"/>
                    <a:pt x="0" y="761"/>
                    <a:pt x="0" y="1679"/>
                  </a:cubicBezTo>
                  <a:lnTo>
                    <a:pt x="0" y="25969"/>
                  </a:lnTo>
                  <a:cubicBezTo>
                    <a:pt x="0" y="26919"/>
                    <a:pt x="761" y="27679"/>
                    <a:pt x="1679" y="27679"/>
                  </a:cubicBezTo>
                  <a:lnTo>
                    <a:pt x="19509" y="27679"/>
                  </a:lnTo>
                  <a:cubicBezTo>
                    <a:pt x="20427" y="27679"/>
                    <a:pt x="21187" y="26919"/>
                    <a:pt x="21187" y="25969"/>
                  </a:cubicBezTo>
                  <a:lnTo>
                    <a:pt x="21187" y="1679"/>
                  </a:lnTo>
                  <a:cubicBezTo>
                    <a:pt x="21187" y="761"/>
                    <a:pt x="20427" y="1"/>
                    <a:pt x="195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568;p29">
              <a:extLst>
                <a:ext uri="{FF2B5EF4-FFF2-40B4-BE49-F238E27FC236}">
                  <a16:creationId xmlns:a16="http://schemas.microsoft.com/office/drawing/2014/main" id="{69DB8FBF-12D1-ED21-6AED-98A3515130A8}"/>
                </a:ext>
              </a:extLst>
            </p:cNvPr>
            <p:cNvSpPr/>
            <p:nvPr/>
          </p:nvSpPr>
          <p:spPr>
            <a:xfrm>
              <a:off x="1082962" y="1765624"/>
              <a:ext cx="80605" cy="80605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39"/>
                    <a:pt x="1204" y="2439"/>
                  </a:cubicBezTo>
                  <a:cubicBezTo>
                    <a:pt x="1869" y="2439"/>
                    <a:pt x="2439" y="1869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569;p29">
              <a:extLst>
                <a:ext uri="{FF2B5EF4-FFF2-40B4-BE49-F238E27FC236}">
                  <a16:creationId xmlns:a16="http://schemas.microsoft.com/office/drawing/2014/main" id="{FCAEEA60-0BE1-4E55-0316-465ED191EC31}"/>
                </a:ext>
              </a:extLst>
            </p:cNvPr>
            <p:cNvSpPr/>
            <p:nvPr/>
          </p:nvSpPr>
          <p:spPr>
            <a:xfrm>
              <a:off x="826643" y="1018670"/>
              <a:ext cx="593209" cy="725019"/>
            </a:xfrm>
            <a:custGeom>
              <a:avLst/>
              <a:gdLst/>
              <a:ahLst/>
              <a:cxnLst/>
              <a:rect l="l" t="t" r="r" b="b"/>
              <a:pathLst>
                <a:path w="17957" h="21947" extrusionOk="0">
                  <a:moveTo>
                    <a:pt x="887" y="0"/>
                  </a:moveTo>
                  <a:cubicBezTo>
                    <a:pt x="381" y="0"/>
                    <a:pt x="1" y="412"/>
                    <a:pt x="1" y="887"/>
                  </a:cubicBezTo>
                  <a:lnTo>
                    <a:pt x="1" y="21028"/>
                  </a:lnTo>
                  <a:cubicBezTo>
                    <a:pt x="1" y="21535"/>
                    <a:pt x="381" y="21947"/>
                    <a:pt x="887" y="21947"/>
                  </a:cubicBezTo>
                  <a:lnTo>
                    <a:pt x="17070" y="21947"/>
                  </a:lnTo>
                  <a:cubicBezTo>
                    <a:pt x="17577" y="21947"/>
                    <a:pt x="17957" y="21535"/>
                    <a:pt x="17957" y="21028"/>
                  </a:cubicBezTo>
                  <a:lnTo>
                    <a:pt x="17957" y="887"/>
                  </a:lnTo>
                  <a:cubicBezTo>
                    <a:pt x="17957" y="412"/>
                    <a:pt x="17577" y="0"/>
                    <a:pt x="170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570;p29">
              <a:extLst>
                <a:ext uri="{FF2B5EF4-FFF2-40B4-BE49-F238E27FC236}">
                  <a16:creationId xmlns:a16="http://schemas.microsoft.com/office/drawing/2014/main" id="{82602B35-E5AD-F76A-73B6-8B7922A8A9D7}"/>
                </a:ext>
              </a:extLst>
            </p:cNvPr>
            <p:cNvSpPr/>
            <p:nvPr/>
          </p:nvSpPr>
          <p:spPr>
            <a:xfrm>
              <a:off x="907216" y="1196894"/>
              <a:ext cx="432098" cy="380101"/>
            </a:xfrm>
            <a:custGeom>
              <a:avLst/>
              <a:gdLst/>
              <a:ahLst/>
              <a:cxnLst/>
              <a:rect l="l" t="t" r="r" b="b"/>
              <a:pathLst>
                <a:path w="13080" h="11506" extrusionOk="0">
                  <a:moveTo>
                    <a:pt x="6528" y="0"/>
                  </a:moveTo>
                  <a:cubicBezTo>
                    <a:pt x="5798" y="0"/>
                    <a:pt x="5056" y="139"/>
                    <a:pt x="4339" y="432"/>
                  </a:cubicBezTo>
                  <a:cubicBezTo>
                    <a:pt x="1394" y="1668"/>
                    <a:pt x="0" y="5024"/>
                    <a:pt x="1235" y="7970"/>
                  </a:cubicBezTo>
                  <a:cubicBezTo>
                    <a:pt x="2145" y="10172"/>
                    <a:pt x="4285" y="11506"/>
                    <a:pt x="6548" y="11506"/>
                  </a:cubicBezTo>
                  <a:cubicBezTo>
                    <a:pt x="7279" y="11506"/>
                    <a:pt x="8022" y="11367"/>
                    <a:pt x="8741" y="11073"/>
                  </a:cubicBezTo>
                  <a:cubicBezTo>
                    <a:pt x="11686" y="9838"/>
                    <a:pt x="13079" y="6481"/>
                    <a:pt x="11844" y="3568"/>
                  </a:cubicBezTo>
                  <a:cubicBezTo>
                    <a:pt x="10934" y="1340"/>
                    <a:pt x="8792" y="0"/>
                    <a:pt x="6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571;p29">
              <a:extLst>
                <a:ext uri="{FF2B5EF4-FFF2-40B4-BE49-F238E27FC236}">
                  <a16:creationId xmlns:a16="http://schemas.microsoft.com/office/drawing/2014/main" id="{CC7E4E8C-BC2B-7926-EF20-3758E53B12DE}"/>
                </a:ext>
              </a:extLst>
            </p:cNvPr>
            <p:cNvSpPr/>
            <p:nvPr/>
          </p:nvSpPr>
          <p:spPr>
            <a:xfrm>
              <a:off x="1009723" y="1288202"/>
              <a:ext cx="227050" cy="206502"/>
            </a:xfrm>
            <a:custGeom>
              <a:avLst/>
              <a:gdLst/>
              <a:ahLst/>
              <a:cxnLst/>
              <a:rect l="l" t="t" r="r" b="b"/>
              <a:pathLst>
                <a:path w="6873" h="6251" extrusionOk="0">
                  <a:moveTo>
                    <a:pt x="2637" y="0"/>
                  </a:moveTo>
                  <a:cubicBezTo>
                    <a:pt x="2613" y="0"/>
                    <a:pt x="2588" y="4"/>
                    <a:pt x="2566" y="12"/>
                  </a:cubicBezTo>
                  <a:cubicBezTo>
                    <a:pt x="2471" y="75"/>
                    <a:pt x="2408" y="202"/>
                    <a:pt x="2471" y="297"/>
                  </a:cubicBezTo>
                  <a:lnTo>
                    <a:pt x="2598" y="614"/>
                  </a:lnTo>
                  <a:cubicBezTo>
                    <a:pt x="2218" y="709"/>
                    <a:pt x="1901" y="1057"/>
                    <a:pt x="1901" y="1469"/>
                  </a:cubicBezTo>
                  <a:lnTo>
                    <a:pt x="1901" y="1532"/>
                  </a:lnTo>
                  <a:lnTo>
                    <a:pt x="1711" y="1532"/>
                  </a:lnTo>
                  <a:cubicBezTo>
                    <a:pt x="1521" y="1532"/>
                    <a:pt x="1394" y="1690"/>
                    <a:pt x="1394" y="1880"/>
                  </a:cubicBezTo>
                  <a:lnTo>
                    <a:pt x="1394" y="2039"/>
                  </a:lnTo>
                  <a:cubicBezTo>
                    <a:pt x="1014" y="1944"/>
                    <a:pt x="729" y="1627"/>
                    <a:pt x="729" y="1215"/>
                  </a:cubicBezTo>
                  <a:lnTo>
                    <a:pt x="729" y="962"/>
                  </a:lnTo>
                  <a:cubicBezTo>
                    <a:pt x="729" y="835"/>
                    <a:pt x="634" y="740"/>
                    <a:pt x="507" y="740"/>
                  </a:cubicBezTo>
                  <a:cubicBezTo>
                    <a:pt x="412" y="740"/>
                    <a:pt x="317" y="835"/>
                    <a:pt x="317" y="962"/>
                  </a:cubicBezTo>
                  <a:lnTo>
                    <a:pt x="317" y="1215"/>
                  </a:lnTo>
                  <a:cubicBezTo>
                    <a:pt x="317" y="1849"/>
                    <a:pt x="792" y="2355"/>
                    <a:pt x="1394" y="2450"/>
                  </a:cubicBezTo>
                  <a:lnTo>
                    <a:pt x="1394" y="2862"/>
                  </a:lnTo>
                  <a:lnTo>
                    <a:pt x="191" y="2862"/>
                  </a:lnTo>
                  <a:cubicBezTo>
                    <a:pt x="64" y="2862"/>
                    <a:pt x="1" y="2957"/>
                    <a:pt x="1" y="3052"/>
                  </a:cubicBezTo>
                  <a:cubicBezTo>
                    <a:pt x="1" y="3179"/>
                    <a:pt x="64" y="3274"/>
                    <a:pt x="191" y="3274"/>
                  </a:cubicBezTo>
                  <a:lnTo>
                    <a:pt x="1394" y="3274"/>
                  </a:lnTo>
                  <a:lnTo>
                    <a:pt x="1394" y="3686"/>
                  </a:lnTo>
                  <a:cubicBezTo>
                    <a:pt x="792" y="3781"/>
                    <a:pt x="317" y="4287"/>
                    <a:pt x="317" y="4921"/>
                  </a:cubicBezTo>
                  <a:lnTo>
                    <a:pt x="317" y="5174"/>
                  </a:lnTo>
                  <a:cubicBezTo>
                    <a:pt x="317" y="5269"/>
                    <a:pt x="412" y="5364"/>
                    <a:pt x="507" y="5364"/>
                  </a:cubicBezTo>
                  <a:cubicBezTo>
                    <a:pt x="634" y="5364"/>
                    <a:pt x="729" y="5269"/>
                    <a:pt x="729" y="5174"/>
                  </a:cubicBezTo>
                  <a:lnTo>
                    <a:pt x="729" y="4921"/>
                  </a:lnTo>
                  <a:cubicBezTo>
                    <a:pt x="729" y="4509"/>
                    <a:pt x="1014" y="4161"/>
                    <a:pt x="1394" y="4066"/>
                  </a:cubicBezTo>
                  <a:lnTo>
                    <a:pt x="1394" y="4192"/>
                  </a:lnTo>
                  <a:cubicBezTo>
                    <a:pt x="1394" y="5332"/>
                    <a:pt x="2313" y="6251"/>
                    <a:pt x="3421" y="6251"/>
                  </a:cubicBezTo>
                  <a:cubicBezTo>
                    <a:pt x="4561" y="6251"/>
                    <a:pt x="5479" y="5332"/>
                    <a:pt x="5479" y="4192"/>
                  </a:cubicBezTo>
                  <a:lnTo>
                    <a:pt x="5479" y="4066"/>
                  </a:lnTo>
                  <a:cubicBezTo>
                    <a:pt x="5859" y="4161"/>
                    <a:pt x="6145" y="4509"/>
                    <a:pt x="6145" y="4921"/>
                  </a:cubicBezTo>
                  <a:lnTo>
                    <a:pt x="6145" y="5174"/>
                  </a:lnTo>
                  <a:cubicBezTo>
                    <a:pt x="6145" y="5269"/>
                    <a:pt x="6240" y="5364"/>
                    <a:pt x="6335" y="5364"/>
                  </a:cubicBezTo>
                  <a:cubicBezTo>
                    <a:pt x="6461" y="5364"/>
                    <a:pt x="6556" y="5269"/>
                    <a:pt x="6556" y="5174"/>
                  </a:cubicBezTo>
                  <a:lnTo>
                    <a:pt x="6556" y="4921"/>
                  </a:lnTo>
                  <a:cubicBezTo>
                    <a:pt x="6556" y="4287"/>
                    <a:pt x="6081" y="3781"/>
                    <a:pt x="5479" y="3686"/>
                  </a:cubicBezTo>
                  <a:lnTo>
                    <a:pt x="5479" y="3274"/>
                  </a:lnTo>
                  <a:lnTo>
                    <a:pt x="6683" y="3274"/>
                  </a:lnTo>
                  <a:cubicBezTo>
                    <a:pt x="6778" y="3274"/>
                    <a:pt x="6873" y="3179"/>
                    <a:pt x="6873" y="3052"/>
                  </a:cubicBezTo>
                  <a:cubicBezTo>
                    <a:pt x="6873" y="2957"/>
                    <a:pt x="6778" y="2862"/>
                    <a:pt x="6683" y="2862"/>
                  </a:cubicBezTo>
                  <a:lnTo>
                    <a:pt x="5479" y="2862"/>
                  </a:lnTo>
                  <a:lnTo>
                    <a:pt x="5479" y="2450"/>
                  </a:lnTo>
                  <a:cubicBezTo>
                    <a:pt x="6081" y="2355"/>
                    <a:pt x="6556" y="1849"/>
                    <a:pt x="6556" y="1215"/>
                  </a:cubicBezTo>
                  <a:lnTo>
                    <a:pt x="6556" y="962"/>
                  </a:lnTo>
                  <a:cubicBezTo>
                    <a:pt x="6556" y="835"/>
                    <a:pt x="6461" y="740"/>
                    <a:pt x="6335" y="740"/>
                  </a:cubicBezTo>
                  <a:cubicBezTo>
                    <a:pt x="6240" y="740"/>
                    <a:pt x="6145" y="835"/>
                    <a:pt x="6145" y="962"/>
                  </a:cubicBezTo>
                  <a:lnTo>
                    <a:pt x="6145" y="1215"/>
                  </a:lnTo>
                  <a:cubicBezTo>
                    <a:pt x="6145" y="1627"/>
                    <a:pt x="5859" y="1975"/>
                    <a:pt x="5479" y="2039"/>
                  </a:cubicBezTo>
                  <a:lnTo>
                    <a:pt x="5479" y="1880"/>
                  </a:lnTo>
                  <a:cubicBezTo>
                    <a:pt x="5479" y="1690"/>
                    <a:pt x="5321" y="1532"/>
                    <a:pt x="5163" y="1532"/>
                  </a:cubicBezTo>
                  <a:lnTo>
                    <a:pt x="4941" y="1532"/>
                  </a:lnTo>
                  <a:lnTo>
                    <a:pt x="4941" y="1469"/>
                  </a:lnTo>
                  <a:cubicBezTo>
                    <a:pt x="4941" y="1057"/>
                    <a:pt x="4656" y="709"/>
                    <a:pt x="4244" y="614"/>
                  </a:cubicBezTo>
                  <a:lnTo>
                    <a:pt x="4403" y="297"/>
                  </a:lnTo>
                  <a:cubicBezTo>
                    <a:pt x="4434" y="202"/>
                    <a:pt x="4403" y="75"/>
                    <a:pt x="4308" y="12"/>
                  </a:cubicBezTo>
                  <a:cubicBezTo>
                    <a:pt x="4285" y="4"/>
                    <a:pt x="4261" y="0"/>
                    <a:pt x="4237" y="0"/>
                  </a:cubicBezTo>
                  <a:cubicBezTo>
                    <a:pt x="4158" y="0"/>
                    <a:pt x="4079" y="42"/>
                    <a:pt x="4054" y="139"/>
                  </a:cubicBezTo>
                  <a:lnTo>
                    <a:pt x="3833" y="614"/>
                  </a:lnTo>
                  <a:lnTo>
                    <a:pt x="3041" y="614"/>
                  </a:lnTo>
                  <a:lnTo>
                    <a:pt x="2819" y="139"/>
                  </a:lnTo>
                  <a:cubicBezTo>
                    <a:pt x="2795" y="42"/>
                    <a:pt x="2715" y="0"/>
                    <a:pt x="26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ECE0E7-A06E-4B06-74DE-AD8605780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829207"/>
              </p:ext>
            </p:extLst>
          </p:nvPr>
        </p:nvGraphicFramePr>
        <p:xfrm>
          <a:off x="596867" y="975418"/>
          <a:ext cx="8175611" cy="412507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57259">
                  <a:extLst>
                    <a:ext uri="{9D8B030D-6E8A-4147-A177-3AD203B41FA5}">
                      <a16:colId xmlns:a16="http://schemas.microsoft.com/office/drawing/2014/main" val="689628929"/>
                    </a:ext>
                  </a:extLst>
                </a:gridCol>
                <a:gridCol w="3309176">
                  <a:extLst>
                    <a:ext uri="{9D8B030D-6E8A-4147-A177-3AD203B41FA5}">
                      <a16:colId xmlns:a16="http://schemas.microsoft.com/office/drawing/2014/main" val="3325325476"/>
                    </a:ext>
                  </a:extLst>
                </a:gridCol>
                <a:gridCol w="3309176">
                  <a:extLst>
                    <a:ext uri="{9D8B030D-6E8A-4147-A177-3AD203B41FA5}">
                      <a16:colId xmlns:a16="http://schemas.microsoft.com/office/drawing/2014/main" val="2637846096"/>
                    </a:ext>
                  </a:extLst>
                </a:gridCol>
              </a:tblGrid>
              <a:tr h="315993"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600" spc="12" dirty="0">
                          <a:effectLst/>
                        </a:rPr>
                        <a:t>Dasar </a:t>
                      </a:r>
                      <a:r>
                        <a:rPr lang="en-ID" sz="1600" spc="12" dirty="0" err="1">
                          <a:effectLst/>
                        </a:rPr>
                        <a:t>perbandingan</a:t>
                      </a:r>
                      <a:endParaRPr lang="en-ID" sz="1600" b="1" i="0" spc="10" dirty="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29811" marR="29811" marT="74527" marB="74527" anchor="ctr">
                    <a:solidFill>
                      <a:srgbClr val="3047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600" spc="12" dirty="0" err="1">
                          <a:effectLst/>
                        </a:rPr>
                        <a:t>Variabel</a:t>
                      </a:r>
                      <a:r>
                        <a:rPr lang="en-ID" sz="1600" spc="12" dirty="0">
                          <a:effectLst/>
                        </a:rPr>
                        <a:t> Global</a:t>
                      </a:r>
                      <a:endParaRPr lang="en-ID" sz="1600" b="1" i="0" spc="10" dirty="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74527" marB="74527" anchor="ctr">
                    <a:solidFill>
                      <a:srgbClr val="3047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600" spc="12" dirty="0" err="1">
                          <a:effectLst/>
                        </a:rPr>
                        <a:t>Variabel</a:t>
                      </a:r>
                      <a:r>
                        <a:rPr lang="en-ID" sz="1600" spc="12" dirty="0">
                          <a:effectLst/>
                        </a:rPr>
                        <a:t> Lokal</a:t>
                      </a:r>
                      <a:endParaRPr lang="en-ID" sz="1600" b="1" i="0" spc="10" dirty="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74527" marB="74527" anchor="ctr">
                    <a:solidFill>
                      <a:srgbClr val="304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005701"/>
                  </a:ext>
                </a:extLst>
              </a:tr>
              <a:tr h="357728"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600" spc="12" dirty="0" err="1">
                          <a:effectLst/>
                        </a:rPr>
                        <a:t>Definisi</a:t>
                      </a:r>
                      <a:endParaRPr lang="en-ID" sz="1600" b="1" i="0" spc="10" dirty="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29811" marR="29811" marT="51349" marB="51349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>
                          <a:effectLst/>
                        </a:rPr>
                        <a:t>Dideklarasikan di luar fungsi</a:t>
                      </a:r>
                      <a:endParaRPr lang="en-ID" sz="1200" b="0" i="0" spc="1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>
                          <a:effectLst/>
                        </a:rPr>
                        <a:t>Dideklarasikan di dalam sebuah fungsi</a:t>
                      </a:r>
                      <a:endParaRPr lang="en-ID" sz="1200" b="0" i="0" spc="1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318168"/>
                  </a:ext>
                </a:extLst>
              </a:tr>
              <a:tr h="506781"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600" spc="12" dirty="0" err="1">
                          <a:effectLst/>
                        </a:rPr>
                        <a:t>Seumur</a:t>
                      </a:r>
                      <a:r>
                        <a:rPr lang="en-ID" sz="1600" spc="12" dirty="0">
                          <a:effectLst/>
                        </a:rPr>
                        <a:t> Hidup</a:t>
                      </a:r>
                      <a:endParaRPr lang="en-ID" sz="1600" b="1" i="0" spc="10" dirty="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29811" marR="29811" marT="51349" marB="51349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 dirty="0" err="1">
                          <a:effectLst/>
                        </a:rPr>
                        <a:t>Dibuat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saat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didefinisikan</a:t>
                      </a:r>
                      <a:r>
                        <a:rPr lang="en-ID" sz="1200" spc="12" dirty="0">
                          <a:effectLst/>
                        </a:rPr>
                        <a:t> dan </a:t>
                      </a:r>
                      <a:r>
                        <a:rPr lang="en-ID" sz="1200" spc="12" dirty="0" err="1">
                          <a:effectLst/>
                        </a:rPr>
                        <a:t>ada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hingga</a:t>
                      </a:r>
                      <a:r>
                        <a:rPr lang="en-ID" sz="1200" spc="12" dirty="0">
                          <a:effectLst/>
                        </a:rPr>
                        <a:t> program </a:t>
                      </a:r>
                      <a:r>
                        <a:rPr lang="en-ID" sz="1200" spc="12" dirty="0" err="1">
                          <a:effectLst/>
                        </a:rPr>
                        <a:t>berakhir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atau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dihapus</a:t>
                      </a:r>
                      <a:r>
                        <a:rPr lang="en-ID" sz="1200" spc="12" dirty="0">
                          <a:effectLst/>
                        </a:rPr>
                        <a:t>.</a:t>
                      </a:r>
                      <a:endParaRPr lang="en-ID" sz="1200" b="0" i="0" spc="10" dirty="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>
                          <a:effectLst/>
                        </a:rPr>
                        <a:t>Dibuat saat fungsi dipanggil dan dihancurkan saat fungsi tersebut kembali.</a:t>
                      </a:r>
                      <a:endParaRPr lang="en-ID" sz="1200" b="0" i="0" spc="1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853299"/>
                  </a:ext>
                </a:extLst>
              </a:tr>
              <a:tr h="357728"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600" spc="12">
                          <a:effectLst/>
                        </a:rPr>
                        <a:t>Berbagi Data</a:t>
                      </a:r>
                      <a:endParaRPr lang="en-ID" sz="1600" b="1" i="0" spc="1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29811" marR="29811" marT="51349" marB="51349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 dirty="0" err="1">
                          <a:effectLst/>
                        </a:rPr>
                        <a:t>Digunakan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bersama</a:t>
                      </a:r>
                      <a:r>
                        <a:rPr lang="en-ID" sz="1200" spc="12" dirty="0">
                          <a:effectLst/>
                        </a:rPr>
                        <a:t> di </a:t>
                      </a:r>
                      <a:r>
                        <a:rPr lang="en-ID" sz="1200" spc="12" dirty="0" err="1">
                          <a:effectLst/>
                        </a:rPr>
                        <a:t>semua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fungsi</a:t>
                      </a:r>
                      <a:r>
                        <a:rPr lang="en-ID" sz="1200" spc="12" dirty="0">
                          <a:effectLst/>
                        </a:rPr>
                        <a:t>.</a:t>
                      </a:r>
                      <a:endParaRPr lang="en-ID" sz="1200" b="0" i="0" spc="10" dirty="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>
                          <a:effectLst/>
                        </a:rPr>
                        <a:t>Tidak dibagikan, hanya ada dalam fungsinya.</a:t>
                      </a:r>
                      <a:endParaRPr lang="en-ID" sz="1200" b="0" i="0" spc="1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089732"/>
                  </a:ext>
                </a:extLst>
              </a:tr>
              <a:tr h="357728"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600" spc="12">
                          <a:effectLst/>
                        </a:rPr>
                        <a:t>Cakupan</a:t>
                      </a:r>
                      <a:endParaRPr lang="en-ID" sz="1600" b="1" i="0" spc="1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29811" marR="29811" marT="51349" marB="51349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 dirty="0" err="1">
                          <a:effectLst/>
                        </a:rPr>
                        <a:t>Dapat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diakses</a:t>
                      </a:r>
                      <a:r>
                        <a:rPr lang="en-ID" sz="1200" spc="12" dirty="0">
                          <a:effectLst/>
                        </a:rPr>
                        <a:t> di mana </a:t>
                      </a:r>
                      <a:r>
                        <a:rPr lang="en-ID" sz="1200" spc="12" dirty="0" err="1">
                          <a:effectLst/>
                        </a:rPr>
                        <a:t>saja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dalam</a:t>
                      </a:r>
                      <a:r>
                        <a:rPr lang="en-ID" sz="1200" spc="12" dirty="0">
                          <a:effectLst/>
                        </a:rPr>
                        <a:t> program.</a:t>
                      </a:r>
                      <a:endParaRPr lang="en-ID" sz="1200" b="0" i="0" spc="10" dirty="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>
                          <a:effectLst/>
                        </a:rPr>
                        <a:t>Hanya dapat diakses di dalam fungsi.</a:t>
                      </a:r>
                      <a:endParaRPr lang="en-ID" sz="1200" b="0" i="0" spc="1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668514"/>
                  </a:ext>
                </a:extLst>
              </a:tr>
              <a:tr h="506781"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600" spc="12">
                          <a:effectLst/>
                        </a:rPr>
                        <a:t>Parameter yang dibutuhkan</a:t>
                      </a:r>
                      <a:endParaRPr lang="en-ID" sz="1600" b="1" i="0" spc="1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29811" marR="29811" marT="51349" marB="51349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 dirty="0">
                          <a:effectLst/>
                        </a:rPr>
                        <a:t>Tidak </a:t>
                      </a:r>
                      <a:r>
                        <a:rPr lang="en-ID" sz="1200" spc="12" dirty="0" err="1">
                          <a:effectLst/>
                        </a:rPr>
                        <a:t>perlu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meneruskan</a:t>
                      </a:r>
                      <a:r>
                        <a:rPr lang="en-ID" sz="1200" spc="12" dirty="0">
                          <a:effectLst/>
                        </a:rPr>
                        <a:t> parameter.</a:t>
                      </a:r>
                      <a:endParaRPr lang="en-ID" sz="1200" b="0" i="0" spc="10" dirty="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 dirty="0" err="1">
                          <a:effectLst/>
                        </a:rPr>
                        <a:t>Dapat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dibuat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melalui</a:t>
                      </a:r>
                      <a:r>
                        <a:rPr lang="en-ID" sz="1200" spc="12" dirty="0">
                          <a:effectLst/>
                        </a:rPr>
                        <a:t> parameter </a:t>
                      </a:r>
                      <a:r>
                        <a:rPr lang="en-ID" sz="1200" spc="12" dirty="0" err="1">
                          <a:effectLst/>
                        </a:rPr>
                        <a:t>atau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penugasan</a:t>
                      </a:r>
                      <a:r>
                        <a:rPr lang="en-ID" sz="1200" spc="12" dirty="0">
                          <a:effectLst/>
                        </a:rPr>
                        <a:t> di </a:t>
                      </a:r>
                      <a:r>
                        <a:rPr lang="en-ID" sz="1200" spc="12" dirty="0" err="1">
                          <a:effectLst/>
                        </a:rPr>
                        <a:t>dalam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fungsi</a:t>
                      </a:r>
                      <a:r>
                        <a:rPr lang="en-ID" sz="1200" spc="12" dirty="0">
                          <a:effectLst/>
                        </a:rPr>
                        <a:t>.</a:t>
                      </a:r>
                      <a:endParaRPr lang="en-ID" sz="1200" b="0" i="0" spc="10" dirty="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021967"/>
                  </a:ext>
                </a:extLst>
              </a:tr>
              <a:tr h="506781"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600" spc="12">
                          <a:effectLst/>
                        </a:rPr>
                        <a:t>Penyimpanan</a:t>
                      </a:r>
                      <a:endParaRPr lang="en-ID" sz="1600" b="1" i="0" spc="1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29811" marR="29811" marT="51349" marB="51349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>
                          <a:effectLst/>
                        </a:rPr>
                        <a:t>Dikelola dalam namespace global (bukan lokasi memori tetap)</a:t>
                      </a:r>
                      <a:endParaRPr lang="en-ID" sz="1200" b="0" i="0" spc="1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 dirty="0" err="1">
                          <a:effectLst/>
                        </a:rPr>
                        <a:t>Disimpan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dalam</a:t>
                      </a:r>
                      <a:r>
                        <a:rPr lang="en-ID" sz="1200" spc="12" dirty="0">
                          <a:effectLst/>
                        </a:rPr>
                        <a:t> namespace </a:t>
                      </a:r>
                      <a:r>
                        <a:rPr lang="en-ID" sz="1200" spc="12" dirty="0" err="1">
                          <a:effectLst/>
                        </a:rPr>
                        <a:t>lokal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fungsi</a:t>
                      </a:r>
                      <a:r>
                        <a:rPr lang="en-ID" sz="1200" spc="12" dirty="0">
                          <a:effectLst/>
                        </a:rPr>
                        <a:t> (frame </a:t>
                      </a:r>
                      <a:r>
                        <a:rPr lang="en-ID" sz="1200" spc="12" dirty="0" err="1">
                          <a:effectLst/>
                        </a:rPr>
                        <a:t>tumpukan</a:t>
                      </a:r>
                      <a:r>
                        <a:rPr lang="en-ID" sz="1200" spc="12" dirty="0">
                          <a:effectLst/>
                        </a:rPr>
                        <a:t>)</a:t>
                      </a:r>
                      <a:endParaRPr lang="en-ID" sz="1200" b="0" i="0" spc="10" dirty="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411173"/>
                  </a:ext>
                </a:extLst>
              </a:tr>
              <a:tr h="506781"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600" spc="12">
                          <a:effectLst/>
                        </a:rPr>
                        <a:t>Nilai</a:t>
                      </a:r>
                      <a:endParaRPr lang="en-ID" sz="1600" b="1" i="0" spc="1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29811" marR="29811" marT="51349" marB="51349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>
                          <a:effectLst/>
                        </a:rPr>
                        <a:t>Perubahan tersebut memengaruhi seluruh program.</a:t>
                      </a:r>
                      <a:endParaRPr lang="en-ID" sz="1200" b="0" i="0" spc="1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D" sz="1200" spc="12" dirty="0" err="1">
                          <a:effectLst/>
                        </a:rPr>
                        <a:t>Perubahan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bersifat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lokal</a:t>
                      </a:r>
                      <a:r>
                        <a:rPr lang="en-ID" sz="1200" spc="12" dirty="0">
                          <a:effectLst/>
                        </a:rPr>
                        <a:t> dan </a:t>
                      </a:r>
                      <a:r>
                        <a:rPr lang="en-ID" sz="1200" spc="12" dirty="0" err="1">
                          <a:effectLst/>
                        </a:rPr>
                        <a:t>tidak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memengaruhi</a:t>
                      </a:r>
                      <a:r>
                        <a:rPr lang="en-ID" sz="1200" spc="12" dirty="0">
                          <a:effectLst/>
                        </a:rPr>
                        <a:t> </a:t>
                      </a:r>
                      <a:r>
                        <a:rPr lang="en-ID" sz="1200" spc="12" dirty="0" err="1">
                          <a:effectLst/>
                        </a:rPr>
                        <a:t>fungsi</a:t>
                      </a:r>
                      <a:r>
                        <a:rPr lang="en-ID" sz="1200" spc="12" dirty="0">
                          <a:effectLst/>
                        </a:rPr>
                        <a:t> lain.</a:t>
                      </a:r>
                      <a:endParaRPr lang="en-ID" sz="1200" b="0" i="0" spc="10" dirty="0">
                        <a:solidFill>
                          <a:srgbClr val="273239"/>
                        </a:solidFill>
                        <a:effectLst/>
                        <a:latin typeface="Nunito" panose="020F0502020204030204" pitchFamily="2" charset="0"/>
                      </a:endParaRPr>
                    </a:p>
                  </a:txBody>
                  <a:tcPr marL="74527" marR="74527" marT="104337" marB="104337" anchor="ctr"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340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94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367A9DAB-ECD1-6BCD-AB54-EB659F44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DA40184A-377B-56B3-FF5B-8C256F51960D}"/>
              </a:ext>
            </a:extLst>
          </p:cNvPr>
          <p:cNvSpPr txBox="1"/>
          <p:nvPr/>
        </p:nvSpPr>
        <p:spPr>
          <a:xfrm>
            <a:off x="2277579" y="-195337"/>
            <a:ext cx="4585877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Contoh di pyhton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9" name="Google Shape;2535;p29">
            <a:extLst>
              <a:ext uri="{FF2B5EF4-FFF2-40B4-BE49-F238E27FC236}">
                <a16:creationId xmlns:a16="http://schemas.microsoft.com/office/drawing/2014/main" id="{158AD9D9-472F-55F6-856C-31B155DA7362}"/>
              </a:ext>
            </a:extLst>
          </p:cNvPr>
          <p:cNvGrpSpPr/>
          <p:nvPr/>
        </p:nvGrpSpPr>
        <p:grpSpPr>
          <a:xfrm>
            <a:off x="7378897" y="-984045"/>
            <a:ext cx="2112291" cy="3228610"/>
            <a:chOff x="680166" y="937073"/>
            <a:chExt cx="2112291" cy="3228610"/>
          </a:xfrm>
        </p:grpSpPr>
        <p:sp>
          <p:nvSpPr>
            <p:cNvPr id="10" name="Google Shape;2536;p29">
              <a:extLst>
                <a:ext uri="{FF2B5EF4-FFF2-40B4-BE49-F238E27FC236}">
                  <a16:creationId xmlns:a16="http://schemas.microsoft.com/office/drawing/2014/main" id="{8B7DC507-572F-19A8-3506-C17B9102A6BE}"/>
                </a:ext>
              </a:extLst>
            </p:cNvPr>
            <p:cNvSpPr/>
            <p:nvPr/>
          </p:nvSpPr>
          <p:spPr>
            <a:xfrm>
              <a:off x="1065189" y="3325504"/>
              <a:ext cx="579599" cy="579599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0"/>
                  </a:moveTo>
                  <a:cubicBezTo>
                    <a:pt x="3927" y="0"/>
                    <a:pt x="0" y="3927"/>
                    <a:pt x="0" y="8773"/>
                  </a:cubicBezTo>
                  <a:cubicBezTo>
                    <a:pt x="0" y="13618"/>
                    <a:pt x="3927" y="17545"/>
                    <a:pt x="8772" y="17545"/>
                  </a:cubicBezTo>
                  <a:cubicBezTo>
                    <a:pt x="13618" y="17545"/>
                    <a:pt x="17545" y="13618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537;p29">
              <a:extLst>
                <a:ext uri="{FF2B5EF4-FFF2-40B4-BE49-F238E27FC236}">
                  <a16:creationId xmlns:a16="http://schemas.microsoft.com/office/drawing/2014/main" id="{20B4A2EA-6776-F8CF-B364-E3055BF4EA06}"/>
                </a:ext>
              </a:extLst>
            </p:cNvPr>
            <p:cNvSpPr/>
            <p:nvPr/>
          </p:nvSpPr>
          <p:spPr>
            <a:xfrm>
              <a:off x="1118540" y="3379912"/>
              <a:ext cx="472896" cy="471839"/>
            </a:xfrm>
            <a:custGeom>
              <a:avLst/>
              <a:gdLst/>
              <a:ahLst/>
              <a:cxnLst/>
              <a:rect l="l" t="t" r="r" b="b"/>
              <a:pathLst>
                <a:path w="14315" h="14283" extrusionOk="0">
                  <a:moveTo>
                    <a:pt x="7157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84"/>
                    <a:pt x="3199" y="14283"/>
                    <a:pt x="7157" y="14283"/>
                  </a:cubicBezTo>
                  <a:cubicBezTo>
                    <a:pt x="11116" y="14283"/>
                    <a:pt x="14315" y="11084"/>
                    <a:pt x="14315" y="7126"/>
                  </a:cubicBezTo>
                  <a:cubicBezTo>
                    <a:pt x="14315" y="3199"/>
                    <a:pt x="11116" y="0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538;p29">
              <a:extLst>
                <a:ext uri="{FF2B5EF4-FFF2-40B4-BE49-F238E27FC236}">
                  <a16:creationId xmlns:a16="http://schemas.microsoft.com/office/drawing/2014/main" id="{A9E6E10B-6214-214B-510A-FCD75E7ED626}"/>
                </a:ext>
              </a:extLst>
            </p:cNvPr>
            <p:cNvSpPr/>
            <p:nvPr/>
          </p:nvSpPr>
          <p:spPr>
            <a:xfrm>
              <a:off x="1992085" y="1448653"/>
              <a:ext cx="556607" cy="556607"/>
            </a:xfrm>
            <a:custGeom>
              <a:avLst/>
              <a:gdLst/>
              <a:ahLst/>
              <a:cxnLst/>
              <a:rect l="l" t="t" r="r" b="b"/>
              <a:pathLst>
                <a:path w="16849" h="16849" extrusionOk="0">
                  <a:moveTo>
                    <a:pt x="8425" y="0"/>
                  </a:moveTo>
                  <a:cubicBezTo>
                    <a:pt x="3770" y="0"/>
                    <a:pt x="1" y="3769"/>
                    <a:pt x="1" y="8424"/>
                  </a:cubicBezTo>
                  <a:cubicBezTo>
                    <a:pt x="1" y="13080"/>
                    <a:pt x="3770" y="16848"/>
                    <a:pt x="8425" y="16848"/>
                  </a:cubicBezTo>
                  <a:cubicBezTo>
                    <a:pt x="13080" y="16848"/>
                    <a:pt x="16849" y="13080"/>
                    <a:pt x="16849" y="8424"/>
                  </a:cubicBezTo>
                  <a:cubicBezTo>
                    <a:pt x="16849" y="3769"/>
                    <a:pt x="13080" y="0"/>
                    <a:pt x="8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539;p29">
              <a:extLst>
                <a:ext uri="{FF2B5EF4-FFF2-40B4-BE49-F238E27FC236}">
                  <a16:creationId xmlns:a16="http://schemas.microsoft.com/office/drawing/2014/main" id="{85D8B165-CFAD-CB40-E952-F3A196749238}"/>
                </a:ext>
              </a:extLst>
            </p:cNvPr>
            <p:cNvSpPr/>
            <p:nvPr/>
          </p:nvSpPr>
          <p:spPr>
            <a:xfrm>
              <a:off x="2237964" y="1698497"/>
              <a:ext cx="63824" cy="56093"/>
            </a:xfrm>
            <a:custGeom>
              <a:avLst/>
              <a:gdLst/>
              <a:ahLst/>
              <a:cxnLst/>
              <a:rect l="l" t="t" r="r" b="b"/>
              <a:pathLst>
                <a:path w="1932" h="1698" extrusionOk="0">
                  <a:moveTo>
                    <a:pt x="982" y="1"/>
                  </a:moveTo>
                  <a:cubicBezTo>
                    <a:pt x="700" y="1"/>
                    <a:pt x="417" y="141"/>
                    <a:pt x="254" y="386"/>
                  </a:cubicBezTo>
                  <a:cubicBezTo>
                    <a:pt x="0" y="766"/>
                    <a:pt x="95" y="1305"/>
                    <a:pt x="507" y="1558"/>
                  </a:cubicBezTo>
                  <a:cubicBezTo>
                    <a:pt x="647" y="1652"/>
                    <a:pt x="810" y="1698"/>
                    <a:pt x="971" y="1698"/>
                  </a:cubicBezTo>
                  <a:cubicBezTo>
                    <a:pt x="1246" y="1698"/>
                    <a:pt x="1519" y="1564"/>
                    <a:pt x="1679" y="1305"/>
                  </a:cubicBezTo>
                  <a:cubicBezTo>
                    <a:pt x="1932" y="925"/>
                    <a:pt x="1805" y="386"/>
                    <a:pt x="1425" y="133"/>
                  </a:cubicBezTo>
                  <a:cubicBezTo>
                    <a:pt x="1291" y="43"/>
                    <a:pt x="1136" y="1"/>
                    <a:pt x="98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540;p29">
              <a:extLst>
                <a:ext uri="{FF2B5EF4-FFF2-40B4-BE49-F238E27FC236}">
                  <a16:creationId xmlns:a16="http://schemas.microsoft.com/office/drawing/2014/main" id="{0F2031AC-9DD7-0E3A-CC55-041E98329A81}"/>
                </a:ext>
              </a:extLst>
            </p:cNvPr>
            <p:cNvSpPr/>
            <p:nvPr/>
          </p:nvSpPr>
          <p:spPr>
            <a:xfrm>
              <a:off x="2107179" y="1563714"/>
              <a:ext cx="326452" cy="325692"/>
            </a:xfrm>
            <a:custGeom>
              <a:avLst/>
              <a:gdLst/>
              <a:ahLst/>
              <a:cxnLst/>
              <a:rect l="l" t="t" r="r" b="b"/>
              <a:pathLst>
                <a:path w="9882" h="9859" extrusionOk="0">
                  <a:moveTo>
                    <a:pt x="4933" y="2888"/>
                  </a:moveTo>
                  <a:cubicBezTo>
                    <a:pt x="5192" y="2888"/>
                    <a:pt x="5453" y="2938"/>
                    <a:pt x="5701" y="3041"/>
                  </a:cubicBezTo>
                  <a:cubicBezTo>
                    <a:pt x="7063" y="3611"/>
                    <a:pt x="7411" y="5321"/>
                    <a:pt x="6366" y="6366"/>
                  </a:cubicBezTo>
                  <a:cubicBezTo>
                    <a:pt x="5988" y="6765"/>
                    <a:pt x="5471" y="6969"/>
                    <a:pt x="4944" y="6969"/>
                  </a:cubicBezTo>
                  <a:cubicBezTo>
                    <a:pt x="4676" y="6969"/>
                    <a:pt x="4405" y="6916"/>
                    <a:pt x="4149" y="6810"/>
                  </a:cubicBezTo>
                  <a:cubicBezTo>
                    <a:pt x="2787" y="6271"/>
                    <a:pt x="2439" y="4529"/>
                    <a:pt x="3484" y="3484"/>
                  </a:cubicBezTo>
                  <a:cubicBezTo>
                    <a:pt x="3868" y="3100"/>
                    <a:pt x="4397" y="2888"/>
                    <a:pt x="4933" y="2888"/>
                  </a:cubicBezTo>
                  <a:close/>
                  <a:moveTo>
                    <a:pt x="4529" y="1"/>
                  </a:moveTo>
                  <a:lnTo>
                    <a:pt x="3357" y="254"/>
                  </a:lnTo>
                  <a:cubicBezTo>
                    <a:pt x="3231" y="286"/>
                    <a:pt x="3167" y="381"/>
                    <a:pt x="3167" y="508"/>
                  </a:cubicBezTo>
                  <a:lnTo>
                    <a:pt x="3167" y="1711"/>
                  </a:lnTo>
                  <a:cubicBezTo>
                    <a:pt x="2977" y="1806"/>
                    <a:pt x="2756" y="1964"/>
                    <a:pt x="2566" y="2123"/>
                  </a:cubicBezTo>
                  <a:lnTo>
                    <a:pt x="1457" y="1648"/>
                  </a:lnTo>
                  <a:cubicBezTo>
                    <a:pt x="1431" y="1630"/>
                    <a:pt x="1402" y="1622"/>
                    <a:pt x="1372" y="1622"/>
                  </a:cubicBezTo>
                  <a:cubicBezTo>
                    <a:pt x="1297" y="1622"/>
                    <a:pt x="1218" y="1674"/>
                    <a:pt x="1172" y="1743"/>
                  </a:cubicBezTo>
                  <a:lnTo>
                    <a:pt x="507" y="2724"/>
                  </a:lnTo>
                  <a:cubicBezTo>
                    <a:pt x="444" y="2819"/>
                    <a:pt x="444" y="2946"/>
                    <a:pt x="539" y="3041"/>
                  </a:cubicBezTo>
                  <a:lnTo>
                    <a:pt x="1394" y="3864"/>
                  </a:lnTo>
                  <a:cubicBezTo>
                    <a:pt x="1331" y="4118"/>
                    <a:pt x="1267" y="4371"/>
                    <a:pt x="1267" y="4593"/>
                  </a:cubicBezTo>
                  <a:lnTo>
                    <a:pt x="159" y="5068"/>
                  </a:lnTo>
                  <a:cubicBezTo>
                    <a:pt x="64" y="5100"/>
                    <a:pt x="1" y="5226"/>
                    <a:pt x="1" y="5321"/>
                  </a:cubicBezTo>
                  <a:lnTo>
                    <a:pt x="254" y="6493"/>
                  </a:lnTo>
                  <a:cubicBezTo>
                    <a:pt x="286" y="6620"/>
                    <a:pt x="381" y="6683"/>
                    <a:pt x="507" y="6683"/>
                  </a:cubicBezTo>
                  <a:lnTo>
                    <a:pt x="1679" y="6683"/>
                  </a:lnTo>
                  <a:cubicBezTo>
                    <a:pt x="1806" y="6873"/>
                    <a:pt x="1932" y="7095"/>
                    <a:pt x="2091" y="7285"/>
                  </a:cubicBezTo>
                  <a:lnTo>
                    <a:pt x="1616" y="8393"/>
                  </a:lnTo>
                  <a:cubicBezTo>
                    <a:pt x="1584" y="8488"/>
                    <a:pt x="1616" y="8615"/>
                    <a:pt x="1711" y="8678"/>
                  </a:cubicBezTo>
                  <a:lnTo>
                    <a:pt x="2692" y="9343"/>
                  </a:lnTo>
                  <a:cubicBezTo>
                    <a:pt x="2729" y="9367"/>
                    <a:pt x="2774" y="9378"/>
                    <a:pt x="2820" y="9378"/>
                  </a:cubicBezTo>
                  <a:cubicBezTo>
                    <a:pt x="2895" y="9378"/>
                    <a:pt x="2970" y="9351"/>
                    <a:pt x="3009" y="9311"/>
                  </a:cubicBezTo>
                  <a:lnTo>
                    <a:pt x="3833" y="8456"/>
                  </a:lnTo>
                  <a:cubicBezTo>
                    <a:pt x="4086" y="8520"/>
                    <a:pt x="4339" y="8583"/>
                    <a:pt x="4593" y="8583"/>
                  </a:cubicBezTo>
                  <a:lnTo>
                    <a:pt x="5036" y="9723"/>
                  </a:lnTo>
                  <a:cubicBezTo>
                    <a:pt x="5062" y="9801"/>
                    <a:pt x="5152" y="9858"/>
                    <a:pt x="5254" y="9858"/>
                  </a:cubicBezTo>
                  <a:cubicBezTo>
                    <a:pt x="5276" y="9858"/>
                    <a:pt x="5299" y="9855"/>
                    <a:pt x="5321" y="9850"/>
                  </a:cubicBezTo>
                  <a:lnTo>
                    <a:pt x="6493" y="9628"/>
                  </a:lnTo>
                  <a:cubicBezTo>
                    <a:pt x="6588" y="9597"/>
                    <a:pt x="6683" y="9502"/>
                    <a:pt x="6683" y="9375"/>
                  </a:cubicBezTo>
                  <a:lnTo>
                    <a:pt x="6651" y="8171"/>
                  </a:lnTo>
                  <a:cubicBezTo>
                    <a:pt x="6873" y="8076"/>
                    <a:pt x="7094" y="7918"/>
                    <a:pt x="7284" y="7760"/>
                  </a:cubicBezTo>
                  <a:lnTo>
                    <a:pt x="8393" y="8235"/>
                  </a:lnTo>
                  <a:cubicBezTo>
                    <a:pt x="8417" y="8243"/>
                    <a:pt x="8442" y="8247"/>
                    <a:pt x="8469" y="8247"/>
                  </a:cubicBezTo>
                  <a:cubicBezTo>
                    <a:pt x="8547" y="8247"/>
                    <a:pt x="8630" y="8211"/>
                    <a:pt x="8678" y="8140"/>
                  </a:cubicBezTo>
                  <a:lnTo>
                    <a:pt x="9343" y="7126"/>
                  </a:lnTo>
                  <a:cubicBezTo>
                    <a:pt x="9406" y="7031"/>
                    <a:pt x="9375" y="6905"/>
                    <a:pt x="9311" y="6810"/>
                  </a:cubicBezTo>
                  <a:lnTo>
                    <a:pt x="8456" y="5986"/>
                  </a:lnTo>
                  <a:cubicBezTo>
                    <a:pt x="8520" y="5765"/>
                    <a:pt x="8551" y="5511"/>
                    <a:pt x="8583" y="5258"/>
                  </a:cubicBezTo>
                  <a:lnTo>
                    <a:pt x="9723" y="4815"/>
                  </a:lnTo>
                  <a:cubicBezTo>
                    <a:pt x="9818" y="4751"/>
                    <a:pt x="9881" y="4624"/>
                    <a:pt x="9850" y="4529"/>
                  </a:cubicBezTo>
                  <a:lnTo>
                    <a:pt x="9628" y="3358"/>
                  </a:lnTo>
                  <a:cubicBezTo>
                    <a:pt x="9596" y="3263"/>
                    <a:pt x="9501" y="3168"/>
                    <a:pt x="9375" y="3168"/>
                  </a:cubicBezTo>
                  <a:lnTo>
                    <a:pt x="8171" y="3199"/>
                  </a:lnTo>
                  <a:cubicBezTo>
                    <a:pt x="8045" y="2978"/>
                    <a:pt x="7918" y="2756"/>
                    <a:pt x="7728" y="2566"/>
                  </a:cubicBezTo>
                  <a:lnTo>
                    <a:pt x="8203" y="1458"/>
                  </a:lnTo>
                  <a:cubicBezTo>
                    <a:pt x="8235" y="1363"/>
                    <a:pt x="8203" y="1236"/>
                    <a:pt x="8108" y="1173"/>
                  </a:cubicBezTo>
                  <a:lnTo>
                    <a:pt x="7126" y="508"/>
                  </a:lnTo>
                  <a:cubicBezTo>
                    <a:pt x="7083" y="479"/>
                    <a:pt x="7028" y="463"/>
                    <a:pt x="6974" y="463"/>
                  </a:cubicBezTo>
                  <a:cubicBezTo>
                    <a:pt x="6908" y="463"/>
                    <a:pt x="6844" y="487"/>
                    <a:pt x="6809" y="539"/>
                  </a:cubicBezTo>
                  <a:lnTo>
                    <a:pt x="5954" y="1394"/>
                  </a:lnTo>
                  <a:cubicBezTo>
                    <a:pt x="5733" y="1331"/>
                    <a:pt x="5479" y="1299"/>
                    <a:pt x="5258" y="1268"/>
                  </a:cubicBezTo>
                  <a:lnTo>
                    <a:pt x="4783" y="159"/>
                  </a:lnTo>
                  <a:cubicBezTo>
                    <a:pt x="4751" y="64"/>
                    <a:pt x="4624" y="1"/>
                    <a:pt x="452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41;p29">
              <a:extLst>
                <a:ext uri="{FF2B5EF4-FFF2-40B4-BE49-F238E27FC236}">
                  <a16:creationId xmlns:a16="http://schemas.microsoft.com/office/drawing/2014/main" id="{EC6C188D-D47E-2DAA-A3C4-199D07A967E6}"/>
                </a:ext>
              </a:extLst>
            </p:cNvPr>
            <p:cNvSpPr/>
            <p:nvPr/>
          </p:nvSpPr>
          <p:spPr>
            <a:xfrm>
              <a:off x="2447208" y="1159894"/>
              <a:ext cx="330614" cy="327245"/>
            </a:xfrm>
            <a:custGeom>
              <a:avLst/>
              <a:gdLst/>
              <a:ahLst/>
              <a:cxnLst/>
              <a:rect l="l" t="t" r="r" b="b"/>
              <a:pathLst>
                <a:path w="10008" h="9906" extrusionOk="0">
                  <a:moveTo>
                    <a:pt x="1583" y="1"/>
                  </a:moveTo>
                  <a:cubicBezTo>
                    <a:pt x="665" y="1"/>
                    <a:pt x="0" y="634"/>
                    <a:pt x="0" y="1616"/>
                  </a:cubicBezTo>
                  <a:lnTo>
                    <a:pt x="0" y="6081"/>
                  </a:lnTo>
                  <a:cubicBezTo>
                    <a:pt x="0" y="6968"/>
                    <a:pt x="602" y="7696"/>
                    <a:pt x="1583" y="7696"/>
                  </a:cubicBezTo>
                  <a:lnTo>
                    <a:pt x="1995" y="7696"/>
                  </a:lnTo>
                  <a:cubicBezTo>
                    <a:pt x="2185" y="7696"/>
                    <a:pt x="2407" y="7886"/>
                    <a:pt x="2439" y="8140"/>
                  </a:cubicBezTo>
                  <a:lnTo>
                    <a:pt x="2755" y="9691"/>
                  </a:lnTo>
                  <a:cubicBezTo>
                    <a:pt x="2775" y="9829"/>
                    <a:pt x="2856" y="9906"/>
                    <a:pt x="2960" y="9906"/>
                  </a:cubicBezTo>
                  <a:cubicBezTo>
                    <a:pt x="3023" y="9906"/>
                    <a:pt x="3095" y="9878"/>
                    <a:pt x="3167" y="9818"/>
                  </a:cubicBezTo>
                  <a:lnTo>
                    <a:pt x="4909" y="8013"/>
                  </a:lnTo>
                  <a:cubicBezTo>
                    <a:pt x="5099" y="7823"/>
                    <a:pt x="5447" y="7696"/>
                    <a:pt x="5700" y="7696"/>
                  </a:cubicBezTo>
                  <a:lnTo>
                    <a:pt x="8424" y="7696"/>
                  </a:lnTo>
                  <a:cubicBezTo>
                    <a:pt x="9374" y="7696"/>
                    <a:pt x="10007" y="6904"/>
                    <a:pt x="10007" y="6081"/>
                  </a:cubicBezTo>
                  <a:lnTo>
                    <a:pt x="10007" y="1616"/>
                  </a:lnTo>
                  <a:cubicBezTo>
                    <a:pt x="10007" y="666"/>
                    <a:pt x="9342" y="1"/>
                    <a:pt x="84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42;p29">
              <a:extLst>
                <a:ext uri="{FF2B5EF4-FFF2-40B4-BE49-F238E27FC236}">
                  <a16:creationId xmlns:a16="http://schemas.microsoft.com/office/drawing/2014/main" id="{B87E0A58-EF03-C5F7-4772-40710AB573ED}"/>
                </a:ext>
              </a:extLst>
            </p:cNvPr>
            <p:cNvSpPr/>
            <p:nvPr/>
          </p:nvSpPr>
          <p:spPr>
            <a:xfrm>
              <a:off x="2507860" y="1191443"/>
              <a:ext cx="207196" cy="183840"/>
            </a:xfrm>
            <a:custGeom>
              <a:avLst/>
              <a:gdLst/>
              <a:ahLst/>
              <a:cxnLst/>
              <a:rect l="l" t="t" r="r" b="b"/>
              <a:pathLst>
                <a:path w="6272" h="5565" extrusionOk="0">
                  <a:moveTo>
                    <a:pt x="3152" y="1"/>
                  </a:moveTo>
                  <a:cubicBezTo>
                    <a:pt x="2853" y="1"/>
                    <a:pt x="2549" y="50"/>
                    <a:pt x="2249" y="154"/>
                  </a:cubicBezTo>
                  <a:cubicBezTo>
                    <a:pt x="793" y="629"/>
                    <a:pt x="1" y="2213"/>
                    <a:pt x="508" y="3669"/>
                  </a:cubicBezTo>
                  <a:cubicBezTo>
                    <a:pt x="885" y="4827"/>
                    <a:pt x="1962" y="5564"/>
                    <a:pt x="3120" y="5564"/>
                  </a:cubicBezTo>
                  <a:cubicBezTo>
                    <a:pt x="3419" y="5564"/>
                    <a:pt x="3724" y="5515"/>
                    <a:pt x="4023" y="5411"/>
                  </a:cubicBezTo>
                  <a:cubicBezTo>
                    <a:pt x="5480" y="4936"/>
                    <a:pt x="6271" y="3353"/>
                    <a:pt x="5765" y="1896"/>
                  </a:cubicBezTo>
                  <a:cubicBezTo>
                    <a:pt x="5387" y="738"/>
                    <a:pt x="4310" y="1"/>
                    <a:pt x="315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43;p29">
              <a:extLst>
                <a:ext uri="{FF2B5EF4-FFF2-40B4-BE49-F238E27FC236}">
                  <a16:creationId xmlns:a16="http://schemas.microsoft.com/office/drawing/2014/main" id="{AFEF3487-5BD8-D819-E954-86860726AB2C}"/>
                </a:ext>
              </a:extLst>
            </p:cNvPr>
            <p:cNvSpPr/>
            <p:nvPr/>
          </p:nvSpPr>
          <p:spPr>
            <a:xfrm>
              <a:off x="2559131" y="1226856"/>
              <a:ext cx="106736" cy="137095"/>
            </a:xfrm>
            <a:custGeom>
              <a:avLst/>
              <a:gdLst/>
              <a:ahLst/>
              <a:cxnLst/>
              <a:rect l="l" t="t" r="r" b="b"/>
              <a:pathLst>
                <a:path w="3231" h="4150" extrusionOk="0">
                  <a:moveTo>
                    <a:pt x="1616" y="0"/>
                  </a:moveTo>
                  <a:cubicBezTo>
                    <a:pt x="1141" y="0"/>
                    <a:pt x="761" y="380"/>
                    <a:pt x="697" y="856"/>
                  </a:cubicBezTo>
                  <a:cubicBezTo>
                    <a:pt x="634" y="1236"/>
                    <a:pt x="729" y="1616"/>
                    <a:pt x="887" y="1964"/>
                  </a:cubicBezTo>
                  <a:cubicBezTo>
                    <a:pt x="919" y="2059"/>
                    <a:pt x="982" y="2186"/>
                    <a:pt x="1046" y="2281"/>
                  </a:cubicBezTo>
                  <a:lnTo>
                    <a:pt x="1046" y="2502"/>
                  </a:lnTo>
                  <a:cubicBezTo>
                    <a:pt x="1046" y="2597"/>
                    <a:pt x="1014" y="2661"/>
                    <a:pt x="951" y="2692"/>
                  </a:cubicBezTo>
                  <a:lnTo>
                    <a:pt x="349" y="3009"/>
                  </a:lnTo>
                  <a:cubicBezTo>
                    <a:pt x="127" y="3136"/>
                    <a:pt x="1" y="3326"/>
                    <a:pt x="1" y="3547"/>
                  </a:cubicBezTo>
                  <a:cubicBezTo>
                    <a:pt x="444" y="3927"/>
                    <a:pt x="1014" y="4149"/>
                    <a:pt x="1616" y="4149"/>
                  </a:cubicBezTo>
                  <a:cubicBezTo>
                    <a:pt x="2249" y="4149"/>
                    <a:pt x="2787" y="3927"/>
                    <a:pt x="3231" y="3547"/>
                  </a:cubicBezTo>
                  <a:cubicBezTo>
                    <a:pt x="3231" y="3326"/>
                    <a:pt x="3072" y="3136"/>
                    <a:pt x="2882" y="3009"/>
                  </a:cubicBezTo>
                  <a:lnTo>
                    <a:pt x="2217" y="2692"/>
                  </a:lnTo>
                  <a:cubicBezTo>
                    <a:pt x="2154" y="2661"/>
                    <a:pt x="2122" y="2597"/>
                    <a:pt x="2122" y="2534"/>
                  </a:cubicBezTo>
                  <a:cubicBezTo>
                    <a:pt x="2122" y="2407"/>
                    <a:pt x="2091" y="2312"/>
                    <a:pt x="2154" y="2217"/>
                  </a:cubicBezTo>
                  <a:cubicBezTo>
                    <a:pt x="2502" y="1711"/>
                    <a:pt x="2566" y="1299"/>
                    <a:pt x="2471" y="792"/>
                  </a:cubicBezTo>
                  <a:cubicBezTo>
                    <a:pt x="2407" y="317"/>
                    <a:pt x="2091" y="0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44;p29">
              <a:extLst>
                <a:ext uri="{FF2B5EF4-FFF2-40B4-BE49-F238E27FC236}">
                  <a16:creationId xmlns:a16="http://schemas.microsoft.com/office/drawing/2014/main" id="{0818ABEB-23A7-1EED-49D4-F19E9C024B66}"/>
                </a:ext>
              </a:extLst>
            </p:cNvPr>
            <p:cNvSpPr/>
            <p:nvPr/>
          </p:nvSpPr>
          <p:spPr>
            <a:xfrm>
              <a:off x="771210" y="3734543"/>
              <a:ext cx="418487" cy="351823"/>
            </a:xfrm>
            <a:custGeom>
              <a:avLst/>
              <a:gdLst/>
              <a:ahLst/>
              <a:cxnLst/>
              <a:rect l="l" t="t" r="r" b="b"/>
              <a:pathLst>
                <a:path w="12668" h="10650" extrusionOk="0">
                  <a:moveTo>
                    <a:pt x="10514" y="1"/>
                  </a:moveTo>
                  <a:lnTo>
                    <a:pt x="887" y="7538"/>
                  </a:lnTo>
                  <a:cubicBezTo>
                    <a:pt x="127" y="8140"/>
                    <a:pt x="0" y="9248"/>
                    <a:pt x="602" y="10008"/>
                  </a:cubicBezTo>
                  <a:cubicBezTo>
                    <a:pt x="932" y="10430"/>
                    <a:pt x="1442" y="10650"/>
                    <a:pt x="1961" y="10650"/>
                  </a:cubicBezTo>
                  <a:cubicBezTo>
                    <a:pt x="2338" y="10650"/>
                    <a:pt x="2720" y="10533"/>
                    <a:pt x="3040" y="10293"/>
                  </a:cubicBezTo>
                  <a:lnTo>
                    <a:pt x="12668" y="2724"/>
                  </a:lnTo>
                  <a:cubicBezTo>
                    <a:pt x="11939" y="1838"/>
                    <a:pt x="11274" y="856"/>
                    <a:pt x="1051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545;p29">
              <a:extLst>
                <a:ext uri="{FF2B5EF4-FFF2-40B4-BE49-F238E27FC236}">
                  <a16:creationId xmlns:a16="http://schemas.microsoft.com/office/drawing/2014/main" id="{30212B2E-41A9-DAA1-BC29-8537751EE001}"/>
                </a:ext>
              </a:extLst>
            </p:cNvPr>
            <p:cNvSpPr/>
            <p:nvPr/>
          </p:nvSpPr>
          <p:spPr>
            <a:xfrm>
              <a:off x="680166" y="3780165"/>
              <a:ext cx="397609" cy="346735"/>
            </a:xfrm>
            <a:custGeom>
              <a:avLst/>
              <a:gdLst/>
              <a:ahLst/>
              <a:cxnLst/>
              <a:rect l="l" t="t" r="r" b="b"/>
              <a:pathLst>
                <a:path w="12036" h="10496" extrusionOk="0">
                  <a:moveTo>
                    <a:pt x="10255" y="0"/>
                  </a:moveTo>
                  <a:cubicBezTo>
                    <a:pt x="10056" y="0"/>
                    <a:pt x="9856" y="66"/>
                    <a:pt x="9692" y="203"/>
                  </a:cubicBezTo>
                  <a:lnTo>
                    <a:pt x="1394" y="6885"/>
                  </a:lnTo>
                  <a:cubicBezTo>
                    <a:pt x="318" y="7740"/>
                    <a:pt x="1" y="9292"/>
                    <a:pt x="761" y="10464"/>
                  </a:cubicBezTo>
                  <a:cubicBezTo>
                    <a:pt x="761" y="10464"/>
                    <a:pt x="761" y="10464"/>
                    <a:pt x="761" y="10496"/>
                  </a:cubicBezTo>
                  <a:lnTo>
                    <a:pt x="12035" y="1723"/>
                  </a:lnTo>
                  <a:cubicBezTo>
                    <a:pt x="11655" y="1280"/>
                    <a:pt x="11307" y="805"/>
                    <a:pt x="10958" y="330"/>
                  </a:cubicBezTo>
                  <a:cubicBezTo>
                    <a:pt x="10779" y="114"/>
                    <a:pt x="10517" y="0"/>
                    <a:pt x="10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546;p29">
              <a:extLst>
                <a:ext uri="{FF2B5EF4-FFF2-40B4-BE49-F238E27FC236}">
                  <a16:creationId xmlns:a16="http://schemas.microsoft.com/office/drawing/2014/main" id="{700DCA45-F901-F987-C8FC-6B2D4C673009}"/>
                </a:ext>
              </a:extLst>
            </p:cNvPr>
            <p:cNvSpPr/>
            <p:nvPr/>
          </p:nvSpPr>
          <p:spPr>
            <a:xfrm>
              <a:off x="705306" y="3837084"/>
              <a:ext cx="419544" cy="328599"/>
            </a:xfrm>
            <a:custGeom>
              <a:avLst/>
              <a:gdLst/>
              <a:ahLst/>
              <a:cxnLst/>
              <a:rect l="l" t="t" r="r" b="b"/>
              <a:pathLst>
                <a:path w="12700" h="9947" extrusionOk="0">
                  <a:moveTo>
                    <a:pt x="11243" y="0"/>
                  </a:moveTo>
                  <a:lnTo>
                    <a:pt x="0" y="8773"/>
                  </a:lnTo>
                  <a:cubicBezTo>
                    <a:pt x="527" y="9544"/>
                    <a:pt x="1368" y="9947"/>
                    <a:pt x="2215" y="9947"/>
                  </a:cubicBezTo>
                  <a:cubicBezTo>
                    <a:pt x="2794" y="9947"/>
                    <a:pt x="3376" y="9760"/>
                    <a:pt x="3864" y="9374"/>
                  </a:cubicBezTo>
                  <a:lnTo>
                    <a:pt x="12351" y="2534"/>
                  </a:lnTo>
                  <a:cubicBezTo>
                    <a:pt x="12668" y="2280"/>
                    <a:pt x="12699" y="1869"/>
                    <a:pt x="12478" y="1552"/>
                  </a:cubicBezTo>
                  <a:cubicBezTo>
                    <a:pt x="12066" y="1045"/>
                    <a:pt x="11654" y="539"/>
                    <a:pt x="1124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47;p29">
              <a:extLst>
                <a:ext uri="{FF2B5EF4-FFF2-40B4-BE49-F238E27FC236}">
                  <a16:creationId xmlns:a16="http://schemas.microsoft.com/office/drawing/2014/main" id="{94EABE6F-99F2-982B-B0F7-79193A308ABD}"/>
                </a:ext>
              </a:extLst>
            </p:cNvPr>
            <p:cNvSpPr/>
            <p:nvPr/>
          </p:nvSpPr>
          <p:spPr>
            <a:xfrm>
              <a:off x="1227325" y="3473798"/>
              <a:ext cx="255328" cy="296357"/>
            </a:xfrm>
            <a:custGeom>
              <a:avLst/>
              <a:gdLst/>
              <a:ahLst/>
              <a:cxnLst/>
              <a:rect l="l" t="t" r="r" b="b"/>
              <a:pathLst>
                <a:path w="7729" h="8971" extrusionOk="0">
                  <a:moveTo>
                    <a:pt x="3864" y="0"/>
                  </a:moveTo>
                  <a:cubicBezTo>
                    <a:pt x="3785" y="0"/>
                    <a:pt x="3706" y="24"/>
                    <a:pt x="3643" y="72"/>
                  </a:cubicBezTo>
                  <a:cubicBezTo>
                    <a:pt x="2788" y="927"/>
                    <a:pt x="1774" y="1307"/>
                    <a:pt x="444" y="1307"/>
                  </a:cubicBezTo>
                  <a:cubicBezTo>
                    <a:pt x="254" y="1307"/>
                    <a:pt x="128" y="1433"/>
                    <a:pt x="128" y="1623"/>
                  </a:cubicBezTo>
                  <a:cubicBezTo>
                    <a:pt x="128" y="1845"/>
                    <a:pt x="128" y="2067"/>
                    <a:pt x="96" y="2288"/>
                  </a:cubicBezTo>
                  <a:cubicBezTo>
                    <a:pt x="64" y="4569"/>
                    <a:pt x="1" y="7640"/>
                    <a:pt x="3769" y="8939"/>
                  </a:cubicBezTo>
                  <a:lnTo>
                    <a:pt x="3864" y="8971"/>
                  </a:lnTo>
                  <a:lnTo>
                    <a:pt x="3960" y="8939"/>
                  </a:lnTo>
                  <a:cubicBezTo>
                    <a:pt x="7728" y="7640"/>
                    <a:pt x="7665" y="4569"/>
                    <a:pt x="7633" y="2288"/>
                  </a:cubicBezTo>
                  <a:cubicBezTo>
                    <a:pt x="7633" y="2067"/>
                    <a:pt x="7633" y="1845"/>
                    <a:pt x="7633" y="1623"/>
                  </a:cubicBezTo>
                  <a:cubicBezTo>
                    <a:pt x="7633" y="1433"/>
                    <a:pt x="7475" y="1307"/>
                    <a:pt x="7285" y="1307"/>
                  </a:cubicBezTo>
                  <a:cubicBezTo>
                    <a:pt x="5955" y="1307"/>
                    <a:pt x="4941" y="895"/>
                    <a:pt x="4086" y="72"/>
                  </a:cubicBezTo>
                  <a:cubicBezTo>
                    <a:pt x="4023" y="24"/>
                    <a:pt x="3944" y="0"/>
                    <a:pt x="386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48;p29">
              <a:extLst>
                <a:ext uri="{FF2B5EF4-FFF2-40B4-BE49-F238E27FC236}">
                  <a16:creationId xmlns:a16="http://schemas.microsoft.com/office/drawing/2014/main" id="{D1AFDEE1-E4EA-3A26-772C-277272C6C66B}"/>
                </a:ext>
              </a:extLst>
            </p:cNvPr>
            <p:cNvSpPr/>
            <p:nvPr/>
          </p:nvSpPr>
          <p:spPr>
            <a:xfrm>
              <a:off x="1290124" y="3557211"/>
              <a:ext cx="129728" cy="118265"/>
            </a:xfrm>
            <a:custGeom>
              <a:avLst/>
              <a:gdLst/>
              <a:ahLst/>
              <a:cxnLst/>
              <a:rect l="l" t="t" r="r" b="b"/>
              <a:pathLst>
                <a:path w="3927" h="3580" extrusionOk="0">
                  <a:moveTo>
                    <a:pt x="1330" y="365"/>
                  </a:moveTo>
                  <a:lnTo>
                    <a:pt x="1330" y="365"/>
                  </a:lnTo>
                  <a:cubicBezTo>
                    <a:pt x="1235" y="492"/>
                    <a:pt x="1172" y="618"/>
                    <a:pt x="1108" y="777"/>
                  </a:cubicBezTo>
                  <a:cubicBezTo>
                    <a:pt x="1045" y="713"/>
                    <a:pt x="982" y="682"/>
                    <a:pt x="950" y="618"/>
                  </a:cubicBezTo>
                  <a:cubicBezTo>
                    <a:pt x="1045" y="523"/>
                    <a:pt x="1203" y="428"/>
                    <a:pt x="1330" y="365"/>
                  </a:cubicBezTo>
                  <a:close/>
                  <a:moveTo>
                    <a:pt x="2597" y="365"/>
                  </a:moveTo>
                  <a:lnTo>
                    <a:pt x="2597" y="365"/>
                  </a:lnTo>
                  <a:cubicBezTo>
                    <a:pt x="2724" y="428"/>
                    <a:pt x="2882" y="523"/>
                    <a:pt x="3009" y="618"/>
                  </a:cubicBezTo>
                  <a:cubicBezTo>
                    <a:pt x="2945" y="682"/>
                    <a:pt x="2882" y="713"/>
                    <a:pt x="2819" y="777"/>
                  </a:cubicBezTo>
                  <a:cubicBezTo>
                    <a:pt x="2755" y="618"/>
                    <a:pt x="2692" y="492"/>
                    <a:pt x="2597" y="365"/>
                  </a:cubicBezTo>
                  <a:close/>
                  <a:moveTo>
                    <a:pt x="1868" y="238"/>
                  </a:moveTo>
                  <a:lnTo>
                    <a:pt x="1868" y="998"/>
                  </a:lnTo>
                  <a:cubicBezTo>
                    <a:pt x="1678" y="998"/>
                    <a:pt x="1488" y="935"/>
                    <a:pt x="1330" y="872"/>
                  </a:cubicBezTo>
                  <a:cubicBezTo>
                    <a:pt x="1425" y="618"/>
                    <a:pt x="1583" y="333"/>
                    <a:pt x="1868" y="238"/>
                  </a:cubicBezTo>
                  <a:close/>
                  <a:moveTo>
                    <a:pt x="2090" y="238"/>
                  </a:moveTo>
                  <a:cubicBezTo>
                    <a:pt x="2344" y="333"/>
                    <a:pt x="2502" y="618"/>
                    <a:pt x="2597" y="872"/>
                  </a:cubicBezTo>
                  <a:cubicBezTo>
                    <a:pt x="2439" y="935"/>
                    <a:pt x="2280" y="998"/>
                    <a:pt x="2090" y="998"/>
                  </a:cubicBezTo>
                  <a:lnTo>
                    <a:pt x="2090" y="238"/>
                  </a:lnTo>
                  <a:close/>
                  <a:moveTo>
                    <a:pt x="2692" y="1093"/>
                  </a:moveTo>
                  <a:cubicBezTo>
                    <a:pt x="2724" y="1252"/>
                    <a:pt x="2755" y="1474"/>
                    <a:pt x="2755" y="1664"/>
                  </a:cubicBezTo>
                  <a:lnTo>
                    <a:pt x="2090" y="1664"/>
                  </a:lnTo>
                  <a:lnTo>
                    <a:pt x="2090" y="1220"/>
                  </a:lnTo>
                  <a:cubicBezTo>
                    <a:pt x="2280" y="1220"/>
                    <a:pt x="2502" y="1157"/>
                    <a:pt x="2692" y="1093"/>
                  </a:cubicBezTo>
                  <a:close/>
                  <a:moveTo>
                    <a:pt x="792" y="777"/>
                  </a:moveTo>
                  <a:cubicBezTo>
                    <a:pt x="855" y="872"/>
                    <a:pt x="950" y="935"/>
                    <a:pt x="1045" y="998"/>
                  </a:cubicBezTo>
                  <a:cubicBezTo>
                    <a:pt x="982" y="1188"/>
                    <a:pt x="950" y="1442"/>
                    <a:pt x="950" y="1695"/>
                  </a:cubicBezTo>
                  <a:lnTo>
                    <a:pt x="412" y="1695"/>
                  </a:lnTo>
                  <a:cubicBezTo>
                    <a:pt x="443" y="1347"/>
                    <a:pt x="570" y="1030"/>
                    <a:pt x="792" y="777"/>
                  </a:cubicBezTo>
                  <a:close/>
                  <a:moveTo>
                    <a:pt x="1267" y="1093"/>
                  </a:moveTo>
                  <a:cubicBezTo>
                    <a:pt x="1425" y="1188"/>
                    <a:pt x="1647" y="1220"/>
                    <a:pt x="1868" y="1252"/>
                  </a:cubicBezTo>
                  <a:lnTo>
                    <a:pt x="1868" y="1695"/>
                  </a:lnTo>
                  <a:lnTo>
                    <a:pt x="1172" y="1695"/>
                  </a:lnTo>
                  <a:cubicBezTo>
                    <a:pt x="1172" y="1474"/>
                    <a:pt x="1203" y="1283"/>
                    <a:pt x="1267" y="1093"/>
                  </a:cubicBezTo>
                  <a:close/>
                  <a:moveTo>
                    <a:pt x="3167" y="777"/>
                  </a:moveTo>
                  <a:cubicBezTo>
                    <a:pt x="3389" y="1030"/>
                    <a:pt x="3515" y="1347"/>
                    <a:pt x="3515" y="1695"/>
                  </a:cubicBezTo>
                  <a:lnTo>
                    <a:pt x="3009" y="1695"/>
                  </a:lnTo>
                  <a:cubicBezTo>
                    <a:pt x="2977" y="1442"/>
                    <a:pt x="2945" y="1188"/>
                    <a:pt x="2882" y="998"/>
                  </a:cubicBezTo>
                  <a:cubicBezTo>
                    <a:pt x="2977" y="935"/>
                    <a:pt x="3072" y="872"/>
                    <a:pt x="3167" y="777"/>
                  </a:cubicBezTo>
                  <a:close/>
                  <a:moveTo>
                    <a:pt x="1868" y="1917"/>
                  </a:moveTo>
                  <a:lnTo>
                    <a:pt x="1868" y="2360"/>
                  </a:lnTo>
                  <a:cubicBezTo>
                    <a:pt x="1647" y="2360"/>
                    <a:pt x="1457" y="2424"/>
                    <a:pt x="1267" y="2487"/>
                  </a:cubicBezTo>
                  <a:cubicBezTo>
                    <a:pt x="1203" y="2329"/>
                    <a:pt x="1172" y="2107"/>
                    <a:pt x="1172" y="1917"/>
                  </a:cubicBezTo>
                  <a:close/>
                  <a:moveTo>
                    <a:pt x="2755" y="1917"/>
                  </a:moveTo>
                  <a:cubicBezTo>
                    <a:pt x="2755" y="2107"/>
                    <a:pt x="2724" y="2297"/>
                    <a:pt x="2692" y="2487"/>
                  </a:cubicBezTo>
                  <a:cubicBezTo>
                    <a:pt x="2502" y="2424"/>
                    <a:pt x="2280" y="2360"/>
                    <a:pt x="2090" y="2360"/>
                  </a:cubicBezTo>
                  <a:lnTo>
                    <a:pt x="2090" y="1917"/>
                  </a:lnTo>
                  <a:close/>
                  <a:moveTo>
                    <a:pt x="950" y="1917"/>
                  </a:moveTo>
                  <a:cubicBezTo>
                    <a:pt x="950" y="2139"/>
                    <a:pt x="982" y="2392"/>
                    <a:pt x="1045" y="2614"/>
                  </a:cubicBezTo>
                  <a:cubicBezTo>
                    <a:pt x="950" y="2645"/>
                    <a:pt x="855" y="2740"/>
                    <a:pt x="760" y="2804"/>
                  </a:cubicBezTo>
                  <a:cubicBezTo>
                    <a:pt x="570" y="2550"/>
                    <a:pt x="443" y="2234"/>
                    <a:pt x="412" y="1917"/>
                  </a:cubicBezTo>
                  <a:close/>
                  <a:moveTo>
                    <a:pt x="3515" y="1917"/>
                  </a:moveTo>
                  <a:cubicBezTo>
                    <a:pt x="3515" y="2234"/>
                    <a:pt x="3357" y="2550"/>
                    <a:pt x="3167" y="2804"/>
                  </a:cubicBezTo>
                  <a:cubicBezTo>
                    <a:pt x="3072" y="2740"/>
                    <a:pt x="2977" y="2677"/>
                    <a:pt x="2882" y="2614"/>
                  </a:cubicBezTo>
                  <a:cubicBezTo>
                    <a:pt x="2945" y="2392"/>
                    <a:pt x="2977" y="2170"/>
                    <a:pt x="3009" y="1917"/>
                  </a:cubicBezTo>
                  <a:close/>
                  <a:moveTo>
                    <a:pt x="1108" y="2835"/>
                  </a:moveTo>
                  <a:cubicBezTo>
                    <a:pt x="1172" y="2962"/>
                    <a:pt x="1235" y="3120"/>
                    <a:pt x="1330" y="3215"/>
                  </a:cubicBezTo>
                  <a:cubicBezTo>
                    <a:pt x="1203" y="3152"/>
                    <a:pt x="1045" y="3089"/>
                    <a:pt x="950" y="2962"/>
                  </a:cubicBezTo>
                  <a:cubicBezTo>
                    <a:pt x="982" y="2930"/>
                    <a:pt x="1045" y="2867"/>
                    <a:pt x="1108" y="2835"/>
                  </a:cubicBezTo>
                  <a:close/>
                  <a:moveTo>
                    <a:pt x="2819" y="2835"/>
                  </a:moveTo>
                  <a:cubicBezTo>
                    <a:pt x="2882" y="2867"/>
                    <a:pt x="2945" y="2930"/>
                    <a:pt x="3009" y="2962"/>
                  </a:cubicBezTo>
                  <a:cubicBezTo>
                    <a:pt x="2882" y="3089"/>
                    <a:pt x="2724" y="3152"/>
                    <a:pt x="2597" y="3215"/>
                  </a:cubicBezTo>
                  <a:cubicBezTo>
                    <a:pt x="2692" y="3120"/>
                    <a:pt x="2755" y="2962"/>
                    <a:pt x="2819" y="2835"/>
                  </a:cubicBezTo>
                  <a:close/>
                  <a:moveTo>
                    <a:pt x="1868" y="2582"/>
                  </a:moveTo>
                  <a:lnTo>
                    <a:pt x="1868" y="3342"/>
                  </a:lnTo>
                  <a:cubicBezTo>
                    <a:pt x="1583" y="3279"/>
                    <a:pt x="1425" y="2962"/>
                    <a:pt x="1330" y="2709"/>
                  </a:cubicBezTo>
                  <a:cubicBezTo>
                    <a:pt x="1488" y="2645"/>
                    <a:pt x="1678" y="2614"/>
                    <a:pt x="1868" y="2582"/>
                  </a:cubicBezTo>
                  <a:close/>
                  <a:moveTo>
                    <a:pt x="2090" y="2582"/>
                  </a:moveTo>
                  <a:cubicBezTo>
                    <a:pt x="2280" y="2582"/>
                    <a:pt x="2439" y="2645"/>
                    <a:pt x="2597" y="2709"/>
                  </a:cubicBezTo>
                  <a:cubicBezTo>
                    <a:pt x="2502" y="2962"/>
                    <a:pt x="2344" y="3279"/>
                    <a:pt x="2090" y="3342"/>
                  </a:cubicBezTo>
                  <a:lnTo>
                    <a:pt x="2090" y="2582"/>
                  </a:lnTo>
                  <a:close/>
                  <a:moveTo>
                    <a:pt x="1963" y="1"/>
                  </a:moveTo>
                  <a:cubicBezTo>
                    <a:pt x="1504" y="1"/>
                    <a:pt x="1045" y="175"/>
                    <a:pt x="697" y="523"/>
                  </a:cubicBezTo>
                  <a:cubicBezTo>
                    <a:pt x="0" y="1220"/>
                    <a:pt x="0" y="2360"/>
                    <a:pt x="697" y="3057"/>
                  </a:cubicBezTo>
                  <a:cubicBezTo>
                    <a:pt x="1045" y="3405"/>
                    <a:pt x="1504" y="3579"/>
                    <a:pt x="1963" y="3579"/>
                  </a:cubicBezTo>
                  <a:cubicBezTo>
                    <a:pt x="2423" y="3579"/>
                    <a:pt x="2882" y="3405"/>
                    <a:pt x="3230" y="3057"/>
                  </a:cubicBezTo>
                  <a:cubicBezTo>
                    <a:pt x="3927" y="2360"/>
                    <a:pt x="3927" y="1220"/>
                    <a:pt x="3230" y="523"/>
                  </a:cubicBezTo>
                  <a:cubicBezTo>
                    <a:pt x="2882" y="175"/>
                    <a:pt x="2423" y="1"/>
                    <a:pt x="1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549;p29">
              <a:extLst>
                <a:ext uri="{FF2B5EF4-FFF2-40B4-BE49-F238E27FC236}">
                  <a16:creationId xmlns:a16="http://schemas.microsoft.com/office/drawing/2014/main" id="{E90B41CE-A3F9-3B84-81AC-E5F85D81E1AB}"/>
                </a:ext>
              </a:extLst>
            </p:cNvPr>
            <p:cNvSpPr/>
            <p:nvPr/>
          </p:nvSpPr>
          <p:spPr>
            <a:xfrm>
              <a:off x="1231520" y="1700776"/>
              <a:ext cx="1161312" cy="1980448"/>
            </a:xfrm>
            <a:custGeom>
              <a:avLst/>
              <a:gdLst/>
              <a:ahLst/>
              <a:cxnLst/>
              <a:rect l="l" t="t" r="r" b="b"/>
              <a:pathLst>
                <a:path w="35154" h="59950" extrusionOk="0">
                  <a:moveTo>
                    <a:pt x="127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22"/>
                    <a:pt x="64" y="285"/>
                    <a:pt x="127" y="285"/>
                  </a:cubicBezTo>
                  <a:lnTo>
                    <a:pt x="666" y="285"/>
                  </a:lnTo>
                  <a:cubicBezTo>
                    <a:pt x="729" y="285"/>
                    <a:pt x="792" y="222"/>
                    <a:pt x="792" y="159"/>
                  </a:cubicBezTo>
                  <a:cubicBezTo>
                    <a:pt x="792" y="64"/>
                    <a:pt x="761" y="0"/>
                    <a:pt x="666" y="0"/>
                  </a:cubicBezTo>
                  <a:close/>
                  <a:moveTo>
                    <a:pt x="1742" y="0"/>
                  </a:moveTo>
                  <a:cubicBezTo>
                    <a:pt x="1647" y="0"/>
                    <a:pt x="1616" y="64"/>
                    <a:pt x="1616" y="159"/>
                  </a:cubicBezTo>
                  <a:cubicBezTo>
                    <a:pt x="1616" y="222"/>
                    <a:pt x="1647" y="285"/>
                    <a:pt x="1742" y="285"/>
                  </a:cubicBezTo>
                  <a:lnTo>
                    <a:pt x="2281" y="285"/>
                  </a:lnTo>
                  <a:cubicBezTo>
                    <a:pt x="2344" y="285"/>
                    <a:pt x="2407" y="222"/>
                    <a:pt x="2407" y="159"/>
                  </a:cubicBezTo>
                  <a:cubicBezTo>
                    <a:pt x="2407" y="64"/>
                    <a:pt x="2344" y="0"/>
                    <a:pt x="2281" y="0"/>
                  </a:cubicBezTo>
                  <a:close/>
                  <a:moveTo>
                    <a:pt x="3326" y="0"/>
                  </a:moveTo>
                  <a:cubicBezTo>
                    <a:pt x="3262" y="0"/>
                    <a:pt x="3199" y="64"/>
                    <a:pt x="3199" y="159"/>
                  </a:cubicBezTo>
                  <a:cubicBezTo>
                    <a:pt x="3199" y="222"/>
                    <a:pt x="3262" y="285"/>
                    <a:pt x="3326" y="285"/>
                  </a:cubicBezTo>
                  <a:lnTo>
                    <a:pt x="3864" y="285"/>
                  </a:lnTo>
                  <a:cubicBezTo>
                    <a:pt x="3928" y="285"/>
                    <a:pt x="3991" y="222"/>
                    <a:pt x="3991" y="159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41" y="0"/>
                  </a:moveTo>
                  <a:cubicBezTo>
                    <a:pt x="4846" y="0"/>
                    <a:pt x="4783" y="64"/>
                    <a:pt x="4783" y="159"/>
                  </a:cubicBezTo>
                  <a:cubicBezTo>
                    <a:pt x="4783" y="222"/>
                    <a:pt x="4846" y="285"/>
                    <a:pt x="4941" y="285"/>
                  </a:cubicBezTo>
                  <a:lnTo>
                    <a:pt x="5448" y="285"/>
                  </a:lnTo>
                  <a:cubicBezTo>
                    <a:pt x="5543" y="285"/>
                    <a:pt x="5606" y="222"/>
                    <a:pt x="5606" y="159"/>
                  </a:cubicBezTo>
                  <a:cubicBezTo>
                    <a:pt x="5606" y="64"/>
                    <a:pt x="5543" y="0"/>
                    <a:pt x="5448" y="0"/>
                  </a:cubicBezTo>
                  <a:close/>
                  <a:moveTo>
                    <a:pt x="6524" y="0"/>
                  </a:moveTo>
                  <a:cubicBezTo>
                    <a:pt x="6461" y="0"/>
                    <a:pt x="6398" y="64"/>
                    <a:pt x="6398" y="159"/>
                  </a:cubicBezTo>
                  <a:cubicBezTo>
                    <a:pt x="6398" y="222"/>
                    <a:pt x="6461" y="285"/>
                    <a:pt x="6524" y="285"/>
                  </a:cubicBezTo>
                  <a:lnTo>
                    <a:pt x="7063" y="285"/>
                  </a:lnTo>
                  <a:cubicBezTo>
                    <a:pt x="7126" y="285"/>
                    <a:pt x="7189" y="222"/>
                    <a:pt x="7189" y="159"/>
                  </a:cubicBezTo>
                  <a:cubicBezTo>
                    <a:pt x="7189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4" y="0"/>
                    <a:pt x="7981" y="64"/>
                    <a:pt x="7981" y="159"/>
                  </a:cubicBezTo>
                  <a:cubicBezTo>
                    <a:pt x="7981" y="222"/>
                    <a:pt x="8044" y="285"/>
                    <a:pt x="8108" y="285"/>
                  </a:cubicBezTo>
                  <a:lnTo>
                    <a:pt x="8646" y="285"/>
                  </a:lnTo>
                  <a:cubicBezTo>
                    <a:pt x="8741" y="285"/>
                    <a:pt x="8773" y="222"/>
                    <a:pt x="8773" y="159"/>
                  </a:cubicBezTo>
                  <a:cubicBezTo>
                    <a:pt x="8773" y="64"/>
                    <a:pt x="8741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60" y="0"/>
                    <a:pt x="9596" y="64"/>
                    <a:pt x="9596" y="159"/>
                  </a:cubicBezTo>
                  <a:cubicBezTo>
                    <a:pt x="9596" y="222"/>
                    <a:pt x="9660" y="285"/>
                    <a:pt x="9723" y="285"/>
                  </a:cubicBezTo>
                  <a:lnTo>
                    <a:pt x="10261" y="285"/>
                  </a:lnTo>
                  <a:cubicBezTo>
                    <a:pt x="10325" y="285"/>
                    <a:pt x="10388" y="222"/>
                    <a:pt x="10388" y="159"/>
                  </a:cubicBezTo>
                  <a:cubicBezTo>
                    <a:pt x="10388" y="64"/>
                    <a:pt x="10325" y="0"/>
                    <a:pt x="10261" y="0"/>
                  </a:cubicBezTo>
                  <a:close/>
                  <a:moveTo>
                    <a:pt x="11306" y="0"/>
                  </a:moveTo>
                  <a:cubicBezTo>
                    <a:pt x="11243" y="0"/>
                    <a:pt x="11180" y="64"/>
                    <a:pt x="11180" y="159"/>
                  </a:cubicBezTo>
                  <a:cubicBezTo>
                    <a:pt x="11180" y="222"/>
                    <a:pt x="11243" y="285"/>
                    <a:pt x="11306" y="285"/>
                  </a:cubicBezTo>
                  <a:lnTo>
                    <a:pt x="11845" y="285"/>
                  </a:lnTo>
                  <a:cubicBezTo>
                    <a:pt x="11908" y="285"/>
                    <a:pt x="11971" y="222"/>
                    <a:pt x="11971" y="159"/>
                  </a:cubicBezTo>
                  <a:cubicBezTo>
                    <a:pt x="11971" y="64"/>
                    <a:pt x="11908" y="0"/>
                    <a:pt x="11845" y="0"/>
                  </a:cubicBezTo>
                  <a:close/>
                  <a:moveTo>
                    <a:pt x="12922" y="0"/>
                  </a:moveTo>
                  <a:cubicBezTo>
                    <a:pt x="12827" y="0"/>
                    <a:pt x="12763" y="64"/>
                    <a:pt x="12763" y="159"/>
                  </a:cubicBezTo>
                  <a:cubicBezTo>
                    <a:pt x="12763" y="222"/>
                    <a:pt x="12827" y="285"/>
                    <a:pt x="12922" y="285"/>
                  </a:cubicBezTo>
                  <a:lnTo>
                    <a:pt x="13428" y="285"/>
                  </a:lnTo>
                  <a:cubicBezTo>
                    <a:pt x="13523" y="285"/>
                    <a:pt x="13587" y="222"/>
                    <a:pt x="13587" y="159"/>
                  </a:cubicBezTo>
                  <a:cubicBezTo>
                    <a:pt x="13587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42" y="0"/>
                    <a:pt x="14378" y="64"/>
                    <a:pt x="14378" y="159"/>
                  </a:cubicBezTo>
                  <a:cubicBezTo>
                    <a:pt x="14378" y="222"/>
                    <a:pt x="14442" y="285"/>
                    <a:pt x="14505" y="285"/>
                  </a:cubicBezTo>
                  <a:lnTo>
                    <a:pt x="15043" y="285"/>
                  </a:lnTo>
                  <a:cubicBezTo>
                    <a:pt x="15107" y="285"/>
                    <a:pt x="15170" y="222"/>
                    <a:pt x="15170" y="159"/>
                  </a:cubicBezTo>
                  <a:cubicBezTo>
                    <a:pt x="15170" y="64"/>
                    <a:pt x="15107" y="0"/>
                    <a:pt x="15043" y="0"/>
                  </a:cubicBezTo>
                  <a:close/>
                  <a:moveTo>
                    <a:pt x="15962" y="159"/>
                  </a:moveTo>
                  <a:cubicBezTo>
                    <a:pt x="15867" y="159"/>
                    <a:pt x="15803" y="222"/>
                    <a:pt x="15803" y="317"/>
                  </a:cubicBezTo>
                  <a:lnTo>
                    <a:pt x="15803" y="824"/>
                  </a:lnTo>
                  <a:cubicBezTo>
                    <a:pt x="15803" y="919"/>
                    <a:pt x="15867" y="982"/>
                    <a:pt x="15962" y="982"/>
                  </a:cubicBezTo>
                  <a:cubicBezTo>
                    <a:pt x="16025" y="982"/>
                    <a:pt x="16088" y="919"/>
                    <a:pt x="16088" y="824"/>
                  </a:cubicBezTo>
                  <a:lnTo>
                    <a:pt x="16088" y="317"/>
                  </a:lnTo>
                  <a:cubicBezTo>
                    <a:pt x="16088" y="222"/>
                    <a:pt x="16025" y="159"/>
                    <a:pt x="15962" y="159"/>
                  </a:cubicBezTo>
                  <a:close/>
                  <a:moveTo>
                    <a:pt x="15962" y="1774"/>
                  </a:moveTo>
                  <a:cubicBezTo>
                    <a:pt x="15867" y="1774"/>
                    <a:pt x="15803" y="1837"/>
                    <a:pt x="15803" y="1901"/>
                  </a:cubicBezTo>
                  <a:lnTo>
                    <a:pt x="15803" y="2439"/>
                  </a:lnTo>
                  <a:cubicBezTo>
                    <a:pt x="15803" y="2502"/>
                    <a:pt x="15867" y="2566"/>
                    <a:pt x="15962" y="2566"/>
                  </a:cubicBezTo>
                  <a:cubicBezTo>
                    <a:pt x="16025" y="2566"/>
                    <a:pt x="16088" y="2502"/>
                    <a:pt x="16088" y="2439"/>
                  </a:cubicBezTo>
                  <a:lnTo>
                    <a:pt x="16088" y="1901"/>
                  </a:lnTo>
                  <a:cubicBezTo>
                    <a:pt x="16088" y="1837"/>
                    <a:pt x="16025" y="1774"/>
                    <a:pt x="15962" y="1774"/>
                  </a:cubicBezTo>
                  <a:close/>
                  <a:moveTo>
                    <a:pt x="15962" y="3357"/>
                  </a:moveTo>
                  <a:cubicBezTo>
                    <a:pt x="15867" y="3357"/>
                    <a:pt x="15803" y="3421"/>
                    <a:pt x="15803" y="3484"/>
                  </a:cubicBezTo>
                  <a:lnTo>
                    <a:pt x="15803" y="4022"/>
                  </a:lnTo>
                  <a:cubicBezTo>
                    <a:pt x="15803" y="4086"/>
                    <a:pt x="15867" y="4149"/>
                    <a:pt x="15962" y="4149"/>
                  </a:cubicBezTo>
                  <a:cubicBezTo>
                    <a:pt x="16025" y="4149"/>
                    <a:pt x="16088" y="4086"/>
                    <a:pt x="16088" y="4022"/>
                  </a:cubicBezTo>
                  <a:lnTo>
                    <a:pt x="16088" y="3484"/>
                  </a:lnTo>
                  <a:cubicBezTo>
                    <a:pt x="16088" y="3421"/>
                    <a:pt x="16025" y="3357"/>
                    <a:pt x="15962" y="3357"/>
                  </a:cubicBezTo>
                  <a:close/>
                  <a:moveTo>
                    <a:pt x="15962" y="4972"/>
                  </a:moveTo>
                  <a:cubicBezTo>
                    <a:pt x="15867" y="4972"/>
                    <a:pt x="15803" y="5004"/>
                    <a:pt x="15803" y="5099"/>
                  </a:cubicBezTo>
                  <a:lnTo>
                    <a:pt x="15803" y="5638"/>
                  </a:lnTo>
                  <a:cubicBezTo>
                    <a:pt x="15803" y="5701"/>
                    <a:pt x="15867" y="5764"/>
                    <a:pt x="15962" y="5764"/>
                  </a:cubicBezTo>
                  <a:cubicBezTo>
                    <a:pt x="16025" y="5764"/>
                    <a:pt x="16088" y="5701"/>
                    <a:pt x="16088" y="5638"/>
                  </a:cubicBezTo>
                  <a:lnTo>
                    <a:pt x="16088" y="5099"/>
                  </a:lnTo>
                  <a:cubicBezTo>
                    <a:pt x="16088" y="5004"/>
                    <a:pt x="16025" y="4972"/>
                    <a:pt x="15962" y="4972"/>
                  </a:cubicBezTo>
                  <a:close/>
                  <a:moveTo>
                    <a:pt x="15962" y="6556"/>
                  </a:moveTo>
                  <a:cubicBezTo>
                    <a:pt x="15867" y="6556"/>
                    <a:pt x="15803" y="6619"/>
                    <a:pt x="15803" y="6683"/>
                  </a:cubicBezTo>
                  <a:lnTo>
                    <a:pt x="15803" y="7221"/>
                  </a:lnTo>
                  <a:cubicBezTo>
                    <a:pt x="15803" y="7284"/>
                    <a:pt x="15867" y="7348"/>
                    <a:pt x="15962" y="7348"/>
                  </a:cubicBezTo>
                  <a:cubicBezTo>
                    <a:pt x="16025" y="7348"/>
                    <a:pt x="16088" y="7284"/>
                    <a:pt x="16088" y="7221"/>
                  </a:cubicBezTo>
                  <a:lnTo>
                    <a:pt x="16088" y="6683"/>
                  </a:lnTo>
                  <a:cubicBezTo>
                    <a:pt x="16088" y="6619"/>
                    <a:pt x="16025" y="6556"/>
                    <a:pt x="15962" y="6556"/>
                  </a:cubicBezTo>
                  <a:close/>
                  <a:moveTo>
                    <a:pt x="15962" y="8139"/>
                  </a:moveTo>
                  <a:cubicBezTo>
                    <a:pt x="15867" y="8139"/>
                    <a:pt x="15803" y="8203"/>
                    <a:pt x="15803" y="8298"/>
                  </a:cubicBezTo>
                  <a:lnTo>
                    <a:pt x="15803" y="8804"/>
                  </a:lnTo>
                  <a:cubicBezTo>
                    <a:pt x="15803" y="8899"/>
                    <a:pt x="15867" y="8963"/>
                    <a:pt x="15962" y="8963"/>
                  </a:cubicBezTo>
                  <a:cubicBezTo>
                    <a:pt x="16025" y="8963"/>
                    <a:pt x="16088" y="8899"/>
                    <a:pt x="16088" y="8804"/>
                  </a:cubicBezTo>
                  <a:lnTo>
                    <a:pt x="16088" y="8298"/>
                  </a:lnTo>
                  <a:cubicBezTo>
                    <a:pt x="16088" y="8203"/>
                    <a:pt x="16025" y="8139"/>
                    <a:pt x="15962" y="8139"/>
                  </a:cubicBezTo>
                  <a:close/>
                  <a:moveTo>
                    <a:pt x="15962" y="9754"/>
                  </a:moveTo>
                  <a:cubicBezTo>
                    <a:pt x="15867" y="9754"/>
                    <a:pt x="15803" y="9818"/>
                    <a:pt x="15803" y="9881"/>
                  </a:cubicBezTo>
                  <a:lnTo>
                    <a:pt x="15803" y="10420"/>
                  </a:lnTo>
                  <a:cubicBezTo>
                    <a:pt x="15803" y="10483"/>
                    <a:pt x="15867" y="10546"/>
                    <a:pt x="15962" y="10546"/>
                  </a:cubicBezTo>
                  <a:cubicBezTo>
                    <a:pt x="16025" y="10546"/>
                    <a:pt x="16088" y="10483"/>
                    <a:pt x="16088" y="10420"/>
                  </a:cubicBezTo>
                  <a:lnTo>
                    <a:pt x="16088" y="9881"/>
                  </a:lnTo>
                  <a:cubicBezTo>
                    <a:pt x="16088" y="9818"/>
                    <a:pt x="16025" y="9754"/>
                    <a:pt x="15962" y="9754"/>
                  </a:cubicBezTo>
                  <a:close/>
                  <a:moveTo>
                    <a:pt x="15962" y="11338"/>
                  </a:moveTo>
                  <a:cubicBezTo>
                    <a:pt x="15867" y="11338"/>
                    <a:pt x="15803" y="11401"/>
                    <a:pt x="15803" y="11465"/>
                  </a:cubicBezTo>
                  <a:lnTo>
                    <a:pt x="15803" y="12003"/>
                  </a:lnTo>
                  <a:cubicBezTo>
                    <a:pt x="15803" y="12098"/>
                    <a:pt x="15867" y="12130"/>
                    <a:pt x="15962" y="12130"/>
                  </a:cubicBezTo>
                  <a:cubicBezTo>
                    <a:pt x="16025" y="12130"/>
                    <a:pt x="16088" y="12098"/>
                    <a:pt x="16088" y="12003"/>
                  </a:cubicBezTo>
                  <a:lnTo>
                    <a:pt x="16088" y="11465"/>
                  </a:lnTo>
                  <a:cubicBezTo>
                    <a:pt x="16088" y="11401"/>
                    <a:pt x="16025" y="11338"/>
                    <a:pt x="15962" y="11338"/>
                  </a:cubicBezTo>
                  <a:close/>
                  <a:moveTo>
                    <a:pt x="15962" y="12921"/>
                  </a:moveTo>
                  <a:cubicBezTo>
                    <a:pt x="15867" y="12921"/>
                    <a:pt x="15803" y="12985"/>
                    <a:pt x="15803" y="13080"/>
                  </a:cubicBezTo>
                  <a:lnTo>
                    <a:pt x="15803" y="13618"/>
                  </a:lnTo>
                  <a:cubicBezTo>
                    <a:pt x="15803" y="13681"/>
                    <a:pt x="15867" y="13745"/>
                    <a:pt x="15962" y="13745"/>
                  </a:cubicBezTo>
                  <a:cubicBezTo>
                    <a:pt x="16025" y="13745"/>
                    <a:pt x="16088" y="13681"/>
                    <a:pt x="16088" y="13618"/>
                  </a:cubicBezTo>
                  <a:lnTo>
                    <a:pt x="16088" y="13080"/>
                  </a:lnTo>
                  <a:cubicBezTo>
                    <a:pt x="16088" y="12985"/>
                    <a:pt x="16025" y="12921"/>
                    <a:pt x="15962" y="12921"/>
                  </a:cubicBezTo>
                  <a:close/>
                  <a:moveTo>
                    <a:pt x="15962" y="14536"/>
                  </a:moveTo>
                  <a:cubicBezTo>
                    <a:pt x="15867" y="14536"/>
                    <a:pt x="15803" y="14600"/>
                    <a:pt x="15803" y="14663"/>
                  </a:cubicBezTo>
                  <a:lnTo>
                    <a:pt x="15803" y="15202"/>
                  </a:lnTo>
                  <a:cubicBezTo>
                    <a:pt x="15803" y="15265"/>
                    <a:pt x="15867" y="15328"/>
                    <a:pt x="15962" y="15328"/>
                  </a:cubicBezTo>
                  <a:cubicBezTo>
                    <a:pt x="16025" y="15328"/>
                    <a:pt x="16088" y="15265"/>
                    <a:pt x="16088" y="15202"/>
                  </a:cubicBezTo>
                  <a:lnTo>
                    <a:pt x="16088" y="14663"/>
                  </a:lnTo>
                  <a:cubicBezTo>
                    <a:pt x="16088" y="14600"/>
                    <a:pt x="16025" y="14536"/>
                    <a:pt x="15962" y="14536"/>
                  </a:cubicBezTo>
                  <a:close/>
                  <a:moveTo>
                    <a:pt x="15962" y="16120"/>
                  </a:moveTo>
                  <a:cubicBezTo>
                    <a:pt x="15867" y="16120"/>
                    <a:pt x="15803" y="16183"/>
                    <a:pt x="15803" y="16278"/>
                  </a:cubicBezTo>
                  <a:lnTo>
                    <a:pt x="15803" y="16785"/>
                  </a:lnTo>
                  <a:cubicBezTo>
                    <a:pt x="15803" y="16880"/>
                    <a:pt x="15867" y="16943"/>
                    <a:pt x="15962" y="16943"/>
                  </a:cubicBezTo>
                  <a:cubicBezTo>
                    <a:pt x="16025" y="16943"/>
                    <a:pt x="16088" y="16880"/>
                    <a:pt x="16088" y="16785"/>
                  </a:cubicBezTo>
                  <a:lnTo>
                    <a:pt x="16088" y="16278"/>
                  </a:lnTo>
                  <a:cubicBezTo>
                    <a:pt x="16088" y="16183"/>
                    <a:pt x="16025" y="16120"/>
                    <a:pt x="15962" y="16120"/>
                  </a:cubicBezTo>
                  <a:close/>
                  <a:moveTo>
                    <a:pt x="15962" y="17735"/>
                  </a:moveTo>
                  <a:cubicBezTo>
                    <a:pt x="15867" y="17735"/>
                    <a:pt x="15803" y="17798"/>
                    <a:pt x="15803" y="17862"/>
                  </a:cubicBezTo>
                  <a:lnTo>
                    <a:pt x="15803" y="18400"/>
                  </a:lnTo>
                  <a:cubicBezTo>
                    <a:pt x="15803" y="18463"/>
                    <a:pt x="15867" y="18527"/>
                    <a:pt x="15962" y="18527"/>
                  </a:cubicBezTo>
                  <a:cubicBezTo>
                    <a:pt x="16025" y="18527"/>
                    <a:pt x="16088" y="18463"/>
                    <a:pt x="16088" y="18400"/>
                  </a:cubicBezTo>
                  <a:lnTo>
                    <a:pt x="16088" y="17862"/>
                  </a:lnTo>
                  <a:cubicBezTo>
                    <a:pt x="16088" y="17798"/>
                    <a:pt x="16025" y="17735"/>
                    <a:pt x="15962" y="17735"/>
                  </a:cubicBezTo>
                  <a:close/>
                  <a:moveTo>
                    <a:pt x="15962" y="19318"/>
                  </a:moveTo>
                  <a:cubicBezTo>
                    <a:pt x="15867" y="19318"/>
                    <a:pt x="15803" y="19382"/>
                    <a:pt x="15803" y="19477"/>
                  </a:cubicBezTo>
                  <a:lnTo>
                    <a:pt x="15803" y="19984"/>
                  </a:lnTo>
                  <a:cubicBezTo>
                    <a:pt x="15803" y="20079"/>
                    <a:pt x="15867" y="20142"/>
                    <a:pt x="15962" y="20142"/>
                  </a:cubicBezTo>
                  <a:cubicBezTo>
                    <a:pt x="16025" y="20142"/>
                    <a:pt x="16088" y="20079"/>
                    <a:pt x="16088" y="19984"/>
                  </a:cubicBezTo>
                  <a:lnTo>
                    <a:pt x="16088" y="19477"/>
                  </a:lnTo>
                  <a:cubicBezTo>
                    <a:pt x="16088" y="19382"/>
                    <a:pt x="16025" y="19318"/>
                    <a:pt x="15962" y="19318"/>
                  </a:cubicBezTo>
                  <a:close/>
                  <a:moveTo>
                    <a:pt x="15962" y="20934"/>
                  </a:moveTo>
                  <a:cubicBezTo>
                    <a:pt x="15867" y="20934"/>
                    <a:pt x="15803" y="20997"/>
                    <a:pt x="15803" y="21060"/>
                  </a:cubicBezTo>
                  <a:lnTo>
                    <a:pt x="15803" y="21599"/>
                  </a:lnTo>
                  <a:cubicBezTo>
                    <a:pt x="15803" y="21662"/>
                    <a:pt x="15867" y="21725"/>
                    <a:pt x="15962" y="21725"/>
                  </a:cubicBezTo>
                  <a:cubicBezTo>
                    <a:pt x="16025" y="21725"/>
                    <a:pt x="16088" y="21662"/>
                    <a:pt x="16088" y="21599"/>
                  </a:cubicBezTo>
                  <a:lnTo>
                    <a:pt x="16088" y="21060"/>
                  </a:lnTo>
                  <a:cubicBezTo>
                    <a:pt x="16088" y="20997"/>
                    <a:pt x="16025" y="20934"/>
                    <a:pt x="15962" y="20934"/>
                  </a:cubicBezTo>
                  <a:close/>
                  <a:moveTo>
                    <a:pt x="15962" y="22517"/>
                  </a:moveTo>
                  <a:cubicBezTo>
                    <a:pt x="15867" y="22517"/>
                    <a:pt x="15803" y="22580"/>
                    <a:pt x="15803" y="22644"/>
                  </a:cubicBezTo>
                  <a:lnTo>
                    <a:pt x="15803" y="23182"/>
                  </a:lnTo>
                  <a:cubicBezTo>
                    <a:pt x="15803" y="23245"/>
                    <a:pt x="15867" y="23309"/>
                    <a:pt x="15962" y="23309"/>
                  </a:cubicBezTo>
                  <a:cubicBezTo>
                    <a:pt x="16025" y="23309"/>
                    <a:pt x="16088" y="23245"/>
                    <a:pt x="16088" y="23182"/>
                  </a:cubicBezTo>
                  <a:lnTo>
                    <a:pt x="16088" y="22644"/>
                  </a:lnTo>
                  <a:cubicBezTo>
                    <a:pt x="16088" y="22580"/>
                    <a:pt x="16025" y="22517"/>
                    <a:pt x="15962" y="22517"/>
                  </a:cubicBezTo>
                  <a:close/>
                  <a:moveTo>
                    <a:pt x="15962" y="24132"/>
                  </a:moveTo>
                  <a:cubicBezTo>
                    <a:pt x="15867" y="24132"/>
                    <a:pt x="15803" y="24164"/>
                    <a:pt x="15803" y="24259"/>
                  </a:cubicBezTo>
                  <a:lnTo>
                    <a:pt x="15803" y="24797"/>
                  </a:lnTo>
                  <a:cubicBezTo>
                    <a:pt x="15803" y="24861"/>
                    <a:pt x="15867" y="24924"/>
                    <a:pt x="15962" y="24924"/>
                  </a:cubicBezTo>
                  <a:cubicBezTo>
                    <a:pt x="16025" y="24924"/>
                    <a:pt x="16088" y="24861"/>
                    <a:pt x="16088" y="24797"/>
                  </a:cubicBezTo>
                  <a:lnTo>
                    <a:pt x="16088" y="24259"/>
                  </a:lnTo>
                  <a:cubicBezTo>
                    <a:pt x="16088" y="24164"/>
                    <a:pt x="16025" y="24132"/>
                    <a:pt x="15962" y="24132"/>
                  </a:cubicBezTo>
                  <a:close/>
                  <a:moveTo>
                    <a:pt x="15962" y="25716"/>
                  </a:moveTo>
                  <a:cubicBezTo>
                    <a:pt x="15867" y="25716"/>
                    <a:pt x="15803" y="25779"/>
                    <a:pt x="15803" y="25842"/>
                  </a:cubicBezTo>
                  <a:lnTo>
                    <a:pt x="15803" y="26381"/>
                  </a:lnTo>
                  <a:cubicBezTo>
                    <a:pt x="15803" y="26444"/>
                    <a:pt x="15867" y="26507"/>
                    <a:pt x="15962" y="26507"/>
                  </a:cubicBezTo>
                  <a:cubicBezTo>
                    <a:pt x="16025" y="26507"/>
                    <a:pt x="16088" y="26444"/>
                    <a:pt x="16088" y="26381"/>
                  </a:cubicBezTo>
                  <a:lnTo>
                    <a:pt x="16088" y="25842"/>
                  </a:lnTo>
                  <a:cubicBezTo>
                    <a:pt x="16088" y="25779"/>
                    <a:pt x="16025" y="25716"/>
                    <a:pt x="15962" y="25716"/>
                  </a:cubicBezTo>
                  <a:close/>
                  <a:moveTo>
                    <a:pt x="15962" y="27299"/>
                  </a:moveTo>
                  <a:cubicBezTo>
                    <a:pt x="15867" y="27299"/>
                    <a:pt x="15803" y="27362"/>
                    <a:pt x="15803" y="27457"/>
                  </a:cubicBezTo>
                  <a:lnTo>
                    <a:pt x="15803" y="27964"/>
                  </a:lnTo>
                  <a:cubicBezTo>
                    <a:pt x="15803" y="28059"/>
                    <a:pt x="15867" y="28122"/>
                    <a:pt x="15962" y="28122"/>
                  </a:cubicBezTo>
                  <a:cubicBezTo>
                    <a:pt x="16025" y="28122"/>
                    <a:pt x="16088" y="28059"/>
                    <a:pt x="16088" y="27964"/>
                  </a:cubicBezTo>
                  <a:lnTo>
                    <a:pt x="16088" y="27457"/>
                  </a:lnTo>
                  <a:cubicBezTo>
                    <a:pt x="16088" y="27362"/>
                    <a:pt x="16025" y="27299"/>
                    <a:pt x="15962" y="27299"/>
                  </a:cubicBezTo>
                  <a:close/>
                  <a:moveTo>
                    <a:pt x="15962" y="28914"/>
                  </a:moveTo>
                  <a:cubicBezTo>
                    <a:pt x="15867" y="28914"/>
                    <a:pt x="15803" y="28977"/>
                    <a:pt x="15803" y="29041"/>
                  </a:cubicBezTo>
                  <a:lnTo>
                    <a:pt x="15803" y="29579"/>
                  </a:lnTo>
                  <a:cubicBezTo>
                    <a:pt x="15803" y="29643"/>
                    <a:pt x="15867" y="29706"/>
                    <a:pt x="15962" y="29706"/>
                  </a:cubicBezTo>
                  <a:cubicBezTo>
                    <a:pt x="16025" y="29706"/>
                    <a:pt x="16088" y="29643"/>
                    <a:pt x="16088" y="29579"/>
                  </a:cubicBezTo>
                  <a:lnTo>
                    <a:pt x="16088" y="29041"/>
                  </a:lnTo>
                  <a:cubicBezTo>
                    <a:pt x="16088" y="28977"/>
                    <a:pt x="16025" y="28914"/>
                    <a:pt x="15962" y="28914"/>
                  </a:cubicBezTo>
                  <a:close/>
                  <a:moveTo>
                    <a:pt x="15962" y="30498"/>
                  </a:moveTo>
                  <a:cubicBezTo>
                    <a:pt x="15867" y="30498"/>
                    <a:pt x="15803" y="30561"/>
                    <a:pt x="15803" y="30624"/>
                  </a:cubicBezTo>
                  <a:lnTo>
                    <a:pt x="15803" y="31163"/>
                  </a:lnTo>
                  <a:cubicBezTo>
                    <a:pt x="15803" y="31258"/>
                    <a:pt x="15867" y="31289"/>
                    <a:pt x="15962" y="31289"/>
                  </a:cubicBezTo>
                  <a:cubicBezTo>
                    <a:pt x="16025" y="31289"/>
                    <a:pt x="16088" y="31258"/>
                    <a:pt x="16088" y="31163"/>
                  </a:cubicBezTo>
                  <a:lnTo>
                    <a:pt x="16088" y="30624"/>
                  </a:lnTo>
                  <a:cubicBezTo>
                    <a:pt x="16088" y="30561"/>
                    <a:pt x="16025" y="30498"/>
                    <a:pt x="15962" y="30498"/>
                  </a:cubicBezTo>
                  <a:close/>
                  <a:moveTo>
                    <a:pt x="15962" y="32113"/>
                  </a:moveTo>
                  <a:cubicBezTo>
                    <a:pt x="15867" y="32113"/>
                    <a:pt x="15803" y="32144"/>
                    <a:pt x="15803" y="32239"/>
                  </a:cubicBezTo>
                  <a:lnTo>
                    <a:pt x="15803" y="32778"/>
                  </a:lnTo>
                  <a:cubicBezTo>
                    <a:pt x="15803" y="32841"/>
                    <a:pt x="15867" y="32904"/>
                    <a:pt x="15962" y="32904"/>
                  </a:cubicBezTo>
                  <a:cubicBezTo>
                    <a:pt x="16025" y="32904"/>
                    <a:pt x="16088" y="32841"/>
                    <a:pt x="16088" y="32778"/>
                  </a:cubicBezTo>
                  <a:lnTo>
                    <a:pt x="16088" y="32239"/>
                  </a:lnTo>
                  <a:cubicBezTo>
                    <a:pt x="16088" y="32144"/>
                    <a:pt x="16025" y="32113"/>
                    <a:pt x="15962" y="32113"/>
                  </a:cubicBezTo>
                  <a:close/>
                  <a:moveTo>
                    <a:pt x="15962" y="33696"/>
                  </a:moveTo>
                  <a:cubicBezTo>
                    <a:pt x="15867" y="33696"/>
                    <a:pt x="15803" y="33759"/>
                    <a:pt x="15803" y="33823"/>
                  </a:cubicBezTo>
                  <a:lnTo>
                    <a:pt x="15803" y="34361"/>
                  </a:lnTo>
                  <a:cubicBezTo>
                    <a:pt x="15803" y="34425"/>
                    <a:pt x="15867" y="34488"/>
                    <a:pt x="15962" y="34488"/>
                  </a:cubicBezTo>
                  <a:cubicBezTo>
                    <a:pt x="16025" y="34488"/>
                    <a:pt x="16088" y="34425"/>
                    <a:pt x="16088" y="34361"/>
                  </a:cubicBezTo>
                  <a:lnTo>
                    <a:pt x="16088" y="33823"/>
                  </a:lnTo>
                  <a:cubicBezTo>
                    <a:pt x="16088" y="33759"/>
                    <a:pt x="16025" y="33696"/>
                    <a:pt x="15962" y="33696"/>
                  </a:cubicBezTo>
                  <a:close/>
                  <a:moveTo>
                    <a:pt x="15962" y="35280"/>
                  </a:moveTo>
                  <a:cubicBezTo>
                    <a:pt x="15867" y="35280"/>
                    <a:pt x="15803" y="35343"/>
                    <a:pt x="15803" y="35438"/>
                  </a:cubicBezTo>
                  <a:lnTo>
                    <a:pt x="15803" y="35945"/>
                  </a:lnTo>
                  <a:cubicBezTo>
                    <a:pt x="15803" y="36040"/>
                    <a:pt x="15867" y="36103"/>
                    <a:pt x="15962" y="36103"/>
                  </a:cubicBezTo>
                  <a:cubicBezTo>
                    <a:pt x="16025" y="36103"/>
                    <a:pt x="16088" y="36040"/>
                    <a:pt x="16088" y="35945"/>
                  </a:cubicBezTo>
                  <a:lnTo>
                    <a:pt x="16088" y="35438"/>
                  </a:lnTo>
                  <a:cubicBezTo>
                    <a:pt x="16088" y="35343"/>
                    <a:pt x="16025" y="35280"/>
                    <a:pt x="15962" y="35280"/>
                  </a:cubicBezTo>
                  <a:close/>
                  <a:moveTo>
                    <a:pt x="15962" y="36895"/>
                  </a:moveTo>
                  <a:cubicBezTo>
                    <a:pt x="15867" y="36895"/>
                    <a:pt x="15803" y="36958"/>
                    <a:pt x="15803" y="37021"/>
                  </a:cubicBezTo>
                  <a:lnTo>
                    <a:pt x="15803" y="37560"/>
                  </a:lnTo>
                  <a:cubicBezTo>
                    <a:pt x="15803" y="37623"/>
                    <a:pt x="15867" y="37686"/>
                    <a:pt x="15962" y="37686"/>
                  </a:cubicBezTo>
                  <a:cubicBezTo>
                    <a:pt x="16025" y="37686"/>
                    <a:pt x="16088" y="37623"/>
                    <a:pt x="16088" y="37560"/>
                  </a:cubicBezTo>
                  <a:lnTo>
                    <a:pt x="16088" y="37021"/>
                  </a:lnTo>
                  <a:cubicBezTo>
                    <a:pt x="16088" y="36958"/>
                    <a:pt x="16025" y="36895"/>
                    <a:pt x="15962" y="36895"/>
                  </a:cubicBezTo>
                  <a:close/>
                  <a:moveTo>
                    <a:pt x="15962" y="38478"/>
                  </a:moveTo>
                  <a:cubicBezTo>
                    <a:pt x="15867" y="38478"/>
                    <a:pt x="15803" y="38542"/>
                    <a:pt x="15803" y="38637"/>
                  </a:cubicBezTo>
                  <a:lnTo>
                    <a:pt x="15803" y="39143"/>
                  </a:lnTo>
                  <a:cubicBezTo>
                    <a:pt x="15803" y="39238"/>
                    <a:pt x="15867" y="39302"/>
                    <a:pt x="15962" y="39302"/>
                  </a:cubicBezTo>
                  <a:cubicBezTo>
                    <a:pt x="16025" y="39302"/>
                    <a:pt x="16088" y="39238"/>
                    <a:pt x="16088" y="39143"/>
                  </a:cubicBezTo>
                  <a:lnTo>
                    <a:pt x="16088" y="38637"/>
                  </a:lnTo>
                  <a:cubicBezTo>
                    <a:pt x="16088" y="38542"/>
                    <a:pt x="16025" y="38478"/>
                    <a:pt x="15962" y="38478"/>
                  </a:cubicBezTo>
                  <a:close/>
                  <a:moveTo>
                    <a:pt x="15962" y="40093"/>
                  </a:moveTo>
                  <a:cubicBezTo>
                    <a:pt x="15867" y="40093"/>
                    <a:pt x="15803" y="40157"/>
                    <a:pt x="15803" y="40220"/>
                  </a:cubicBezTo>
                  <a:lnTo>
                    <a:pt x="15803" y="40758"/>
                  </a:lnTo>
                  <a:cubicBezTo>
                    <a:pt x="15803" y="40822"/>
                    <a:pt x="15867" y="40885"/>
                    <a:pt x="15962" y="40885"/>
                  </a:cubicBezTo>
                  <a:cubicBezTo>
                    <a:pt x="16025" y="40885"/>
                    <a:pt x="16088" y="40822"/>
                    <a:pt x="16088" y="40758"/>
                  </a:cubicBezTo>
                  <a:lnTo>
                    <a:pt x="16088" y="40220"/>
                  </a:lnTo>
                  <a:cubicBezTo>
                    <a:pt x="16088" y="40157"/>
                    <a:pt x="16025" y="40093"/>
                    <a:pt x="15962" y="40093"/>
                  </a:cubicBezTo>
                  <a:close/>
                  <a:moveTo>
                    <a:pt x="15962" y="41677"/>
                  </a:moveTo>
                  <a:cubicBezTo>
                    <a:pt x="15867" y="41677"/>
                    <a:pt x="15803" y="41740"/>
                    <a:pt x="15803" y="41803"/>
                  </a:cubicBezTo>
                  <a:lnTo>
                    <a:pt x="15803" y="42342"/>
                  </a:lnTo>
                  <a:cubicBezTo>
                    <a:pt x="15803" y="42405"/>
                    <a:pt x="15867" y="42468"/>
                    <a:pt x="15962" y="42468"/>
                  </a:cubicBezTo>
                  <a:cubicBezTo>
                    <a:pt x="16025" y="42468"/>
                    <a:pt x="16088" y="42405"/>
                    <a:pt x="16088" y="42342"/>
                  </a:cubicBezTo>
                  <a:lnTo>
                    <a:pt x="16088" y="41803"/>
                  </a:lnTo>
                  <a:cubicBezTo>
                    <a:pt x="16088" y="41740"/>
                    <a:pt x="16025" y="41677"/>
                    <a:pt x="15962" y="41677"/>
                  </a:cubicBezTo>
                  <a:close/>
                  <a:moveTo>
                    <a:pt x="15962" y="43292"/>
                  </a:moveTo>
                  <a:cubicBezTo>
                    <a:pt x="15867" y="43292"/>
                    <a:pt x="15803" y="43324"/>
                    <a:pt x="15803" y="43419"/>
                  </a:cubicBezTo>
                  <a:lnTo>
                    <a:pt x="15803" y="43957"/>
                  </a:lnTo>
                  <a:cubicBezTo>
                    <a:pt x="15803" y="44020"/>
                    <a:pt x="15867" y="44084"/>
                    <a:pt x="15962" y="44084"/>
                  </a:cubicBezTo>
                  <a:cubicBezTo>
                    <a:pt x="16025" y="44084"/>
                    <a:pt x="16088" y="44020"/>
                    <a:pt x="16088" y="43957"/>
                  </a:cubicBezTo>
                  <a:lnTo>
                    <a:pt x="16088" y="43419"/>
                  </a:lnTo>
                  <a:cubicBezTo>
                    <a:pt x="16088" y="43324"/>
                    <a:pt x="16025" y="43292"/>
                    <a:pt x="15962" y="43292"/>
                  </a:cubicBezTo>
                  <a:close/>
                  <a:moveTo>
                    <a:pt x="15962" y="44875"/>
                  </a:moveTo>
                  <a:cubicBezTo>
                    <a:pt x="15867" y="44875"/>
                    <a:pt x="15803" y="44939"/>
                    <a:pt x="15803" y="45002"/>
                  </a:cubicBezTo>
                  <a:lnTo>
                    <a:pt x="15803" y="45540"/>
                  </a:lnTo>
                  <a:cubicBezTo>
                    <a:pt x="15803" y="45604"/>
                    <a:pt x="15867" y="45667"/>
                    <a:pt x="15962" y="45667"/>
                  </a:cubicBezTo>
                  <a:cubicBezTo>
                    <a:pt x="16025" y="45667"/>
                    <a:pt x="16088" y="45604"/>
                    <a:pt x="16088" y="45540"/>
                  </a:cubicBezTo>
                  <a:lnTo>
                    <a:pt x="16088" y="45002"/>
                  </a:lnTo>
                  <a:cubicBezTo>
                    <a:pt x="16088" y="44939"/>
                    <a:pt x="16025" y="44875"/>
                    <a:pt x="15962" y="44875"/>
                  </a:cubicBezTo>
                  <a:close/>
                  <a:moveTo>
                    <a:pt x="15962" y="46459"/>
                  </a:moveTo>
                  <a:cubicBezTo>
                    <a:pt x="15867" y="46459"/>
                    <a:pt x="15803" y="46522"/>
                    <a:pt x="15803" y="46617"/>
                  </a:cubicBezTo>
                  <a:lnTo>
                    <a:pt x="15803" y="47124"/>
                  </a:lnTo>
                  <a:cubicBezTo>
                    <a:pt x="15803" y="47219"/>
                    <a:pt x="15867" y="47250"/>
                    <a:pt x="15962" y="47250"/>
                  </a:cubicBezTo>
                  <a:cubicBezTo>
                    <a:pt x="16025" y="47250"/>
                    <a:pt x="16088" y="47219"/>
                    <a:pt x="16088" y="47124"/>
                  </a:cubicBezTo>
                  <a:lnTo>
                    <a:pt x="16088" y="46617"/>
                  </a:lnTo>
                  <a:cubicBezTo>
                    <a:pt x="16088" y="46522"/>
                    <a:pt x="16025" y="46459"/>
                    <a:pt x="15962" y="46459"/>
                  </a:cubicBezTo>
                  <a:close/>
                  <a:moveTo>
                    <a:pt x="15962" y="48074"/>
                  </a:moveTo>
                  <a:cubicBezTo>
                    <a:pt x="15867" y="48074"/>
                    <a:pt x="15803" y="48137"/>
                    <a:pt x="15803" y="48201"/>
                  </a:cubicBezTo>
                  <a:lnTo>
                    <a:pt x="15803" y="48739"/>
                  </a:lnTo>
                  <a:cubicBezTo>
                    <a:pt x="15803" y="48802"/>
                    <a:pt x="15867" y="48866"/>
                    <a:pt x="15962" y="48866"/>
                  </a:cubicBezTo>
                  <a:cubicBezTo>
                    <a:pt x="16025" y="48866"/>
                    <a:pt x="16088" y="48802"/>
                    <a:pt x="16088" y="48739"/>
                  </a:cubicBezTo>
                  <a:lnTo>
                    <a:pt x="16088" y="48201"/>
                  </a:lnTo>
                  <a:cubicBezTo>
                    <a:pt x="16088" y="48137"/>
                    <a:pt x="16025" y="48074"/>
                    <a:pt x="15962" y="48074"/>
                  </a:cubicBezTo>
                  <a:close/>
                  <a:moveTo>
                    <a:pt x="15962" y="49657"/>
                  </a:moveTo>
                  <a:cubicBezTo>
                    <a:pt x="15867" y="49657"/>
                    <a:pt x="15803" y="49721"/>
                    <a:pt x="15803" y="49784"/>
                  </a:cubicBezTo>
                  <a:lnTo>
                    <a:pt x="15803" y="50322"/>
                  </a:lnTo>
                  <a:cubicBezTo>
                    <a:pt x="15803" y="50417"/>
                    <a:pt x="15867" y="50449"/>
                    <a:pt x="15962" y="50449"/>
                  </a:cubicBezTo>
                  <a:cubicBezTo>
                    <a:pt x="16025" y="50449"/>
                    <a:pt x="16088" y="50417"/>
                    <a:pt x="16088" y="50322"/>
                  </a:cubicBezTo>
                  <a:lnTo>
                    <a:pt x="16088" y="49784"/>
                  </a:lnTo>
                  <a:cubicBezTo>
                    <a:pt x="16088" y="49721"/>
                    <a:pt x="16025" y="49657"/>
                    <a:pt x="15962" y="49657"/>
                  </a:cubicBezTo>
                  <a:close/>
                  <a:moveTo>
                    <a:pt x="15962" y="51272"/>
                  </a:moveTo>
                  <a:cubicBezTo>
                    <a:pt x="15867" y="51272"/>
                    <a:pt x="15803" y="51304"/>
                    <a:pt x="15803" y="51399"/>
                  </a:cubicBezTo>
                  <a:lnTo>
                    <a:pt x="15803" y="51937"/>
                  </a:lnTo>
                  <a:cubicBezTo>
                    <a:pt x="15803" y="52001"/>
                    <a:pt x="15867" y="52064"/>
                    <a:pt x="15962" y="52064"/>
                  </a:cubicBezTo>
                  <a:cubicBezTo>
                    <a:pt x="16025" y="52064"/>
                    <a:pt x="16088" y="52001"/>
                    <a:pt x="16088" y="51937"/>
                  </a:cubicBezTo>
                  <a:lnTo>
                    <a:pt x="16088" y="51399"/>
                  </a:lnTo>
                  <a:cubicBezTo>
                    <a:pt x="16088" y="51304"/>
                    <a:pt x="16025" y="51272"/>
                    <a:pt x="15962" y="51272"/>
                  </a:cubicBezTo>
                  <a:close/>
                  <a:moveTo>
                    <a:pt x="15962" y="52856"/>
                  </a:moveTo>
                  <a:cubicBezTo>
                    <a:pt x="15867" y="52856"/>
                    <a:pt x="15803" y="52919"/>
                    <a:pt x="15803" y="52983"/>
                  </a:cubicBezTo>
                  <a:lnTo>
                    <a:pt x="15803" y="53521"/>
                  </a:lnTo>
                  <a:cubicBezTo>
                    <a:pt x="15803" y="53584"/>
                    <a:pt x="15867" y="53648"/>
                    <a:pt x="15962" y="53648"/>
                  </a:cubicBezTo>
                  <a:cubicBezTo>
                    <a:pt x="16025" y="53648"/>
                    <a:pt x="16088" y="53584"/>
                    <a:pt x="16088" y="53521"/>
                  </a:cubicBezTo>
                  <a:lnTo>
                    <a:pt x="16088" y="52983"/>
                  </a:lnTo>
                  <a:cubicBezTo>
                    <a:pt x="16088" y="52919"/>
                    <a:pt x="16025" y="52856"/>
                    <a:pt x="15962" y="52856"/>
                  </a:cubicBezTo>
                  <a:close/>
                  <a:moveTo>
                    <a:pt x="15962" y="54439"/>
                  </a:moveTo>
                  <a:cubicBezTo>
                    <a:pt x="15867" y="54439"/>
                    <a:pt x="15803" y="54503"/>
                    <a:pt x="15803" y="54598"/>
                  </a:cubicBezTo>
                  <a:lnTo>
                    <a:pt x="15803" y="55104"/>
                  </a:lnTo>
                  <a:cubicBezTo>
                    <a:pt x="15803" y="55199"/>
                    <a:pt x="15867" y="55263"/>
                    <a:pt x="15962" y="55263"/>
                  </a:cubicBezTo>
                  <a:cubicBezTo>
                    <a:pt x="16025" y="55263"/>
                    <a:pt x="16088" y="55199"/>
                    <a:pt x="16088" y="55104"/>
                  </a:cubicBezTo>
                  <a:lnTo>
                    <a:pt x="16088" y="54598"/>
                  </a:lnTo>
                  <a:cubicBezTo>
                    <a:pt x="16088" y="54503"/>
                    <a:pt x="16025" y="54439"/>
                    <a:pt x="15962" y="54439"/>
                  </a:cubicBezTo>
                  <a:close/>
                  <a:moveTo>
                    <a:pt x="15962" y="56054"/>
                  </a:moveTo>
                  <a:cubicBezTo>
                    <a:pt x="15867" y="56054"/>
                    <a:pt x="15803" y="56118"/>
                    <a:pt x="15803" y="56181"/>
                  </a:cubicBezTo>
                  <a:lnTo>
                    <a:pt x="15803" y="56719"/>
                  </a:lnTo>
                  <a:cubicBezTo>
                    <a:pt x="15803" y="56783"/>
                    <a:pt x="15867" y="56846"/>
                    <a:pt x="15962" y="56846"/>
                  </a:cubicBezTo>
                  <a:cubicBezTo>
                    <a:pt x="16025" y="56846"/>
                    <a:pt x="16088" y="56783"/>
                    <a:pt x="16088" y="56719"/>
                  </a:cubicBezTo>
                  <a:lnTo>
                    <a:pt x="16088" y="56181"/>
                  </a:lnTo>
                  <a:cubicBezTo>
                    <a:pt x="16088" y="56118"/>
                    <a:pt x="16025" y="56054"/>
                    <a:pt x="15962" y="56054"/>
                  </a:cubicBezTo>
                  <a:close/>
                  <a:moveTo>
                    <a:pt x="15962" y="57638"/>
                  </a:moveTo>
                  <a:cubicBezTo>
                    <a:pt x="15867" y="57638"/>
                    <a:pt x="15803" y="57701"/>
                    <a:pt x="15803" y="57796"/>
                  </a:cubicBezTo>
                  <a:lnTo>
                    <a:pt x="15803" y="58303"/>
                  </a:lnTo>
                  <a:cubicBezTo>
                    <a:pt x="15803" y="58398"/>
                    <a:pt x="15867" y="58461"/>
                    <a:pt x="15962" y="58461"/>
                  </a:cubicBezTo>
                  <a:cubicBezTo>
                    <a:pt x="16025" y="58461"/>
                    <a:pt x="16088" y="58398"/>
                    <a:pt x="16088" y="58303"/>
                  </a:cubicBezTo>
                  <a:lnTo>
                    <a:pt x="16088" y="57796"/>
                  </a:lnTo>
                  <a:cubicBezTo>
                    <a:pt x="16088" y="57701"/>
                    <a:pt x="16025" y="57638"/>
                    <a:pt x="15962" y="57638"/>
                  </a:cubicBezTo>
                  <a:close/>
                  <a:moveTo>
                    <a:pt x="15962" y="59253"/>
                  </a:moveTo>
                  <a:cubicBezTo>
                    <a:pt x="15867" y="59253"/>
                    <a:pt x="15803" y="59285"/>
                    <a:pt x="15803" y="59380"/>
                  </a:cubicBezTo>
                  <a:lnTo>
                    <a:pt x="15803" y="59823"/>
                  </a:lnTo>
                  <a:cubicBezTo>
                    <a:pt x="15803" y="59886"/>
                    <a:pt x="15867" y="59950"/>
                    <a:pt x="15962" y="59950"/>
                  </a:cubicBezTo>
                  <a:lnTo>
                    <a:pt x="16025" y="59950"/>
                  </a:lnTo>
                  <a:cubicBezTo>
                    <a:pt x="16120" y="59950"/>
                    <a:pt x="16183" y="59886"/>
                    <a:pt x="16183" y="59823"/>
                  </a:cubicBezTo>
                  <a:cubicBezTo>
                    <a:pt x="16183" y="59760"/>
                    <a:pt x="16152" y="59728"/>
                    <a:pt x="16088" y="59696"/>
                  </a:cubicBezTo>
                  <a:lnTo>
                    <a:pt x="16088" y="59380"/>
                  </a:lnTo>
                  <a:cubicBezTo>
                    <a:pt x="16088" y="59285"/>
                    <a:pt x="16025" y="59253"/>
                    <a:pt x="15962" y="59253"/>
                  </a:cubicBezTo>
                  <a:close/>
                  <a:moveTo>
                    <a:pt x="17102" y="59696"/>
                  </a:moveTo>
                  <a:cubicBezTo>
                    <a:pt x="17039" y="59696"/>
                    <a:pt x="16975" y="59760"/>
                    <a:pt x="16975" y="59823"/>
                  </a:cubicBezTo>
                  <a:cubicBezTo>
                    <a:pt x="16975" y="59886"/>
                    <a:pt x="17039" y="59950"/>
                    <a:pt x="17102" y="59950"/>
                  </a:cubicBezTo>
                  <a:lnTo>
                    <a:pt x="17640" y="59950"/>
                  </a:lnTo>
                  <a:cubicBezTo>
                    <a:pt x="17704" y="59950"/>
                    <a:pt x="17767" y="59886"/>
                    <a:pt x="17767" y="59823"/>
                  </a:cubicBezTo>
                  <a:cubicBezTo>
                    <a:pt x="17767" y="59760"/>
                    <a:pt x="17704" y="59696"/>
                    <a:pt x="17640" y="59696"/>
                  </a:cubicBezTo>
                  <a:close/>
                  <a:moveTo>
                    <a:pt x="18685" y="59696"/>
                  </a:moveTo>
                  <a:cubicBezTo>
                    <a:pt x="18622" y="59696"/>
                    <a:pt x="18559" y="59760"/>
                    <a:pt x="18559" y="59823"/>
                  </a:cubicBezTo>
                  <a:cubicBezTo>
                    <a:pt x="18559" y="59886"/>
                    <a:pt x="18622" y="59950"/>
                    <a:pt x="18685" y="59950"/>
                  </a:cubicBezTo>
                  <a:lnTo>
                    <a:pt x="19224" y="59950"/>
                  </a:lnTo>
                  <a:cubicBezTo>
                    <a:pt x="19319" y="59950"/>
                    <a:pt x="19382" y="59886"/>
                    <a:pt x="19382" y="59823"/>
                  </a:cubicBezTo>
                  <a:cubicBezTo>
                    <a:pt x="19382" y="59760"/>
                    <a:pt x="19319" y="59696"/>
                    <a:pt x="19224" y="59696"/>
                  </a:cubicBezTo>
                  <a:close/>
                  <a:moveTo>
                    <a:pt x="20300" y="59696"/>
                  </a:moveTo>
                  <a:cubicBezTo>
                    <a:pt x="20205" y="59696"/>
                    <a:pt x="20174" y="59760"/>
                    <a:pt x="20174" y="59823"/>
                  </a:cubicBezTo>
                  <a:cubicBezTo>
                    <a:pt x="20174" y="59886"/>
                    <a:pt x="20205" y="59950"/>
                    <a:pt x="20300" y="59950"/>
                  </a:cubicBezTo>
                  <a:lnTo>
                    <a:pt x="20839" y="59950"/>
                  </a:lnTo>
                  <a:cubicBezTo>
                    <a:pt x="20902" y="59950"/>
                    <a:pt x="20965" y="59886"/>
                    <a:pt x="20965" y="59823"/>
                  </a:cubicBezTo>
                  <a:cubicBezTo>
                    <a:pt x="20965" y="59760"/>
                    <a:pt x="20902" y="59696"/>
                    <a:pt x="20839" y="59696"/>
                  </a:cubicBezTo>
                  <a:close/>
                  <a:moveTo>
                    <a:pt x="21884" y="59696"/>
                  </a:moveTo>
                  <a:cubicBezTo>
                    <a:pt x="21821" y="59696"/>
                    <a:pt x="21757" y="59760"/>
                    <a:pt x="21757" y="59823"/>
                  </a:cubicBezTo>
                  <a:cubicBezTo>
                    <a:pt x="21757" y="59886"/>
                    <a:pt x="21821" y="59950"/>
                    <a:pt x="21884" y="59950"/>
                  </a:cubicBezTo>
                  <a:lnTo>
                    <a:pt x="22422" y="59950"/>
                  </a:lnTo>
                  <a:cubicBezTo>
                    <a:pt x="22486" y="59950"/>
                    <a:pt x="22549" y="59886"/>
                    <a:pt x="22549" y="59823"/>
                  </a:cubicBezTo>
                  <a:cubicBezTo>
                    <a:pt x="22549" y="59760"/>
                    <a:pt x="22517" y="59696"/>
                    <a:pt x="22422" y="59696"/>
                  </a:cubicBezTo>
                  <a:close/>
                  <a:moveTo>
                    <a:pt x="23499" y="59696"/>
                  </a:moveTo>
                  <a:cubicBezTo>
                    <a:pt x="23404" y="59696"/>
                    <a:pt x="23372" y="59760"/>
                    <a:pt x="23372" y="59823"/>
                  </a:cubicBezTo>
                  <a:cubicBezTo>
                    <a:pt x="23372" y="59886"/>
                    <a:pt x="23404" y="59950"/>
                    <a:pt x="23499" y="59950"/>
                  </a:cubicBezTo>
                  <a:lnTo>
                    <a:pt x="24037" y="59950"/>
                  </a:lnTo>
                  <a:cubicBezTo>
                    <a:pt x="24101" y="59950"/>
                    <a:pt x="24164" y="59886"/>
                    <a:pt x="24164" y="59823"/>
                  </a:cubicBezTo>
                  <a:cubicBezTo>
                    <a:pt x="24164" y="59760"/>
                    <a:pt x="24101" y="59696"/>
                    <a:pt x="24037" y="59696"/>
                  </a:cubicBezTo>
                  <a:close/>
                  <a:moveTo>
                    <a:pt x="25082" y="59696"/>
                  </a:moveTo>
                  <a:cubicBezTo>
                    <a:pt x="25019" y="59696"/>
                    <a:pt x="24956" y="59760"/>
                    <a:pt x="24956" y="59823"/>
                  </a:cubicBezTo>
                  <a:cubicBezTo>
                    <a:pt x="24956" y="59886"/>
                    <a:pt x="25019" y="59950"/>
                    <a:pt x="25082" y="59950"/>
                  </a:cubicBezTo>
                  <a:lnTo>
                    <a:pt x="25621" y="59950"/>
                  </a:lnTo>
                  <a:cubicBezTo>
                    <a:pt x="25684" y="59950"/>
                    <a:pt x="25747" y="59886"/>
                    <a:pt x="25747" y="59823"/>
                  </a:cubicBezTo>
                  <a:cubicBezTo>
                    <a:pt x="25747" y="59760"/>
                    <a:pt x="25684" y="59696"/>
                    <a:pt x="25621" y="59696"/>
                  </a:cubicBezTo>
                  <a:close/>
                  <a:moveTo>
                    <a:pt x="26698" y="59696"/>
                  </a:moveTo>
                  <a:cubicBezTo>
                    <a:pt x="26603" y="59696"/>
                    <a:pt x="26539" y="59760"/>
                    <a:pt x="26539" y="59823"/>
                  </a:cubicBezTo>
                  <a:cubicBezTo>
                    <a:pt x="26539" y="59886"/>
                    <a:pt x="26603" y="59950"/>
                    <a:pt x="26698" y="59950"/>
                  </a:cubicBezTo>
                  <a:lnTo>
                    <a:pt x="27204" y="59950"/>
                  </a:lnTo>
                  <a:cubicBezTo>
                    <a:pt x="27299" y="59950"/>
                    <a:pt x="27363" y="59886"/>
                    <a:pt x="27363" y="59823"/>
                  </a:cubicBezTo>
                  <a:cubicBezTo>
                    <a:pt x="27363" y="59760"/>
                    <a:pt x="27299" y="59696"/>
                    <a:pt x="27204" y="59696"/>
                  </a:cubicBezTo>
                  <a:close/>
                  <a:moveTo>
                    <a:pt x="28281" y="59696"/>
                  </a:moveTo>
                  <a:cubicBezTo>
                    <a:pt x="28218" y="59696"/>
                    <a:pt x="28154" y="59760"/>
                    <a:pt x="28154" y="59823"/>
                  </a:cubicBezTo>
                  <a:cubicBezTo>
                    <a:pt x="28154" y="59886"/>
                    <a:pt x="28218" y="59950"/>
                    <a:pt x="28281" y="59950"/>
                  </a:cubicBezTo>
                  <a:lnTo>
                    <a:pt x="28819" y="59950"/>
                  </a:lnTo>
                  <a:cubicBezTo>
                    <a:pt x="28883" y="59950"/>
                    <a:pt x="28946" y="59886"/>
                    <a:pt x="28946" y="59823"/>
                  </a:cubicBezTo>
                  <a:cubicBezTo>
                    <a:pt x="28946" y="59760"/>
                    <a:pt x="28883" y="59696"/>
                    <a:pt x="28819" y="59696"/>
                  </a:cubicBezTo>
                  <a:close/>
                  <a:moveTo>
                    <a:pt x="29864" y="59696"/>
                  </a:moveTo>
                  <a:cubicBezTo>
                    <a:pt x="29801" y="59696"/>
                    <a:pt x="29738" y="59760"/>
                    <a:pt x="29738" y="59823"/>
                  </a:cubicBezTo>
                  <a:cubicBezTo>
                    <a:pt x="29738" y="59886"/>
                    <a:pt x="29801" y="59950"/>
                    <a:pt x="29864" y="59950"/>
                  </a:cubicBezTo>
                  <a:lnTo>
                    <a:pt x="30403" y="59950"/>
                  </a:lnTo>
                  <a:cubicBezTo>
                    <a:pt x="30498" y="59950"/>
                    <a:pt x="30530" y="59886"/>
                    <a:pt x="30530" y="59823"/>
                  </a:cubicBezTo>
                  <a:cubicBezTo>
                    <a:pt x="30530" y="59760"/>
                    <a:pt x="30498" y="59696"/>
                    <a:pt x="30403" y="59696"/>
                  </a:cubicBezTo>
                  <a:close/>
                  <a:moveTo>
                    <a:pt x="31480" y="59696"/>
                  </a:moveTo>
                  <a:cubicBezTo>
                    <a:pt x="31416" y="59696"/>
                    <a:pt x="31353" y="59760"/>
                    <a:pt x="31353" y="59823"/>
                  </a:cubicBezTo>
                  <a:cubicBezTo>
                    <a:pt x="31353" y="59886"/>
                    <a:pt x="31416" y="59950"/>
                    <a:pt x="31480" y="59950"/>
                  </a:cubicBezTo>
                  <a:lnTo>
                    <a:pt x="32018" y="59950"/>
                  </a:lnTo>
                  <a:cubicBezTo>
                    <a:pt x="32081" y="59950"/>
                    <a:pt x="32145" y="59886"/>
                    <a:pt x="32145" y="59823"/>
                  </a:cubicBezTo>
                  <a:cubicBezTo>
                    <a:pt x="32145" y="59760"/>
                    <a:pt x="32081" y="59696"/>
                    <a:pt x="32018" y="59696"/>
                  </a:cubicBezTo>
                  <a:close/>
                  <a:moveTo>
                    <a:pt x="33063" y="59696"/>
                  </a:moveTo>
                  <a:cubicBezTo>
                    <a:pt x="33000" y="59696"/>
                    <a:pt x="32936" y="59760"/>
                    <a:pt x="32936" y="59823"/>
                  </a:cubicBezTo>
                  <a:cubicBezTo>
                    <a:pt x="32936" y="59886"/>
                    <a:pt x="33000" y="59950"/>
                    <a:pt x="33063" y="59950"/>
                  </a:cubicBezTo>
                  <a:lnTo>
                    <a:pt x="33601" y="59950"/>
                  </a:lnTo>
                  <a:cubicBezTo>
                    <a:pt x="33665" y="59950"/>
                    <a:pt x="33728" y="59886"/>
                    <a:pt x="33728" y="59823"/>
                  </a:cubicBezTo>
                  <a:cubicBezTo>
                    <a:pt x="33728" y="59760"/>
                    <a:pt x="33665" y="59696"/>
                    <a:pt x="33601" y="59696"/>
                  </a:cubicBezTo>
                  <a:close/>
                  <a:moveTo>
                    <a:pt x="34678" y="59696"/>
                  </a:moveTo>
                  <a:cubicBezTo>
                    <a:pt x="34583" y="59696"/>
                    <a:pt x="34520" y="59760"/>
                    <a:pt x="34520" y="59823"/>
                  </a:cubicBezTo>
                  <a:cubicBezTo>
                    <a:pt x="34520" y="59886"/>
                    <a:pt x="34583" y="59950"/>
                    <a:pt x="34678" y="59950"/>
                  </a:cubicBezTo>
                  <a:lnTo>
                    <a:pt x="34995" y="59950"/>
                  </a:lnTo>
                  <a:cubicBezTo>
                    <a:pt x="35090" y="59950"/>
                    <a:pt x="35153" y="59886"/>
                    <a:pt x="35153" y="59823"/>
                  </a:cubicBezTo>
                  <a:cubicBezTo>
                    <a:pt x="35153" y="59760"/>
                    <a:pt x="35090" y="59696"/>
                    <a:pt x="34995" y="59696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550;p29">
              <a:extLst>
                <a:ext uri="{FF2B5EF4-FFF2-40B4-BE49-F238E27FC236}">
                  <a16:creationId xmlns:a16="http://schemas.microsoft.com/office/drawing/2014/main" id="{72C334E6-8D4B-0763-75D8-DFCC868213D3}"/>
                </a:ext>
              </a:extLst>
            </p:cNvPr>
            <p:cNvSpPr/>
            <p:nvPr/>
          </p:nvSpPr>
          <p:spPr>
            <a:xfrm>
              <a:off x="2174141" y="3233435"/>
              <a:ext cx="473953" cy="865220"/>
            </a:xfrm>
            <a:custGeom>
              <a:avLst/>
              <a:gdLst/>
              <a:ahLst/>
              <a:cxnLst/>
              <a:rect l="l" t="t" r="r" b="b"/>
              <a:pathLst>
                <a:path w="14347" h="26191" extrusionOk="0">
                  <a:moveTo>
                    <a:pt x="2787" y="0"/>
                  </a:moveTo>
                  <a:cubicBezTo>
                    <a:pt x="1267" y="0"/>
                    <a:pt x="0" y="1235"/>
                    <a:pt x="0" y="2724"/>
                  </a:cubicBezTo>
                  <a:lnTo>
                    <a:pt x="0" y="23467"/>
                  </a:lnTo>
                  <a:cubicBezTo>
                    <a:pt x="0" y="24955"/>
                    <a:pt x="1267" y="26191"/>
                    <a:pt x="2756" y="26191"/>
                  </a:cubicBezTo>
                  <a:lnTo>
                    <a:pt x="11591" y="26159"/>
                  </a:lnTo>
                  <a:cubicBezTo>
                    <a:pt x="13111" y="26159"/>
                    <a:pt x="14346" y="24955"/>
                    <a:pt x="14346" y="23435"/>
                  </a:cubicBezTo>
                  <a:lnTo>
                    <a:pt x="14346" y="2724"/>
                  </a:lnTo>
                  <a:cubicBezTo>
                    <a:pt x="14346" y="1235"/>
                    <a:pt x="13143" y="0"/>
                    <a:pt x="116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51;p29">
              <a:extLst>
                <a:ext uri="{FF2B5EF4-FFF2-40B4-BE49-F238E27FC236}">
                  <a16:creationId xmlns:a16="http://schemas.microsoft.com/office/drawing/2014/main" id="{2353EC3F-D3BC-AEC8-616C-B49331AF932E}"/>
                </a:ext>
              </a:extLst>
            </p:cNvPr>
            <p:cNvSpPr/>
            <p:nvPr/>
          </p:nvSpPr>
          <p:spPr>
            <a:xfrm>
              <a:off x="2155311" y="3249127"/>
              <a:ext cx="469758" cy="855805"/>
            </a:xfrm>
            <a:custGeom>
              <a:avLst/>
              <a:gdLst/>
              <a:ahLst/>
              <a:cxnLst/>
              <a:rect l="l" t="t" r="r" b="b"/>
              <a:pathLst>
                <a:path w="14220" h="25906" extrusionOk="0">
                  <a:moveTo>
                    <a:pt x="2756" y="0"/>
                  </a:moveTo>
                  <a:cubicBezTo>
                    <a:pt x="1267" y="0"/>
                    <a:pt x="0" y="1236"/>
                    <a:pt x="0" y="2724"/>
                  </a:cubicBezTo>
                  <a:lnTo>
                    <a:pt x="0" y="23214"/>
                  </a:lnTo>
                  <a:cubicBezTo>
                    <a:pt x="0" y="24670"/>
                    <a:pt x="1235" y="25906"/>
                    <a:pt x="2724" y="25906"/>
                  </a:cubicBezTo>
                  <a:lnTo>
                    <a:pt x="11496" y="25874"/>
                  </a:lnTo>
                  <a:cubicBezTo>
                    <a:pt x="12985" y="25874"/>
                    <a:pt x="14188" y="24670"/>
                    <a:pt x="14188" y="23182"/>
                  </a:cubicBezTo>
                  <a:lnTo>
                    <a:pt x="14188" y="2724"/>
                  </a:lnTo>
                  <a:cubicBezTo>
                    <a:pt x="14220" y="1204"/>
                    <a:pt x="12985" y="0"/>
                    <a:pt x="1149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552;p29">
              <a:extLst>
                <a:ext uri="{FF2B5EF4-FFF2-40B4-BE49-F238E27FC236}">
                  <a16:creationId xmlns:a16="http://schemas.microsoft.com/office/drawing/2014/main" id="{A9FC251A-CBEF-DB55-E8B3-10E12D3B0260}"/>
                </a:ext>
              </a:extLst>
            </p:cNvPr>
            <p:cNvSpPr/>
            <p:nvPr/>
          </p:nvSpPr>
          <p:spPr>
            <a:xfrm>
              <a:off x="2335252" y="3302478"/>
              <a:ext cx="110932" cy="27221"/>
            </a:xfrm>
            <a:custGeom>
              <a:avLst/>
              <a:gdLst/>
              <a:ahLst/>
              <a:cxnLst/>
              <a:rect l="l" t="t" r="r" b="b"/>
              <a:pathLst>
                <a:path w="3358" h="824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cubicBezTo>
                    <a:pt x="0" y="634"/>
                    <a:pt x="190" y="824"/>
                    <a:pt x="412" y="824"/>
                  </a:cubicBezTo>
                  <a:lnTo>
                    <a:pt x="2946" y="824"/>
                  </a:lnTo>
                  <a:cubicBezTo>
                    <a:pt x="3167" y="824"/>
                    <a:pt x="3357" y="634"/>
                    <a:pt x="3357" y="412"/>
                  </a:cubicBezTo>
                  <a:cubicBezTo>
                    <a:pt x="3357" y="191"/>
                    <a:pt x="3167" y="1"/>
                    <a:pt x="29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53;p29">
              <a:extLst>
                <a:ext uri="{FF2B5EF4-FFF2-40B4-BE49-F238E27FC236}">
                  <a16:creationId xmlns:a16="http://schemas.microsoft.com/office/drawing/2014/main" id="{EE0261D1-4A95-6902-3C24-D6609B0C3382}"/>
                </a:ext>
              </a:extLst>
            </p:cNvPr>
            <p:cNvSpPr/>
            <p:nvPr/>
          </p:nvSpPr>
          <p:spPr>
            <a:xfrm>
              <a:off x="2294454" y="3303536"/>
              <a:ext cx="27221" cy="26164"/>
            </a:xfrm>
            <a:custGeom>
              <a:avLst/>
              <a:gdLst/>
              <a:ahLst/>
              <a:cxnLst/>
              <a:rect l="l" t="t" r="r" b="b"/>
              <a:pathLst>
                <a:path w="824" h="792" extrusionOk="0">
                  <a:moveTo>
                    <a:pt x="412" y="0"/>
                  </a:moveTo>
                  <a:cubicBezTo>
                    <a:pt x="309" y="0"/>
                    <a:pt x="206" y="32"/>
                    <a:pt x="127" y="95"/>
                  </a:cubicBezTo>
                  <a:cubicBezTo>
                    <a:pt x="64" y="190"/>
                    <a:pt x="0" y="285"/>
                    <a:pt x="0" y="412"/>
                  </a:cubicBezTo>
                  <a:cubicBezTo>
                    <a:pt x="0" y="507"/>
                    <a:pt x="64" y="602"/>
                    <a:pt x="127" y="697"/>
                  </a:cubicBezTo>
                  <a:cubicBezTo>
                    <a:pt x="222" y="760"/>
                    <a:pt x="317" y="792"/>
                    <a:pt x="412" y="792"/>
                  </a:cubicBezTo>
                  <a:cubicBezTo>
                    <a:pt x="539" y="792"/>
                    <a:pt x="634" y="760"/>
                    <a:pt x="697" y="697"/>
                  </a:cubicBezTo>
                  <a:cubicBezTo>
                    <a:pt x="792" y="602"/>
                    <a:pt x="824" y="507"/>
                    <a:pt x="824" y="412"/>
                  </a:cubicBezTo>
                  <a:cubicBezTo>
                    <a:pt x="824" y="285"/>
                    <a:pt x="792" y="190"/>
                    <a:pt x="697" y="95"/>
                  </a:cubicBezTo>
                  <a:cubicBezTo>
                    <a:pt x="618" y="32"/>
                    <a:pt x="515" y="0"/>
                    <a:pt x="41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54;p29">
              <a:extLst>
                <a:ext uri="{FF2B5EF4-FFF2-40B4-BE49-F238E27FC236}">
                  <a16:creationId xmlns:a16="http://schemas.microsoft.com/office/drawing/2014/main" id="{381034DE-F22F-D91D-ADFA-B0BC65A3ABA3}"/>
                </a:ext>
              </a:extLst>
            </p:cNvPr>
            <p:cNvSpPr/>
            <p:nvPr/>
          </p:nvSpPr>
          <p:spPr>
            <a:xfrm>
              <a:off x="2347806" y="3998196"/>
              <a:ext cx="80572" cy="79548"/>
            </a:xfrm>
            <a:custGeom>
              <a:avLst/>
              <a:gdLst/>
              <a:ahLst/>
              <a:cxnLst/>
              <a:rect l="l" t="t" r="r" b="b"/>
              <a:pathLst>
                <a:path w="2439" h="2408" extrusionOk="0">
                  <a:moveTo>
                    <a:pt x="1236" y="0"/>
                  </a:moveTo>
                  <a:cubicBezTo>
                    <a:pt x="570" y="0"/>
                    <a:pt x="0" y="539"/>
                    <a:pt x="0" y="1204"/>
                  </a:cubicBezTo>
                  <a:cubicBezTo>
                    <a:pt x="0" y="1869"/>
                    <a:pt x="570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55;p29">
              <a:extLst>
                <a:ext uri="{FF2B5EF4-FFF2-40B4-BE49-F238E27FC236}">
                  <a16:creationId xmlns:a16="http://schemas.microsoft.com/office/drawing/2014/main" id="{07EC435B-1ACC-E0F2-31ED-4FB2A2B3DD8D}"/>
                </a:ext>
              </a:extLst>
            </p:cNvPr>
            <p:cNvSpPr/>
            <p:nvPr/>
          </p:nvSpPr>
          <p:spPr>
            <a:xfrm>
              <a:off x="2202386" y="3376774"/>
              <a:ext cx="380827" cy="594234"/>
            </a:xfrm>
            <a:custGeom>
              <a:avLst/>
              <a:gdLst/>
              <a:ahLst/>
              <a:cxnLst/>
              <a:rect l="l" t="t" r="r" b="b"/>
              <a:pathLst>
                <a:path w="11528" h="17988" extrusionOk="0">
                  <a:moveTo>
                    <a:pt x="919" y="0"/>
                  </a:moveTo>
                  <a:cubicBezTo>
                    <a:pt x="412" y="0"/>
                    <a:pt x="0" y="412"/>
                    <a:pt x="0" y="918"/>
                  </a:cubicBezTo>
                  <a:lnTo>
                    <a:pt x="0" y="17070"/>
                  </a:lnTo>
                  <a:cubicBezTo>
                    <a:pt x="0" y="17576"/>
                    <a:pt x="412" y="17988"/>
                    <a:pt x="919" y="17988"/>
                  </a:cubicBezTo>
                  <a:lnTo>
                    <a:pt x="10515" y="17988"/>
                  </a:lnTo>
                  <a:cubicBezTo>
                    <a:pt x="11053" y="17988"/>
                    <a:pt x="11528" y="17513"/>
                    <a:pt x="11528" y="16975"/>
                  </a:cubicBezTo>
                  <a:lnTo>
                    <a:pt x="11528" y="918"/>
                  </a:lnTo>
                  <a:cubicBezTo>
                    <a:pt x="11528" y="412"/>
                    <a:pt x="11116" y="0"/>
                    <a:pt x="10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56;p29">
              <a:extLst>
                <a:ext uri="{FF2B5EF4-FFF2-40B4-BE49-F238E27FC236}">
                  <a16:creationId xmlns:a16="http://schemas.microsoft.com/office/drawing/2014/main" id="{35BF0711-74CA-4BB3-090C-18861164D459}"/>
                </a:ext>
              </a:extLst>
            </p:cNvPr>
            <p:cNvSpPr/>
            <p:nvPr/>
          </p:nvSpPr>
          <p:spPr>
            <a:xfrm>
              <a:off x="2230631" y="3522194"/>
              <a:ext cx="326452" cy="297381"/>
            </a:xfrm>
            <a:custGeom>
              <a:avLst/>
              <a:gdLst/>
              <a:ahLst/>
              <a:cxnLst/>
              <a:rect l="l" t="t" r="r" b="b"/>
              <a:pathLst>
                <a:path w="9882" h="9002" extrusionOk="0">
                  <a:moveTo>
                    <a:pt x="4941" y="0"/>
                  </a:moveTo>
                  <a:cubicBezTo>
                    <a:pt x="3793" y="0"/>
                    <a:pt x="2645" y="443"/>
                    <a:pt x="1774" y="1330"/>
                  </a:cubicBezTo>
                  <a:cubicBezTo>
                    <a:pt x="1" y="3072"/>
                    <a:pt x="1" y="5922"/>
                    <a:pt x="1774" y="7696"/>
                  </a:cubicBezTo>
                  <a:cubicBezTo>
                    <a:pt x="2645" y="8566"/>
                    <a:pt x="3793" y="9002"/>
                    <a:pt x="4941" y="9002"/>
                  </a:cubicBezTo>
                  <a:cubicBezTo>
                    <a:pt x="6089" y="9002"/>
                    <a:pt x="7237" y="8566"/>
                    <a:pt x="8108" y="7696"/>
                  </a:cubicBezTo>
                  <a:cubicBezTo>
                    <a:pt x="9881" y="5922"/>
                    <a:pt x="9881" y="3072"/>
                    <a:pt x="8108" y="1330"/>
                  </a:cubicBezTo>
                  <a:cubicBezTo>
                    <a:pt x="7237" y="443"/>
                    <a:pt x="6089" y="0"/>
                    <a:pt x="49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57;p29">
              <a:extLst>
                <a:ext uri="{FF2B5EF4-FFF2-40B4-BE49-F238E27FC236}">
                  <a16:creationId xmlns:a16="http://schemas.microsoft.com/office/drawing/2014/main" id="{CFFD6C97-8AC0-39CA-7E9F-58A8C36C3B75}"/>
                </a:ext>
              </a:extLst>
            </p:cNvPr>
            <p:cNvSpPr/>
            <p:nvPr/>
          </p:nvSpPr>
          <p:spPr>
            <a:xfrm>
              <a:off x="2324780" y="3577858"/>
              <a:ext cx="157841" cy="183939"/>
            </a:xfrm>
            <a:custGeom>
              <a:avLst/>
              <a:gdLst/>
              <a:ahLst/>
              <a:cxnLst/>
              <a:rect l="l" t="t" r="r" b="b"/>
              <a:pathLst>
                <a:path w="4778" h="5568" extrusionOk="0">
                  <a:moveTo>
                    <a:pt x="3404" y="551"/>
                  </a:moveTo>
                  <a:cubicBezTo>
                    <a:pt x="3649" y="551"/>
                    <a:pt x="3868" y="731"/>
                    <a:pt x="3896" y="1007"/>
                  </a:cubicBezTo>
                  <a:cubicBezTo>
                    <a:pt x="3959" y="1292"/>
                    <a:pt x="3769" y="1545"/>
                    <a:pt x="3453" y="1609"/>
                  </a:cubicBezTo>
                  <a:cubicBezTo>
                    <a:pt x="3432" y="1611"/>
                    <a:pt x="3411" y="1612"/>
                    <a:pt x="3391" y="1612"/>
                  </a:cubicBezTo>
                  <a:cubicBezTo>
                    <a:pt x="3132" y="1612"/>
                    <a:pt x="2910" y="1429"/>
                    <a:pt x="2851" y="1165"/>
                  </a:cubicBezTo>
                  <a:cubicBezTo>
                    <a:pt x="2819" y="880"/>
                    <a:pt x="3009" y="595"/>
                    <a:pt x="3294" y="563"/>
                  </a:cubicBezTo>
                  <a:cubicBezTo>
                    <a:pt x="3331" y="555"/>
                    <a:pt x="3368" y="551"/>
                    <a:pt x="3404" y="551"/>
                  </a:cubicBezTo>
                  <a:close/>
                  <a:moveTo>
                    <a:pt x="1983" y="2918"/>
                  </a:moveTo>
                  <a:cubicBezTo>
                    <a:pt x="2007" y="2918"/>
                    <a:pt x="2033" y="2926"/>
                    <a:pt x="2059" y="2939"/>
                  </a:cubicBezTo>
                  <a:cubicBezTo>
                    <a:pt x="2091" y="2970"/>
                    <a:pt x="2091" y="3034"/>
                    <a:pt x="2059" y="3097"/>
                  </a:cubicBezTo>
                  <a:lnTo>
                    <a:pt x="856" y="4807"/>
                  </a:lnTo>
                  <a:cubicBezTo>
                    <a:pt x="824" y="4807"/>
                    <a:pt x="792" y="4839"/>
                    <a:pt x="792" y="4839"/>
                  </a:cubicBezTo>
                  <a:cubicBezTo>
                    <a:pt x="761" y="4839"/>
                    <a:pt x="729" y="4839"/>
                    <a:pt x="697" y="4807"/>
                  </a:cubicBezTo>
                  <a:cubicBezTo>
                    <a:pt x="666" y="4775"/>
                    <a:pt x="634" y="4712"/>
                    <a:pt x="697" y="4680"/>
                  </a:cubicBezTo>
                  <a:lnTo>
                    <a:pt x="1901" y="2970"/>
                  </a:lnTo>
                  <a:cubicBezTo>
                    <a:pt x="1919" y="2933"/>
                    <a:pt x="1949" y="2918"/>
                    <a:pt x="1983" y="2918"/>
                  </a:cubicBezTo>
                  <a:close/>
                  <a:moveTo>
                    <a:pt x="2944" y="1"/>
                  </a:moveTo>
                  <a:cubicBezTo>
                    <a:pt x="2851" y="1"/>
                    <a:pt x="2756" y="9"/>
                    <a:pt x="2661" y="25"/>
                  </a:cubicBezTo>
                  <a:cubicBezTo>
                    <a:pt x="1743" y="183"/>
                    <a:pt x="1109" y="1039"/>
                    <a:pt x="1267" y="1957"/>
                  </a:cubicBezTo>
                  <a:cubicBezTo>
                    <a:pt x="1299" y="2084"/>
                    <a:pt x="1331" y="2179"/>
                    <a:pt x="1362" y="2305"/>
                  </a:cubicBezTo>
                  <a:lnTo>
                    <a:pt x="1204" y="2432"/>
                  </a:lnTo>
                  <a:cubicBezTo>
                    <a:pt x="1172" y="2432"/>
                    <a:pt x="1141" y="2464"/>
                    <a:pt x="1141" y="2495"/>
                  </a:cubicBezTo>
                  <a:cubicBezTo>
                    <a:pt x="1141" y="2559"/>
                    <a:pt x="1172" y="2590"/>
                    <a:pt x="1204" y="2590"/>
                  </a:cubicBezTo>
                  <a:lnTo>
                    <a:pt x="1362" y="2717"/>
                  </a:lnTo>
                  <a:lnTo>
                    <a:pt x="1267" y="2844"/>
                  </a:lnTo>
                  <a:lnTo>
                    <a:pt x="1109" y="2844"/>
                  </a:lnTo>
                  <a:cubicBezTo>
                    <a:pt x="1046" y="2875"/>
                    <a:pt x="1014" y="2907"/>
                    <a:pt x="1014" y="2970"/>
                  </a:cubicBezTo>
                  <a:lnTo>
                    <a:pt x="1046" y="3160"/>
                  </a:lnTo>
                  <a:lnTo>
                    <a:pt x="919" y="3319"/>
                  </a:lnTo>
                  <a:lnTo>
                    <a:pt x="761" y="3350"/>
                  </a:lnTo>
                  <a:cubicBezTo>
                    <a:pt x="697" y="3350"/>
                    <a:pt x="666" y="3414"/>
                    <a:pt x="666" y="3477"/>
                  </a:cubicBezTo>
                  <a:lnTo>
                    <a:pt x="697" y="3635"/>
                  </a:lnTo>
                  <a:lnTo>
                    <a:pt x="571" y="3794"/>
                  </a:lnTo>
                  <a:lnTo>
                    <a:pt x="412" y="3825"/>
                  </a:lnTo>
                  <a:cubicBezTo>
                    <a:pt x="349" y="3825"/>
                    <a:pt x="317" y="3889"/>
                    <a:pt x="317" y="3952"/>
                  </a:cubicBezTo>
                  <a:lnTo>
                    <a:pt x="349" y="4110"/>
                  </a:lnTo>
                  <a:lnTo>
                    <a:pt x="32" y="4585"/>
                  </a:lnTo>
                  <a:cubicBezTo>
                    <a:pt x="1" y="4585"/>
                    <a:pt x="1" y="4617"/>
                    <a:pt x="1" y="4649"/>
                  </a:cubicBezTo>
                  <a:lnTo>
                    <a:pt x="127" y="5472"/>
                  </a:lnTo>
                  <a:cubicBezTo>
                    <a:pt x="159" y="5536"/>
                    <a:pt x="191" y="5567"/>
                    <a:pt x="254" y="5567"/>
                  </a:cubicBezTo>
                  <a:lnTo>
                    <a:pt x="1109" y="5441"/>
                  </a:lnTo>
                  <a:cubicBezTo>
                    <a:pt x="1141" y="5441"/>
                    <a:pt x="1141" y="5409"/>
                    <a:pt x="1172" y="5377"/>
                  </a:cubicBezTo>
                  <a:lnTo>
                    <a:pt x="2503" y="3540"/>
                  </a:lnTo>
                  <a:lnTo>
                    <a:pt x="2661" y="3635"/>
                  </a:lnTo>
                  <a:cubicBezTo>
                    <a:pt x="2693" y="3667"/>
                    <a:pt x="2724" y="3667"/>
                    <a:pt x="2756" y="3667"/>
                  </a:cubicBezTo>
                  <a:cubicBezTo>
                    <a:pt x="2788" y="3635"/>
                    <a:pt x="2819" y="3635"/>
                    <a:pt x="2819" y="3604"/>
                  </a:cubicBezTo>
                  <a:lnTo>
                    <a:pt x="2883" y="3382"/>
                  </a:lnTo>
                  <a:cubicBezTo>
                    <a:pt x="2917" y="3384"/>
                    <a:pt x="2950" y="3385"/>
                    <a:pt x="2984" y="3385"/>
                  </a:cubicBezTo>
                  <a:cubicBezTo>
                    <a:pt x="4039" y="3385"/>
                    <a:pt x="4778" y="2431"/>
                    <a:pt x="4624" y="1419"/>
                  </a:cubicBezTo>
                  <a:cubicBezTo>
                    <a:pt x="4482" y="595"/>
                    <a:pt x="3755" y="1"/>
                    <a:pt x="2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558;p29">
              <a:extLst>
                <a:ext uri="{FF2B5EF4-FFF2-40B4-BE49-F238E27FC236}">
                  <a16:creationId xmlns:a16="http://schemas.microsoft.com/office/drawing/2014/main" id="{F7C2208F-ADEB-3108-8550-6B5EA109B771}"/>
                </a:ext>
              </a:extLst>
            </p:cNvPr>
            <p:cNvSpPr/>
            <p:nvPr/>
          </p:nvSpPr>
          <p:spPr>
            <a:xfrm>
              <a:off x="1055774" y="2095181"/>
              <a:ext cx="1427013" cy="833836"/>
            </a:xfrm>
            <a:custGeom>
              <a:avLst/>
              <a:gdLst/>
              <a:ahLst/>
              <a:cxnLst/>
              <a:rect l="l" t="t" r="r" b="b"/>
              <a:pathLst>
                <a:path w="43197" h="25241" extrusionOk="0">
                  <a:moveTo>
                    <a:pt x="1805" y="1"/>
                  </a:moveTo>
                  <a:cubicBezTo>
                    <a:pt x="792" y="1"/>
                    <a:pt x="0" y="824"/>
                    <a:pt x="0" y="1806"/>
                  </a:cubicBezTo>
                  <a:lnTo>
                    <a:pt x="0" y="24924"/>
                  </a:lnTo>
                  <a:lnTo>
                    <a:pt x="43197" y="25241"/>
                  </a:lnTo>
                  <a:lnTo>
                    <a:pt x="43165" y="1774"/>
                  </a:lnTo>
                  <a:cubicBezTo>
                    <a:pt x="43165" y="792"/>
                    <a:pt x="42405" y="1"/>
                    <a:pt x="4142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559;p29">
              <a:extLst>
                <a:ext uri="{FF2B5EF4-FFF2-40B4-BE49-F238E27FC236}">
                  <a16:creationId xmlns:a16="http://schemas.microsoft.com/office/drawing/2014/main" id="{FC9AE8D1-FE2E-23F2-E402-09FB41DFA0C4}"/>
                </a:ext>
              </a:extLst>
            </p:cNvPr>
            <p:cNvSpPr/>
            <p:nvPr/>
          </p:nvSpPr>
          <p:spPr>
            <a:xfrm>
              <a:off x="1043221" y="2107735"/>
              <a:ext cx="1427013" cy="823397"/>
            </a:xfrm>
            <a:custGeom>
              <a:avLst/>
              <a:gdLst/>
              <a:ahLst/>
              <a:cxnLst/>
              <a:rect l="l" t="t" r="r" b="b"/>
              <a:pathLst>
                <a:path w="43197" h="24925" extrusionOk="0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lnTo>
                    <a:pt x="0" y="24924"/>
                  </a:lnTo>
                  <a:lnTo>
                    <a:pt x="43197" y="24924"/>
                  </a:lnTo>
                  <a:lnTo>
                    <a:pt x="43197" y="1457"/>
                  </a:lnTo>
                  <a:cubicBezTo>
                    <a:pt x="43197" y="666"/>
                    <a:pt x="42532" y="1"/>
                    <a:pt x="4170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60;p29">
              <a:extLst>
                <a:ext uri="{FF2B5EF4-FFF2-40B4-BE49-F238E27FC236}">
                  <a16:creationId xmlns:a16="http://schemas.microsoft.com/office/drawing/2014/main" id="{F99C8137-360A-A71D-A461-51FB44607EB0}"/>
                </a:ext>
              </a:extLst>
            </p:cNvPr>
            <p:cNvSpPr/>
            <p:nvPr/>
          </p:nvSpPr>
          <p:spPr>
            <a:xfrm>
              <a:off x="762820" y="2928985"/>
              <a:ext cx="2029637" cy="226025"/>
            </a:xfrm>
            <a:custGeom>
              <a:avLst/>
              <a:gdLst/>
              <a:ahLst/>
              <a:cxnLst/>
              <a:rect l="l" t="t" r="r" b="b"/>
              <a:pathLst>
                <a:path w="61439" h="6842" extrusionOk="0">
                  <a:moveTo>
                    <a:pt x="52065" y="1"/>
                  </a:moveTo>
                  <a:lnTo>
                    <a:pt x="8456" y="64"/>
                  </a:lnTo>
                  <a:lnTo>
                    <a:pt x="444" y="2788"/>
                  </a:lnTo>
                  <a:cubicBezTo>
                    <a:pt x="1" y="3674"/>
                    <a:pt x="349" y="6841"/>
                    <a:pt x="1584" y="6841"/>
                  </a:cubicBezTo>
                  <a:lnTo>
                    <a:pt x="58494" y="6841"/>
                  </a:lnTo>
                  <a:cubicBezTo>
                    <a:pt x="59697" y="6841"/>
                    <a:pt x="61439" y="3294"/>
                    <a:pt x="59982" y="2503"/>
                  </a:cubicBezTo>
                  <a:lnTo>
                    <a:pt x="5206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61;p29">
              <a:extLst>
                <a:ext uri="{FF2B5EF4-FFF2-40B4-BE49-F238E27FC236}">
                  <a16:creationId xmlns:a16="http://schemas.microsoft.com/office/drawing/2014/main" id="{574E8521-4893-8EDE-45C8-68316FBFE1DC}"/>
                </a:ext>
              </a:extLst>
            </p:cNvPr>
            <p:cNvSpPr/>
            <p:nvPr/>
          </p:nvSpPr>
          <p:spPr>
            <a:xfrm>
              <a:off x="762820" y="2931099"/>
              <a:ext cx="2005588" cy="121371"/>
            </a:xfrm>
            <a:custGeom>
              <a:avLst/>
              <a:gdLst/>
              <a:ahLst/>
              <a:cxnLst/>
              <a:rect l="l" t="t" r="r" b="b"/>
              <a:pathLst>
                <a:path w="60711" h="3674" extrusionOk="0">
                  <a:moveTo>
                    <a:pt x="8456" y="0"/>
                  </a:moveTo>
                  <a:lnTo>
                    <a:pt x="444" y="2724"/>
                  </a:lnTo>
                  <a:cubicBezTo>
                    <a:pt x="1" y="3547"/>
                    <a:pt x="349" y="3674"/>
                    <a:pt x="1584" y="3674"/>
                  </a:cubicBezTo>
                  <a:lnTo>
                    <a:pt x="58494" y="3674"/>
                  </a:lnTo>
                  <a:cubicBezTo>
                    <a:pt x="59697" y="3674"/>
                    <a:pt x="60710" y="3515"/>
                    <a:pt x="59824" y="2724"/>
                  </a:cubicBezTo>
                  <a:lnTo>
                    <a:pt x="5162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62;p29">
              <a:extLst>
                <a:ext uri="{FF2B5EF4-FFF2-40B4-BE49-F238E27FC236}">
                  <a16:creationId xmlns:a16="http://schemas.microsoft.com/office/drawing/2014/main" id="{49046EF7-AA75-904B-9501-A8F1D58A3334}"/>
                </a:ext>
              </a:extLst>
            </p:cNvPr>
            <p:cNvSpPr/>
            <p:nvPr/>
          </p:nvSpPr>
          <p:spPr>
            <a:xfrm>
              <a:off x="1469009" y="2966645"/>
              <a:ext cx="583795" cy="56523"/>
            </a:xfrm>
            <a:custGeom>
              <a:avLst/>
              <a:gdLst/>
              <a:ahLst/>
              <a:cxnLst/>
              <a:rect l="l" t="t" r="r" b="b"/>
              <a:pathLst>
                <a:path w="17672" h="1711" extrusionOk="0">
                  <a:moveTo>
                    <a:pt x="1552" y="1"/>
                  </a:moveTo>
                  <a:cubicBezTo>
                    <a:pt x="1267" y="1"/>
                    <a:pt x="1046" y="96"/>
                    <a:pt x="950" y="223"/>
                  </a:cubicBezTo>
                  <a:lnTo>
                    <a:pt x="127" y="1299"/>
                  </a:lnTo>
                  <a:cubicBezTo>
                    <a:pt x="0" y="1489"/>
                    <a:pt x="317" y="1711"/>
                    <a:pt x="760" y="1711"/>
                  </a:cubicBezTo>
                  <a:lnTo>
                    <a:pt x="16912" y="1711"/>
                  </a:lnTo>
                  <a:cubicBezTo>
                    <a:pt x="17355" y="1711"/>
                    <a:pt x="17672" y="1489"/>
                    <a:pt x="17513" y="1299"/>
                  </a:cubicBezTo>
                  <a:lnTo>
                    <a:pt x="16722" y="223"/>
                  </a:lnTo>
                  <a:cubicBezTo>
                    <a:pt x="16627" y="96"/>
                    <a:pt x="16373" y="1"/>
                    <a:pt x="160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63;p29">
              <a:extLst>
                <a:ext uri="{FF2B5EF4-FFF2-40B4-BE49-F238E27FC236}">
                  <a16:creationId xmlns:a16="http://schemas.microsoft.com/office/drawing/2014/main" id="{9798F03E-BCB1-B44F-0FCD-6ADBEB416A9F}"/>
                </a:ext>
              </a:extLst>
            </p:cNvPr>
            <p:cNvSpPr/>
            <p:nvPr/>
          </p:nvSpPr>
          <p:spPr>
            <a:xfrm>
              <a:off x="1122703" y="2174697"/>
              <a:ext cx="1277430" cy="752240"/>
            </a:xfrm>
            <a:custGeom>
              <a:avLst/>
              <a:gdLst/>
              <a:ahLst/>
              <a:cxnLst/>
              <a:rect l="l" t="t" r="r" b="b"/>
              <a:pathLst>
                <a:path w="38669" h="22771" extrusionOk="0">
                  <a:moveTo>
                    <a:pt x="1679" y="0"/>
                  </a:moveTo>
                  <a:cubicBezTo>
                    <a:pt x="761" y="0"/>
                    <a:pt x="1" y="761"/>
                    <a:pt x="1" y="1679"/>
                  </a:cubicBezTo>
                  <a:lnTo>
                    <a:pt x="1" y="22770"/>
                  </a:lnTo>
                  <a:lnTo>
                    <a:pt x="38669" y="22770"/>
                  </a:lnTo>
                  <a:lnTo>
                    <a:pt x="38669" y="1679"/>
                  </a:lnTo>
                  <a:cubicBezTo>
                    <a:pt x="38669" y="761"/>
                    <a:pt x="37909" y="0"/>
                    <a:pt x="3699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64;p29">
              <a:extLst>
                <a:ext uri="{FF2B5EF4-FFF2-40B4-BE49-F238E27FC236}">
                  <a16:creationId xmlns:a16="http://schemas.microsoft.com/office/drawing/2014/main" id="{57EBC044-6A93-A1DD-6573-D15CEFAFC3D0}"/>
                </a:ext>
              </a:extLst>
            </p:cNvPr>
            <p:cNvSpPr/>
            <p:nvPr/>
          </p:nvSpPr>
          <p:spPr>
            <a:xfrm>
              <a:off x="1454374" y="2275585"/>
              <a:ext cx="619373" cy="558391"/>
            </a:xfrm>
            <a:custGeom>
              <a:avLst/>
              <a:gdLst/>
              <a:ahLst/>
              <a:cxnLst/>
              <a:rect l="l" t="t" r="r" b="b"/>
              <a:pathLst>
                <a:path w="18749" h="16903" extrusionOk="0">
                  <a:moveTo>
                    <a:pt x="9358" y="1"/>
                  </a:moveTo>
                  <a:cubicBezTo>
                    <a:pt x="5645" y="1"/>
                    <a:pt x="2239" y="2474"/>
                    <a:pt x="1235" y="6225"/>
                  </a:cubicBezTo>
                  <a:cubicBezTo>
                    <a:pt x="0" y="10754"/>
                    <a:pt x="2660" y="15378"/>
                    <a:pt x="7189" y="16613"/>
                  </a:cubicBezTo>
                  <a:cubicBezTo>
                    <a:pt x="7921" y="16809"/>
                    <a:pt x="8655" y="16902"/>
                    <a:pt x="9379" y="16902"/>
                  </a:cubicBezTo>
                  <a:cubicBezTo>
                    <a:pt x="13101" y="16902"/>
                    <a:pt x="16511" y="14425"/>
                    <a:pt x="17545" y="10659"/>
                  </a:cubicBezTo>
                  <a:cubicBezTo>
                    <a:pt x="18748" y="6162"/>
                    <a:pt x="16088" y="1507"/>
                    <a:pt x="11591" y="303"/>
                  </a:cubicBezTo>
                  <a:cubicBezTo>
                    <a:pt x="10845" y="99"/>
                    <a:pt x="10095" y="1"/>
                    <a:pt x="9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565;p29">
              <a:extLst>
                <a:ext uri="{FF2B5EF4-FFF2-40B4-BE49-F238E27FC236}">
                  <a16:creationId xmlns:a16="http://schemas.microsoft.com/office/drawing/2014/main" id="{ABDD7A84-1F0E-6251-C8C8-F9D646FE2D6B}"/>
                </a:ext>
              </a:extLst>
            </p:cNvPr>
            <p:cNvSpPr/>
            <p:nvPr/>
          </p:nvSpPr>
          <p:spPr>
            <a:xfrm>
              <a:off x="1631178" y="2376606"/>
              <a:ext cx="266791" cy="355721"/>
            </a:xfrm>
            <a:custGeom>
              <a:avLst/>
              <a:gdLst/>
              <a:ahLst/>
              <a:cxnLst/>
              <a:rect l="l" t="t" r="r" b="b"/>
              <a:pathLst>
                <a:path w="8076" h="10768" extrusionOk="0">
                  <a:moveTo>
                    <a:pt x="4022" y="1362"/>
                  </a:moveTo>
                  <a:cubicBezTo>
                    <a:pt x="5036" y="1362"/>
                    <a:pt x="5827" y="2154"/>
                    <a:pt x="5827" y="3167"/>
                  </a:cubicBezTo>
                  <a:lnTo>
                    <a:pt x="5827" y="3864"/>
                  </a:lnTo>
                  <a:lnTo>
                    <a:pt x="5827" y="4054"/>
                  </a:lnTo>
                  <a:lnTo>
                    <a:pt x="2249" y="4054"/>
                  </a:lnTo>
                  <a:lnTo>
                    <a:pt x="2249" y="3864"/>
                  </a:lnTo>
                  <a:lnTo>
                    <a:pt x="2249" y="3167"/>
                  </a:lnTo>
                  <a:cubicBezTo>
                    <a:pt x="2249" y="2154"/>
                    <a:pt x="3040" y="1362"/>
                    <a:pt x="4022" y="1362"/>
                  </a:cubicBezTo>
                  <a:close/>
                  <a:moveTo>
                    <a:pt x="4054" y="5828"/>
                  </a:moveTo>
                  <a:cubicBezTo>
                    <a:pt x="4529" y="5828"/>
                    <a:pt x="4941" y="6239"/>
                    <a:pt x="4941" y="6746"/>
                  </a:cubicBezTo>
                  <a:cubicBezTo>
                    <a:pt x="4941" y="7031"/>
                    <a:pt x="4782" y="7284"/>
                    <a:pt x="4560" y="7474"/>
                  </a:cubicBezTo>
                  <a:lnTo>
                    <a:pt x="4719" y="8741"/>
                  </a:lnTo>
                  <a:cubicBezTo>
                    <a:pt x="4719" y="8805"/>
                    <a:pt x="4687" y="8868"/>
                    <a:pt x="4655" y="8900"/>
                  </a:cubicBezTo>
                  <a:cubicBezTo>
                    <a:pt x="4624" y="8963"/>
                    <a:pt x="4560" y="8995"/>
                    <a:pt x="4497" y="8995"/>
                  </a:cubicBezTo>
                  <a:lnTo>
                    <a:pt x="3579" y="8995"/>
                  </a:lnTo>
                  <a:cubicBezTo>
                    <a:pt x="3515" y="8995"/>
                    <a:pt x="3452" y="8963"/>
                    <a:pt x="3420" y="8900"/>
                  </a:cubicBezTo>
                  <a:cubicBezTo>
                    <a:pt x="3389" y="8868"/>
                    <a:pt x="3357" y="8805"/>
                    <a:pt x="3357" y="8741"/>
                  </a:cubicBezTo>
                  <a:lnTo>
                    <a:pt x="3515" y="7474"/>
                  </a:lnTo>
                  <a:cubicBezTo>
                    <a:pt x="3294" y="7284"/>
                    <a:pt x="3135" y="7031"/>
                    <a:pt x="3135" y="6746"/>
                  </a:cubicBezTo>
                  <a:cubicBezTo>
                    <a:pt x="3135" y="6239"/>
                    <a:pt x="3547" y="5828"/>
                    <a:pt x="4054" y="5828"/>
                  </a:cubicBezTo>
                  <a:close/>
                  <a:moveTo>
                    <a:pt x="4022" y="1"/>
                  </a:moveTo>
                  <a:cubicBezTo>
                    <a:pt x="2312" y="1"/>
                    <a:pt x="887" y="1426"/>
                    <a:pt x="887" y="3167"/>
                  </a:cubicBezTo>
                  <a:lnTo>
                    <a:pt x="887" y="3864"/>
                  </a:lnTo>
                  <a:lnTo>
                    <a:pt x="887" y="4054"/>
                  </a:lnTo>
                  <a:lnTo>
                    <a:pt x="222" y="4054"/>
                  </a:lnTo>
                  <a:cubicBezTo>
                    <a:pt x="95" y="4054"/>
                    <a:pt x="0" y="4149"/>
                    <a:pt x="0" y="4276"/>
                  </a:cubicBezTo>
                  <a:lnTo>
                    <a:pt x="0" y="9881"/>
                  </a:lnTo>
                  <a:cubicBezTo>
                    <a:pt x="0" y="10388"/>
                    <a:pt x="412" y="10768"/>
                    <a:pt x="887" y="10768"/>
                  </a:cubicBezTo>
                  <a:lnTo>
                    <a:pt x="7157" y="10768"/>
                  </a:lnTo>
                  <a:cubicBezTo>
                    <a:pt x="7664" y="10768"/>
                    <a:pt x="8076" y="10388"/>
                    <a:pt x="8076" y="9881"/>
                  </a:cubicBezTo>
                  <a:lnTo>
                    <a:pt x="8076" y="4276"/>
                  </a:lnTo>
                  <a:cubicBezTo>
                    <a:pt x="8076" y="4149"/>
                    <a:pt x="7981" y="4054"/>
                    <a:pt x="7854" y="4054"/>
                  </a:cubicBezTo>
                  <a:lnTo>
                    <a:pt x="7189" y="4054"/>
                  </a:lnTo>
                  <a:lnTo>
                    <a:pt x="7189" y="3864"/>
                  </a:lnTo>
                  <a:lnTo>
                    <a:pt x="7189" y="3167"/>
                  </a:lnTo>
                  <a:cubicBezTo>
                    <a:pt x="7189" y="1426"/>
                    <a:pt x="5764" y="1"/>
                    <a:pt x="402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566;p29">
              <a:extLst>
                <a:ext uri="{FF2B5EF4-FFF2-40B4-BE49-F238E27FC236}">
                  <a16:creationId xmlns:a16="http://schemas.microsoft.com/office/drawing/2014/main" id="{31D5891E-B3C2-FCE1-3918-DB98D7B83E8E}"/>
                </a:ext>
              </a:extLst>
            </p:cNvPr>
            <p:cNvSpPr/>
            <p:nvPr/>
          </p:nvSpPr>
          <p:spPr>
            <a:xfrm>
              <a:off x="793179" y="937073"/>
              <a:ext cx="699913" cy="915433"/>
            </a:xfrm>
            <a:custGeom>
              <a:avLst/>
              <a:gdLst/>
              <a:ahLst/>
              <a:cxnLst/>
              <a:rect l="l" t="t" r="r" b="b"/>
              <a:pathLst>
                <a:path w="21187" h="27711" extrusionOk="0">
                  <a:moveTo>
                    <a:pt x="2122" y="0"/>
                  </a:moveTo>
                  <a:cubicBezTo>
                    <a:pt x="950" y="0"/>
                    <a:pt x="0" y="982"/>
                    <a:pt x="0" y="2122"/>
                  </a:cubicBezTo>
                  <a:lnTo>
                    <a:pt x="0" y="25589"/>
                  </a:lnTo>
                  <a:cubicBezTo>
                    <a:pt x="0" y="26760"/>
                    <a:pt x="950" y="27710"/>
                    <a:pt x="2122" y="27710"/>
                  </a:cubicBezTo>
                  <a:lnTo>
                    <a:pt x="19065" y="27710"/>
                  </a:lnTo>
                  <a:cubicBezTo>
                    <a:pt x="20237" y="27710"/>
                    <a:pt x="21187" y="26760"/>
                    <a:pt x="21187" y="25589"/>
                  </a:cubicBezTo>
                  <a:lnTo>
                    <a:pt x="21187" y="2122"/>
                  </a:lnTo>
                  <a:cubicBezTo>
                    <a:pt x="21187" y="982"/>
                    <a:pt x="20237" y="0"/>
                    <a:pt x="1906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567;p29">
              <a:extLst>
                <a:ext uri="{FF2B5EF4-FFF2-40B4-BE49-F238E27FC236}">
                  <a16:creationId xmlns:a16="http://schemas.microsoft.com/office/drawing/2014/main" id="{A78971DE-4233-647D-E220-A32873D3C0E9}"/>
                </a:ext>
              </a:extLst>
            </p:cNvPr>
            <p:cNvSpPr/>
            <p:nvPr/>
          </p:nvSpPr>
          <p:spPr>
            <a:xfrm>
              <a:off x="773292" y="957984"/>
              <a:ext cx="699946" cy="914409"/>
            </a:xfrm>
            <a:custGeom>
              <a:avLst/>
              <a:gdLst/>
              <a:ahLst/>
              <a:cxnLst/>
              <a:rect l="l" t="t" r="r" b="b"/>
              <a:pathLst>
                <a:path w="21188" h="27680" extrusionOk="0">
                  <a:moveTo>
                    <a:pt x="1679" y="1"/>
                  </a:moveTo>
                  <a:cubicBezTo>
                    <a:pt x="761" y="1"/>
                    <a:pt x="0" y="761"/>
                    <a:pt x="0" y="1679"/>
                  </a:cubicBezTo>
                  <a:lnTo>
                    <a:pt x="0" y="25969"/>
                  </a:lnTo>
                  <a:cubicBezTo>
                    <a:pt x="0" y="26919"/>
                    <a:pt x="761" y="27679"/>
                    <a:pt x="1679" y="27679"/>
                  </a:cubicBezTo>
                  <a:lnTo>
                    <a:pt x="19509" y="27679"/>
                  </a:lnTo>
                  <a:cubicBezTo>
                    <a:pt x="20427" y="27679"/>
                    <a:pt x="21187" y="26919"/>
                    <a:pt x="21187" y="25969"/>
                  </a:cubicBezTo>
                  <a:lnTo>
                    <a:pt x="21187" y="1679"/>
                  </a:lnTo>
                  <a:cubicBezTo>
                    <a:pt x="21187" y="761"/>
                    <a:pt x="20427" y="1"/>
                    <a:pt x="195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568;p29">
              <a:extLst>
                <a:ext uri="{FF2B5EF4-FFF2-40B4-BE49-F238E27FC236}">
                  <a16:creationId xmlns:a16="http://schemas.microsoft.com/office/drawing/2014/main" id="{263D7D7B-BEE7-681A-67EC-2212D61950F3}"/>
                </a:ext>
              </a:extLst>
            </p:cNvPr>
            <p:cNvSpPr/>
            <p:nvPr/>
          </p:nvSpPr>
          <p:spPr>
            <a:xfrm>
              <a:off x="1082962" y="1765624"/>
              <a:ext cx="80605" cy="80605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39"/>
                    <a:pt x="1204" y="2439"/>
                  </a:cubicBezTo>
                  <a:cubicBezTo>
                    <a:pt x="1869" y="2439"/>
                    <a:pt x="2439" y="1869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569;p29">
              <a:extLst>
                <a:ext uri="{FF2B5EF4-FFF2-40B4-BE49-F238E27FC236}">
                  <a16:creationId xmlns:a16="http://schemas.microsoft.com/office/drawing/2014/main" id="{8F65F8C3-EB9F-2C6E-1347-EBE4B77EF450}"/>
                </a:ext>
              </a:extLst>
            </p:cNvPr>
            <p:cNvSpPr/>
            <p:nvPr/>
          </p:nvSpPr>
          <p:spPr>
            <a:xfrm>
              <a:off x="826643" y="1018670"/>
              <a:ext cx="593209" cy="725019"/>
            </a:xfrm>
            <a:custGeom>
              <a:avLst/>
              <a:gdLst/>
              <a:ahLst/>
              <a:cxnLst/>
              <a:rect l="l" t="t" r="r" b="b"/>
              <a:pathLst>
                <a:path w="17957" h="21947" extrusionOk="0">
                  <a:moveTo>
                    <a:pt x="887" y="0"/>
                  </a:moveTo>
                  <a:cubicBezTo>
                    <a:pt x="381" y="0"/>
                    <a:pt x="1" y="412"/>
                    <a:pt x="1" y="887"/>
                  </a:cubicBezTo>
                  <a:lnTo>
                    <a:pt x="1" y="21028"/>
                  </a:lnTo>
                  <a:cubicBezTo>
                    <a:pt x="1" y="21535"/>
                    <a:pt x="381" y="21947"/>
                    <a:pt x="887" y="21947"/>
                  </a:cubicBezTo>
                  <a:lnTo>
                    <a:pt x="17070" y="21947"/>
                  </a:lnTo>
                  <a:cubicBezTo>
                    <a:pt x="17577" y="21947"/>
                    <a:pt x="17957" y="21535"/>
                    <a:pt x="17957" y="21028"/>
                  </a:cubicBezTo>
                  <a:lnTo>
                    <a:pt x="17957" y="887"/>
                  </a:lnTo>
                  <a:cubicBezTo>
                    <a:pt x="17957" y="412"/>
                    <a:pt x="17577" y="0"/>
                    <a:pt x="170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570;p29">
              <a:extLst>
                <a:ext uri="{FF2B5EF4-FFF2-40B4-BE49-F238E27FC236}">
                  <a16:creationId xmlns:a16="http://schemas.microsoft.com/office/drawing/2014/main" id="{E4DA3ECF-2419-3939-B65E-A298F88D4FEF}"/>
                </a:ext>
              </a:extLst>
            </p:cNvPr>
            <p:cNvSpPr/>
            <p:nvPr/>
          </p:nvSpPr>
          <p:spPr>
            <a:xfrm>
              <a:off x="907216" y="1196894"/>
              <a:ext cx="432098" cy="380101"/>
            </a:xfrm>
            <a:custGeom>
              <a:avLst/>
              <a:gdLst/>
              <a:ahLst/>
              <a:cxnLst/>
              <a:rect l="l" t="t" r="r" b="b"/>
              <a:pathLst>
                <a:path w="13080" h="11506" extrusionOk="0">
                  <a:moveTo>
                    <a:pt x="6528" y="0"/>
                  </a:moveTo>
                  <a:cubicBezTo>
                    <a:pt x="5798" y="0"/>
                    <a:pt x="5056" y="139"/>
                    <a:pt x="4339" y="432"/>
                  </a:cubicBezTo>
                  <a:cubicBezTo>
                    <a:pt x="1394" y="1668"/>
                    <a:pt x="0" y="5024"/>
                    <a:pt x="1235" y="7970"/>
                  </a:cubicBezTo>
                  <a:cubicBezTo>
                    <a:pt x="2145" y="10172"/>
                    <a:pt x="4285" y="11506"/>
                    <a:pt x="6548" y="11506"/>
                  </a:cubicBezTo>
                  <a:cubicBezTo>
                    <a:pt x="7279" y="11506"/>
                    <a:pt x="8022" y="11367"/>
                    <a:pt x="8741" y="11073"/>
                  </a:cubicBezTo>
                  <a:cubicBezTo>
                    <a:pt x="11686" y="9838"/>
                    <a:pt x="13079" y="6481"/>
                    <a:pt x="11844" y="3568"/>
                  </a:cubicBezTo>
                  <a:cubicBezTo>
                    <a:pt x="10934" y="1340"/>
                    <a:pt x="8792" y="0"/>
                    <a:pt x="6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571;p29">
              <a:extLst>
                <a:ext uri="{FF2B5EF4-FFF2-40B4-BE49-F238E27FC236}">
                  <a16:creationId xmlns:a16="http://schemas.microsoft.com/office/drawing/2014/main" id="{9A9431B2-DB63-615D-E49E-53E4A362C11E}"/>
                </a:ext>
              </a:extLst>
            </p:cNvPr>
            <p:cNvSpPr/>
            <p:nvPr/>
          </p:nvSpPr>
          <p:spPr>
            <a:xfrm>
              <a:off x="1009723" y="1288202"/>
              <a:ext cx="227050" cy="206502"/>
            </a:xfrm>
            <a:custGeom>
              <a:avLst/>
              <a:gdLst/>
              <a:ahLst/>
              <a:cxnLst/>
              <a:rect l="l" t="t" r="r" b="b"/>
              <a:pathLst>
                <a:path w="6873" h="6251" extrusionOk="0">
                  <a:moveTo>
                    <a:pt x="2637" y="0"/>
                  </a:moveTo>
                  <a:cubicBezTo>
                    <a:pt x="2613" y="0"/>
                    <a:pt x="2588" y="4"/>
                    <a:pt x="2566" y="12"/>
                  </a:cubicBezTo>
                  <a:cubicBezTo>
                    <a:pt x="2471" y="75"/>
                    <a:pt x="2408" y="202"/>
                    <a:pt x="2471" y="297"/>
                  </a:cubicBezTo>
                  <a:lnTo>
                    <a:pt x="2598" y="614"/>
                  </a:lnTo>
                  <a:cubicBezTo>
                    <a:pt x="2218" y="709"/>
                    <a:pt x="1901" y="1057"/>
                    <a:pt x="1901" y="1469"/>
                  </a:cubicBezTo>
                  <a:lnTo>
                    <a:pt x="1901" y="1532"/>
                  </a:lnTo>
                  <a:lnTo>
                    <a:pt x="1711" y="1532"/>
                  </a:lnTo>
                  <a:cubicBezTo>
                    <a:pt x="1521" y="1532"/>
                    <a:pt x="1394" y="1690"/>
                    <a:pt x="1394" y="1880"/>
                  </a:cubicBezTo>
                  <a:lnTo>
                    <a:pt x="1394" y="2039"/>
                  </a:lnTo>
                  <a:cubicBezTo>
                    <a:pt x="1014" y="1944"/>
                    <a:pt x="729" y="1627"/>
                    <a:pt x="729" y="1215"/>
                  </a:cubicBezTo>
                  <a:lnTo>
                    <a:pt x="729" y="962"/>
                  </a:lnTo>
                  <a:cubicBezTo>
                    <a:pt x="729" y="835"/>
                    <a:pt x="634" y="740"/>
                    <a:pt x="507" y="740"/>
                  </a:cubicBezTo>
                  <a:cubicBezTo>
                    <a:pt x="412" y="740"/>
                    <a:pt x="317" y="835"/>
                    <a:pt x="317" y="962"/>
                  </a:cubicBezTo>
                  <a:lnTo>
                    <a:pt x="317" y="1215"/>
                  </a:lnTo>
                  <a:cubicBezTo>
                    <a:pt x="317" y="1849"/>
                    <a:pt x="792" y="2355"/>
                    <a:pt x="1394" y="2450"/>
                  </a:cubicBezTo>
                  <a:lnTo>
                    <a:pt x="1394" y="2862"/>
                  </a:lnTo>
                  <a:lnTo>
                    <a:pt x="191" y="2862"/>
                  </a:lnTo>
                  <a:cubicBezTo>
                    <a:pt x="64" y="2862"/>
                    <a:pt x="1" y="2957"/>
                    <a:pt x="1" y="3052"/>
                  </a:cubicBezTo>
                  <a:cubicBezTo>
                    <a:pt x="1" y="3179"/>
                    <a:pt x="64" y="3274"/>
                    <a:pt x="191" y="3274"/>
                  </a:cubicBezTo>
                  <a:lnTo>
                    <a:pt x="1394" y="3274"/>
                  </a:lnTo>
                  <a:lnTo>
                    <a:pt x="1394" y="3686"/>
                  </a:lnTo>
                  <a:cubicBezTo>
                    <a:pt x="792" y="3781"/>
                    <a:pt x="317" y="4287"/>
                    <a:pt x="317" y="4921"/>
                  </a:cubicBezTo>
                  <a:lnTo>
                    <a:pt x="317" y="5174"/>
                  </a:lnTo>
                  <a:cubicBezTo>
                    <a:pt x="317" y="5269"/>
                    <a:pt x="412" y="5364"/>
                    <a:pt x="507" y="5364"/>
                  </a:cubicBezTo>
                  <a:cubicBezTo>
                    <a:pt x="634" y="5364"/>
                    <a:pt x="729" y="5269"/>
                    <a:pt x="729" y="5174"/>
                  </a:cubicBezTo>
                  <a:lnTo>
                    <a:pt x="729" y="4921"/>
                  </a:lnTo>
                  <a:cubicBezTo>
                    <a:pt x="729" y="4509"/>
                    <a:pt x="1014" y="4161"/>
                    <a:pt x="1394" y="4066"/>
                  </a:cubicBezTo>
                  <a:lnTo>
                    <a:pt x="1394" y="4192"/>
                  </a:lnTo>
                  <a:cubicBezTo>
                    <a:pt x="1394" y="5332"/>
                    <a:pt x="2313" y="6251"/>
                    <a:pt x="3421" y="6251"/>
                  </a:cubicBezTo>
                  <a:cubicBezTo>
                    <a:pt x="4561" y="6251"/>
                    <a:pt x="5479" y="5332"/>
                    <a:pt x="5479" y="4192"/>
                  </a:cubicBezTo>
                  <a:lnTo>
                    <a:pt x="5479" y="4066"/>
                  </a:lnTo>
                  <a:cubicBezTo>
                    <a:pt x="5859" y="4161"/>
                    <a:pt x="6145" y="4509"/>
                    <a:pt x="6145" y="4921"/>
                  </a:cubicBezTo>
                  <a:lnTo>
                    <a:pt x="6145" y="5174"/>
                  </a:lnTo>
                  <a:cubicBezTo>
                    <a:pt x="6145" y="5269"/>
                    <a:pt x="6240" y="5364"/>
                    <a:pt x="6335" y="5364"/>
                  </a:cubicBezTo>
                  <a:cubicBezTo>
                    <a:pt x="6461" y="5364"/>
                    <a:pt x="6556" y="5269"/>
                    <a:pt x="6556" y="5174"/>
                  </a:cubicBezTo>
                  <a:lnTo>
                    <a:pt x="6556" y="4921"/>
                  </a:lnTo>
                  <a:cubicBezTo>
                    <a:pt x="6556" y="4287"/>
                    <a:pt x="6081" y="3781"/>
                    <a:pt x="5479" y="3686"/>
                  </a:cubicBezTo>
                  <a:lnTo>
                    <a:pt x="5479" y="3274"/>
                  </a:lnTo>
                  <a:lnTo>
                    <a:pt x="6683" y="3274"/>
                  </a:lnTo>
                  <a:cubicBezTo>
                    <a:pt x="6778" y="3274"/>
                    <a:pt x="6873" y="3179"/>
                    <a:pt x="6873" y="3052"/>
                  </a:cubicBezTo>
                  <a:cubicBezTo>
                    <a:pt x="6873" y="2957"/>
                    <a:pt x="6778" y="2862"/>
                    <a:pt x="6683" y="2862"/>
                  </a:cubicBezTo>
                  <a:lnTo>
                    <a:pt x="5479" y="2862"/>
                  </a:lnTo>
                  <a:lnTo>
                    <a:pt x="5479" y="2450"/>
                  </a:lnTo>
                  <a:cubicBezTo>
                    <a:pt x="6081" y="2355"/>
                    <a:pt x="6556" y="1849"/>
                    <a:pt x="6556" y="1215"/>
                  </a:cubicBezTo>
                  <a:lnTo>
                    <a:pt x="6556" y="962"/>
                  </a:lnTo>
                  <a:cubicBezTo>
                    <a:pt x="6556" y="835"/>
                    <a:pt x="6461" y="740"/>
                    <a:pt x="6335" y="740"/>
                  </a:cubicBezTo>
                  <a:cubicBezTo>
                    <a:pt x="6240" y="740"/>
                    <a:pt x="6145" y="835"/>
                    <a:pt x="6145" y="962"/>
                  </a:cubicBezTo>
                  <a:lnTo>
                    <a:pt x="6145" y="1215"/>
                  </a:lnTo>
                  <a:cubicBezTo>
                    <a:pt x="6145" y="1627"/>
                    <a:pt x="5859" y="1975"/>
                    <a:pt x="5479" y="2039"/>
                  </a:cubicBezTo>
                  <a:lnTo>
                    <a:pt x="5479" y="1880"/>
                  </a:lnTo>
                  <a:cubicBezTo>
                    <a:pt x="5479" y="1690"/>
                    <a:pt x="5321" y="1532"/>
                    <a:pt x="5163" y="1532"/>
                  </a:cubicBezTo>
                  <a:lnTo>
                    <a:pt x="4941" y="1532"/>
                  </a:lnTo>
                  <a:lnTo>
                    <a:pt x="4941" y="1469"/>
                  </a:lnTo>
                  <a:cubicBezTo>
                    <a:pt x="4941" y="1057"/>
                    <a:pt x="4656" y="709"/>
                    <a:pt x="4244" y="614"/>
                  </a:cubicBezTo>
                  <a:lnTo>
                    <a:pt x="4403" y="297"/>
                  </a:lnTo>
                  <a:cubicBezTo>
                    <a:pt x="4434" y="202"/>
                    <a:pt x="4403" y="75"/>
                    <a:pt x="4308" y="12"/>
                  </a:cubicBezTo>
                  <a:cubicBezTo>
                    <a:pt x="4285" y="4"/>
                    <a:pt x="4261" y="0"/>
                    <a:pt x="4237" y="0"/>
                  </a:cubicBezTo>
                  <a:cubicBezTo>
                    <a:pt x="4158" y="0"/>
                    <a:pt x="4079" y="42"/>
                    <a:pt x="4054" y="139"/>
                  </a:cubicBezTo>
                  <a:lnTo>
                    <a:pt x="3833" y="614"/>
                  </a:lnTo>
                  <a:lnTo>
                    <a:pt x="3041" y="614"/>
                  </a:lnTo>
                  <a:lnTo>
                    <a:pt x="2819" y="139"/>
                  </a:lnTo>
                  <a:cubicBezTo>
                    <a:pt x="2795" y="42"/>
                    <a:pt x="2715" y="0"/>
                    <a:pt x="26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C958FDC1-5567-CD9D-45EA-D05661A6A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152" y="1312317"/>
            <a:ext cx="540067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58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>
          <a:extLst>
            <a:ext uri="{FF2B5EF4-FFF2-40B4-BE49-F238E27FC236}">
              <a16:creationId xmlns:a16="http://schemas.microsoft.com/office/drawing/2014/main" id="{DAC88975-9B0A-07DF-D987-A67E45F4C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3952;p38">
            <a:extLst>
              <a:ext uri="{FF2B5EF4-FFF2-40B4-BE49-F238E27FC236}">
                <a16:creationId xmlns:a16="http://schemas.microsoft.com/office/drawing/2014/main" id="{8BF72617-D3D4-97ED-2BE1-E91192D8BE36}"/>
              </a:ext>
            </a:extLst>
          </p:cNvPr>
          <p:cNvGrpSpPr/>
          <p:nvPr/>
        </p:nvGrpSpPr>
        <p:grpSpPr>
          <a:xfrm>
            <a:off x="7325461" y="1964799"/>
            <a:ext cx="2230878" cy="3186908"/>
            <a:chOff x="457208" y="1168980"/>
            <a:chExt cx="2230878" cy="3186908"/>
          </a:xfrm>
        </p:grpSpPr>
        <p:sp>
          <p:nvSpPr>
            <p:cNvPr id="8" name="Google Shape;3953;p38">
              <a:extLst>
                <a:ext uri="{FF2B5EF4-FFF2-40B4-BE49-F238E27FC236}">
                  <a16:creationId xmlns:a16="http://schemas.microsoft.com/office/drawing/2014/main" id="{0DACD4F4-6110-F7F2-3E9E-EDE7E15B7261}"/>
                </a:ext>
              </a:extLst>
            </p:cNvPr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954;p38">
              <a:extLst>
                <a:ext uri="{FF2B5EF4-FFF2-40B4-BE49-F238E27FC236}">
                  <a16:creationId xmlns:a16="http://schemas.microsoft.com/office/drawing/2014/main" id="{D26FC9C0-4CD4-9290-BBA6-794868123FFE}"/>
                </a:ext>
              </a:extLst>
            </p:cNvPr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955;p38">
              <a:extLst>
                <a:ext uri="{FF2B5EF4-FFF2-40B4-BE49-F238E27FC236}">
                  <a16:creationId xmlns:a16="http://schemas.microsoft.com/office/drawing/2014/main" id="{F31E2962-5DAA-0943-2644-4658CE63CD65}"/>
                </a:ext>
              </a:extLst>
            </p:cNvPr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956;p38">
              <a:extLst>
                <a:ext uri="{FF2B5EF4-FFF2-40B4-BE49-F238E27FC236}">
                  <a16:creationId xmlns:a16="http://schemas.microsoft.com/office/drawing/2014/main" id="{9FA81444-AFCC-3D74-5B8A-12B1B711099C}"/>
                </a:ext>
              </a:extLst>
            </p:cNvPr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957;p38">
              <a:extLst>
                <a:ext uri="{FF2B5EF4-FFF2-40B4-BE49-F238E27FC236}">
                  <a16:creationId xmlns:a16="http://schemas.microsoft.com/office/drawing/2014/main" id="{94D12F26-708E-6D6B-258F-EB94CB0BE0EE}"/>
                </a:ext>
              </a:extLst>
            </p:cNvPr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958;p38">
              <a:extLst>
                <a:ext uri="{FF2B5EF4-FFF2-40B4-BE49-F238E27FC236}">
                  <a16:creationId xmlns:a16="http://schemas.microsoft.com/office/drawing/2014/main" id="{2B098544-1D4F-2DC8-6FAD-C13350E16274}"/>
                </a:ext>
              </a:extLst>
            </p:cNvPr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959;p38">
              <a:extLst>
                <a:ext uri="{FF2B5EF4-FFF2-40B4-BE49-F238E27FC236}">
                  <a16:creationId xmlns:a16="http://schemas.microsoft.com/office/drawing/2014/main" id="{59D2CD6A-3D71-5E6C-FCD3-02A83BCC294F}"/>
                </a:ext>
              </a:extLst>
            </p:cNvPr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960;p38">
              <a:extLst>
                <a:ext uri="{FF2B5EF4-FFF2-40B4-BE49-F238E27FC236}">
                  <a16:creationId xmlns:a16="http://schemas.microsoft.com/office/drawing/2014/main" id="{77774522-F823-70E6-CEF2-9DA7A1C96092}"/>
                </a:ext>
              </a:extLst>
            </p:cNvPr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961;p38">
              <a:extLst>
                <a:ext uri="{FF2B5EF4-FFF2-40B4-BE49-F238E27FC236}">
                  <a16:creationId xmlns:a16="http://schemas.microsoft.com/office/drawing/2014/main" id="{A123737D-3883-D50E-4A0B-0D8BDF487E5A}"/>
                </a:ext>
              </a:extLst>
            </p:cNvPr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962;p38">
              <a:extLst>
                <a:ext uri="{FF2B5EF4-FFF2-40B4-BE49-F238E27FC236}">
                  <a16:creationId xmlns:a16="http://schemas.microsoft.com/office/drawing/2014/main" id="{712B1E7F-EC75-D453-A41F-34B4252A083F}"/>
                </a:ext>
              </a:extLst>
            </p:cNvPr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963;p38">
              <a:extLst>
                <a:ext uri="{FF2B5EF4-FFF2-40B4-BE49-F238E27FC236}">
                  <a16:creationId xmlns:a16="http://schemas.microsoft.com/office/drawing/2014/main" id="{412F0ADA-84A0-8AE3-91F5-C19DA6E65C84}"/>
                </a:ext>
              </a:extLst>
            </p:cNvPr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964;p38">
              <a:extLst>
                <a:ext uri="{FF2B5EF4-FFF2-40B4-BE49-F238E27FC236}">
                  <a16:creationId xmlns:a16="http://schemas.microsoft.com/office/drawing/2014/main" id="{8782E642-7256-C6DB-D954-E35B8DD8DD60}"/>
                </a:ext>
              </a:extLst>
            </p:cNvPr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965;p38">
              <a:extLst>
                <a:ext uri="{FF2B5EF4-FFF2-40B4-BE49-F238E27FC236}">
                  <a16:creationId xmlns:a16="http://schemas.microsoft.com/office/drawing/2014/main" id="{28ECC6C5-61D3-71BE-E4EE-4F1F73C789C2}"/>
                </a:ext>
              </a:extLst>
            </p:cNvPr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966;p38">
              <a:extLst>
                <a:ext uri="{FF2B5EF4-FFF2-40B4-BE49-F238E27FC236}">
                  <a16:creationId xmlns:a16="http://schemas.microsoft.com/office/drawing/2014/main" id="{3F97105C-9BB1-D546-DB93-7FFEFF289511}"/>
                </a:ext>
              </a:extLst>
            </p:cNvPr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967;p38">
              <a:extLst>
                <a:ext uri="{FF2B5EF4-FFF2-40B4-BE49-F238E27FC236}">
                  <a16:creationId xmlns:a16="http://schemas.microsoft.com/office/drawing/2014/main" id="{05A8F9A7-7D0B-E463-49B0-2E4FCED7CF3A}"/>
                </a:ext>
              </a:extLst>
            </p:cNvPr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68;p38">
              <a:extLst>
                <a:ext uri="{FF2B5EF4-FFF2-40B4-BE49-F238E27FC236}">
                  <a16:creationId xmlns:a16="http://schemas.microsoft.com/office/drawing/2014/main" id="{C1AFC5D5-5A37-DFEE-8517-C4F3E728496B}"/>
                </a:ext>
              </a:extLst>
            </p:cNvPr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69;p38">
              <a:extLst>
                <a:ext uri="{FF2B5EF4-FFF2-40B4-BE49-F238E27FC236}">
                  <a16:creationId xmlns:a16="http://schemas.microsoft.com/office/drawing/2014/main" id="{3132A283-7E58-F6CF-367E-00AD786153B9}"/>
                </a:ext>
              </a:extLst>
            </p:cNvPr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70;p38">
              <a:extLst>
                <a:ext uri="{FF2B5EF4-FFF2-40B4-BE49-F238E27FC236}">
                  <a16:creationId xmlns:a16="http://schemas.microsoft.com/office/drawing/2014/main" id="{9B2B067C-6C0C-D5C1-DBE2-7B25E4791A5A}"/>
                </a:ext>
              </a:extLst>
            </p:cNvPr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71;p38">
              <a:extLst>
                <a:ext uri="{FF2B5EF4-FFF2-40B4-BE49-F238E27FC236}">
                  <a16:creationId xmlns:a16="http://schemas.microsoft.com/office/drawing/2014/main" id="{8517F0FD-356C-17E8-2165-0F5AE417C303}"/>
                </a:ext>
              </a:extLst>
            </p:cNvPr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72;p38">
              <a:extLst>
                <a:ext uri="{FF2B5EF4-FFF2-40B4-BE49-F238E27FC236}">
                  <a16:creationId xmlns:a16="http://schemas.microsoft.com/office/drawing/2014/main" id="{C9706EDD-CD64-3EFB-CC81-7E015DB731EA}"/>
                </a:ext>
              </a:extLst>
            </p:cNvPr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73;p38">
              <a:extLst>
                <a:ext uri="{FF2B5EF4-FFF2-40B4-BE49-F238E27FC236}">
                  <a16:creationId xmlns:a16="http://schemas.microsoft.com/office/drawing/2014/main" id="{CD10E1DD-D933-9814-6450-DF65276D2FEC}"/>
                </a:ext>
              </a:extLst>
            </p:cNvPr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74;p38">
              <a:extLst>
                <a:ext uri="{FF2B5EF4-FFF2-40B4-BE49-F238E27FC236}">
                  <a16:creationId xmlns:a16="http://schemas.microsoft.com/office/drawing/2014/main" id="{F3CC0160-C9D6-704E-E2B8-249E52EBCB02}"/>
                </a:ext>
              </a:extLst>
            </p:cNvPr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75;p38">
              <a:extLst>
                <a:ext uri="{FF2B5EF4-FFF2-40B4-BE49-F238E27FC236}">
                  <a16:creationId xmlns:a16="http://schemas.microsoft.com/office/drawing/2014/main" id="{AE219307-E789-D355-162A-F62927F37DC6}"/>
                </a:ext>
              </a:extLst>
            </p:cNvPr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76;p38">
              <a:extLst>
                <a:ext uri="{FF2B5EF4-FFF2-40B4-BE49-F238E27FC236}">
                  <a16:creationId xmlns:a16="http://schemas.microsoft.com/office/drawing/2014/main" id="{4B0481B7-A46C-6D07-FA4D-A910577CA1DC}"/>
                </a:ext>
              </a:extLst>
            </p:cNvPr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77;p38">
              <a:extLst>
                <a:ext uri="{FF2B5EF4-FFF2-40B4-BE49-F238E27FC236}">
                  <a16:creationId xmlns:a16="http://schemas.microsoft.com/office/drawing/2014/main" id="{15D96718-ECD1-C2E1-BDD4-1E9E9BEEAE82}"/>
                </a:ext>
              </a:extLst>
            </p:cNvPr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78;p38">
              <a:extLst>
                <a:ext uri="{FF2B5EF4-FFF2-40B4-BE49-F238E27FC236}">
                  <a16:creationId xmlns:a16="http://schemas.microsoft.com/office/drawing/2014/main" id="{A096DF84-C221-4CB1-1351-2E5B7331CE28}"/>
                </a:ext>
              </a:extLst>
            </p:cNvPr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79;p38">
              <a:extLst>
                <a:ext uri="{FF2B5EF4-FFF2-40B4-BE49-F238E27FC236}">
                  <a16:creationId xmlns:a16="http://schemas.microsoft.com/office/drawing/2014/main" id="{C6D79DA2-8B2D-6905-67FC-ECF46B570362}"/>
                </a:ext>
              </a:extLst>
            </p:cNvPr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80;p38">
              <a:extLst>
                <a:ext uri="{FF2B5EF4-FFF2-40B4-BE49-F238E27FC236}">
                  <a16:creationId xmlns:a16="http://schemas.microsoft.com/office/drawing/2014/main" id="{3F521320-9C42-6C09-84A8-5EBDF916F53B}"/>
                </a:ext>
              </a:extLst>
            </p:cNvPr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81;p38">
              <a:extLst>
                <a:ext uri="{FF2B5EF4-FFF2-40B4-BE49-F238E27FC236}">
                  <a16:creationId xmlns:a16="http://schemas.microsoft.com/office/drawing/2014/main" id="{CB47839A-6A0C-94A6-BD75-E57019BAB39B}"/>
                </a:ext>
              </a:extLst>
            </p:cNvPr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82;p38">
              <a:extLst>
                <a:ext uri="{FF2B5EF4-FFF2-40B4-BE49-F238E27FC236}">
                  <a16:creationId xmlns:a16="http://schemas.microsoft.com/office/drawing/2014/main" id="{BE1BC266-DF89-359A-2B31-A3CDCB376C76}"/>
                </a:ext>
              </a:extLst>
            </p:cNvPr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83;p38">
              <a:extLst>
                <a:ext uri="{FF2B5EF4-FFF2-40B4-BE49-F238E27FC236}">
                  <a16:creationId xmlns:a16="http://schemas.microsoft.com/office/drawing/2014/main" id="{539C9B98-7881-BA25-F919-32EDA7A9CB9E}"/>
                </a:ext>
              </a:extLst>
            </p:cNvPr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84;p38">
              <a:extLst>
                <a:ext uri="{FF2B5EF4-FFF2-40B4-BE49-F238E27FC236}">
                  <a16:creationId xmlns:a16="http://schemas.microsoft.com/office/drawing/2014/main" id="{A9D8A1E3-BB0E-55DB-75F4-E0154F784AC8}"/>
                </a:ext>
              </a:extLst>
            </p:cNvPr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85;p38">
              <a:extLst>
                <a:ext uri="{FF2B5EF4-FFF2-40B4-BE49-F238E27FC236}">
                  <a16:creationId xmlns:a16="http://schemas.microsoft.com/office/drawing/2014/main" id="{98A80CE1-04E2-C58C-EFFF-A44EBC352085}"/>
                </a:ext>
              </a:extLst>
            </p:cNvPr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86;p38">
              <a:extLst>
                <a:ext uri="{FF2B5EF4-FFF2-40B4-BE49-F238E27FC236}">
                  <a16:creationId xmlns:a16="http://schemas.microsoft.com/office/drawing/2014/main" id="{F74FEEC8-BB99-349B-A023-DD6C0FF810A1}"/>
                </a:ext>
              </a:extLst>
            </p:cNvPr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87;p38">
              <a:extLst>
                <a:ext uri="{FF2B5EF4-FFF2-40B4-BE49-F238E27FC236}">
                  <a16:creationId xmlns:a16="http://schemas.microsoft.com/office/drawing/2014/main" id="{1D1EADC3-F657-DF73-6BBB-ECC9E6999FFC}"/>
                </a:ext>
              </a:extLst>
            </p:cNvPr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88;p38">
              <a:extLst>
                <a:ext uri="{FF2B5EF4-FFF2-40B4-BE49-F238E27FC236}">
                  <a16:creationId xmlns:a16="http://schemas.microsoft.com/office/drawing/2014/main" id="{9A5EAAED-BF71-5AFB-6EED-D433AD9FAC61}"/>
                </a:ext>
              </a:extLst>
            </p:cNvPr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89;p38">
              <a:extLst>
                <a:ext uri="{FF2B5EF4-FFF2-40B4-BE49-F238E27FC236}">
                  <a16:creationId xmlns:a16="http://schemas.microsoft.com/office/drawing/2014/main" id="{47435AD2-8A19-32CF-4FA6-D631FF451909}"/>
                </a:ext>
              </a:extLst>
            </p:cNvPr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90;p38">
              <a:extLst>
                <a:ext uri="{FF2B5EF4-FFF2-40B4-BE49-F238E27FC236}">
                  <a16:creationId xmlns:a16="http://schemas.microsoft.com/office/drawing/2014/main" id="{91C6AAB3-18BB-E29C-4838-B9F039E0F077}"/>
                </a:ext>
              </a:extLst>
            </p:cNvPr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91;p38">
              <a:extLst>
                <a:ext uri="{FF2B5EF4-FFF2-40B4-BE49-F238E27FC236}">
                  <a16:creationId xmlns:a16="http://schemas.microsoft.com/office/drawing/2014/main" id="{D2B38DFF-0F3B-5A99-950E-94F0FF890F3E}"/>
                </a:ext>
              </a:extLst>
            </p:cNvPr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992;p38">
              <a:extLst>
                <a:ext uri="{FF2B5EF4-FFF2-40B4-BE49-F238E27FC236}">
                  <a16:creationId xmlns:a16="http://schemas.microsoft.com/office/drawing/2014/main" id="{54CA6779-2A3F-B4A1-3536-2C8281DCDF77}"/>
                </a:ext>
              </a:extLst>
            </p:cNvPr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993;p38">
              <a:extLst>
                <a:ext uri="{FF2B5EF4-FFF2-40B4-BE49-F238E27FC236}">
                  <a16:creationId xmlns:a16="http://schemas.microsoft.com/office/drawing/2014/main" id="{CECB5714-AE6A-DE92-C977-31B00F6BE22F}"/>
                </a:ext>
              </a:extLst>
            </p:cNvPr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994;p38">
              <a:extLst>
                <a:ext uri="{FF2B5EF4-FFF2-40B4-BE49-F238E27FC236}">
                  <a16:creationId xmlns:a16="http://schemas.microsoft.com/office/drawing/2014/main" id="{3E296291-F7DF-3D64-CC2A-11BAFD4B7154}"/>
                </a:ext>
              </a:extLst>
            </p:cNvPr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995;p38">
              <a:extLst>
                <a:ext uri="{FF2B5EF4-FFF2-40B4-BE49-F238E27FC236}">
                  <a16:creationId xmlns:a16="http://schemas.microsoft.com/office/drawing/2014/main" id="{95E02505-57BA-E521-8A6C-20715B324CF6}"/>
                </a:ext>
              </a:extLst>
            </p:cNvPr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996;p38">
              <a:extLst>
                <a:ext uri="{FF2B5EF4-FFF2-40B4-BE49-F238E27FC236}">
                  <a16:creationId xmlns:a16="http://schemas.microsoft.com/office/drawing/2014/main" id="{78E0048C-4ED4-EC4B-06A0-14B66559B173}"/>
                </a:ext>
              </a:extLst>
            </p:cNvPr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997;p38">
              <a:extLst>
                <a:ext uri="{FF2B5EF4-FFF2-40B4-BE49-F238E27FC236}">
                  <a16:creationId xmlns:a16="http://schemas.microsoft.com/office/drawing/2014/main" id="{D92C1212-81C3-85F7-9692-090E3E871325}"/>
                </a:ext>
              </a:extLst>
            </p:cNvPr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998;p38">
              <a:extLst>
                <a:ext uri="{FF2B5EF4-FFF2-40B4-BE49-F238E27FC236}">
                  <a16:creationId xmlns:a16="http://schemas.microsoft.com/office/drawing/2014/main" id="{3E2B1341-D1E2-29BA-4986-287C6B18436F}"/>
                </a:ext>
              </a:extLst>
            </p:cNvPr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999;p38">
              <a:extLst>
                <a:ext uri="{FF2B5EF4-FFF2-40B4-BE49-F238E27FC236}">
                  <a16:creationId xmlns:a16="http://schemas.microsoft.com/office/drawing/2014/main" id="{510D1729-571B-AB42-F09A-113739804FFB}"/>
                </a:ext>
              </a:extLst>
            </p:cNvPr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000;p38">
              <a:extLst>
                <a:ext uri="{FF2B5EF4-FFF2-40B4-BE49-F238E27FC236}">
                  <a16:creationId xmlns:a16="http://schemas.microsoft.com/office/drawing/2014/main" id="{A496E34E-0708-D6CE-CF19-6566B539AF0F}"/>
                </a:ext>
              </a:extLst>
            </p:cNvPr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001;p38">
              <a:extLst>
                <a:ext uri="{FF2B5EF4-FFF2-40B4-BE49-F238E27FC236}">
                  <a16:creationId xmlns:a16="http://schemas.microsoft.com/office/drawing/2014/main" id="{D1E51815-DD1C-09E2-92B2-8E366E64036B}"/>
                </a:ext>
              </a:extLst>
            </p:cNvPr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002;p38">
              <a:extLst>
                <a:ext uri="{FF2B5EF4-FFF2-40B4-BE49-F238E27FC236}">
                  <a16:creationId xmlns:a16="http://schemas.microsoft.com/office/drawing/2014/main" id="{2EBBAC9A-DEFB-729B-F294-65A916117974}"/>
                </a:ext>
              </a:extLst>
            </p:cNvPr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003;p38">
              <a:extLst>
                <a:ext uri="{FF2B5EF4-FFF2-40B4-BE49-F238E27FC236}">
                  <a16:creationId xmlns:a16="http://schemas.microsoft.com/office/drawing/2014/main" id="{D96098A1-02E6-9080-E32E-0BEE36AD315A}"/>
                </a:ext>
              </a:extLst>
            </p:cNvPr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004;p38">
              <a:extLst>
                <a:ext uri="{FF2B5EF4-FFF2-40B4-BE49-F238E27FC236}">
                  <a16:creationId xmlns:a16="http://schemas.microsoft.com/office/drawing/2014/main" id="{BE5CAA6D-5396-A1F4-1301-DB77311500B5}"/>
                </a:ext>
              </a:extLst>
            </p:cNvPr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005;p38">
              <a:extLst>
                <a:ext uri="{FF2B5EF4-FFF2-40B4-BE49-F238E27FC236}">
                  <a16:creationId xmlns:a16="http://schemas.microsoft.com/office/drawing/2014/main" id="{9F62102F-E7E0-F6E9-1365-A9E4FB1AC787}"/>
                </a:ext>
              </a:extLst>
            </p:cNvPr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006;p38">
              <a:extLst>
                <a:ext uri="{FF2B5EF4-FFF2-40B4-BE49-F238E27FC236}">
                  <a16:creationId xmlns:a16="http://schemas.microsoft.com/office/drawing/2014/main" id="{9F7FCF97-4940-03DE-35AB-39CE03117873}"/>
                </a:ext>
              </a:extLst>
            </p:cNvPr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007;p38">
              <a:extLst>
                <a:ext uri="{FF2B5EF4-FFF2-40B4-BE49-F238E27FC236}">
                  <a16:creationId xmlns:a16="http://schemas.microsoft.com/office/drawing/2014/main" id="{D900CDB4-FCCC-46EC-9C14-69A43458A780}"/>
                </a:ext>
              </a:extLst>
            </p:cNvPr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08;p38">
              <a:extLst>
                <a:ext uri="{FF2B5EF4-FFF2-40B4-BE49-F238E27FC236}">
                  <a16:creationId xmlns:a16="http://schemas.microsoft.com/office/drawing/2014/main" id="{77FE9518-2B88-6A8A-2734-649F60BCFD4B}"/>
                </a:ext>
              </a:extLst>
            </p:cNvPr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4009;p38">
              <a:extLst>
                <a:ext uri="{FF2B5EF4-FFF2-40B4-BE49-F238E27FC236}">
                  <a16:creationId xmlns:a16="http://schemas.microsoft.com/office/drawing/2014/main" id="{7032CCAD-400E-106F-0B08-AB7A74686DE2}"/>
                </a:ext>
              </a:extLst>
            </p:cNvPr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4010;p38">
              <a:extLst>
                <a:ext uri="{FF2B5EF4-FFF2-40B4-BE49-F238E27FC236}">
                  <a16:creationId xmlns:a16="http://schemas.microsoft.com/office/drawing/2014/main" id="{37466704-73C1-DD72-9E18-EC84363FB0A5}"/>
                </a:ext>
              </a:extLst>
            </p:cNvPr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4011;p38">
              <a:extLst>
                <a:ext uri="{FF2B5EF4-FFF2-40B4-BE49-F238E27FC236}">
                  <a16:creationId xmlns:a16="http://schemas.microsoft.com/office/drawing/2014/main" id="{F18CA1BA-E241-91E4-B9AC-5E835C59202A}"/>
                </a:ext>
              </a:extLst>
            </p:cNvPr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4012;p38">
              <a:extLst>
                <a:ext uri="{FF2B5EF4-FFF2-40B4-BE49-F238E27FC236}">
                  <a16:creationId xmlns:a16="http://schemas.microsoft.com/office/drawing/2014/main" id="{3195D10E-E1FA-4861-BB94-1DE0692092F9}"/>
                </a:ext>
              </a:extLst>
            </p:cNvPr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4013;p38">
              <a:extLst>
                <a:ext uri="{FF2B5EF4-FFF2-40B4-BE49-F238E27FC236}">
                  <a16:creationId xmlns:a16="http://schemas.microsoft.com/office/drawing/2014/main" id="{70C0FECE-C7B3-2EFE-1D0A-D83607360079}"/>
                </a:ext>
              </a:extLst>
            </p:cNvPr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4014;p38">
              <a:extLst>
                <a:ext uri="{FF2B5EF4-FFF2-40B4-BE49-F238E27FC236}">
                  <a16:creationId xmlns:a16="http://schemas.microsoft.com/office/drawing/2014/main" id="{09B6F643-E397-10F7-C30C-FFB8BA0EC76D}"/>
                </a:ext>
              </a:extLst>
            </p:cNvPr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4015;p38">
              <a:extLst>
                <a:ext uri="{FF2B5EF4-FFF2-40B4-BE49-F238E27FC236}">
                  <a16:creationId xmlns:a16="http://schemas.microsoft.com/office/drawing/2014/main" id="{68A933D4-C3A2-3B55-B43A-5C99CDBE679E}"/>
                </a:ext>
              </a:extLst>
            </p:cNvPr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4016;p38">
              <a:extLst>
                <a:ext uri="{FF2B5EF4-FFF2-40B4-BE49-F238E27FC236}">
                  <a16:creationId xmlns:a16="http://schemas.microsoft.com/office/drawing/2014/main" id="{269FDBD3-274D-8F90-D90D-6C9644E96E40}"/>
                </a:ext>
              </a:extLst>
            </p:cNvPr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4017;p38">
              <a:extLst>
                <a:ext uri="{FF2B5EF4-FFF2-40B4-BE49-F238E27FC236}">
                  <a16:creationId xmlns:a16="http://schemas.microsoft.com/office/drawing/2014/main" id="{F3965730-A6AE-E67E-5414-10524777B6EC}"/>
                </a:ext>
              </a:extLst>
            </p:cNvPr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4018;p38">
              <a:extLst>
                <a:ext uri="{FF2B5EF4-FFF2-40B4-BE49-F238E27FC236}">
                  <a16:creationId xmlns:a16="http://schemas.microsoft.com/office/drawing/2014/main" id="{E9C76C4E-45D2-B176-84C7-06614D82754C}"/>
                </a:ext>
              </a:extLst>
            </p:cNvPr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4019;p38">
              <a:extLst>
                <a:ext uri="{FF2B5EF4-FFF2-40B4-BE49-F238E27FC236}">
                  <a16:creationId xmlns:a16="http://schemas.microsoft.com/office/drawing/2014/main" id="{6E0EC4C6-527B-3247-414F-5C4A5947DF61}"/>
                </a:ext>
              </a:extLst>
            </p:cNvPr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4020;p38">
              <a:extLst>
                <a:ext uri="{FF2B5EF4-FFF2-40B4-BE49-F238E27FC236}">
                  <a16:creationId xmlns:a16="http://schemas.microsoft.com/office/drawing/2014/main" id="{07767163-DD09-88B4-B49C-7FEEB140DCD9}"/>
                </a:ext>
              </a:extLst>
            </p:cNvPr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4021;p38">
              <a:extLst>
                <a:ext uri="{FF2B5EF4-FFF2-40B4-BE49-F238E27FC236}">
                  <a16:creationId xmlns:a16="http://schemas.microsoft.com/office/drawing/2014/main" id="{62E12928-A047-EAA3-EAA5-B7922C56B4D0}"/>
                </a:ext>
              </a:extLst>
            </p:cNvPr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4022;p38">
              <a:extLst>
                <a:ext uri="{FF2B5EF4-FFF2-40B4-BE49-F238E27FC236}">
                  <a16:creationId xmlns:a16="http://schemas.microsoft.com/office/drawing/2014/main" id="{F1E6EA89-808B-65B8-51D0-8C8DDAC32198}"/>
                </a:ext>
              </a:extLst>
            </p:cNvPr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4023;p38">
              <a:extLst>
                <a:ext uri="{FF2B5EF4-FFF2-40B4-BE49-F238E27FC236}">
                  <a16:creationId xmlns:a16="http://schemas.microsoft.com/office/drawing/2014/main" id="{88271FF6-09D0-95D1-F96C-93E746AFB712}"/>
                </a:ext>
              </a:extLst>
            </p:cNvPr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4024;p38">
              <a:extLst>
                <a:ext uri="{FF2B5EF4-FFF2-40B4-BE49-F238E27FC236}">
                  <a16:creationId xmlns:a16="http://schemas.microsoft.com/office/drawing/2014/main" id="{2344DB23-3A57-9296-78E8-8EC1FD48AC29}"/>
                </a:ext>
              </a:extLst>
            </p:cNvPr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4025;p38">
              <a:extLst>
                <a:ext uri="{FF2B5EF4-FFF2-40B4-BE49-F238E27FC236}">
                  <a16:creationId xmlns:a16="http://schemas.microsoft.com/office/drawing/2014/main" id="{C33A5161-F78F-A665-6B10-5FC305D03E26}"/>
                </a:ext>
              </a:extLst>
            </p:cNvPr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4026;p38">
              <a:extLst>
                <a:ext uri="{FF2B5EF4-FFF2-40B4-BE49-F238E27FC236}">
                  <a16:creationId xmlns:a16="http://schemas.microsoft.com/office/drawing/2014/main" id="{15366E32-3283-443B-C591-E765E7B7FA4E}"/>
                </a:ext>
              </a:extLst>
            </p:cNvPr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4027;p38">
              <a:extLst>
                <a:ext uri="{FF2B5EF4-FFF2-40B4-BE49-F238E27FC236}">
                  <a16:creationId xmlns:a16="http://schemas.microsoft.com/office/drawing/2014/main" id="{2A1C7B16-F97C-61A6-8CBE-047C84664F9A}"/>
                </a:ext>
              </a:extLst>
            </p:cNvPr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4028;p38">
              <a:extLst>
                <a:ext uri="{FF2B5EF4-FFF2-40B4-BE49-F238E27FC236}">
                  <a16:creationId xmlns:a16="http://schemas.microsoft.com/office/drawing/2014/main" id="{F5FE5164-6C12-3D4E-5C3E-59D725CABCAC}"/>
                </a:ext>
              </a:extLst>
            </p:cNvPr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4029;p38">
              <a:extLst>
                <a:ext uri="{FF2B5EF4-FFF2-40B4-BE49-F238E27FC236}">
                  <a16:creationId xmlns:a16="http://schemas.microsoft.com/office/drawing/2014/main" id="{5DEE6BC7-AC0A-9976-00F3-59967C7C00F2}"/>
                </a:ext>
              </a:extLst>
            </p:cNvPr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4030;p38">
              <a:extLst>
                <a:ext uri="{FF2B5EF4-FFF2-40B4-BE49-F238E27FC236}">
                  <a16:creationId xmlns:a16="http://schemas.microsoft.com/office/drawing/2014/main" id="{A2EF8D77-3F18-4F14-9CFF-82F60E82A6CE}"/>
                </a:ext>
              </a:extLst>
            </p:cNvPr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4031;p38">
              <a:extLst>
                <a:ext uri="{FF2B5EF4-FFF2-40B4-BE49-F238E27FC236}">
                  <a16:creationId xmlns:a16="http://schemas.microsoft.com/office/drawing/2014/main" id="{0A5907B5-EC22-6ED2-F357-871E0C6E4F16}"/>
                </a:ext>
              </a:extLst>
            </p:cNvPr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4032;p38">
              <a:extLst>
                <a:ext uri="{FF2B5EF4-FFF2-40B4-BE49-F238E27FC236}">
                  <a16:creationId xmlns:a16="http://schemas.microsoft.com/office/drawing/2014/main" id="{7B2F504F-E0BF-5B78-C320-80432AB4B6A9}"/>
                </a:ext>
              </a:extLst>
            </p:cNvPr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4033;p38">
              <a:extLst>
                <a:ext uri="{FF2B5EF4-FFF2-40B4-BE49-F238E27FC236}">
                  <a16:creationId xmlns:a16="http://schemas.microsoft.com/office/drawing/2014/main" id="{D027624C-676F-E737-0383-A64B79352DC8}"/>
                </a:ext>
              </a:extLst>
            </p:cNvPr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4034;p38">
              <a:extLst>
                <a:ext uri="{FF2B5EF4-FFF2-40B4-BE49-F238E27FC236}">
                  <a16:creationId xmlns:a16="http://schemas.microsoft.com/office/drawing/2014/main" id="{3D2C0D31-3B0D-7E9C-EFCE-938E63888FB9}"/>
                </a:ext>
              </a:extLst>
            </p:cNvPr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4035;p38">
              <a:extLst>
                <a:ext uri="{FF2B5EF4-FFF2-40B4-BE49-F238E27FC236}">
                  <a16:creationId xmlns:a16="http://schemas.microsoft.com/office/drawing/2014/main" id="{183257AE-35DE-97BD-2042-055054F37303}"/>
                </a:ext>
              </a:extLst>
            </p:cNvPr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4036;p38">
              <a:extLst>
                <a:ext uri="{FF2B5EF4-FFF2-40B4-BE49-F238E27FC236}">
                  <a16:creationId xmlns:a16="http://schemas.microsoft.com/office/drawing/2014/main" id="{A5EF39AF-4A33-D2E9-9AB9-309864B5870F}"/>
                </a:ext>
              </a:extLst>
            </p:cNvPr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4037;p38">
              <a:extLst>
                <a:ext uri="{FF2B5EF4-FFF2-40B4-BE49-F238E27FC236}">
                  <a16:creationId xmlns:a16="http://schemas.microsoft.com/office/drawing/2014/main" id="{0B6DCDD2-3C7C-A63A-F1B9-2ED8C31C20D2}"/>
                </a:ext>
              </a:extLst>
            </p:cNvPr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4038;p38">
              <a:extLst>
                <a:ext uri="{FF2B5EF4-FFF2-40B4-BE49-F238E27FC236}">
                  <a16:creationId xmlns:a16="http://schemas.microsoft.com/office/drawing/2014/main" id="{72F90483-51CB-A797-D4A9-141050372B4E}"/>
                </a:ext>
              </a:extLst>
            </p:cNvPr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4039;p38">
              <a:extLst>
                <a:ext uri="{FF2B5EF4-FFF2-40B4-BE49-F238E27FC236}">
                  <a16:creationId xmlns:a16="http://schemas.microsoft.com/office/drawing/2014/main" id="{B34DF670-9315-04BE-E53C-924A9EDD3D0D}"/>
                </a:ext>
              </a:extLst>
            </p:cNvPr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4040;p38">
              <a:extLst>
                <a:ext uri="{FF2B5EF4-FFF2-40B4-BE49-F238E27FC236}">
                  <a16:creationId xmlns:a16="http://schemas.microsoft.com/office/drawing/2014/main" id="{C397730C-095A-60FE-A9C7-62569B674C44}"/>
                </a:ext>
              </a:extLst>
            </p:cNvPr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4041;p38">
              <a:extLst>
                <a:ext uri="{FF2B5EF4-FFF2-40B4-BE49-F238E27FC236}">
                  <a16:creationId xmlns:a16="http://schemas.microsoft.com/office/drawing/2014/main" id="{64315897-C231-CE23-A602-A96F8A1F3749}"/>
                </a:ext>
              </a:extLst>
            </p:cNvPr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4042;p38">
              <a:extLst>
                <a:ext uri="{FF2B5EF4-FFF2-40B4-BE49-F238E27FC236}">
                  <a16:creationId xmlns:a16="http://schemas.microsoft.com/office/drawing/2014/main" id="{79957894-0A56-1535-3DB5-F817D696E345}"/>
                </a:ext>
              </a:extLst>
            </p:cNvPr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4043;p38">
              <a:extLst>
                <a:ext uri="{FF2B5EF4-FFF2-40B4-BE49-F238E27FC236}">
                  <a16:creationId xmlns:a16="http://schemas.microsoft.com/office/drawing/2014/main" id="{49D0A3D8-1C85-1D35-CF6C-0BFC25B77501}"/>
                </a:ext>
              </a:extLst>
            </p:cNvPr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4044;p38">
              <a:extLst>
                <a:ext uri="{FF2B5EF4-FFF2-40B4-BE49-F238E27FC236}">
                  <a16:creationId xmlns:a16="http://schemas.microsoft.com/office/drawing/2014/main" id="{BA6C193E-0D28-EC96-7730-E4D20531406F}"/>
                </a:ext>
              </a:extLst>
            </p:cNvPr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4045;p38">
              <a:extLst>
                <a:ext uri="{FF2B5EF4-FFF2-40B4-BE49-F238E27FC236}">
                  <a16:creationId xmlns:a16="http://schemas.microsoft.com/office/drawing/2014/main" id="{1BEFA8FB-7252-1A78-F538-8A6827CA82A2}"/>
                </a:ext>
              </a:extLst>
            </p:cNvPr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4046;p38">
              <a:extLst>
                <a:ext uri="{FF2B5EF4-FFF2-40B4-BE49-F238E27FC236}">
                  <a16:creationId xmlns:a16="http://schemas.microsoft.com/office/drawing/2014/main" id="{869CA959-7DCC-5D4B-D444-7604C48A542F}"/>
                </a:ext>
              </a:extLst>
            </p:cNvPr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4047;p38">
              <a:extLst>
                <a:ext uri="{FF2B5EF4-FFF2-40B4-BE49-F238E27FC236}">
                  <a16:creationId xmlns:a16="http://schemas.microsoft.com/office/drawing/2014/main" id="{E8621F68-3461-B4A5-7B3D-4796424E69A9}"/>
                </a:ext>
              </a:extLst>
            </p:cNvPr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4048;p38">
              <a:extLst>
                <a:ext uri="{FF2B5EF4-FFF2-40B4-BE49-F238E27FC236}">
                  <a16:creationId xmlns:a16="http://schemas.microsoft.com/office/drawing/2014/main" id="{5225D99F-3D9F-7329-D2C4-A6485ABEA5BA}"/>
                </a:ext>
              </a:extLst>
            </p:cNvPr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4049;p38">
              <a:extLst>
                <a:ext uri="{FF2B5EF4-FFF2-40B4-BE49-F238E27FC236}">
                  <a16:creationId xmlns:a16="http://schemas.microsoft.com/office/drawing/2014/main" id="{D0DABC6C-C53B-3C37-5DD6-8760468CD05A}"/>
                </a:ext>
              </a:extLst>
            </p:cNvPr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4050;p38">
              <a:extLst>
                <a:ext uri="{FF2B5EF4-FFF2-40B4-BE49-F238E27FC236}">
                  <a16:creationId xmlns:a16="http://schemas.microsoft.com/office/drawing/2014/main" id="{460498CC-462D-3FFD-166F-2C6C01C6FBFF}"/>
                </a:ext>
              </a:extLst>
            </p:cNvPr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4051;p38">
              <a:extLst>
                <a:ext uri="{FF2B5EF4-FFF2-40B4-BE49-F238E27FC236}">
                  <a16:creationId xmlns:a16="http://schemas.microsoft.com/office/drawing/2014/main" id="{E45FA1C7-774B-10D5-2860-FEFB870961CC}"/>
                </a:ext>
              </a:extLst>
            </p:cNvPr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4052;p38">
              <a:extLst>
                <a:ext uri="{FF2B5EF4-FFF2-40B4-BE49-F238E27FC236}">
                  <a16:creationId xmlns:a16="http://schemas.microsoft.com/office/drawing/2014/main" id="{E150F747-747D-7C88-2DD5-B459076CC414}"/>
                </a:ext>
              </a:extLst>
            </p:cNvPr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4053;p38">
              <a:extLst>
                <a:ext uri="{FF2B5EF4-FFF2-40B4-BE49-F238E27FC236}">
                  <a16:creationId xmlns:a16="http://schemas.microsoft.com/office/drawing/2014/main" id="{BF110A70-6319-52E6-D995-99774A88AB00}"/>
                </a:ext>
              </a:extLst>
            </p:cNvPr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4054;p38">
              <a:extLst>
                <a:ext uri="{FF2B5EF4-FFF2-40B4-BE49-F238E27FC236}">
                  <a16:creationId xmlns:a16="http://schemas.microsoft.com/office/drawing/2014/main" id="{884CE550-A575-DEBF-E435-CE0B2FFF41B3}"/>
                </a:ext>
              </a:extLst>
            </p:cNvPr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4055;p38">
              <a:extLst>
                <a:ext uri="{FF2B5EF4-FFF2-40B4-BE49-F238E27FC236}">
                  <a16:creationId xmlns:a16="http://schemas.microsoft.com/office/drawing/2014/main" id="{5EE260BF-F995-5877-773F-F8127D316878}"/>
                </a:ext>
              </a:extLst>
            </p:cNvPr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4056;p38">
              <a:extLst>
                <a:ext uri="{FF2B5EF4-FFF2-40B4-BE49-F238E27FC236}">
                  <a16:creationId xmlns:a16="http://schemas.microsoft.com/office/drawing/2014/main" id="{339B211F-FB92-4508-D597-7F9127A23954}"/>
                </a:ext>
              </a:extLst>
            </p:cNvPr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4057;p38">
              <a:extLst>
                <a:ext uri="{FF2B5EF4-FFF2-40B4-BE49-F238E27FC236}">
                  <a16:creationId xmlns:a16="http://schemas.microsoft.com/office/drawing/2014/main" id="{1DC8C6CB-0E04-0557-84AD-9997767109A9}"/>
                </a:ext>
              </a:extLst>
            </p:cNvPr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4058;p38">
              <a:extLst>
                <a:ext uri="{FF2B5EF4-FFF2-40B4-BE49-F238E27FC236}">
                  <a16:creationId xmlns:a16="http://schemas.microsoft.com/office/drawing/2014/main" id="{2A199B34-5CA1-EA67-5C4A-BE18E6B9A7AF}"/>
                </a:ext>
              </a:extLst>
            </p:cNvPr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4059;p38">
              <a:extLst>
                <a:ext uri="{FF2B5EF4-FFF2-40B4-BE49-F238E27FC236}">
                  <a16:creationId xmlns:a16="http://schemas.microsoft.com/office/drawing/2014/main" id="{A05BDC2D-AA29-B5E1-F736-DAECF89139D4}"/>
                </a:ext>
              </a:extLst>
            </p:cNvPr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4060;p38">
              <a:extLst>
                <a:ext uri="{FF2B5EF4-FFF2-40B4-BE49-F238E27FC236}">
                  <a16:creationId xmlns:a16="http://schemas.microsoft.com/office/drawing/2014/main" id="{E3F637A9-845D-BB6A-48DE-7BAE1918D246}"/>
                </a:ext>
              </a:extLst>
            </p:cNvPr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4061;p38">
              <a:extLst>
                <a:ext uri="{FF2B5EF4-FFF2-40B4-BE49-F238E27FC236}">
                  <a16:creationId xmlns:a16="http://schemas.microsoft.com/office/drawing/2014/main" id="{CDBD327D-9879-A84D-52C4-3325C677B463}"/>
                </a:ext>
              </a:extLst>
            </p:cNvPr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4062;p38">
              <a:extLst>
                <a:ext uri="{FF2B5EF4-FFF2-40B4-BE49-F238E27FC236}">
                  <a16:creationId xmlns:a16="http://schemas.microsoft.com/office/drawing/2014/main" id="{58AA29A3-57AD-320D-2B9A-25E12900631D}"/>
                </a:ext>
              </a:extLst>
            </p:cNvPr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4063;p38">
              <a:extLst>
                <a:ext uri="{FF2B5EF4-FFF2-40B4-BE49-F238E27FC236}">
                  <a16:creationId xmlns:a16="http://schemas.microsoft.com/office/drawing/2014/main" id="{1159490B-85A6-1831-FE8C-2E2C8BF018CA}"/>
                </a:ext>
              </a:extLst>
            </p:cNvPr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4064;p38">
              <a:extLst>
                <a:ext uri="{FF2B5EF4-FFF2-40B4-BE49-F238E27FC236}">
                  <a16:creationId xmlns:a16="http://schemas.microsoft.com/office/drawing/2014/main" id="{7D5BF29F-FA4C-9DB0-6139-FBA03780A4EA}"/>
                </a:ext>
              </a:extLst>
            </p:cNvPr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4065;p38">
              <a:extLst>
                <a:ext uri="{FF2B5EF4-FFF2-40B4-BE49-F238E27FC236}">
                  <a16:creationId xmlns:a16="http://schemas.microsoft.com/office/drawing/2014/main" id="{5D77CE36-2E1A-B95B-E7E4-77ACB7CF6B7C}"/>
                </a:ext>
              </a:extLst>
            </p:cNvPr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4066;p38">
              <a:extLst>
                <a:ext uri="{FF2B5EF4-FFF2-40B4-BE49-F238E27FC236}">
                  <a16:creationId xmlns:a16="http://schemas.microsoft.com/office/drawing/2014/main" id="{C04E4CDA-2446-AA2F-401A-EA63CA9B6EC2}"/>
                </a:ext>
              </a:extLst>
            </p:cNvPr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4067;p38">
              <a:extLst>
                <a:ext uri="{FF2B5EF4-FFF2-40B4-BE49-F238E27FC236}">
                  <a16:creationId xmlns:a16="http://schemas.microsoft.com/office/drawing/2014/main" id="{2F5BC076-BEC9-F9D6-673B-721E6DCDBF19}"/>
                </a:ext>
              </a:extLst>
            </p:cNvPr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4068;p38">
              <a:extLst>
                <a:ext uri="{FF2B5EF4-FFF2-40B4-BE49-F238E27FC236}">
                  <a16:creationId xmlns:a16="http://schemas.microsoft.com/office/drawing/2014/main" id="{0A03DF1A-DC80-E766-0C2D-0FDCBB23F1C3}"/>
                </a:ext>
              </a:extLst>
            </p:cNvPr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4069;p38">
              <a:extLst>
                <a:ext uri="{FF2B5EF4-FFF2-40B4-BE49-F238E27FC236}">
                  <a16:creationId xmlns:a16="http://schemas.microsoft.com/office/drawing/2014/main" id="{41370791-FD58-3C3D-52D8-462A2E50B5CF}"/>
                </a:ext>
              </a:extLst>
            </p:cNvPr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4070;p38">
              <a:extLst>
                <a:ext uri="{FF2B5EF4-FFF2-40B4-BE49-F238E27FC236}">
                  <a16:creationId xmlns:a16="http://schemas.microsoft.com/office/drawing/2014/main" id="{919B93F4-D203-AC22-37C0-0A5D220DD2C2}"/>
                </a:ext>
              </a:extLst>
            </p:cNvPr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4071;p38">
              <a:extLst>
                <a:ext uri="{FF2B5EF4-FFF2-40B4-BE49-F238E27FC236}">
                  <a16:creationId xmlns:a16="http://schemas.microsoft.com/office/drawing/2014/main" id="{4875AC3A-272F-3759-1935-D359DC078D3B}"/>
                </a:ext>
              </a:extLst>
            </p:cNvPr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4072;p38">
              <a:extLst>
                <a:ext uri="{FF2B5EF4-FFF2-40B4-BE49-F238E27FC236}">
                  <a16:creationId xmlns:a16="http://schemas.microsoft.com/office/drawing/2014/main" id="{C0C7CF94-F769-AC5B-4CB1-9A87466CFA67}"/>
                </a:ext>
              </a:extLst>
            </p:cNvPr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4073;p38">
              <a:extLst>
                <a:ext uri="{FF2B5EF4-FFF2-40B4-BE49-F238E27FC236}">
                  <a16:creationId xmlns:a16="http://schemas.microsoft.com/office/drawing/2014/main" id="{4C9435DC-F228-018E-BE2E-CA8D03ECDA4C}"/>
                </a:ext>
              </a:extLst>
            </p:cNvPr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4074;p38">
              <a:extLst>
                <a:ext uri="{FF2B5EF4-FFF2-40B4-BE49-F238E27FC236}">
                  <a16:creationId xmlns:a16="http://schemas.microsoft.com/office/drawing/2014/main" id="{6027F932-B3F2-9A16-5A0D-C258A170E1CF}"/>
                </a:ext>
              </a:extLst>
            </p:cNvPr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4075;p38">
              <a:extLst>
                <a:ext uri="{FF2B5EF4-FFF2-40B4-BE49-F238E27FC236}">
                  <a16:creationId xmlns:a16="http://schemas.microsoft.com/office/drawing/2014/main" id="{A378743E-A4FA-DA8B-C3A3-2CF5FCD954C5}"/>
                </a:ext>
              </a:extLst>
            </p:cNvPr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4076;p38">
              <a:extLst>
                <a:ext uri="{FF2B5EF4-FFF2-40B4-BE49-F238E27FC236}">
                  <a16:creationId xmlns:a16="http://schemas.microsoft.com/office/drawing/2014/main" id="{456A4E63-FA37-00AA-E29D-327F85DC11A7}"/>
                </a:ext>
              </a:extLst>
            </p:cNvPr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4077;p38">
              <a:extLst>
                <a:ext uri="{FF2B5EF4-FFF2-40B4-BE49-F238E27FC236}">
                  <a16:creationId xmlns:a16="http://schemas.microsoft.com/office/drawing/2014/main" id="{5A3B8AAA-EA14-8B1C-18A6-FF80081E5167}"/>
                </a:ext>
              </a:extLst>
            </p:cNvPr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4078;p38">
              <a:extLst>
                <a:ext uri="{FF2B5EF4-FFF2-40B4-BE49-F238E27FC236}">
                  <a16:creationId xmlns:a16="http://schemas.microsoft.com/office/drawing/2014/main" id="{BD660416-5987-1126-459E-7D635A0EEE2A}"/>
                </a:ext>
              </a:extLst>
            </p:cNvPr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4079;p38">
              <a:extLst>
                <a:ext uri="{FF2B5EF4-FFF2-40B4-BE49-F238E27FC236}">
                  <a16:creationId xmlns:a16="http://schemas.microsoft.com/office/drawing/2014/main" id="{FD76C506-4609-C12D-29E0-5A7B3274C401}"/>
                </a:ext>
              </a:extLst>
            </p:cNvPr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4080;p38">
              <a:extLst>
                <a:ext uri="{FF2B5EF4-FFF2-40B4-BE49-F238E27FC236}">
                  <a16:creationId xmlns:a16="http://schemas.microsoft.com/office/drawing/2014/main" id="{FD77F13B-98A6-49E1-6766-3DBBECFD419A}"/>
                </a:ext>
              </a:extLst>
            </p:cNvPr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4081;p38">
              <a:extLst>
                <a:ext uri="{FF2B5EF4-FFF2-40B4-BE49-F238E27FC236}">
                  <a16:creationId xmlns:a16="http://schemas.microsoft.com/office/drawing/2014/main" id="{3A124344-4F4A-F1AF-4378-028DCB03F620}"/>
                </a:ext>
              </a:extLst>
            </p:cNvPr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4082;p38">
              <a:extLst>
                <a:ext uri="{FF2B5EF4-FFF2-40B4-BE49-F238E27FC236}">
                  <a16:creationId xmlns:a16="http://schemas.microsoft.com/office/drawing/2014/main" id="{2ADDB21C-0345-526B-70B4-30B528EECF33}"/>
                </a:ext>
              </a:extLst>
            </p:cNvPr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4083;p38">
              <a:extLst>
                <a:ext uri="{FF2B5EF4-FFF2-40B4-BE49-F238E27FC236}">
                  <a16:creationId xmlns:a16="http://schemas.microsoft.com/office/drawing/2014/main" id="{D3F67EB1-451B-248E-CB21-D78755B8B8A5}"/>
                </a:ext>
              </a:extLst>
            </p:cNvPr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4084;p38">
              <a:extLst>
                <a:ext uri="{FF2B5EF4-FFF2-40B4-BE49-F238E27FC236}">
                  <a16:creationId xmlns:a16="http://schemas.microsoft.com/office/drawing/2014/main" id="{69F08DDF-1B0E-3D4C-3A90-57D3C619856B}"/>
                </a:ext>
              </a:extLst>
            </p:cNvPr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4085;p38">
              <a:extLst>
                <a:ext uri="{FF2B5EF4-FFF2-40B4-BE49-F238E27FC236}">
                  <a16:creationId xmlns:a16="http://schemas.microsoft.com/office/drawing/2014/main" id="{BA10330E-2CB4-E733-9444-E72490BD7DCA}"/>
                </a:ext>
              </a:extLst>
            </p:cNvPr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4086;p38">
              <a:extLst>
                <a:ext uri="{FF2B5EF4-FFF2-40B4-BE49-F238E27FC236}">
                  <a16:creationId xmlns:a16="http://schemas.microsoft.com/office/drawing/2014/main" id="{5960BCFF-5CAB-F9D7-AD85-B87A6BA3C980}"/>
                </a:ext>
              </a:extLst>
            </p:cNvPr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4087;p38">
              <a:extLst>
                <a:ext uri="{FF2B5EF4-FFF2-40B4-BE49-F238E27FC236}">
                  <a16:creationId xmlns:a16="http://schemas.microsoft.com/office/drawing/2014/main" id="{D719D776-B465-2FC5-2FC3-A60D8CF697F5}"/>
                </a:ext>
              </a:extLst>
            </p:cNvPr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4088;p38">
              <a:extLst>
                <a:ext uri="{FF2B5EF4-FFF2-40B4-BE49-F238E27FC236}">
                  <a16:creationId xmlns:a16="http://schemas.microsoft.com/office/drawing/2014/main" id="{0989CF6B-1C04-E036-D756-D3CE410083FB}"/>
                </a:ext>
              </a:extLst>
            </p:cNvPr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4089;p38">
              <a:extLst>
                <a:ext uri="{FF2B5EF4-FFF2-40B4-BE49-F238E27FC236}">
                  <a16:creationId xmlns:a16="http://schemas.microsoft.com/office/drawing/2014/main" id="{0BEB521A-542A-7633-E123-C37F74F35E1E}"/>
                </a:ext>
              </a:extLst>
            </p:cNvPr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4090;p38">
              <a:extLst>
                <a:ext uri="{FF2B5EF4-FFF2-40B4-BE49-F238E27FC236}">
                  <a16:creationId xmlns:a16="http://schemas.microsoft.com/office/drawing/2014/main" id="{CB464F8F-1E92-BF1A-27EC-B7B59CD4A157}"/>
                </a:ext>
              </a:extLst>
            </p:cNvPr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4091;p38">
              <a:extLst>
                <a:ext uri="{FF2B5EF4-FFF2-40B4-BE49-F238E27FC236}">
                  <a16:creationId xmlns:a16="http://schemas.microsoft.com/office/drawing/2014/main" id="{3501FF1D-B79F-095C-E844-D970DA0D75F4}"/>
                </a:ext>
              </a:extLst>
            </p:cNvPr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4092;p38">
              <a:extLst>
                <a:ext uri="{FF2B5EF4-FFF2-40B4-BE49-F238E27FC236}">
                  <a16:creationId xmlns:a16="http://schemas.microsoft.com/office/drawing/2014/main" id="{0F930432-C339-0D44-6ABF-DDC0DFF1E786}"/>
                </a:ext>
              </a:extLst>
            </p:cNvPr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4093;p38">
              <a:extLst>
                <a:ext uri="{FF2B5EF4-FFF2-40B4-BE49-F238E27FC236}">
                  <a16:creationId xmlns:a16="http://schemas.microsoft.com/office/drawing/2014/main" id="{86643C2C-A7FF-9741-6D7A-49DFAB03C45C}"/>
                </a:ext>
              </a:extLst>
            </p:cNvPr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4094;p38">
              <a:extLst>
                <a:ext uri="{FF2B5EF4-FFF2-40B4-BE49-F238E27FC236}">
                  <a16:creationId xmlns:a16="http://schemas.microsoft.com/office/drawing/2014/main" id="{B1F0B355-B799-F06D-9F65-A047022C2438}"/>
                </a:ext>
              </a:extLst>
            </p:cNvPr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4095;p38">
              <a:extLst>
                <a:ext uri="{FF2B5EF4-FFF2-40B4-BE49-F238E27FC236}">
                  <a16:creationId xmlns:a16="http://schemas.microsoft.com/office/drawing/2014/main" id="{D6A3036B-4FA5-B120-5DC5-FD73EDC370EA}"/>
                </a:ext>
              </a:extLst>
            </p:cNvPr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4096;p38">
              <a:extLst>
                <a:ext uri="{FF2B5EF4-FFF2-40B4-BE49-F238E27FC236}">
                  <a16:creationId xmlns:a16="http://schemas.microsoft.com/office/drawing/2014/main" id="{97B65BF5-78DB-345A-5669-FD7FDAB81823}"/>
                </a:ext>
              </a:extLst>
            </p:cNvPr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4097;p38">
              <a:extLst>
                <a:ext uri="{FF2B5EF4-FFF2-40B4-BE49-F238E27FC236}">
                  <a16:creationId xmlns:a16="http://schemas.microsoft.com/office/drawing/2014/main" id="{20D4F79B-BDBB-5D19-5860-A7E29B80B75E}"/>
                </a:ext>
              </a:extLst>
            </p:cNvPr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4098;p38">
              <a:extLst>
                <a:ext uri="{FF2B5EF4-FFF2-40B4-BE49-F238E27FC236}">
                  <a16:creationId xmlns:a16="http://schemas.microsoft.com/office/drawing/2014/main" id="{D207E964-E44D-3050-CD86-6F5E5AB50E8E}"/>
                </a:ext>
              </a:extLst>
            </p:cNvPr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4099;p38">
              <a:extLst>
                <a:ext uri="{FF2B5EF4-FFF2-40B4-BE49-F238E27FC236}">
                  <a16:creationId xmlns:a16="http://schemas.microsoft.com/office/drawing/2014/main" id="{C3312EFF-2B2D-629B-EA16-E10442B9569B}"/>
                </a:ext>
              </a:extLst>
            </p:cNvPr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4100;p38">
              <a:extLst>
                <a:ext uri="{FF2B5EF4-FFF2-40B4-BE49-F238E27FC236}">
                  <a16:creationId xmlns:a16="http://schemas.microsoft.com/office/drawing/2014/main" id="{0DF505AA-8D37-A4AE-1E67-571D89E84C3E}"/>
                </a:ext>
              </a:extLst>
            </p:cNvPr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4101;p38">
              <a:extLst>
                <a:ext uri="{FF2B5EF4-FFF2-40B4-BE49-F238E27FC236}">
                  <a16:creationId xmlns:a16="http://schemas.microsoft.com/office/drawing/2014/main" id="{29054FDA-ABA0-5CD3-4DAD-0344B1941F5E}"/>
                </a:ext>
              </a:extLst>
            </p:cNvPr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4102;p38">
              <a:extLst>
                <a:ext uri="{FF2B5EF4-FFF2-40B4-BE49-F238E27FC236}">
                  <a16:creationId xmlns:a16="http://schemas.microsoft.com/office/drawing/2014/main" id="{B4B47171-655F-51B2-F059-57D3F1FA09BA}"/>
                </a:ext>
              </a:extLst>
            </p:cNvPr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4103;p38">
              <a:extLst>
                <a:ext uri="{FF2B5EF4-FFF2-40B4-BE49-F238E27FC236}">
                  <a16:creationId xmlns:a16="http://schemas.microsoft.com/office/drawing/2014/main" id="{DE86EB09-9668-96E1-D469-B3FDFE7A8CEF}"/>
                </a:ext>
              </a:extLst>
            </p:cNvPr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4104;p38">
              <a:extLst>
                <a:ext uri="{FF2B5EF4-FFF2-40B4-BE49-F238E27FC236}">
                  <a16:creationId xmlns:a16="http://schemas.microsoft.com/office/drawing/2014/main" id="{CF0F109B-E5BB-F1A3-ABE4-E3CCCB760B8C}"/>
                </a:ext>
              </a:extLst>
            </p:cNvPr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4105;p38">
              <a:extLst>
                <a:ext uri="{FF2B5EF4-FFF2-40B4-BE49-F238E27FC236}">
                  <a16:creationId xmlns:a16="http://schemas.microsoft.com/office/drawing/2014/main" id="{6CFED304-B693-F6D1-0612-16654F618142}"/>
                </a:ext>
              </a:extLst>
            </p:cNvPr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4106;p38">
              <a:extLst>
                <a:ext uri="{FF2B5EF4-FFF2-40B4-BE49-F238E27FC236}">
                  <a16:creationId xmlns:a16="http://schemas.microsoft.com/office/drawing/2014/main" id="{B79338EC-F248-882C-23C4-2DAB48192454}"/>
                </a:ext>
              </a:extLst>
            </p:cNvPr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4107;p38">
              <a:extLst>
                <a:ext uri="{FF2B5EF4-FFF2-40B4-BE49-F238E27FC236}">
                  <a16:creationId xmlns:a16="http://schemas.microsoft.com/office/drawing/2014/main" id="{D7A507F3-3533-2454-9813-5743839814F8}"/>
                </a:ext>
              </a:extLst>
            </p:cNvPr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4108;p38">
              <a:extLst>
                <a:ext uri="{FF2B5EF4-FFF2-40B4-BE49-F238E27FC236}">
                  <a16:creationId xmlns:a16="http://schemas.microsoft.com/office/drawing/2014/main" id="{A9C68905-3797-4527-BA9A-FE2C27674833}"/>
                </a:ext>
              </a:extLst>
            </p:cNvPr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4109;p38">
              <a:extLst>
                <a:ext uri="{FF2B5EF4-FFF2-40B4-BE49-F238E27FC236}">
                  <a16:creationId xmlns:a16="http://schemas.microsoft.com/office/drawing/2014/main" id="{A22DBFBF-E014-5134-7106-16BA8BA340BB}"/>
                </a:ext>
              </a:extLst>
            </p:cNvPr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4110;p38">
              <a:extLst>
                <a:ext uri="{FF2B5EF4-FFF2-40B4-BE49-F238E27FC236}">
                  <a16:creationId xmlns:a16="http://schemas.microsoft.com/office/drawing/2014/main" id="{63F9C445-2F62-4FA4-AEF6-E28F18D7AB65}"/>
                </a:ext>
              </a:extLst>
            </p:cNvPr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4111;p38">
              <a:extLst>
                <a:ext uri="{FF2B5EF4-FFF2-40B4-BE49-F238E27FC236}">
                  <a16:creationId xmlns:a16="http://schemas.microsoft.com/office/drawing/2014/main" id="{0458460D-FB5B-DFB5-69E5-68022ACC396C}"/>
                </a:ext>
              </a:extLst>
            </p:cNvPr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4112;p38">
              <a:extLst>
                <a:ext uri="{FF2B5EF4-FFF2-40B4-BE49-F238E27FC236}">
                  <a16:creationId xmlns:a16="http://schemas.microsoft.com/office/drawing/2014/main" id="{00891E4F-41BF-34A3-5911-435F7F0C6D38}"/>
                </a:ext>
              </a:extLst>
            </p:cNvPr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4113;p38">
              <a:extLst>
                <a:ext uri="{FF2B5EF4-FFF2-40B4-BE49-F238E27FC236}">
                  <a16:creationId xmlns:a16="http://schemas.microsoft.com/office/drawing/2014/main" id="{0D0EDCF2-690C-E3F2-1D7E-A0B12ABCCBB8}"/>
                </a:ext>
              </a:extLst>
            </p:cNvPr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4114;p38">
              <a:extLst>
                <a:ext uri="{FF2B5EF4-FFF2-40B4-BE49-F238E27FC236}">
                  <a16:creationId xmlns:a16="http://schemas.microsoft.com/office/drawing/2014/main" id="{DB0A10C6-0492-7AE7-6B1E-33F3C0EA453B}"/>
                </a:ext>
              </a:extLst>
            </p:cNvPr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4115;p38">
              <a:extLst>
                <a:ext uri="{FF2B5EF4-FFF2-40B4-BE49-F238E27FC236}">
                  <a16:creationId xmlns:a16="http://schemas.microsoft.com/office/drawing/2014/main" id="{2BE04906-B07F-A5CB-C3AA-F4B4DBCA1FAA}"/>
                </a:ext>
              </a:extLst>
            </p:cNvPr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4116;p38">
              <a:extLst>
                <a:ext uri="{FF2B5EF4-FFF2-40B4-BE49-F238E27FC236}">
                  <a16:creationId xmlns:a16="http://schemas.microsoft.com/office/drawing/2014/main" id="{524FEABE-5A36-EF67-E3C0-8BC8EFCD3871}"/>
                </a:ext>
              </a:extLst>
            </p:cNvPr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4117;p38">
              <a:extLst>
                <a:ext uri="{FF2B5EF4-FFF2-40B4-BE49-F238E27FC236}">
                  <a16:creationId xmlns:a16="http://schemas.microsoft.com/office/drawing/2014/main" id="{65264F17-2A23-AEDD-6E5F-02A866366838}"/>
                </a:ext>
              </a:extLst>
            </p:cNvPr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4118;p38">
              <a:extLst>
                <a:ext uri="{FF2B5EF4-FFF2-40B4-BE49-F238E27FC236}">
                  <a16:creationId xmlns:a16="http://schemas.microsoft.com/office/drawing/2014/main" id="{E5E7CDE1-4074-524A-A1CB-9679986A2285}"/>
                </a:ext>
              </a:extLst>
            </p:cNvPr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4119;p38">
              <a:extLst>
                <a:ext uri="{FF2B5EF4-FFF2-40B4-BE49-F238E27FC236}">
                  <a16:creationId xmlns:a16="http://schemas.microsoft.com/office/drawing/2014/main" id="{1B877A41-D7D8-5EBD-4A4B-211ABE4BA4E0}"/>
                </a:ext>
              </a:extLst>
            </p:cNvPr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4120;p38">
              <a:extLst>
                <a:ext uri="{FF2B5EF4-FFF2-40B4-BE49-F238E27FC236}">
                  <a16:creationId xmlns:a16="http://schemas.microsoft.com/office/drawing/2014/main" id="{D4981802-F953-0830-D386-C6D621820B17}"/>
                </a:ext>
              </a:extLst>
            </p:cNvPr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4121;p38">
              <a:extLst>
                <a:ext uri="{FF2B5EF4-FFF2-40B4-BE49-F238E27FC236}">
                  <a16:creationId xmlns:a16="http://schemas.microsoft.com/office/drawing/2014/main" id="{9F556C6F-627A-E672-6097-1EFE4A16398A}"/>
                </a:ext>
              </a:extLst>
            </p:cNvPr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4122;p38">
              <a:extLst>
                <a:ext uri="{FF2B5EF4-FFF2-40B4-BE49-F238E27FC236}">
                  <a16:creationId xmlns:a16="http://schemas.microsoft.com/office/drawing/2014/main" id="{DB47D49A-95BE-A70B-FA7E-7ECD9C14FDE2}"/>
                </a:ext>
              </a:extLst>
            </p:cNvPr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4123;p38">
              <a:extLst>
                <a:ext uri="{FF2B5EF4-FFF2-40B4-BE49-F238E27FC236}">
                  <a16:creationId xmlns:a16="http://schemas.microsoft.com/office/drawing/2014/main" id="{8616B9A0-63EB-4844-E431-F275C65B93C3}"/>
                </a:ext>
              </a:extLst>
            </p:cNvPr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4124;p38">
              <a:extLst>
                <a:ext uri="{FF2B5EF4-FFF2-40B4-BE49-F238E27FC236}">
                  <a16:creationId xmlns:a16="http://schemas.microsoft.com/office/drawing/2014/main" id="{5D543FC6-E278-BC97-8663-396F0CCD65B6}"/>
                </a:ext>
              </a:extLst>
            </p:cNvPr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4125;p38">
              <a:extLst>
                <a:ext uri="{FF2B5EF4-FFF2-40B4-BE49-F238E27FC236}">
                  <a16:creationId xmlns:a16="http://schemas.microsoft.com/office/drawing/2014/main" id="{AAAC42A9-2BF7-2763-4D9C-8395122C1A8B}"/>
                </a:ext>
              </a:extLst>
            </p:cNvPr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4126;p38">
              <a:extLst>
                <a:ext uri="{FF2B5EF4-FFF2-40B4-BE49-F238E27FC236}">
                  <a16:creationId xmlns:a16="http://schemas.microsoft.com/office/drawing/2014/main" id="{28ED58F4-8E83-F12D-2819-9C9E1248EBC1}"/>
                </a:ext>
              </a:extLst>
            </p:cNvPr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4127;p38">
              <a:extLst>
                <a:ext uri="{FF2B5EF4-FFF2-40B4-BE49-F238E27FC236}">
                  <a16:creationId xmlns:a16="http://schemas.microsoft.com/office/drawing/2014/main" id="{0AD60ECE-1A51-BF93-2670-770258661710}"/>
                </a:ext>
              </a:extLst>
            </p:cNvPr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4128;p38">
              <a:extLst>
                <a:ext uri="{FF2B5EF4-FFF2-40B4-BE49-F238E27FC236}">
                  <a16:creationId xmlns:a16="http://schemas.microsoft.com/office/drawing/2014/main" id="{B118CE3D-7302-EEDC-8D75-2CAB9425300F}"/>
                </a:ext>
              </a:extLst>
            </p:cNvPr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4129;p38">
              <a:extLst>
                <a:ext uri="{FF2B5EF4-FFF2-40B4-BE49-F238E27FC236}">
                  <a16:creationId xmlns:a16="http://schemas.microsoft.com/office/drawing/2014/main" id="{269F9BB9-B856-6BDD-205B-63714AFEE5B6}"/>
                </a:ext>
              </a:extLst>
            </p:cNvPr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4130;p38">
              <a:extLst>
                <a:ext uri="{FF2B5EF4-FFF2-40B4-BE49-F238E27FC236}">
                  <a16:creationId xmlns:a16="http://schemas.microsoft.com/office/drawing/2014/main" id="{54E9CE68-F0EF-9BFE-2CDF-37EEDD83D3CA}"/>
                </a:ext>
              </a:extLst>
            </p:cNvPr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4131;p38">
              <a:extLst>
                <a:ext uri="{FF2B5EF4-FFF2-40B4-BE49-F238E27FC236}">
                  <a16:creationId xmlns:a16="http://schemas.microsoft.com/office/drawing/2014/main" id="{555E76DF-2ECB-058D-2363-C5D345F34345}"/>
                </a:ext>
              </a:extLst>
            </p:cNvPr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4132;p38">
              <a:extLst>
                <a:ext uri="{FF2B5EF4-FFF2-40B4-BE49-F238E27FC236}">
                  <a16:creationId xmlns:a16="http://schemas.microsoft.com/office/drawing/2014/main" id="{9167AB91-F7CC-1198-DF3D-F0B65B3CA2CC}"/>
                </a:ext>
              </a:extLst>
            </p:cNvPr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4133;p38">
              <a:extLst>
                <a:ext uri="{FF2B5EF4-FFF2-40B4-BE49-F238E27FC236}">
                  <a16:creationId xmlns:a16="http://schemas.microsoft.com/office/drawing/2014/main" id="{702F9B97-B596-7575-682F-07CA68E93C39}"/>
                </a:ext>
              </a:extLst>
            </p:cNvPr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4134;p38">
              <a:extLst>
                <a:ext uri="{FF2B5EF4-FFF2-40B4-BE49-F238E27FC236}">
                  <a16:creationId xmlns:a16="http://schemas.microsoft.com/office/drawing/2014/main" id="{10F01F29-B614-30B8-69C3-4E32B5E6CF6F}"/>
                </a:ext>
              </a:extLst>
            </p:cNvPr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4135;p38">
              <a:extLst>
                <a:ext uri="{FF2B5EF4-FFF2-40B4-BE49-F238E27FC236}">
                  <a16:creationId xmlns:a16="http://schemas.microsoft.com/office/drawing/2014/main" id="{C49CC7E6-6837-5545-171C-DACEB1FAB2AD}"/>
                </a:ext>
              </a:extLst>
            </p:cNvPr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4136;p38">
              <a:extLst>
                <a:ext uri="{FF2B5EF4-FFF2-40B4-BE49-F238E27FC236}">
                  <a16:creationId xmlns:a16="http://schemas.microsoft.com/office/drawing/2014/main" id="{71929B21-3F05-C471-92A4-F53997E40514}"/>
                </a:ext>
              </a:extLst>
            </p:cNvPr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4137;p38">
              <a:extLst>
                <a:ext uri="{FF2B5EF4-FFF2-40B4-BE49-F238E27FC236}">
                  <a16:creationId xmlns:a16="http://schemas.microsoft.com/office/drawing/2014/main" id="{C62D2596-75CF-A318-0F2B-367FC23E52EA}"/>
                </a:ext>
              </a:extLst>
            </p:cNvPr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4138;p38">
              <a:extLst>
                <a:ext uri="{FF2B5EF4-FFF2-40B4-BE49-F238E27FC236}">
                  <a16:creationId xmlns:a16="http://schemas.microsoft.com/office/drawing/2014/main" id="{1DBA2507-32C3-647F-6FB5-EAF28C8521B6}"/>
                </a:ext>
              </a:extLst>
            </p:cNvPr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4139;p38">
              <a:extLst>
                <a:ext uri="{FF2B5EF4-FFF2-40B4-BE49-F238E27FC236}">
                  <a16:creationId xmlns:a16="http://schemas.microsoft.com/office/drawing/2014/main" id="{C1465511-4364-F2D3-6A02-007978405FCA}"/>
                </a:ext>
              </a:extLst>
            </p:cNvPr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4140;p38">
              <a:extLst>
                <a:ext uri="{FF2B5EF4-FFF2-40B4-BE49-F238E27FC236}">
                  <a16:creationId xmlns:a16="http://schemas.microsoft.com/office/drawing/2014/main" id="{0FFBA3BE-9EBA-00B2-1E78-137C6877A14C}"/>
                </a:ext>
              </a:extLst>
            </p:cNvPr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4141;p38">
              <a:extLst>
                <a:ext uri="{FF2B5EF4-FFF2-40B4-BE49-F238E27FC236}">
                  <a16:creationId xmlns:a16="http://schemas.microsoft.com/office/drawing/2014/main" id="{71F47A3F-6C7E-8B06-FD4F-A42AA1BBEE2A}"/>
                </a:ext>
              </a:extLst>
            </p:cNvPr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4142;p38">
              <a:extLst>
                <a:ext uri="{FF2B5EF4-FFF2-40B4-BE49-F238E27FC236}">
                  <a16:creationId xmlns:a16="http://schemas.microsoft.com/office/drawing/2014/main" id="{D937EEDC-0AE6-B9C3-794B-2AFEAAC419DE}"/>
                </a:ext>
              </a:extLst>
            </p:cNvPr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4143;p38">
              <a:extLst>
                <a:ext uri="{FF2B5EF4-FFF2-40B4-BE49-F238E27FC236}">
                  <a16:creationId xmlns:a16="http://schemas.microsoft.com/office/drawing/2014/main" id="{E8CE563C-4064-77DF-4E1B-E2C658E4BBAF}"/>
                </a:ext>
              </a:extLst>
            </p:cNvPr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4144;p38">
              <a:extLst>
                <a:ext uri="{FF2B5EF4-FFF2-40B4-BE49-F238E27FC236}">
                  <a16:creationId xmlns:a16="http://schemas.microsoft.com/office/drawing/2014/main" id="{AFAC3432-C343-1FFE-EFFF-638E669A8B86}"/>
                </a:ext>
              </a:extLst>
            </p:cNvPr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4145;p38">
              <a:extLst>
                <a:ext uri="{FF2B5EF4-FFF2-40B4-BE49-F238E27FC236}">
                  <a16:creationId xmlns:a16="http://schemas.microsoft.com/office/drawing/2014/main" id="{A712077A-3B74-5859-64FF-0EE4F4345782}"/>
                </a:ext>
              </a:extLst>
            </p:cNvPr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4146;p38">
              <a:extLst>
                <a:ext uri="{FF2B5EF4-FFF2-40B4-BE49-F238E27FC236}">
                  <a16:creationId xmlns:a16="http://schemas.microsoft.com/office/drawing/2014/main" id="{25E03CF1-A5D9-B289-B276-144E72A9F472}"/>
                </a:ext>
              </a:extLst>
            </p:cNvPr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4147;p38">
              <a:extLst>
                <a:ext uri="{FF2B5EF4-FFF2-40B4-BE49-F238E27FC236}">
                  <a16:creationId xmlns:a16="http://schemas.microsoft.com/office/drawing/2014/main" id="{FFBC3EC5-3579-2404-EEC4-5F3701801CF8}"/>
                </a:ext>
              </a:extLst>
            </p:cNvPr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4148;p38">
              <a:extLst>
                <a:ext uri="{FF2B5EF4-FFF2-40B4-BE49-F238E27FC236}">
                  <a16:creationId xmlns:a16="http://schemas.microsoft.com/office/drawing/2014/main" id="{036BDF13-08CB-3140-4C8B-D8823245C303}"/>
                </a:ext>
              </a:extLst>
            </p:cNvPr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4149;p38">
              <a:extLst>
                <a:ext uri="{FF2B5EF4-FFF2-40B4-BE49-F238E27FC236}">
                  <a16:creationId xmlns:a16="http://schemas.microsoft.com/office/drawing/2014/main" id="{C012ACC2-99B1-7ED4-EF2F-51AD9FD40E12}"/>
                </a:ext>
              </a:extLst>
            </p:cNvPr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4150;p38">
              <a:extLst>
                <a:ext uri="{FF2B5EF4-FFF2-40B4-BE49-F238E27FC236}">
                  <a16:creationId xmlns:a16="http://schemas.microsoft.com/office/drawing/2014/main" id="{0729F60D-C983-FEFB-8F6C-0142B267116F}"/>
                </a:ext>
              </a:extLst>
            </p:cNvPr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4151;p38">
              <a:extLst>
                <a:ext uri="{FF2B5EF4-FFF2-40B4-BE49-F238E27FC236}">
                  <a16:creationId xmlns:a16="http://schemas.microsoft.com/office/drawing/2014/main" id="{C9E7ECCC-1DEC-F69B-ECD3-68B84364F71C}"/>
                </a:ext>
              </a:extLst>
            </p:cNvPr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4152;p38">
              <a:extLst>
                <a:ext uri="{FF2B5EF4-FFF2-40B4-BE49-F238E27FC236}">
                  <a16:creationId xmlns:a16="http://schemas.microsoft.com/office/drawing/2014/main" id="{7868B816-B361-0B67-9BC0-A0ABAF9E28A9}"/>
                </a:ext>
              </a:extLst>
            </p:cNvPr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4153;p38">
              <a:extLst>
                <a:ext uri="{FF2B5EF4-FFF2-40B4-BE49-F238E27FC236}">
                  <a16:creationId xmlns:a16="http://schemas.microsoft.com/office/drawing/2014/main" id="{D8E29327-F8C3-CCA1-D492-56D5045DE918}"/>
                </a:ext>
              </a:extLst>
            </p:cNvPr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4154;p38">
              <a:extLst>
                <a:ext uri="{FF2B5EF4-FFF2-40B4-BE49-F238E27FC236}">
                  <a16:creationId xmlns:a16="http://schemas.microsoft.com/office/drawing/2014/main" id="{037CE65D-AD88-5C0C-DF74-98994E21D070}"/>
                </a:ext>
              </a:extLst>
            </p:cNvPr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4155;p38">
              <a:extLst>
                <a:ext uri="{FF2B5EF4-FFF2-40B4-BE49-F238E27FC236}">
                  <a16:creationId xmlns:a16="http://schemas.microsoft.com/office/drawing/2014/main" id="{50D82207-F7C0-11A7-334E-BAC530AD7699}"/>
                </a:ext>
              </a:extLst>
            </p:cNvPr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4156;p38">
              <a:extLst>
                <a:ext uri="{FF2B5EF4-FFF2-40B4-BE49-F238E27FC236}">
                  <a16:creationId xmlns:a16="http://schemas.microsoft.com/office/drawing/2014/main" id="{41B457DC-D316-A9AF-BD86-8E1F7C930949}"/>
                </a:ext>
              </a:extLst>
            </p:cNvPr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4157;p38">
              <a:extLst>
                <a:ext uri="{FF2B5EF4-FFF2-40B4-BE49-F238E27FC236}">
                  <a16:creationId xmlns:a16="http://schemas.microsoft.com/office/drawing/2014/main" id="{5CC17F7B-3355-CD9F-FA76-590852D02641}"/>
                </a:ext>
              </a:extLst>
            </p:cNvPr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4158;p38">
              <a:extLst>
                <a:ext uri="{FF2B5EF4-FFF2-40B4-BE49-F238E27FC236}">
                  <a16:creationId xmlns:a16="http://schemas.microsoft.com/office/drawing/2014/main" id="{BF0AFA20-643B-062C-77A6-55195D73B038}"/>
                </a:ext>
              </a:extLst>
            </p:cNvPr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4159;p38">
              <a:extLst>
                <a:ext uri="{FF2B5EF4-FFF2-40B4-BE49-F238E27FC236}">
                  <a16:creationId xmlns:a16="http://schemas.microsoft.com/office/drawing/2014/main" id="{AE49B187-C389-9088-3F49-7F2B9D6F17EE}"/>
                </a:ext>
              </a:extLst>
            </p:cNvPr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4160;p38">
              <a:extLst>
                <a:ext uri="{FF2B5EF4-FFF2-40B4-BE49-F238E27FC236}">
                  <a16:creationId xmlns:a16="http://schemas.microsoft.com/office/drawing/2014/main" id="{C8CB19C6-3E8B-E76B-9AA7-63CDECC91019}"/>
                </a:ext>
              </a:extLst>
            </p:cNvPr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4161;p38">
              <a:extLst>
                <a:ext uri="{FF2B5EF4-FFF2-40B4-BE49-F238E27FC236}">
                  <a16:creationId xmlns:a16="http://schemas.microsoft.com/office/drawing/2014/main" id="{A7FD9C44-1371-E528-7A86-6A57B66B565A}"/>
                </a:ext>
              </a:extLst>
            </p:cNvPr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4162;p38">
              <a:extLst>
                <a:ext uri="{FF2B5EF4-FFF2-40B4-BE49-F238E27FC236}">
                  <a16:creationId xmlns:a16="http://schemas.microsoft.com/office/drawing/2014/main" id="{E8ABB53A-57A5-4DDC-1EFE-BF00E594314C}"/>
                </a:ext>
              </a:extLst>
            </p:cNvPr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4163;p38">
              <a:extLst>
                <a:ext uri="{FF2B5EF4-FFF2-40B4-BE49-F238E27FC236}">
                  <a16:creationId xmlns:a16="http://schemas.microsoft.com/office/drawing/2014/main" id="{1DF89D5F-1B83-2AD6-E423-30A00C124A02}"/>
                </a:ext>
              </a:extLst>
            </p:cNvPr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4164;p38">
              <a:extLst>
                <a:ext uri="{FF2B5EF4-FFF2-40B4-BE49-F238E27FC236}">
                  <a16:creationId xmlns:a16="http://schemas.microsoft.com/office/drawing/2014/main" id="{3814098E-3641-07AB-B1D7-99EF896FD1FD}"/>
                </a:ext>
              </a:extLst>
            </p:cNvPr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4165;p38">
              <a:extLst>
                <a:ext uri="{FF2B5EF4-FFF2-40B4-BE49-F238E27FC236}">
                  <a16:creationId xmlns:a16="http://schemas.microsoft.com/office/drawing/2014/main" id="{9CC2DEDE-994E-2A0A-BD82-C94D95785018}"/>
                </a:ext>
              </a:extLst>
            </p:cNvPr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4166;p38">
              <a:extLst>
                <a:ext uri="{FF2B5EF4-FFF2-40B4-BE49-F238E27FC236}">
                  <a16:creationId xmlns:a16="http://schemas.microsoft.com/office/drawing/2014/main" id="{AD2DD4B5-FAF8-24EA-1D9A-BBF0025C6F01}"/>
                </a:ext>
              </a:extLst>
            </p:cNvPr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4167;p38">
              <a:extLst>
                <a:ext uri="{FF2B5EF4-FFF2-40B4-BE49-F238E27FC236}">
                  <a16:creationId xmlns:a16="http://schemas.microsoft.com/office/drawing/2014/main" id="{4DBFE3D8-1231-343D-20FF-C047F5B7F4E2}"/>
                </a:ext>
              </a:extLst>
            </p:cNvPr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4168;p38">
              <a:extLst>
                <a:ext uri="{FF2B5EF4-FFF2-40B4-BE49-F238E27FC236}">
                  <a16:creationId xmlns:a16="http://schemas.microsoft.com/office/drawing/2014/main" id="{C81AF702-C173-EB4E-669C-E2E567608D70}"/>
                </a:ext>
              </a:extLst>
            </p:cNvPr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4169;p38">
              <a:extLst>
                <a:ext uri="{FF2B5EF4-FFF2-40B4-BE49-F238E27FC236}">
                  <a16:creationId xmlns:a16="http://schemas.microsoft.com/office/drawing/2014/main" id="{EF319D12-07B8-56FE-FA01-74CDCB0117D4}"/>
                </a:ext>
              </a:extLst>
            </p:cNvPr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4170;p38">
              <a:extLst>
                <a:ext uri="{FF2B5EF4-FFF2-40B4-BE49-F238E27FC236}">
                  <a16:creationId xmlns:a16="http://schemas.microsoft.com/office/drawing/2014/main" id="{BF78E93C-1D13-5FF5-4DE7-67956259D84B}"/>
                </a:ext>
              </a:extLst>
            </p:cNvPr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4171;p38">
              <a:extLst>
                <a:ext uri="{FF2B5EF4-FFF2-40B4-BE49-F238E27FC236}">
                  <a16:creationId xmlns:a16="http://schemas.microsoft.com/office/drawing/2014/main" id="{A317F6DB-A5FB-1378-24DE-D18DF9593133}"/>
                </a:ext>
              </a:extLst>
            </p:cNvPr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4172;p38">
              <a:extLst>
                <a:ext uri="{FF2B5EF4-FFF2-40B4-BE49-F238E27FC236}">
                  <a16:creationId xmlns:a16="http://schemas.microsoft.com/office/drawing/2014/main" id="{9D1638CA-8041-D5F6-D1B3-D847502A1D53}"/>
                </a:ext>
              </a:extLst>
            </p:cNvPr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4173;p38">
              <a:extLst>
                <a:ext uri="{FF2B5EF4-FFF2-40B4-BE49-F238E27FC236}">
                  <a16:creationId xmlns:a16="http://schemas.microsoft.com/office/drawing/2014/main" id="{7739A326-B839-2D31-36C2-27055CD1EAE7}"/>
                </a:ext>
              </a:extLst>
            </p:cNvPr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4174;p38">
              <a:extLst>
                <a:ext uri="{FF2B5EF4-FFF2-40B4-BE49-F238E27FC236}">
                  <a16:creationId xmlns:a16="http://schemas.microsoft.com/office/drawing/2014/main" id="{946D1EE7-D2B6-0119-614B-D93BF2E72C5C}"/>
                </a:ext>
              </a:extLst>
            </p:cNvPr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4175;p38">
              <a:extLst>
                <a:ext uri="{FF2B5EF4-FFF2-40B4-BE49-F238E27FC236}">
                  <a16:creationId xmlns:a16="http://schemas.microsoft.com/office/drawing/2014/main" id="{4DCBDF1D-3241-DF16-47E9-BF4F6CFD66F2}"/>
                </a:ext>
              </a:extLst>
            </p:cNvPr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4176;p38">
              <a:extLst>
                <a:ext uri="{FF2B5EF4-FFF2-40B4-BE49-F238E27FC236}">
                  <a16:creationId xmlns:a16="http://schemas.microsoft.com/office/drawing/2014/main" id="{959E10C9-3891-3C55-57FB-CF9E085B9126}"/>
                </a:ext>
              </a:extLst>
            </p:cNvPr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4177;p38">
              <a:extLst>
                <a:ext uri="{FF2B5EF4-FFF2-40B4-BE49-F238E27FC236}">
                  <a16:creationId xmlns:a16="http://schemas.microsoft.com/office/drawing/2014/main" id="{15F133AB-C108-0CE4-18F7-F2652181938D}"/>
                </a:ext>
              </a:extLst>
            </p:cNvPr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4178;p38">
              <a:extLst>
                <a:ext uri="{FF2B5EF4-FFF2-40B4-BE49-F238E27FC236}">
                  <a16:creationId xmlns:a16="http://schemas.microsoft.com/office/drawing/2014/main" id="{59F30E52-3DE6-0461-B0B3-77C724238C24}"/>
                </a:ext>
              </a:extLst>
            </p:cNvPr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4179;p38">
              <a:extLst>
                <a:ext uri="{FF2B5EF4-FFF2-40B4-BE49-F238E27FC236}">
                  <a16:creationId xmlns:a16="http://schemas.microsoft.com/office/drawing/2014/main" id="{1493B046-84DF-6628-B7CB-4B333AF880FD}"/>
                </a:ext>
              </a:extLst>
            </p:cNvPr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4180;p38">
              <a:extLst>
                <a:ext uri="{FF2B5EF4-FFF2-40B4-BE49-F238E27FC236}">
                  <a16:creationId xmlns:a16="http://schemas.microsoft.com/office/drawing/2014/main" id="{981974AB-EF45-B0DA-0005-3E5A20C3E2AE}"/>
                </a:ext>
              </a:extLst>
            </p:cNvPr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4181;p38">
              <a:extLst>
                <a:ext uri="{FF2B5EF4-FFF2-40B4-BE49-F238E27FC236}">
                  <a16:creationId xmlns:a16="http://schemas.microsoft.com/office/drawing/2014/main" id="{6F33D677-85D4-9E05-982A-38A273202025}"/>
                </a:ext>
              </a:extLst>
            </p:cNvPr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4182;p38">
              <a:extLst>
                <a:ext uri="{FF2B5EF4-FFF2-40B4-BE49-F238E27FC236}">
                  <a16:creationId xmlns:a16="http://schemas.microsoft.com/office/drawing/2014/main" id="{77CCE0C3-2D1F-8500-BC5D-0C1EE242B057}"/>
                </a:ext>
              </a:extLst>
            </p:cNvPr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4183;p38">
              <a:extLst>
                <a:ext uri="{FF2B5EF4-FFF2-40B4-BE49-F238E27FC236}">
                  <a16:creationId xmlns:a16="http://schemas.microsoft.com/office/drawing/2014/main" id="{2793DD8E-E6B7-53D9-EAE2-B8B4FD24E580}"/>
                </a:ext>
              </a:extLst>
            </p:cNvPr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4184;p38">
              <a:extLst>
                <a:ext uri="{FF2B5EF4-FFF2-40B4-BE49-F238E27FC236}">
                  <a16:creationId xmlns:a16="http://schemas.microsoft.com/office/drawing/2014/main" id="{5241C709-EF58-F7FD-783A-5E9577ED1657}"/>
                </a:ext>
              </a:extLst>
            </p:cNvPr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4185;p38">
              <a:extLst>
                <a:ext uri="{FF2B5EF4-FFF2-40B4-BE49-F238E27FC236}">
                  <a16:creationId xmlns:a16="http://schemas.microsoft.com/office/drawing/2014/main" id="{10D3845B-2DE3-81D6-20B8-DA2B59F60AFC}"/>
                </a:ext>
              </a:extLst>
            </p:cNvPr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4186;p38">
              <a:extLst>
                <a:ext uri="{FF2B5EF4-FFF2-40B4-BE49-F238E27FC236}">
                  <a16:creationId xmlns:a16="http://schemas.microsoft.com/office/drawing/2014/main" id="{20CAD23A-CC21-50A9-A154-DF7B8190E97F}"/>
                </a:ext>
              </a:extLst>
            </p:cNvPr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4187;p38">
              <a:extLst>
                <a:ext uri="{FF2B5EF4-FFF2-40B4-BE49-F238E27FC236}">
                  <a16:creationId xmlns:a16="http://schemas.microsoft.com/office/drawing/2014/main" id="{4665FE53-69C4-96E7-2ED4-6F7EA15F6808}"/>
                </a:ext>
              </a:extLst>
            </p:cNvPr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4188;p38">
              <a:extLst>
                <a:ext uri="{FF2B5EF4-FFF2-40B4-BE49-F238E27FC236}">
                  <a16:creationId xmlns:a16="http://schemas.microsoft.com/office/drawing/2014/main" id="{5169DCCA-0CE4-4C56-7B42-557EDD785B30}"/>
                </a:ext>
              </a:extLst>
            </p:cNvPr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4189;p38">
              <a:extLst>
                <a:ext uri="{FF2B5EF4-FFF2-40B4-BE49-F238E27FC236}">
                  <a16:creationId xmlns:a16="http://schemas.microsoft.com/office/drawing/2014/main" id="{08FFC5E0-C42C-406A-27F2-C847F58B5064}"/>
                </a:ext>
              </a:extLst>
            </p:cNvPr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4190;p38">
              <a:extLst>
                <a:ext uri="{FF2B5EF4-FFF2-40B4-BE49-F238E27FC236}">
                  <a16:creationId xmlns:a16="http://schemas.microsoft.com/office/drawing/2014/main" id="{19D75BC8-0E5D-AE47-D55C-DCC0EE4BCF1C}"/>
                </a:ext>
              </a:extLst>
            </p:cNvPr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4191;p38">
              <a:extLst>
                <a:ext uri="{FF2B5EF4-FFF2-40B4-BE49-F238E27FC236}">
                  <a16:creationId xmlns:a16="http://schemas.microsoft.com/office/drawing/2014/main" id="{5AB2057E-DB31-2B15-9E19-50D76DB69F9E}"/>
                </a:ext>
              </a:extLst>
            </p:cNvPr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4192;p38">
              <a:extLst>
                <a:ext uri="{FF2B5EF4-FFF2-40B4-BE49-F238E27FC236}">
                  <a16:creationId xmlns:a16="http://schemas.microsoft.com/office/drawing/2014/main" id="{83DBE8B0-717C-20C6-A673-13F38A383EFD}"/>
                </a:ext>
              </a:extLst>
            </p:cNvPr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4193;p38">
              <a:extLst>
                <a:ext uri="{FF2B5EF4-FFF2-40B4-BE49-F238E27FC236}">
                  <a16:creationId xmlns:a16="http://schemas.microsoft.com/office/drawing/2014/main" id="{D5C20765-FC12-5C47-63DC-BE82CE57DF0E}"/>
                </a:ext>
              </a:extLst>
            </p:cNvPr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4194;p38">
              <a:extLst>
                <a:ext uri="{FF2B5EF4-FFF2-40B4-BE49-F238E27FC236}">
                  <a16:creationId xmlns:a16="http://schemas.microsoft.com/office/drawing/2014/main" id="{FC31BE6E-607E-5E14-C219-66B4E09E02AE}"/>
                </a:ext>
              </a:extLst>
            </p:cNvPr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4195;p38">
              <a:extLst>
                <a:ext uri="{FF2B5EF4-FFF2-40B4-BE49-F238E27FC236}">
                  <a16:creationId xmlns:a16="http://schemas.microsoft.com/office/drawing/2014/main" id="{6031C233-434A-7C9B-F1A9-5AB8535CDDC7}"/>
                </a:ext>
              </a:extLst>
            </p:cNvPr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4196;p38">
              <a:extLst>
                <a:ext uri="{FF2B5EF4-FFF2-40B4-BE49-F238E27FC236}">
                  <a16:creationId xmlns:a16="http://schemas.microsoft.com/office/drawing/2014/main" id="{776F4948-78D9-D19F-7E5C-1BC6F363DCED}"/>
                </a:ext>
              </a:extLst>
            </p:cNvPr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4197;p38">
              <a:extLst>
                <a:ext uri="{FF2B5EF4-FFF2-40B4-BE49-F238E27FC236}">
                  <a16:creationId xmlns:a16="http://schemas.microsoft.com/office/drawing/2014/main" id="{19E2E4C0-BBAB-EB4E-E429-F4BE764EE159}"/>
                </a:ext>
              </a:extLst>
            </p:cNvPr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4198;p38">
              <a:extLst>
                <a:ext uri="{FF2B5EF4-FFF2-40B4-BE49-F238E27FC236}">
                  <a16:creationId xmlns:a16="http://schemas.microsoft.com/office/drawing/2014/main" id="{95ECE871-36B9-00D0-3516-CB6008AD3DCE}"/>
                </a:ext>
              </a:extLst>
            </p:cNvPr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4199;p38">
              <a:extLst>
                <a:ext uri="{FF2B5EF4-FFF2-40B4-BE49-F238E27FC236}">
                  <a16:creationId xmlns:a16="http://schemas.microsoft.com/office/drawing/2014/main" id="{8CABF8C1-32DE-7E97-71DE-83B8CA1A02C8}"/>
                </a:ext>
              </a:extLst>
            </p:cNvPr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4200;p38">
              <a:extLst>
                <a:ext uri="{FF2B5EF4-FFF2-40B4-BE49-F238E27FC236}">
                  <a16:creationId xmlns:a16="http://schemas.microsoft.com/office/drawing/2014/main" id="{6B072DDB-7F35-D07E-A112-DF143EEE7450}"/>
                </a:ext>
              </a:extLst>
            </p:cNvPr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4201;p38">
              <a:extLst>
                <a:ext uri="{FF2B5EF4-FFF2-40B4-BE49-F238E27FC236}">
                  <a16:creationId xmlns:a16="http://schemas.microsoft.com/office/drawing/2014/main" id="{E0CC0207-B075-21F4-145F-8E8F984ADAD6}"/>
                </a:ext>
              </a:extLst>
            </p:cNvPr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4202;p38">
              <a:extLst>
                <a:ext uri="{FF2B5EF4-FFF2-40B4-BE49-F238E27FC236}">
                  <a16:creationId xmlns:a16="http://schemas.microsoft.com/office/drawing/2014/main" id="{5FA0C5F4-FC56-6AA4-BC88-A612E652189A}"/>
                </a:ext>
              </a:extLst>
            </p:cNvPr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4203;p38">
              <a:extLst>
                <a:ext uri="{FF2B5EF4-FFF2-40B4-BE49-F238E27FC236}">
                  <a16:creationId xmlns:a16="http://schemas.microsoft.com/office/drawing/2014/main" id="{A69104FA-FF4B-6451-9643-8FC0C35B48FD}"/>
                </a:ext>
              </a:extLst>
            </p:cNvPr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4204;p38">
              <a:extLst>
                <a:ext uri="{FF2B5EF4-FFF2-40B4-BE49-F238E27FC236}">
                  <a16:creationId xmlns:a16="http://schemas.microsoft.com/office/drawing/2014/main" id="{B9688024-73C7-5ABE-22D4-AC698FF60CAD}"/>
                </a:ext>
              </a:extLst>
            </p:cNvPr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4205;p38">
              <a:extLst>
                <a:ext uri="{FF2B5EF4-FFF2-40B4-BE49-F238E27FC236}">
                  <a16:creationId xmlns:a16="http://schemas.microsoft.com/office/drawing/2014/main" id="{9C5BE455-33CF-007A-EC79-321146138AC0}"/>
                </a:ext>
              </a:extLst>
            </p:cNvPr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4206;p38">
              <a:extLst>
                <a:ext uri="{FF2B5EF4-FFF2-40B4-BE49-F238E27FC236}">
                  <a16:creationId xmlns:a16="http://schemas.microsoft.com/office/drawing/2014/main" id="{2240B53E-0239-7746-1748-941B8D413F76}"/>
                </a:ext>
              </a:extLst>
            </p:cNvPr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4207;p38">
              <a:extLst>
                <a:ext uri="{FF2B5EF4-FFF2-40B4-BE49-F238E27FC236}">
                  <a16:creationId xmlns:a16="http://schemas.microsoft.com/office/drawing/2014/main" id="{C0B95A29-A6BB-7FC2-8E30-FF23CF310209}"/>
                </a:ext>
              </a:extLst>
            </p:cNvPr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4208;p38">
              <a:extLst>
                <a:ext uri="{FF2B5EF4-FFF2-40B4-BE49-F238E27FC236}">
                  <a16:creationId xmlns:a16="http://schemas.microsoft.com/office/drawing/2014/main" id="{7414444A-2579-CE97-5719-84C11E796533}"/>
                </a:ext>
              </a:extLst>
            </p:cNvPr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4209;p38">
              <a:extLst>
                <a:ext uri="{FF2B5EF4-FFF2-40B4-BE49-F238E27FC236}">
                  <a16:creationId xmlns:a16="http://schemas.microsoft.com/office/drawing/2014/main" id="{25EA8862-FB16-1F0B-2479-1886D26E211D}"/>
                </a:ext>
              </a:extLst>
            </p:cNvPr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4210;p38">
              <a:extLst>
                <a:ext uri="{FF2B5EF4-FFF2-40B4-BE49-F238E27FC236}">
                  <a16:creationId xmlns:a16="http://schemas.microsoft.com/office/drawing/2014/main" id="{0D65713D-C0D2-C8AA-FDAA-F7AA871680CB}"/>
                </a:ext>
              </a:extLst>
            </p:cNvPr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4211;p38">
              <a:extLst>
                <a:ext uri="{FF2B5EF4-FFF2-40B4-BE49-F238E27FC236}">
                  <a16:creationId xmlns:a16="http://schemas.microsoft.com/office/drawing/2014/main" id="{293565AF-C41D-500D-C5C7-A2B38F71F1CD}"/>
                </a:ext>
              </a:extLst>
            </p:cNvPr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4212;p38">
              <a:extLst>
                <a:ext uri="{FF2B5EF4-FFF2-40B4-BE49-F238E27FC236}">
                  <a16:creationId xmlns:a16="http://schemas.microsoft.com/office/drawing/2014/main" id="{B8CE260F-1665-84A2-811C-81D1ABBE4683}"/>
                </a:ext>
              </a:extLst>
            </p:cNvPr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4213;p38">
              <a:extLst>
                <a:ext uri="{FF2B5EF4-FFF2-40B4-BE49-F238E27FC236}">
                  <a16:creationId xmlns:a16="http://schemas.microsoft.com/office/drawing/2014/main" id="{C1817008-80CD-2511-8573-3A8D147D581F}"/>
                </a:ext>
              </a:extLst>
            </p:cNvPr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4214;p38">
              <a:extLst>
                <a:ext uri="{FF2B5EF4-FFF2-40B4-BE49-F238E27FC236}">
                  <a16:creationId xmlns:a16="http://schemas.microsoft.com/office/drawing/2014/main" id="{39CB4F94-76A3-82A0-0F10-14472C79553E}"/>
                </a:ext>
              </a:extLst>
            </p:cNvPr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4215;p38">
              <a:extLst>
                <a:ext uri="{FF2B5EF4-FFF2-40B4-BE49-F238E27FC236}">
                  <a16:creationId xmlns:a16="http://schemas.microsoft.com/office/drawing/2014/main" id="{894A6AD9-9CB8-2B99-2B7A-B5C3C2C1F50A}"/>
                </a:ext>
              </a:extLst>
            </p:cNvPr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4216;p38">
              <a:extLst>
                <a:ext uri="{FF2B5EF4-FFF2-40B4-BE49-F238E27FC236}">
                  <a16:creationId xmlns:a16="http://schemas.microsoft.com/office/drawing/2014/main" id="{85AE47E5-1D0C-5E0F-77A1-7FAC066CC336}"/>
                </a:ext>
              </a:extLst>
            </p:cNvPr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4217;p38">
              <a:extLst>
                <a:ext uri="{FF2B5EF4-FFF2-40B4-BE49-F238E27FC236}">
                  <a16:creationId xmlns:a16="http://schemas.microsoft.com/office/drawing/2014/main" id="{95BA3070-2161-82C9-368E-139F5E21BC35}"/>
                </a:ext>
              </a:extLst>
            </p:cNvPr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4218;p38">
              <a:extLst>
                <a:ext uri="{FF2B5EF4-FFF2-40B4-BE49-F238E27FC236}">
                  <a16:creationId xmlns:a16="http://schemas.microsoft.com/office/drawing/2014/main" id="{998C01F8-A3E5-AAE4-6C2E-3430A9A9CC06}"/>
                </a:ext>
              </a:extLst>
            </p:cNvPr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4219;p38">
              <a:extLst>
                <a:ext uri="{FF2B5EF4-FFF2-40B4-BE49-F238E27FC236}">
                  <a16:creationId xmlns:a16="http://schemas.microsoft.com/office/drawing/2014/main" id="{3C4BD2FC-FCEF-E63C-6E71-4454DE82DB0A}"/>
                </a:ext>
              </a:extLst>
            </p:cNvPr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4220;p38">
              <a:extLst>
                <a:ext uri="{FF2B5EF4-FFF2-40B4-BE49-F238E27FC236}">
                  <a16:creationId xmlns:a16="http://schemas.microsoft.com/office/drawing/2014/main" id="{DD8B99DA-D422-86DE-C759-BEFE3B174D3F}"/>
                </a:ext>
              </a:extLst>
            </p:cNvPr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4221;p38">
              <a:extLst>
                <a:ext uri="{FF2B5EF4-FFF2-40B4-BE49-F238E27FC236}">
                  <a16:creationId xmlns:a16="http://schemas.microsoft.com/office/drawing/2014/main" id="{DFC76933-A872-87D7-9A19-E5E55FE3DDD0}"/>
                </a:ext>
              </a:extLst>
            </p:cNvPr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4222;p38">
              <a:extLst>
                <a:ext uri="{FF2B5EF4-FFF2-40B4-BE49-F238E27FC236}">
                  <a16:creationId xmlns:a16="http://schemas.microsoft.com/office/drawing/2014/main" id="{BB4B6CBF-D217-5E3B-3FB1-E3D60C5C1752}"/>
                </a:ext>
              </a:extLst>
            </p:cNvPr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4223;p38">
              <a:extLst>
                <a:ext uri="{FF2B5EF4-FFF2-40B4-BE49-F238E27FC236}">
                  <a16:creationId xmlns:a16="http://schemas.microsoft.com/office/drawing/2014/main" id="{9EE6819F-6062-4628-F95A-8271A2518A41}"/>
                </a:ext>
              </a:extLst>
            </p:cNvPr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4224;p38">
              <a:extLst>
                <a:ext uri="{FF2B5EF4-FFF2-40B4-BE49-F238E27FC236}">
                  <a16:creationId xmlns:a16="http://schemas.microsoft.com/office/drawing/2014/main" id="{20E47BFD-4B92-7F94-2E28-3ACFA3D5255E}"/>
                </a:ext>
              </a:extLst>
            </p:cNvPr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4225;p38">
              <a:extLst>
                <a:ext uri="{FF2B5EF4-FFF2-40B4-BE49-F238E27FC236}">
                  <a16:creationId xmlns:a16="http://schemas.microsoft.com/office/drawing/2014/main" id="{7D5E0E6F-A657-BB32-AC45-4372F38BE3EB}"/>
                </a:ext>
              </a:extLst>
            </p:cNvPr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4226;p38">
              <a:extLst>
                <a:ext uri="{FF2B5EF4-FFF2-40B4-BE49-F238E27FC236}">
                  <a16:creationId xmlns:a16="http://schemas.microsoft.com/office/drawing/2014/main" id="{B8173FB4-8CF7-E8A1-0869-C52D1C7F6D3A}"/>
                </a:ext>
              </a:extLst>
            </p:cNvPr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4227;p38">
              <a:extLst>
                <a:ext uri="{FF2B5EF4-FFF2-40B4-BE49-F238E27FC236}">
                  <a16:creationId xmlns:a16="http://schemas.microsoft.com/office/drawing/2014/main" id="{B60BB023-530F-D403-BC33-868109AD874B}"/>
                </a:ext>
              </a:extLst>
            </p:cNvPr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4228;p38">
              <a:extLst>
                <a:ext uri="{FF2B5EF4-FFF2-40B4-BE49-F238E27FC236}">
                  <a16:creationId xmlns:a16="http://schemas.microsoft.com/office/drawing/2014/main" id="{4B9C6033-F522-F43C-FC08-F6910B7FD553}"/>
                </a:ext>
              </a:extLst>
            </p:cNvPr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4229;p38">
              <a:extLst>
                <a:ext uri="{FF2B5EF4-FFF2-40B4-BE49-F238E27FC236}">
                  <a16:creationId xmlns:a16="http://schemas.microsoft.com/office/drawing/2014/main" id="{513DFA51-1575-2704-B38F-DBDCEE08522C}"/>
                </a:ext>
              </a:extLst>
            </p:cNvPr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4230;p38">
              <a:extLst>
                <a:ext uri="{FF2B5EF4-FFF2-40B4-BE49-F238E27FC236}">
                  <a16:creationId xmlns:a16="http://schemas.microsoft.com/office/drawing/2014/main" id="{CAD57341-6243-86FD-712A-5903F4C54982}"/>
                </a:ext>
              </a:extLst>
            </p:cNvPr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4231;p38">
              <a:extLst>
                <a:ext uri="{FF2B5EF4-FFF2-40B4-BE49-F238E27FC236}">
                  <a16:creationId xmlns:a16="http://schemas.microsoft.com/office/drawing/2014/main" id="{D4706955-C3F1-4A8E-7429-189FF74EB74C}"/>
                </a:ext>
              </a:extLst>
            </p:cNvPr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4232;p38">
              <a:extLst>
                <a:ext uri="{FF2B5EF4-FFF2-40B4-BE49-F238E27FC236}">
                  <a16:creationId xmlns:a16="http://schemas.microsoft.com/office/drawing/2014/main" id="{378CC772-32EE-76F4-F64B-FF7C05029174}"/>
                </a:ext>
              </a:extLst>
            </p:cNvPr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4233;p38">
              <a:extLst>
                <a:ext uri="{FF2B5EF4-FFF2-40B4-BE49-F238E27FC236}">
                  <a16:creationId xmlns:a16="http://schemas.microsoft.com/office/drawing/2014/main" id="{67E735E0-8390-3919-88D9-A053055ECC10}"/>
                </a:ext>
              </a:extLst>
            </p:cNvPr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4234;p38">
              <a:extLst>
                <a:ext uri="{FF2B5EF4-FFF2-40B4-BE49-F238E27FC236}">
                  <a16:creationId xmlns:a16="http://schemas.microsoft.com/office/drawing/2014/main" id="{74A483F6-E6A7-C493-4013-9C40C07F9276}"/>
                </a:ext>
              </a:extLst>
            </p:cNvPr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4235;p38">
              <a:extLst>
                <a:ext uri="{FF2B5EF4-FFF2-40B4-BE49-F238E27FC236}">
                  <a16:creationId xmlns:a16="http://schemas.microsoft.com/office/drawing/2014/main" id="{22F52C1E-69BE-70EB-964D-9F3E1A856788}"/>
                </a:ext>
              </a:extLst>
            </p:cNvPr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4236;p38">
              <a:extLst>
                <a:ext uri="{FF2B5EF4-FFF2-40B4-BE49-F238E27FC236}">
                  <a16:creationId xmlns:a16="http://schemas.microsoft.com/office/drawing/2014/main" id="{2072476B-A79C-888A-CB73-67C61F86FA84}"/>
                </a:ext>
              </a:extLst>
            </p:cNvPr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4237;p38">
              <a:extLst>
                <a:ext uri="{FF2B5EF4-FFF2-40B4-BE49-F238E27FC236}">
                  <a16:creationId xmlns:a16="http://schemas.microsoft.com/office/drawing/2014/main" id="{6C03296E-C9C1-5E5F-3F3A-DDBE3BCD20B8}"/>
                </a:ext>
              </a:extLst>
            </p:cNvPr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4238;p38">
              <a:extLst>
                <a:ext uri="{FF2B5EF4-FFF2-40B4-BE49-F238E27FC236}">
                  <a16:creationId xmlns:a16="http://schemas.microsoft.com/office/drawing/2014/main" id="{62EE5691-01AF-6BA5-7CF5-BD8BA331D2A8}"/>
                </a:ext>
              </a:extLst>
            </p:cNvPr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4239;p38">
              <a:extLst>
                <a:ext uri="{FF2B5EF4-FFF2-40B4-BE49-F238E27FC236}">
                  <a16:creationId xmlns:a16="http://schemas.microsoft.com/office/drawing/2014/main" id="{35C7E066-1D4C-349D-1B59-8600A16A8CE1}"/>
                </a:ext>
              </a:extLst>
            </p:cNvPr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4240;p38">
              <a:extLst>
                <a:ext uri="{FF2B5EF4-FFF2-40B4-BE49-F238E27FC236}">
                  <a16:creationId xmlns:a16="http://schemas.microsoft.com/office/drawing/2014/main" id="{1FC86971-FD40-9C14-07EE-00E950CE0764}"/>
                </a:ext>
              </a:extLst>
            </p:cNvPr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4241;p38">
              <a:extLst>
                <a:ext uri="{FF2B5EF4-FFF2-40B4-BE49-F238E27FC236}">
                  <a16:creationId xmlns:a16="http://schemas.microsoft.com/office/drawing/2014/main" id="{5758461E-E022-4A8D-136F-AB59E90C6851}"/>
                </a:ext>
              </a:extLst>
            </p:cNvPr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4242;p38">
              <a:extLst>
                <a:ext uri="{FF2B5EF4-FFF2-40B4-BE49-F238E27FC236}">
                  <a16:creationId xmlns:a16="http://schemas.microsoft.com/office/drawing/2014/main" id="{31C1FF09-3F9F-FDDF-7E00-F66497292C48}"/>
                </a:ext>
              </a:extLst>
            </p:cNvPr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4243;p38">
              <a:extLst>
                <a:ext uri="{FF2B5EF4-FFF2-40B4-BE49-F238E27FC236}">
                  <a16:creationId xmlns:a16="http://schemas.microsoft.com/office/drawing/2014/main" id="{FBD97D73-2621-3DB8-324E-1E4B45AD1A2C}"/>
                </a:ext>
              </a:extLst>
            </p:cNvPr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4244;p38">
              <a:extLst>
                <a:ext uri="{FF2B5EF4-FFF2-40B4-BE49-F238E27FC236}">
                  <a16:creationId xmlns:a16="http://schemas.microsoft.com/office/drawing/2014/main" id="{CBDD7163-DF56-4BD2-2EC3-E331C0CF3AD8}"/>
                </a:ext>
              </a:extLst>
            </p:cNvPr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4245;p38">
              <a:extLst>
                <a:ext uri="{FF2B5EF4-FFF2-40B4-BE49-F238E27FC236}">
                  <a16:creationId xmlns:a16="http://schemas.microsoft.com/office/drawing/2014/main" id="{71750FE2-041F-1DD3-5A01-BDAC06219170}"/>
                </a:ext>
              </a:extLst>
            </p:cNvPr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4246;p38">
              <a:extLst>
                <a:ext uri="{FF2B5EF4-FFF2-40B4-BE49-F238E27FC236}">
                  <a16:creationId xmlns:a16="http://schemas.microsoft.com/office/drawing/2014/main" id="{3F64A6D7-6885-DFAC-502A-EF68A5CAD94B}"/>
                </a:ext>
              </a:extLst>
            </p:cNvPr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4247;p38">
              <a:extLst>
                <a:ext uri="{FF2B5EF4-FFF2-40B4-BE49-F238E27FC236}">
                  <a16:creationId xmlns:a16="http://schemas.microsoft.com/office/drawing/2014/main" id="{9A34EC59-75D0-5737-CBA3-5069FE7F1904}"/>
                </a:ext>
              </a:extLst>
            </p:cNvPr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4248;p38">
              <a:extLst>
                <a:ext uri="{FF2B5EF4-FFF2-40B4-BE49-F238E27FC236}">
                  <a16:creationId xmlns:a16="http://schemas.microsoft.com/office/drawing/2014/main" id="{E76E3E60-1F84-D95D-4BC0-276C9592A728}"/>
                </a:ext>
              </a:extLst>
            </p:cNvPr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4249;p38">
              <a:extLst>
                <a:ext uri="{FF2B5EF4-FFF2-40B4-BE49-F238E27FC236}">
                  <a16:creationId xmlns:a16="http://schemas.microsoft.com/office/drawing/2014/main" id="{C0131905-5C70-777A-485D-D36CFBF2281A}"/>
                </a:ext>
              </a:extLst>
            </p:cNvPr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4250;p38">
              <a:extLst>
                <a:ext uri="{FF2B5EF4-FFF2-40B4-BE49-F238E27FC236}">
                  <a16:creationId xmlns:a16="http://schemas.microsoft.com/office/drawing/2014/main" id="{74679AA8-F1E4-C889-FDCD-A9F867B11C40}"/>
                </a:ext>
              </a:extLst>
            </p:cNvPr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4251;p38">
              <a:extLst>
                <a:ext uri="{FF2B5EF4-FFF2-40B4-BE49-F238E27FC236}">
                  <a16:creationId xmlns:a16="http://schemas.microsoft.com/office/drawing/2014/main" id="{3422D4D0-7A82-71A5-EC86-0BD7171A91FE}"/>
                </a:ext>
              </a:extLst>
            </p:cNvPr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4252;p38">
              <a:extLst>
                <a:ext uri="{FF2B5EF4-FFF2-40B4-BE49-F238E27FC236}">
                  <a16:creationId xmlns:a16="http://schemas.microsoft.com/office/drawing/2014/main" id="{64E21280-E9AC-DBD3-001D-B74121DEC2B4}"/>
                </a:ext>
              </a:extLst>
            </p:cNvPr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4253;p38">
              <a:extLst>
                <a:ext uri="{FF2B5EF4-FFF2-40B4-BE49-F238E27FC236}">
                  <a16:creationId xmlns:a16="http://schemas.microsoft.com/office/drawing/2014/main" id="{B6C26D0F-9D8F-55B0-C8BE-EC3D99B6C9FE}"/>
                </a:ext>
              </a:extLst>
            </p:cNvPr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4254;p38">
              <a:extLst>
                <a:ext uri="{FF2B5EF4-FFF2-40B4-BE49-F238E27FC236}">
                  <a16:creationId xmlns:a16="http://schemas.microsoft.com/office/drawing/2014/main" id="{FD793118-1FBE-C925-48FE-7970CCFBC655}"/>
                </a:ext>
              </a:extLst>
            </p:cNvPr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4255;p38">
              <a:extLst>
                <a:ext uri="{FF2B5EF4-FFF2-40B4-BE49-F238E27FC236}">
                  <a16:creationId xmlns:a16="http://schemas.microsoft.com/office/drawing/2014/main" id="{AA64E2EF-4C8D-3209-6F03-DC6441D79D0F}"/>
                </a:ext>
              </a:extLst>
            </p:cNvPr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4256;p38">
              <a:extLst>
                <a:ext uri="{FF2B5EF4-FFF2-40B4-BE49-F238E27FC236}">
                  <a16:creationId xmlns:a16="http://schemas.microsoft.com/office/drawing/2014/main" id="{4A7C8FF6-11B2-5449-B5BC-9C2FA9D9BBC3}"/>
                </a:ext>
              </a:extLst>
            </p:cNvPr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4257;p38">
              <a:extLst>
                <a:ext uri="{FF2B5EF4-FFF2-40B4-BE49-F238E27FC236}">
                  <a16:creationId xmlns:a16="http://schemas.microsoft.com/office/drawing/2014/main" id="{4A039F30-CCC2-A315-374B-239AB33A43DC}"/>
                </a:ext>
              </a:extLst>
            </p:cNvPr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4258;p38">
              <a:extLst>
                <a:ext uri="{FF2B5EF4-FFF2-40B4-BE49-F238E27FC236}">
                  <a16:creationId xmlns:a16="http://schemas.microsoft.com/office/drawing/2014/main" id="{EB35A150-1DB6-4D5B-418E-3F169EFAD41E}"/>
                </a:ext>
              </a:extLst>
            </p:cNvPr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4259;p38">
              <a:extLst>
                <a:ext uri="{FF2B5EF4-FFF2-40B4-BE49-F238E27FC236}">
                  <a16:creationId xmlns:a16="http://schemas.microsoft.com/office/drawing/2014/main" id="{50A73728-6CC9-102B-A679-6F3567C16A94}"/>
                </a:ext>
              </a:extLst>
            </p:cNvPr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4260;p38">
              <a:extLst>
                <a:ext uri="{FF2B5EF4-FFF2-40B4-BE49-F238E27FC236}">
                  <a16:creationId xmlns:a16="http://schemas.microsoft.com/office/drawing/2014/main" id="{E15D69E8-3502-B04A-10DB-82F6E106876B}"/>
                </a:ext>
              </a:extLst>
            </p:cNvPr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4261;p38">
              <a:extLst>
                <a:ext uri="{FF2B5EF4-FFF2-40B4-BE49-F238E27FC236}">
                  <a16:creationId xmlns:a16="http://schemas.microsoft.com/office/drawing/2014/main" id="{86A72161-5587-B42F-C5FC-9F52A2EFEC20}"/>
                </a:ext>
              </a:extLst>
            </p:cNvPr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4262;p38">
              <a:extLst>
                <a:ext uri="{FF2B5EF4-FFF2-40B4-BE49-F238E27FC236}">
                  <a16:creationId xmlns:a16="http://schemas.microsoft.com/office/drawing/2014/main" id="{69CAB244-E3CB-6C18-F9EA-2C2C825D44D0}"/>
                </a:ext>
              </a:extLst>
            </p:cNvPr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4263;p38">
              <a:extLst>
                <a:ext uri="{FF2B5EF4-FFF2-40B4-BE49-F238E27FC236}">
                  <a16:creationId xmlns:a16="http://schemas.microsoft.com/office/drawing/2014/main" id="{D9648090-19BE-7D11-F77D-1F0ED8F8C218}"/>
                </a:ext>
              </a:extLst>
            </p:cNvPr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4264;p38">
              <a:extLst>
                <a:ext uri="{FF2B5EF4-FFF2-40B4-BE49-F238E27FC236}">
                  <a16:creationId xmlns:a16="http://schemas.microsoft.com/office/drawing/2014/main" id="{DB8EBF3D-22F7-8767-ADC4-9E6FBE001BA2}"/>
                </a:ext>
              </a:extLst>
            </p:cNvPr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4265;p38">
              <a:extLst>
                <a:ext uri="{FF2B5EF4-FFF2-40B4-BE49-F238E27FC236}">
                  <a16:creationId xmlns:a16="http://schemas.microsoft.com/office/drawing/2014/main" id="{7C051BCA-F9AF-188A-137F-8B1C9E9DD7C7}"/>
                </a:ext>
              </a:extLst>
            </p:cNvPr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4266;p38">
              <a:extLst>
                <a:ext uri="{FF2B5EF4-FFF2-40B4-BE49-F238E27FC236}">
                  <a16:creationId xmlns:a16="http://schemas.microsoft.com/office/drawing/2014/main" id="{5A6F6C60-DBEE-5E85-58E5-64176B9DAD7F}"/>
                </a:ext>
              </a:extLst>
            </p:cNvPr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4267;p38">
              <a:extLst>
                <a:ext uri="{FF2B5EF4-FFF2-40B4-BE49-F238E27FC236}">
                  <a16:creationId xmlns:a16="http://schemas.microsoft.com/office/drawing/2014/main" id="{0BAE97C8-2D3E-22F5-945D-1057964F262F}"/>
                </a:ext>
              </a:extLst>
            </p:cNvPr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4268;p38">
              <a:extLst>
                <a:ext uri="{FF2B5EF4-FFF2-40B4-BE49-F238E27FC236}">
                  <a16:creationId xmlns:a16="http://schemas.microsoft.com/office/drawing/2014/main" id="{D9BABF48-1957-DE6D-C928-F15200255674}"/>
                </a:ext>
              </a:extLst>
            </p:cNvPr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4269;p38">
              <a:extLst>
                <a:ext uri="{FF2B5EF4-FFF2-40B4-BE49-F238E27FC236}">
                  <a16:creationId xmlns:a16="http://schemas.microsoft.com/office/drawing/2014/main" id="{92F6F94A-317A-640B-0C63-3805EF48A3DB}"/>
                </a:ext>
              </a:extLst>
            </p:cNvPr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4270;p38">
              <a:extLst>
                <a:ext uri="{FF2B5EF4-FFF2-40B4-BE49-F238E27FC236}">
                  <a16:creationId xmlns:a16="http://schemas.microsoft.com/office/drawing/2014/main" id="{23BE7750-518E-4F0E-CA4D-43D0E263D52E}"/>
                </a:ext>
              </a:extLst>
            </p:cNvPr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4271;p38">
              <a:extLst>
                <a:ext uri="{FF2B5EF4-FFF2-40B4-BE49-F238E27FC236}">
                  <a16:creationId xmlns:a16="http://schemas.microsoft.com/office/drawing/2014/main" id="{1D637D4D-4752-774D-BBAF-0D5EA161E27E}"/>
                </a:ext>
              </a:extLst>
            </p:cNvPr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4272;p38">
              <a:extLst>
                <a:ext uri="{FF2B5EF4-FFF2-40B4-BE49-F238E27FC236}">
                  <a16:creationId xmlns:a16="http://schemas.microsoft.com/office/drawing/2014/main" id="{93231807-38AA-70B0-1657-D7A4C4A8C7E1}"/>
                </a:ext>
              </a:extLst>
            </p:cNvPr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4273;p38">
              <a:extLst>
                <a:ext uri="{FF2B5EF4-FFF2-40B4-BE49-F238E27FC236}">
                  <a16:creationId xmlns:a16="http://schemas.microsoft.com/office/drawing/2014/main" id="{C52144E7-CE0B-39A9-ABF1-EDAA13DC6314}"/>
                </a:ext>
              </a:extLst>
            </p:cNvPr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4274;p38">
              <a:extLst>
                <a:ext uri="{FF2B5EF4-FFF2-40B4-BE49-F238E27FC236}">
                  <a16:creationId xmlns:a16="http://schemas.microsoft.com/office/drawing/2014/main" id="{EFB0991C-F3DD-49A7-ED53-1FFD25873FF2}"/>
                </a:ext>
              </a:extLst>
            </p:cNvPr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4275;p38">
              <a:extLst>
                <a:ext uri="{FF2B5EF4-FFF2-40B4-BE49-F238E27FC236}">
                  <a16:creationId xmlns:a16="http://schemas.microsoft.com/office/drawing/2014/main" id="{B71CC7B1-A546-8DA3-C2CC-66E4273B3DFF}"/>
                </a:ext>
              </a:extLst>
            </p:cNvPr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4276;p38">
              <a:extLst>
                <a:ext uri="{FF2B5EF4-FFF2-40B4-BE49-F238E27FC236}">
                  <a16:creationId xmlns:a16="http://schemas.microsoft.com/office/drawing/2014/main" id="{F55C1BE9-5A4B-1C27-E246-9C5EE5A36AC6}"/>
                </a:ext>
              </a:extLst>
            </p:cNvPr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4277;p38">
              <a:extLst>
                <a:ext uri="{FF2B5EF4-FFF2-40B4-BE49-F238E27FC236}">
                  <a16:creationId xmlns:a16="http://schemas.microsoft.com/office/drawing/2014/main" id="{AD64C3B1-2B89-EF55-3353-32FC6DAB5C9E}"/>
                </a:ext>
              </a:extLst>
            </p:cNvPr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4278;p38">
              <a:extLst>
                <a:ext uri="{FF2B5EF4-FFF2-40B4-BE49-F238E27FC236}">
                  <a16:creationId xmlns:a16="http://schemas.microsoft.com/office/drawing/2014/main" id="{9EBC5FCF-7218-9526-3324-9CBF1DB8549B}"/>
                </a:ext>
              </a:extLst>
            </p:cNvPr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4279;p38">
              <a:extLst>
                <a:ext uri="{FF2B5EF4-FFF2-40B4-BE49-F238E27FC236}">
                  <a16:creationId xmlns:a16="http://schemas.microsoft.com/office/drawing/2014/main" id="{CE4CC926-DDF0-FFA1-6D8C-90994D3D56EE}"/>
                </a:ext>
              </a:extLst>
            </p:cNvPr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4280;p38">
              <a:extLst>
                <a:ext uri="{FF2B5EF4-FFF2-40B4-BE49-F238E27FC236}">
                  <a16:creationId xmlns:a16="http://schemas.microsoft.com/office/drawing/2014/main" id="{2A88CD91-F2D1-527C-3B44-008E849A05FD}"/>
                </a:ext>
              </a:extLst>
            </p:cNvPr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4281;p38">
              <a:extLst>
                <a:ext uri="{FF2B5EF4-FFF2-40B4-BE49-F238E27FC236}">
                  <a16:creationId xmlns:a16="http://schemas.microsoft.com/office/drawing/2014/main" id="{A3B212AA-56C4-E330-3A4E-66B1089D6275}"/>
                </a:ext>
              </a:extLst>
            </p:cNvPr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4282;p38">
              <a:extLst>
                <a:ext uri="{FF2B5EF4-FFF2-40B4-BE49-F238E27FC236}">
                  <a16:creationId xmlns:a16="http://schemas.microsoft.com/office/drawing/2014/main" id="{4DA2FE8F-EEAD-9C9F-659A-39284059B3BB}"/>
                </a:ext>
              </a:extLst>
            </p:cNvPr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4283;p38">
              <a:extLst>
                <a:ext uri="{FF2B5EF4-FFF2-40B4-BE49-F238E27FC236}">
                  <a16:creationId xmlns:a16="http://schemas.microsoft.com/office/drawing/2014/main" id="{1843EEE2-AB66-89B4-40A3-6586EBD94204}"/>
                </a:ext>
              </a:extLst>
            </p:cNvPr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4284;p38">
              <a:extLst>
                <a:ext uri="{FF2B5EF4-FFF2-40B4-BE49-F238E27FC236}">
                  <a16:creationId xmlns:a16="http://schemas.microsoft.com/office/drawing/2014/main" id="{82C9A9EE-E66A-A19C-B4AE-D1440E139DBB}"/>
                </a:ext>
              </a:extLst>
            </p:cNvPr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4285;p38">
              <a:extLst>
                <a:ext uri="{FF2B5EF4-FFF2-40B4-BE49-F238E27FC236}">
                  <a16:creationId xmlns:a16="http://schemas.microsoft.com/office/drawing/2014/main" id="{5AC6C2B4-F0F6-ABD6-00D0-444D15DFBDF3}"/>
                </a:ext>
              </a:extLst>
            </p:cNvPr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4286;p38">
              <a:extLst>
                <a:ext uri="{FF2B5EF4-FFF2-40B4-BE49-F238E27FC236}">
                  <a16:creationId xmlns:a16="http://schemas.microsoft.com/office/drawing/2014/main" id="{14A93642-F1F6-5883-DF95-18B21C171804}"/>
                </a:ext>
              </a:extLst>
            </p:cNvPr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4287;p38">
              <a:extLst>
                <a:ext uri="{FF2B5EF4-FFF2-40B4-BE49-F238E27FC236}">
                  <a16:creationId xmlns:a16="http://schemas.microsoft.com/office/drawing/2014/main" id="{97BD0D4D-F512-8D8B-CBD1-A2C6E5F8261B}"/>
                </a:ext>
              </a:extLst>
            </p:cNvPr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4288;p38">
              <a:extLst>
                <a:ext uri="{FF2B5EF4-FFF2-40B4-BE49-F238E27FC236}">
                  <a16:creationId xmlns:a16="http://schemas.microsoft.com/office/drawing/2014/main" id="{06E9D37C-4670-5133-9D51-8BD88664902C}"/>
                </a:ext>
              </a:extLst>
            </p:cNvPr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4289;p38">
              <a:extLst>
                <a:ext uri="{FF2B5EF4-FFF2-40B4-BE49-F238E27FC236}">
                  <a16:creationId xmlns:a16="http://schemas.microsoft.com/office/drawing/2014/main" id="{44EEBEE6-A5BC-F29E-0CCF-F077396FBE78}"/>
                </a:ext>
              </a:extLst>
            </p:cNvPr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4290;p38">
              <a:extLst>
                <a:ext uri="{FF2B5EF4-FFF2-40B4-BE49-F238E27FC236}">
                  <a16:creationId xmlns:a16="http://schemas.microsoft.com/office/drawing/2014/main" id="{D9C9E8B9-D1C6-DFCD-3793-2DA0672BB36B}"/>
                </a:ext>
              </a:extLst>
            </p:cNvPr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4291;p38">
              <a:extLst>
                <a:ext uri="{FF2B5EF4-FFF2-40B4-BE49-F238E27FC236}">
                  <a16:creationId xmlns:a16="http://schemas.microsoft.com/office/drawing/2014/main" id="{E98EC973-D5F1-94B5-6044-DE3E078C0503}"/>
                </a:ext>
              </a:extLst>
            </p:cNvPr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4292;p38">
              <a:extLst>
                <a:ext uri="{FF2B5EF4-FFF2-40B4-BE49-F238E27FC236}">
                  <a16:creationId xmlns:a16="http://schemas.microsoft.com/office/drawing/2014/main" id="{E6126F4B-8D79-AD0C-2E52-D16A3D87B020}"/>
                </a:ext>
              </a:extLst>
            </p:cNvPr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4293;p38">
              <a:extLst>
                <a:ext uri="{FF2B5EF4-FFF2-40B4-BE49-F238E27FC236}">
                  <a16:creationId xmlns:a16="http://schemas.microsoft.com/office/drawing/2014/main" id="{A8F9B555-AE33-AC3B-6F04-5BC9DFAD495B}"/>
                </a:ext>
              </a:extLst>
            </p:cNvPr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4294;p38">
              <a:extLst>
                <a:ext uri="{FF2B5EF4-FFF2-40B4-BE49-F238E27FC236}">
                  <a16:creationId xmlns:a16="http://schemas.microsoft.com/office/drawing/2014/main" id="{DCBB41AA-0330-F163-AE0E-5D76F68BF35B}"/>
                </a:ext>
              </a:extLst>
            </p:cNvPr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4295;p38">
              <a:extLst>
                <a:ext uri="{FF2B5EF4-FFF2-40B4-BE49-F238E27FC236}">
                  <a16:creationId xmlns:a16="http://schemas.microsoft.com/office/drawing/2014/main" id="{DB2B25AB-ECBE-4B7B-858E-8F7E4BC651B2}"/>
                </a:ext>
              </a:extLst>
            </p:cNvPr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4296;p38">
              <a:extLst>
                <a:ext uri="{FF2B5EF4-FFF2-40B4-BE49-F238E27FC236}">
                  <a16:creationId xmlns:a16="http://schemas.microsoft.com/office/drawing/2014/main" id="{DCA48835-611A-92BC-A703-F6D38C32BCED}"/>
                </a:ext>
              </a:extLst>
            </p:cNvPr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4297;p38">
              <a:extLst>
                <a:ext uri="{FF2B5EF4-FFF2-40B4-BE49-F238E27FC236}">
                  <a16:creationId xmlns:a16="http://schemas.microsoft.com/office/drawing/2014/main" id="{BACAF348-6EA9-D7E6-0E1D-646C38AC68A3}"/>
                </a:ext>
              </a:extLst>
            </p:cNvPr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4298;p38">
              <a:extLst>
                <a:ext uri="{FF2B5EF4-FFF2-40B4-BE49-F238E27FC236}">
                  <a16:creationId xmlns:a16="http://schemas.microsoft.com/office/drawing/2014/main" id="{F917CE8B-3DF8-3A52-E9D0-9AE370AB5FD9}"/>
                </a:ext>
              </a:extLst>
            </p:cNvPr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4299;p38">
              <a:extLst>
                <a:ext uri="{FF2B5EF4-FFF2-40B4-BE49-F238E27FC236}">
                  <a16:creationId xmlns:a16="http://schemas.microsoft.com/office/drawing/2014/main" id="{C3DE37BA-5622-F752-C583-43002EDE6EE4}"/>
                </a:ext>
              </a:extLst>
            </p:cNvPr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4300;p38">
              <a:extLst>
                <a:ext uri="{FF2B5EF4-FFF2-40B4-BE49-F238E27FC236}">
                  <a16:creationId xmlns:a16="http://schemas.microsoft.com/office/drawing/2014/main" id="{8808CE66-A37C-A1C2-8151-E1CF0BCBDECC}"/>
                </a:ext>
              </a:extLst>
            </p:cNvPr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4301;p38">
              <a:extLst>
                <a:ext uri="{FF2B5EF4-FFF2-40B4-BE49-F238E27FC236}">
                  <a16:creationId xmlns:a16="http://schemas.microsoft.com/office/drawing/2014/main" id="{3CA5985E-AADF-65E9-1780-4B04507E8D4F}"/>
                </a:ext>
              </a:extLst>
            </p:cNvPr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4302;p38">
              <a:extLst>
                <a:ext uri="{FF2B5EF4-FFF2-40B4-BE49-F238E27FC236}">
                  <a16:creationId xmlns:a16="http://schemas.microsoft.com/office/drawing/2014/main" id="{01AA5DD8-C154-5EB2-799F-1021C7F9F119}"/>
                </a:ext>
              </a:extLst>
            </p:cNvPr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4303;p38">
              <a:extLst>
                <a:ext uri="{FF2B5EF4-FFF2-40B4-BE49-F238E27FC236}">
                  <a16:creationId xmlns:a16="http://schemas.microsoft.com/office/drawing/2014/main" id="{C48E4776-7EB8-F61C-77AD-0154D45E53BC}"/>
                </a:ext>
              </a:extLst>
            </p:cNvPr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4304;p38">
              <a:extLst>
                <a:ext uri="{FF2B5EF4-FFF2-40B4-BE49-F238E27FC236}">
                  <a16:creationId xmlns:a16="http://schemas.microsoft.com/office/drawing/2014/main" id="{ACB86FD6-D493-08EF-34AF-2E62BD02D80C}"/>
                </a:ext>
              </a:extLst>
            </p:cNvPr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4305;p38">
              <a:extLst>
                <a:ext uri="{FF2B5EF4-FFF2-40B4-BE49-F238E27FC236}">
                  <a16:creationId xmlns:a16="http://schemas.microsoft.com/office/drawing/2014/main" id="{F6692FD5-335F-8B59-C625-AA3A6E838D45}"/>
                </a:ext>
              </a:extLst>
            </p:cNvPr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4306;p38">
              <a:extLst>
                <a:ext uri="{FF2B5EF4-FFF2-40B4-BE49-F238E27FC236}">
                  <a16:creationId xmlns:a16="http://schemas.microsoft.com/office/drawing/2014/main" id="{EC3E6F71-73C0-B045-599F-7FD8E19ADD39}"/>
                </a:ext>
              </a:extLst>
            </p:cNvPr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4307;p38">
              <a:extLst>
                <a:ext uri="{FF2B5EF4-FFF2-40B4-BE49-F238E27FC236}">
                  <a16:creationId xmlns:a16="http://schemas.microsoft.com/office/drawing/2014/main" id="{43D3D871-A3E5-F105-EFBC-5DFB19E661B7}"/>
                </a:ext>
              </a:extLst>
            </p:cNvPr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4308;p38">
              <a:extLst>
                <a:ext uri="{FF2B5EF4-FFF2-40B4-BE49-F238E27FC236}">
                  <a16:creationId xmlns:a16="http://schemas.microsoft.com/office/drawing/2014/main" id="{A4429A37-423E-3369-AF6F-5901FBDF698F}"/>
                </a:ext>
              </a:extLst>
            </p:cNvPr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4309;p38">
              <a:extLst>
                <a:ext uri="{FF2B5EF4-FFF2-40B4-BE49-F238E27FC236}">
                  <a16:creationId xmlns:a16="http://schemas.microsoft.com/office/drawing/2014/main" id="{D85D4412-6E20-3ADA-545B-12F77169704B}"/>
                </a:ext>
              </a:extLst>
            </p:cNvPr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4310;p38">
              <a:extLst>
                <a:ext uri="{FF2B5EF4-FFF2-40B4-BE49-F238E27FC236}">
                  <a16:creationId xmlns:a16="http://schemas.microsoft.com/office/drawing/2014/main" id="{D6680706-F55E-A0BE-C17F-66EED015430E}"/>
                </a:ext>
              </a:extLst>
            </p:cNvPr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4311;p38">
              <a:extLst>
                <a:ext uri="{FF2B5EF4-FFF2-40B4-BE49-F238E27FC236}">
                  <a16:creationId xmlns:a16="http://schemas.microsoft.com/office/drawing/2014/main" id="{DCDBE554-FAE9-F178-870A-1CAFDD4404D6}"/>
                </a:ext>
              </a:extLst>
            </p:cNvPr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4312;p38">
              <a:extLst>
                <a:ext uri="{FF2B5EF4-FFF2-40B4-BE49-F238E27FC236}">
                  <a16:creationId xmlns:a16="http://schemas.microsoft.com/office/drawing/2014/main" id="{1228AD82-4916-79AC-F954-91283EF2C2B2}"/>
                </a:ext>
              </a:extLst>
            </p:cNvPr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4313;p38">
              <a:extLst>
                <a:ext uri="{FF2B5EF4-FFF2-40B4-BE49-F238E27FC236}">
                  <a16:creationId xmlns:a16="http://schemas.microsoft.com/office/drawing/2014/main" id="{8E18568A-CC9D-E02B-471B-24ECB6366BA2}"/>
                </a:ext>
              </a:extLst>
            </p:cNvPr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4314;p38">
              <a:extLst>
                <a:ext uri="{FF2B5EF4-FFF2-40B4-BE49-F238E27FC236}">
                  <a16:creationId xmlns:a16="http://schemas.microsoft.com/office/drawing/2014/main" id="{74CA12F6-4F64-7FDB-0473-FAC272B045CF}"/>
                </a:ext>
              </a:extLst>
            </p:cNvPr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4315;p38">
              <a:extLst>
                <a:ext uri="{FF2B5EF4-FFF2-40B4-BE49-F238E27FC236}">
                  <a16:creationId xmlns:a16="http://schemas.microsoft.com/office/drawing/2014/main" id="{567E14E6-B365-7ACE-792F-23FB73B5AD3B}"/>
                </a:ext>
              </a:extLst>
            </p:cNvPr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4316;p38">
              <a:extLst>
                <a:ext uri="{FF2B5EF4-FFF2-40B4-BE49-F238E27FC236}">
                  <a16:creationId xmlns:a16="http://schemas.microsoft.com/office/drawing/2014/main" id="{0D6D3A16-4726-A132-E5A8-506CD8574F9B}"/>
                </a:ext>
              </a:extLst>
            </p:cNvPr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4317;p38">
              <a:extLst>
                <a:ext uri="{FF2B5EF4-FFF2-40B4-BE49-F238E27FC236}">
                  <a16:creationId xmlns:a16="http://schemas.microsoft.com/office/drawing/2014/main" id="{EA1C7E0C-2F3C-7ED5-620A-5439369D45AC}"/>
                </a:ext>
              </a:extLst>
            </p:cNvPr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4318;p38">
              <a:extLst>
                <a:ext uri="{FF2B5EF4-FFF2-40B4-BE49-F238E27FC236}">
                  <a16:creationId xmlns:a16="http://schemas.microsoft.com/office/drawing/2014/main" id="{BBEDBB36-0FE1-E8B0-CAD4-FCB6B2719F26}"/>
                </a:ext>
              </a:extLst>
            </p:cNvPr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4319;p38">
              <a:extLst>
                <a:ext uri="{FF2B5EF4-FFF2-40B4-BE49-F238E27FC236}">
                  <a16:creationId xmlns:a16="http://schemas.microsoft.com/office/drawing/2014/main" id="{4FEB5DFA-98D7-683F-B1D2-1F7D7CDB09FB}"/>
                </a:ext>
              </a:extLst>
            </p:cNvPr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4320;p38">
              <a:extLst>
                <a:ext uri="{FF2B5EF4-FFF2-40B4-BE49-F238E27FC236}">
                  <a16:creationId xmlns:a16="http://schemas.microsoft.com/office/drawing/2014/main" id="{7CF4857C-BE92-CB0F-EE6E-07E0EBE57677}"/>
                </a:ext>
              </a:extLst>
            </p:cNvPr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4321;p38">
              <a:extLst>
                <a:ext uri="{FF2B5EF4-FFF2-40B4-BE49-F238E27FC236}">
                  <a16:creationId xmlns:a16="http://schemas.microsoft.com/office/drawing/2014/main" id="{241054C7-8563-FFC6-A9DA-E58493D62156}"/>
                </a:ext>
              </a:extLst>
            </p:cNvPr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4322;p38">
              <a:extLst>
                <a:ext uri="{FF2B5EF4-FFF2-40B4-BE49-F238E27FC236}">
                  <a16:creationId xmlns:a16="http://schemas.microsoft.com/office/drawing/2014/main" id="{14058D04-954B-500C-2B92-6B43FD1BD857}"/>
                </a:ext>
              </a:extLst>
            </p:cNvPr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4323;p38">
              <a:extLst>
                <a:ext uri="{FF2B5EF4-FFF2-40B4-BE49-F238E27FC236}">
                  <a16:creationId xmlns:a16="http://schemas.microsoft.com/office/drawing/2014/main" id="{4E851E50-85F8-0A14-7502-47E936A08F05}"/>
                </a:ext>
              </a:extLst>
            </p:cNvPr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4324;p38">
              <a:extLst>
                <a:ext uri="{FF2B5EF4-FFF2-40B4-BE49-F238E27FC236}">
                  <a16:creationId xmlns:a16="http://schemas.microsoft.com/office/drawing/2014/main" id="{D780C6BE-D244-C64C-A633-0148260EF037}"/>
                </a:ext>
              </a:extLst>
            </p:cNvPr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4325;p38">
              <a:extLst>
                <a:ext uri="{FF2B5EF4-FFF2-40B4-BE49-F238E27FC236}">
                  <a16:creationId xmlns:a16="http://schemas.microsoft.com/office/drawing/2014/main" id="{DECAEBF6-5C68-74D6-9ED7-9EC89543EB65}"/>
                </a:ext>
              </a:extLst>
            </p:cNvPr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4326;p38">
              <a:extLst>
                <a:ext uri="{FF2B5EF4-FFF2-40B4-BE49-F238E27FC236}">
                  <a16:creationId xmlns:a16="http://schemas.microsoft.com/office/drawing/2014/main" id="{C91BE6FE-ACCB-461B-3CD4-D23E94033039}"/>
                </a:ext>
              </a:extLst>
            </p:cNvPr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4327;p38">
              <a:extLst>
                <a:ext uri="{FF2B5EF4-FFF2-40B4-BE49-F238E27FC236}">
                  <a16:creationId xmlns:a16="http://schemas.microsoft.com/office/drawing/2014/main" id="{48B20F41-DDDA-7E62-F483-AEFB24A04D44}"/>
                </a:ext>
              </a:extLst>
            </p:cNvPr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4328;p38">
              <a:extLst>
                <a:ext uri="{FF2B5EF4-FFF2-40B4-BE49-F238E27FC236}">
                  <a16:creationId xmlns:a16="http://schemas.microsoft.com/office/drawing/2014/main" id="{5EA95EA0-A14E-7564-4D40-0CB5F613DD90}"/>
                </a:ext>
              </a:extLst>
            </p:cNvPr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4329;p38">
              <a:extLst>
                <a:ext uri="{FF2B5EF4-FFF2-40B4-BE49-F238E27FC236}">
                  <a16:creationId xmlns:a16="http://schemas.microsoft.com/office/drawing/2014/main" id="{B8CB19E9-678A-92CB-6B85-6985A4E5E3ED}"/>
                </a:ext>
              </a:extLst>
            </p:cNvPr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4330;p38">
              <a:extLst>
                <a:ext uri="{FF2B5EF4-FFF2-40B4-BE49-F238E27FC236}">
                  <a16:creationId xmlns:a16="http://schemas.microsoft.com/office/drawing/2014/main" id="{E120C5DE-1019-358B-4378-C1110AD584B4}"/>
                </a:ext>
              </a:extLst>
            </p:cNvPr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4331;p38">
              <a:extLst>
                <a:ext uri="{FF2B5EF4-FFF2-40B4-BE49-F238E27FC236}">
                  <a16:creationId xmlns:a16="http://schemas.microsoft.com/office/drawing/2014/main" id="{862131EB-5F40-D6C5-607E-867FC4AA506E}"/>
                </a:ext>
              </a:extLst>
            </p:cNvPr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4332;p38">
              <a:extLst>
                <a:ext uri="{FF2B5EF4-FFF2-40B4-BE49-F238E27FC236}">
                  <a16:creationId xmlns:a16="http://schemas.microsoft.com/office/drawing/2014/main" id="{617414B5-667C-979F-37DA-A852B597B53F}"/>
                </a:ext>
              </a:extLst>
            </p:cNvPr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4333;p38">
              <a:extLst>
                <a:ext uri="{FF2B5EF4-FFF2-40B4-BE49-F238E27FC236}">
                  <a16:creationId xmlns:a16="http://schemas.microsoft.com/office/drawing/2014/main" id="{78B49E9C-7E05-4731-42C4-01FDA8DE4508}"/>
                </a:ext>
              </a:extLst>
            </p:cNvPr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4334;p38">
              <a:extLst>
                <a:ext uri="{FF2B5EF4-FFF2-40B4-BE49-F238E27FC236}">
                  <a16:creationId xmlns:a16="http://schemas.microsoft.com/office/drawing/2014/main" id="{6A15FCEA-552E-EAC1-02AD-C8903D2C32E2}"/>
                </a:ext>
              </a:extLst>
            </p:cNvPr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4335;p38">
              <a:extLst>
                <a:ext uri="{FF2B5EF4-FFF2-40B4-BE49-F238E27FC236}">
                  <a16:creationId xmlns:a16="http://schemas.microsoft.com/office/drawing/2014/main" id="{958470C7-BECB-2D8F-D931-039D27027167}"/>
                </a:ext>
              </a:extLst>
            </p:cNvPr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4336;p38">
              <a:extLst>
                <a:ext uri="{FF2B5EF4-FFF2-40B4-BE49-F238E27FC236}">
                  <a16:creationId xmlns:a16="http://schemas.microsoft.com/office/drawing/2014/main" id="{47151E87-B645-6683-FB53-EFD5668A8B41}"/>
                </a:ext>
              </a:extLst>
            </p:cNvPr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4337;p38">
              <a:extLst>
                <a:ext uri="{FF2B5EF4-FFF2-40B4-BE49-F238E27FC236}">
                  <a16:creationId xmlns:a16="http://schemas.microsoft.com/office/drawing/2014/main" id="{E728462C-5A63-DDA7-4D6C-E156EC1F1A53}"/>
                </a:ext>
              </a:extLst>
            </p:cNvPr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4338;p38">
              <a:extLst>
                <a:ext uri="{FF2B5EF4-FFF2-40B4-BE49-F238E27FC236}">
                  <a16:creationId xmlns:a16="http://schemas.microsoft.com/office/drawing/2014/main" id="{2DE196FE-5561-4439-6A15-BD7F1BF7CB04}"/>
                </a:ext>
              </a:extLst>
            </p:cNvPr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4339;p38">
              <a:extLst>
                <a:ext uri="{FF2B5EF4-FFF2-40B4-BE49-F238E27FC236}">
                  <a16:creationId xmlns:a16="http://schemas.microsoft.com/office/drawing/2014/main" id="{19A9937E-787C-A536-B696-32C9A946FDA0}"/>
                </a:ext>
              </a:extLst>
            </p:cNvPr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4340;p38">
              <a:extLst>
                <a:ext uri="{FF2B5EF4-FFF2-40B4-BE49-F238E27FC236}">
                  <a16:creationId xmlns:a16="http://schemas.microsoft.com/office/drawing/2014/main" id="{4FEFFADD-8878-CC98-EA76-509C47722824}"/>
                </a:ext>
              </a:extLst>
            </p:cNvPr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4341;p38">
              <a:extLst>
                <a:ext uri="{FF2B5EF4-FFF2-40B4-BE49-F238E27FC236}">
                  <a16:creationId xmlns:a16="http://schemas.microsoft.com/office/drawing/2014/main" id="{D2C15FD2-5903-A080-A286-7BEDD6920EDD}"/>
                </a:ext>
              </a:extLst>
            </p:cNvPr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4342;p38">
              <a:extLst>
                <a:ext uri="{FF2B5EF4-FFF2-40B4-BE49-F238E27FC236}">
                  <a16:creationId xmlns:a16="http://schemas.microsoft.com/office/drawing/2014/main" id="{E570BC0F-EB48-186E-FE98-52FF6031F67D}"/>
                </a:ext>
              </a:extLst>
            </p:cNvPr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4343;p38">
              <a:extLst>
                <a:ext uri="{FF2B5EF4-FFF2-40B4-BE49-F238E27FC236}">
                  <a16:creationId xmlns:a16="http://schemas.microsoft.com/office/drawing/2014/main" id="{4F5EAA75-12B3-C7F2-2775-7E3D476CABC8}"/>
                </a:ext>
              </a:extLst>
            </p:cNvPr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4344;p38">
              <a:extLst>
                <a:ext uri="{FF2B5EF4-FFF2-40B4-BE49-F238E27FC236}">
                  <a16:creationId xmlns:a16="http://schemas.microsoft.com/office/drawing/2014/main" id="{D4BCD17D-C25D-8F5A-73B1-E2F625BD9040}"/>
                </a:ext>
              </a:extLst>
            </p:cNvPr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4345;p38">
              <a:extLst>
                <a:ext uri="{FF2B5EF4-FFF2-40B4-BE49-F238E27FC236}">
                  <a16:creationId xmlns:a16="http://schemas.microsoft.com/office/drawing/2014/main" id="{16F32D4D-A16F-045B-066C-66A0CB8C5FC1}"/>
                </a:ext>
              </a:extLst>
            </p:cNvPr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4346;p38">
              <a:extLst>
                <a:ext uri="{FF2B5EF4-FFF2-40B4-BE49-F238E27FC236}">
                  <a16:creationId xmlns:a16="http://schemas.microsoft.com/office/drawing/2014/main" id="{2BADB5CB-E35F-24E3-9411-DAAB1166759F}"/>
                </a:ext>
              </a:extLst>
            </p:cNvPr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4347;p38">
              <a:extLst>
                <a:ext uri="{FF2B5EF4-FFF2-40B4-BE49-F238E27FC236}">
                  <a16:creationId xmlns:a16="http://schemas.microsoft.com/office/drawing/2014/main" id="{A5571DEA-18E9-7FB2-C687-2BA167BD47ED}"/>
                </a:ext>
              </a:extLst>
            </p:cNvPr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4348;p38">
              <a:extLst>
                <a:ext uri="{FF2B5EF4-FFF2-40B4-BE49-F238E27FC236}">
                  <a16:creationId xmlns:a16="http://schemas.microsoft.com/office/drawing/2014/main" id="{1D26300E-8EFD-3CC5-060C-7EEA3AB88E44}"/>
                </a:ext>
              </a:extLst>
            </p:cNvPr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4349;p38">
              <a:extLst>
                <a:ext uri="{FF2B5EF4-FFF2-40B4-BE49-F238E27FC236}">
                  <a16:creationId xmlns:a16="http://schemas.microsoft.com/office/drawing/2014/main" id="{DADB19C9-9CA6-690C-A17A-F9F61F3B788C}"/>
                </a:ext>
              </a:extLst>
            </p:cNvPr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4350;p38">
              <a:extLst>
                <a:ext uri="{FF2B5EF4-FFF2-40B4-BE49-F238E27FC236}">
                  <a16:creationId xmlns:a16="http://schemas.microsoft.com/office/drawing/2014/main" id="{30A95BA3-B3B6-32E7-48D8-1D21BD471039}"/>
                </a:ext>
              </a:extLst>
            </p:cNvPr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4351;p38">
              <a:extLst>
                <a:ext uri="{FF2B5EF4-FFF2-40B4-BE49-F238E27FC236}">
                  <a16:creationId xmlns:a16="http://schemas.microsoft.com/office/drawing/2014/main" id="{B27C3756-DC37-9CCB-FF64-3D5848CF058C}"/>
                </a:ext>
              </a:extLst>
            </p:cNvPr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4352;p38">
              <a:extLst>
                <a:ext uri="{FF2B5EF4-FFF2-40B4-BE49-F238E27FC236}">
                  <a16:creationId xmlns:a16="http://schemas.microsoft.com/office/drawing/2014/main" id="{C01B0A61-2A46-FFB3-4D29-2A4A03C30106}"/>
                </a:ext>
              </a:extLst>
            </p:cNvPr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4353;p38">
              <a:extLst>
                <a:ext uri="{FF2B5EF4-FFF2-40B4-BE49-F238E27FC236}">
                  <a16:creationId xmlns:a16="http://schemas.microsoft.com/office/drawing/2014/main" id="{5BF88A80-E061-B1A7-5126-423715AEE02A}"/>
                </a:ext>
              </a:extLst>
            </p:cNvPr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4354;p38">
              <a:extLst>
                <a:ext uri="{FF2B5EF4-FFF2-40B4-BE49-F238E27FC236}">
                  <a16:creationId xmlns:a16="http://schemas.microsoft.com/office/drawing/2014/main" id="{39329860-D707-082A-EFF4-D807402DD836}"/>
                </a:ext>
              </a:extLst>
            </p:cNvPr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4355;p38">
              <a:extLst>
                <a:ext uri="{FF2B5EF4-FFF2-40B4-BE49-F238E27FC236}">
                  <a16:creationId xmlns:a16="http://schemas.microsoft.com/office/drawing/2014/main" id="{3CF2E771-B46C-6265-46E2-7B0CDBEA4A02}"/>
                </a:ext>
              </a:extLst>
            </p:cNvPr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4356;p38">
              <a:extLst>
                <a:ext uri="{FF2B5EF4-FFF2-40B4-BE49-F238E27FC236}">
                  <a16:creationId xmlns:a16="http://schemas.microsoft.com/office/drawing/2014/main" id="{CB1F3695-88BC-A46E-4F60-06A6887FD547}"/>
                </a:ext>
              </a:extLst>
            </p:cNvPr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4357;p38">
              <a:extLst>
                <a:ext uri="{FF2B5EF4-FFF2-40B4-BE49-F238E27FC236}">
                  <a16:creationId xmlns:a16="http://schemas.microsoft.com/office/drawing/2014/main" id="{BA179641-0F92-36F6-6062-89C3187D6717}"/>
                </a:ext>
              </a:extLst>
            </p:cNvPr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4358;p38">
              <a:extLst>
                <a:ext uri="{FF2B5EF4-FFF2-40B4-BE49-F238E27FC236}">
                  <a16:creationId xmlns:a16="http://schemas.microsoft.com/office/drawing/2014/main" id="{F472AD4E-EAF2-4F55-76C6-7176D1DA7308}"/>
                </a:ext>
              </a:extLst>
            </p:cNvPr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4359;p38">
              <a:extLst>
                <a:ext uri="{FF2B5EF4-FFF2-40B4-BE49-F238E27FC236}">
                  <a16:creationId xmlns:a16="http://schemas.microsoft.com/office/drawing/2014/main" id="{F3541F53-0193-3907-97F7-06AB63DD74B0}"/>
                </a:ext>
              </a:extLst>
            </p:cNvPr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4360;p38">
              <a:extLst>
                <a:ext uri="{FF2B5EF4-FFF2-40B4-BE49-F238E27FC236}">
                  <a16:creationId xmlns:a16="http://schemas.microsoft.com/office/drawing/2014/main" id="{3533CE01-D208-9ACC-F9DD-DC511A103942}"/>
                </a:ext>
              </a:extLst>
            </p:cNvPr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4361;p38">
              <a:extLst>
                <a:ext uri="{FF2B5EF4-FFF2-40B4-BE49-F238E27FC236}">
                  <a16:creationId xmlns:a16="http://schemas.microsoft.com/office/drawing/2014/main" id="{76EDB73F-3DAC-FF34-6C15-81C40A547521}"/>
                </a:ext>
              </a:extLst>
            </p:cNvPr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4362;p38">
              <a:extLst>
                <a:ext uri="{FF2B5EF4-FFF2-40B4-BE49-F238E27FC236}">
                  <a16:creationId xmlns:a16="http://schemas.microsoft.com/office/drawing/2014/main" id="{78CCBC9C-741D-B219-2EB8-52328B9C2C6F}"/>
                </a:ext>
              </a:extLst>
            </p:cNvPr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4363;p38">
              <a:extLst>
                <a:ext uri="{FF2B5EF4-FFF2-40B4-BE49-F238E27FC236}">
                  <a16:creationId xmlns:a16="http://schemas.microsoft.com/office/drawing/2014/main" id="{BD1C5DEF-245C-CF90-B616-808ECBF297BA}"/>
                </a:ext>
              </a:extLst>
            </p:cNvPr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4364;p38">
              <a:extLst>
                <a:ext uri="{FF2B5EF4-FFF2-40B4-BE49-F238E27FC236}">
                  <a16:creationId xmlns:a16="http://schemas.microsoft.com/office/drawing/2014/main" id="{57D7D0AD-8607-783F-EB2B-DE22167CEFEE}"/>
                </a:ext>
              </a:extLst>
            </p:cNvPr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4365;p38">
              <a:extLst>
                <a:ext uri="{FF2B5EF4-FFF2-40B4-BE49-F238E27FC236}">
                  <a16:creationId xmlns:a16="http://schemas.microsoft.com/office/drawing/2014/main" id="{86C46079-8472-A23B-636F-FC539488B9CF}"/>
                </a:ext>
              </a:extLst>
            </p:cNvPr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4366;p38">
              <a:extLst>
                <a:ext uri="{FF2B5EF4-FFF2-40B4-BE49-F238E27FC236}">
                  <a16:creationId xmlns:a16="http://schemas.microsoft.com/office/drawing/2014/main" id="{91716B03-BC93-D0E2-4956-23BA83D31579}"/>
                </a:ext>
              </a:extLst>
            </p:cNvPr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4367;p38">
              <a:extLst>
                <a:ext uri="{FF2B5EF4-FFF2-40B4-BE49-F238E27FC236}">
                  <a16:creationId xmlns:a16="http://schemas.microsoft.com/office/drawing/2014/main" id="{401C0EC0-5B34-41BE-D25C-2EFDC2D0E314}"/>
                </a:ext>
              </a:extLst>
            </p:cNvPr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4368;p38">
              <a:extLst>
                <a:ext uri="{FF2B5EF4-FFF2-40B4-BE49-F238E27FC236}">
                  <a16:creationId xmlns:a16="http://schemas.microsoft.com/office/drawing/2014/main" id="{2C304290-198E-3C38-852B-D7FB248C0E0A}"/>
                </a:ext>
              </a:extLst>
            </p:cNvPr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4369;p38">
              <a:extLst>
                <a:ext uri="{FF2B5EF4-FFF2-40B4-BE49-F238E27FC236}">
                  <a16:creationId xmlns:a16="http://schemas.microsoft.com/office/drawing/2014/main" id="{466D8E03-E187-A679-DE9E-E798814A9DB6}"/>
                </a:ext>
              </a:extLst>
            </p:cNvPr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4370;p38">
              <a:extLst>
                <a:ext uri="{FF2B5EF4-FFF2-40B4-BE49-F238E27FC236}">
                  <a16:creationId xmlns:a16="http://schemas.microsoft.com/office/drawing/2014/main" id="{0F39AFB7-5733-10FE-CEB9-C51DC767B7E4}"/>
                </a:ext>
              </a:extLst>
            </p:cNvPr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4371;p38">
              <a:extLst>
                <a:ext uri="{FF2B5EF4-FFF2-40B4-BE49-F238E27FC236}">
                  <a16:creationId xmlns:a16="http://schemas.microsoft.com/office/drawing/2014/main" id="{1C71D4E3-FB9F-158B-E311-5449D6319BAB}"/>
                </a:ext>
              </a:extLst>
            </p:cNvPr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4372;p38">
              <a:extLst>
                <a:ext uri="{FF2B5EF4-FFF2-40B4-BE49-F238E27FC236}">
                  <a16:creationId xmlns:a16="http://schemas.microsoft.com/office/drawing/2014/main" id="{FA9F9112-8210-3A61-C40A-4906C2805952}"/>
                </a:ext>
              </a:extLst>
            </p:cNvPr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4373;p38">
              <a:extLst>
                <a:ext uri="{FF2B5EF4-FFF2-40B4-BE49-F238E27FC236}">
                  <a16:creationId xmlns:a16="http://schemas.microsoft.com/office/drawing/2014/main" id="{F200EF1F-BAD9-CE1B-7AF0-93AE2DD64C22}"/>
                </a:ext>
              </a:extLst>
            </p:cNvPr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4374;p38">
              <a:extLst>
                <a:ext uri="{FF2B5EF4-FFF2-40B4-BE49-F238E27FC236}">
                  <a16:creationId xmlns:a16="http://schemas.microsoft.com/office/drawing/2014/main" id="{FEC35235-364B-5B7F-F124-16EB1910E945}"/>
                </a:ext>
              </a:extLst>
            </p:cNvPr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4375;p38">
              <a:extLst>
                <a:ext uri="{FF2B5EF4-FFF2-40B4-BE49-F238E27FC236}">
                  <a16:creationId xmlns:a16="http://schemas.microsoft.com/office/drawing/2014/main" id="{D6621462-859F-DBCF-651C-70CF7D28BD17}"/>
                </a:ext>
              </a:extLst>
            </p:cNvPr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4376;p38">
              <a:extLst>
                <a:ext uri="{FF2B5EF4-FFF2-40B4-BE49-F238E27FC236}">
                  <a16:creationId xmlns:a16="http://schemas.microsoft.com/office/drawing/2014/main" id="{19BC54C7-3508-4DDC-FF60-CCFF0D2221CF}"/>
                </a:ext>
              </a:extLst>
            </p:cNvPr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4377;p38">
              <a:extLst>
                <a:ext uri="{FF2B5EF4-FFF2-40B4-BE49-F238E27FC236}">
                  <a16:creationId xmlns:a16="http://schemas.microsoft.com/office/drawing/2014/main" id="{5810FBC7-F88A-78BB-8B49-439D4411EB07}"/>
                </a:ext>
              </a:extLst>
            </p:cNvPr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4378;p38">
              <a:extLst>
                <a:ext uri="{FF2B5EF4-FFF2-40B4-BE49-F238E27FC236}">
                  <a16:creationId xmlns:a16="http://schemas.microsoft.com/office/drawing/2014/main" id="{425443AA-D16A-2C97-E544-0CD8F97F9EA8}"/>
                </a:ext>
              </a:extLst>
            </p:cNvPr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4379;p38">
              <a:extLst>
                <a:ext uri="{FF2B5EF4-FFF2-40B4-BE49-F238E27FC236}">
                  <a16:creationId xmlns:a16="http://schemas.microsoft.com/office/drawing/2014/main" id="{00318F07-1D6C-691C-D7D7-7F3A791D9C62}"/>
                </a:ext>
              </a:extLst>
            </p:cNvPr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4380;p38">
              <a:extLst>
                <a:ext uri="{FF2B5EF4-FFF2-40B4-BE49-F238E27FC236}">
                  <a16:creationId xmlns:a16="http://schemas.microsoft.com/office/drawing/2014/main" id="{7FA2B850-6727-7327-8759-F6B0BC374F4F}"/>
                </a:ext>
              </a:extLst>
            </p:cNvPr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4381;p38">
              <a:extLst>
                <a:ext uri="{FF2B5EF4-FFF2-40B4-BE49-F238E27FC236}">
                  <a16:creationId xmlns:a16="http://schemas.microsoft.com/office/drawing/2014/main" id="{36EF1174-E37E-C849-56CD-7BCCB5E2ECEC}"/>
                </a:ext>
              </a:extLst>
            </p:cNvPr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4382;p38">
              <a:extLst>
                <a:ext uri="{FF2B5EF4-FFF2-40B4-BE49-F238E27FC236}">
                  <a16:creationId xmlns:a16="http://schemas.microsoft.com/office/drawing/2014/main" id="{DC3D8A1C-5C5A-2D2A-649C-F64DB9C7A80B}"/>
                </a:ext>
              </a:extLst>
            </p:cNvPr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4383;p38">
              <a:extLst>
                <a:ext uri="{FF2B5EF4-FFF2-40B4-BE49-F238E27FC236}">
                  <a16:creationId xmlns:a16="http://schemas.microsoft.com/office/drawing/2014/main" id="{E4856803-11D2-D8C7-48EE-860D4F282B4B}"/>
                </a:ext>
              </a:extLst>
            </p:cNvPr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4384;p38">
              <a:extLst>
                <a:ext uri="{FF2B5EF4-FFF2-40B4-BE49-F238E27FC236}">
                  <a16:creationId xmlns:a16="http://schemas.microsoft.com/office/drawing/2014/main" id="{2542F5D2-565F-1B6C-639A-AC8D60096CB4}"/>
                </a:ext>
              </a:extLst>
            </p:cNvPr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4385;p38">
              <a:extLst>
                <a:ext uri="{FF2B5EF4-FFF2-40B4-BE49-F238E27FC236}">
                  <a16:creationId xmlns:a16="http://schemas.microsoft.com/office/drawing/2014/main" id="{ACCF41F5-6F15-55AF-C660-6D8D0A070454}"/>
                </a:ext>
              </a:extLst>
            </p:cNvPr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4386;p38">
              <a:extLst>
                <a:ext uri="{FF2B5EF4-FFF2-40B4-BE49-F238E27FC236}">
                  <a16:creationId xmlns:a16="http://schemas.microsoft.com/office/drawing/2014/main" id="{E45DC739-2617-DA03-DC94-3DCB0DADEC94}"/>
                </a:ext>
              </a:extLst>
            </p:cNvPr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4387;p38">
              <a:extLst>
                <a:ext uri="{FF2B5EF4-FFF2-40B4-BE49-F238E27FC236}">
                  <a16:creationId xmlns:a16="http://schemas.microsoft.com/office/drawing/2014/main" id="{35976396-D408-FAB5-62F2-F7A0387464D6}"/>
                </a:ext>
              </a:extLst>
            </p:cNvPr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4388;p38">
              <a:extLst>
                <a:ext uri="{FF2B5EF4-FFF2-40B4-BE49-F238E27FC236}">
                  <a16:creationId xmlns:a16="http://schemas.microsoft.com/office/drawing/2014/main" id="{E5E718A4-44B5-677B-9816-E921B5075C78}"/>
                </a:ext>
              </a:extLst>
            </p:cNvPr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4389;p38">
              <a:extLst>
                <a:ext uri="{FF2B5EF4-FFF2-40B4-BE49-F238E27FC236}">
                  <a16:creationId xmlns:a16="http://schemas.microsoft.com/office/drawing/2014/main" id="{D88FA66A-198B-36BF-EDAB-2316D3B90883}"/>
                </a:ext>
              </a:extLst>
            </p:cNvPr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4390;p38">
              <a:extLst>
                <a:ext uri="{FF2B5EF4-FFF2-40B4-BE49-F238E27FC236}">
                  <a16:creationId xmlns:a16="http://schemas.microsoft.com/office/drawing/2014/main" id="{7D252E07-29A7-C39F-59AB-C93CA5224763}"/>
                </a:ext>
              </a:extLst>
            </p:cNvPr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4391;p38">
              <a:extLst>
                <a:ext uri="{FF2B5EF4-FFF2-40B4-BE49-F238E27FC236}">
                  <a16:creationId xmlns:a16="http://schemas.microsoft.com/office/drawing/2014/main" id="{57AE39BA-B1DE-2C45-824C-FFA7682FDC09}"/>
                </a:ext>
              </a:extLst>
            </p:cNvPr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4392;p38">
              <a:extLst>
                <a:ext uri="{FF2B5EF4-FFF2-40B4-BE49-F238E27FC236}">
                  <a16:creationId xmlns:a16="http://schemas.microsoft.com/office/drawing/2014/main" id="{15334D89-58D3-9646-A9FB-48261C4C1A3F}"/>
                </a:ext>
              </a:extLst>
            </p:cNvPr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4393;p38">
              <a:extLst>
                <a:ext uri="{FF2B5EF4-FFF2-40B4-BE49-F238E27FC236}">
                  <a16:creationId xmlns:a16="http://schemas.microsoft.com/office/drawing/2014/main" id="{462BE792-FFB6-BC67-E330-E247C40CC022}"/>
                </a:ext>
              </a:extLst>
            </p:cNvPr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4394;p38">
              <a:extLst>
                <a:ext uri="{FF2B5EF4-FFF2-40B4-BE49-F238E27FC236}">
                  <a16:creationId xmlns:a16="http://schemas.microsoft.com/office/drawing/2014/main" id="{B82B1569-8E0B-978F-475B-2EA5475559A0}"/>
                </a:ext>
              </a:extLst>
            </p:cNvPr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4395;p38">
              <a:extLst>
                <a:ext uri="{FF2B5EF4-FFF2-40B4-BE49-F238E27FC236}">
                  <a16:creationId xmlns:a16="http://schemas.microsoft.com/office/drawing/2014/main" id="{8D141440-C776-E56F-851A-0CA94B40E653}"/>
                </a:ext>
              </a:extLst>
            </p:cNvPr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4396;p38">
              <a:extLst>
                <a:ext uri="{FF2B5EF4-FFF2-40B4-BE49-F238E27FC236}">
                  <a16:creationId xmlns:a16="http://schemas.microsoft.com/office/drawing/2014/main" id="{172276C4-6D73-8B36-8A87-89FAD9FB05A8}"/>
                </a:ext>
              </a:extLst>
            </p:cNvPr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4397;p38">
              <a:extLst>
                <a:ext uri="{FF2B5EF4-FFF2-40B4-BE49-F238E27FC236}">
                  <a16:creationId xmlns:a16="http://schemas.microsoft.com/office/drawing/2014/main" id="{4690863F-0F28-10B1-F0CB-FF84A4509FA5}"/>
                </a:ext>
              </a:extLst>
            </p:cNvPr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4398;p38">
              <a:extLst>
                <a:ext uri="{FF2B5EF4-FFF2-40B4-BE49-F238E27FC236}">
                  <a16:creationId xmlns:a16="http://schemas.microsoft.com/office/drawing/2014/main" id="{BD269A78-2033-5DAA-F6C9-377C4B80B64E}"/>
                </a:ext>
              </a:extLst>
            </p:cNvPr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4399;p38">
              <a:extLst>
                <a:ext uri="{FF2B5EF4-FFF2-40B4-BE49-F238E27FC236}">
                  <a16:creationId xmlns:a16="http://schemas.microsoft.com/office/drawing/2014/main" id="{19CF93DB-560F-E871-1CEF-8A9F93FFB7D3}"/>
                </a:ext>
              </a:extLst>
            </p:cNvPr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4400;p38">
              <a:extLst>
                <a:ext uri="{FF2B5EF4-FFF2-40B4-BE49-F238E27FC236}">
                  <a16:creationId xmlns:a16="http://schemas.microsoft.com/office/drawing/2014/main" id="{AB9767DB-DBCF-0E3E-85B9-0645BA813C32}"/>
                </a:ext>
              </a:extLst>
            </p:cNvPr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4401;p38">
              <a:extLst>
                <a:ext uri="{FF2B5EF4-FFF2-40B4-BE49-F238E27FC236}">
                  <a16:creationId xmlns:a16="http://schemas.microsoft.com/office/drawing/2014/main" id="{440980A5-1B1D-2AA7-9E1F-1B97FEEAD2C5}"/>
                </a:ext>
              </a:extLst>
            </p:cNvPr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4402;p38">
              <a:extLst>
                <a:ext uri="{FF2B5EF4-FFF2-40B4-BE49-F238E27FC236}">
                  <a16:creationId xmlns:a16="http://schemas.microsoft.com/office/drawing/2014/main" id="{085559E5-4B3B-773A-7221-BD8F57A6D40D}"/>
                </a:ext>
              </a:extLst>
            </p:cNvPr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4403;p38">
              <a:extLst>
                <a:ext uri="{FF2B5EF4-FFF2-40B4-BE49-F238E27FC236}">
                  <a16:creationId xmlns:a16="http://schemas.microsoft.com/office/drawing/2014/main" id="{F954F010-078A-0E71-15E8-04565EC4288C}"/>
                </a:ext>
              </a:extLst>
            </p:cNvPr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4404;p38">
              <a:extLst>
                <a:ext uri="{FF2B5EF4-FFF2-40B4-BE49-F238E27FC236}">
                  <a16:creationId xmlns:a16="http://schemas.microsoft.com/office/drawing/2014/main" id="{83F7ECB6-C8D6-ABAC-1177-1C9033B17376}"/>
                </a:ext>
              </a:extLst>
            </p:cNvPr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4405;p38">
              <a:extLst>
                <a:ext uri="{FF2B5EF4-FFF2-40B4-BE49-F238E27FC236}">
                  <a16:creationId xmlns:a16="http://schemas.microsoft.com/office/drawing/2014/main" id="{EB12D641-6199-06C6-F715-E5DA2470C8D4}"/>
                </a:ext>
              </a:extLst>
            </p:cNvPr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4406;p38">
              <a:extLst>
                <a:ext uri="{FF2B5EF4-FFF2-40B4-BE49-F238E27FC236}">
                  <a16:creationId xmlns:a16="http://schemas.microsoft.com/office/drawing/2014/main" id="{150E09CD-1EC0-BD12-3C4E-B0F9427C28CE}"/>
                </a:ext>
              </a:extLst>
            </p:cNvPr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4407;p38">
              <a:extLst>
                <a:ext uri="{FF2B5EF4-FFF2-40B4-BE49-F238E27FC236}">
                  <a16:creationId xmlns:a16="http://schemas.microsoft.com/office/drawing/2014/main" id="{13A3EE42-EDAD-9C96-DBA5-F06A7D0721E8}"/>
                </a:ext>
              </a:extLst>
            </p:cNvPr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4408;p38">
              <a:extLst>
                <a:ext uri="{FF2B5EF4-FFF2-40B4-BE49-F238E27FC236}">
                  <a16:creationId xmlns:a16="http://schemas.microsoft.com/office/drawing/2014/main" id="{E046DD44-9F7A-CA9A-A96C-BD941A24454E}"/>
                </a:ext>
              </a:extLst>
            </p:cNvPr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4409;p38">
              <a:extLst>
                <a:ext uri="{FF2B5EF4-FFF2-40B4-BE49-F238E27FC236}">
                  <a16:creationId xmlns:a16="http://schemas.microsoft.com/office/drawing/2014/main" id="{6C857D36-4C17-0CCC-323C-AC8EA37D929E}"/>
                </a:ext>
              </a:extLst>
            </p:cNvPr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4410;p38">
              <a:extLst>
                <a:ext uri="{FF2B5EF4-FFF2-40B4-BE49-F238E27FC236}">
                  <a16:creationId xmlns:a16="http://schemas.microsoft.com/office/drawing/2014/main" id="{E4350501-5C25-E5B9-18E3-BE47CEDDE13C}"/>
                </a:ext>
              </a:extLst>
            </p:cNvPr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4411;p38">
              <a:extLst>
                <a:ext uri="{FF2B5EF4-FFF2-40B4-BE49-F238E27FC236}">
                  <a16:creationId xmlns:a16="http://schemas.microsoft.com/office/drawing/2014/main" id="{A970CA4C-86D5-BBFA-10FC-0539BBD4F6D5}"/>
                </a:ext>
              </a:extLst>
            </p:cNvPr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4412;p38">
              <a:extLst>
                <a:ext uri="{FF2B5EF4-FFF2-40B4-BE49-F238E27FC236}">
                  <a16:creationId xmlns:a16="http://schemas.microsoft.com/office/drawing/2014/main" id="{0CFD96AE-51A9-2E08-39D0-51AFD36A31A7}"/>
                </a:ext>
              </a:extLst>
            </p:cNvPr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4413;p38">
              <a:extLst>
                <a:ext uri="{FF2B5EF4-FFF2-40B4-BE49-F238E27FC236}">
                  <a16:creationId xmlns:a16="http://schemas.microsoft.com/office/drawing/2014/main" id="{A7529E85-4D4F-AD4E-C459-BC9C283F944F}"/>
                </a:ext>
              </a:extLst>
            </p:cNvPr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4414;p38">
              <a:extLst>
                <a:ext uri="{FF2B5EF4-FFF2-40B4-BE49-F238E27FC236}">
                  <a16:creationId xmlns:a16="http://schemas.microsoft.com/office/drawing/2014/main" id="{190B85F1-1F41-74FA-4AA5-B05B4C03F7A5}"/>
                </a:ext>
              </a:extLst>
            </p:cNvPr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4415;p38">
              <a:extLst>
                <a:ext uri="{FF2B5EF4-FFF2-40B4-BE49-F238E27FC236}">
                  <a16:creationId xmlns:a16="http://schemas.microsoft.com/office/drawing/2014/main" id="{ADB639A3-71EC-F1E8-15EE-1B67591EF726}"/>
                </a:ext>
              </a:extLst>
            </p:cNvPr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4416;p38">
              <a:extLst>
                <a:ext uri="{FF2B5EF4-FFF2-40B4-BE49-F238E27FC236}">
                  <a16:creationId xmlns:a16="http://schemas.microsoft.com/office/drawing/2014/main" id="{DCE02D2E-2D2A-9D1D-93FC-851D39666D9C}"/>
                </a:ext>
              </a:extLst>
            </p:cNvPr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4417;p38">
              <a:extLst>
                <a:ext uri="{FF2B5EF4-FFF2-40B4-BE49-F238E27FC236}">
                  <a16:creationId xmlns:a16="http://schemas.microsoft.com/office/drawing/2014/main" id="{942CCB10-6BBF-F785-40B1-5C6B2DD70FA3}"/>
                </a:ext>
              </a:extLst>
            </p:cNvPr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4418;p38">
              <a:extLst>
                <a:ext uri="{FF2B5EF4-FFF2-40B4-BE49-F238E27FC236}">
                  <a16:creationId xmlns:a16="http://schemas.microsoft.com/office/drawing/2014/main" id="{ED5A9688-D09A-14D3-D5A1-B22D57E3AF99}"/>
                </a:ext>
              </a:extLst>
            </p:cNvPr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4419;p38">
              <a:extLst>
                <a:ext uri="{FF2B5EF4-FFF2-40B4-BE49-F238E27FC236}">
                  <a16:creationId xmlns:a16="http://schemas.microsoft.com/office/drawing/2014/main" id="{D061991F-D7A0-FB56-14F3-3004DB42A305}"/>
                </a:ext>
              </a:extLst>
            </p:cNvPr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4420;p38">
              <a:extLst>
                <a:ext uri="{FF2B5EF4-FFF2-40B4-BE49-F238E27FC236}">
                  <a16:creationId xmlns:a16="http://schemas.microsoft.com/office/drawing/2014/main" id="{0A592FE6-E3BA-F42C-F05E-991691985355}"/>
                </a:ext>
              </a:extLst>
            </p:cNvPr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4421;p38">
              <a:extLst>
                <a:ext uri="{FF2B5EF4-FFF2-40B4-BE49-F238E27FC236}">
                  <a16:creationId xmlns:a16="http://schemas.microsoft.com/office/drawing/2014/main" id="{3DA93E37-B83F-3D03-0D21-EB1F95D51B1D}"/>
                </a:ext>
              </a:extLst>
            </p:cNvPr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4422;p38">
              <a:extLst>
                <a:ext uri="{FF2B5EF4-FFF2-40B4-BE49-F238E27FC236}">
                  <a16:creationId xmlns:a16="http://schemas.microsoft.com/office/drawing/2014/main" id="{55E5CC6F-20AA-882A-71D5-C44B7C5CB51B}"/>
                </a:ext>
              </a:extLst>
            </p:cNvPr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4423;p38">
              <a:extLst>
                <a:ext uri="{FF2B5EF4-FFF2-40B4-BE49-F238E27FC236}">
                  <a16:creationId xmlns:a16="http://schemas.microsoft.com/office/drawing/2014/main" id="{3F635B30-4C39-F1AA-A164-9A058A089846}"/>
                </a:ext>
              </a:extLst>
            </p:cNvPr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4424;p38">
              <a:extLst>
                <a:ext uri="{FF2B5EF4-FFF2-40B4-BE49-F238E27FC236}">
                  <a16:creationId xmlns:a16="http://schemas.microsoft.com/office/drawing/2014/main" id="{24BE213E-CBD6-85E6-0741-E3DC9EF11D68}"/>
                </a:ext>
              </a:extLst>
            </p:cNvPr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4425;p38">
              <a:extLst>
                <a:ext uri="{FF2B5EF4-FFF2-40B4-BE49-F238E27FC236}">
                  <a16:creationId xmlns:a16="http://schemas.microsoft.com/office/drawing/2014/main" id="{7C3E5321-B08E-019D-A057-DF485C9F0DCD}"/>
                </a:ext>
              </a:extLst>
            </p:cNvPr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4426;p38">
              <a:extLst>
                <a:ext uri="{FF2B5EF4-FFF2-40B4-BE49-F238E27FC236}">
                  <a16:creationId xmlns:a16="http://schemas.microsoft.com/office/drawing/2014/main" id="{35BED5D8-7E43-0888-704C-35693B8FAA9A}"/>
                </a:ext>
              </a:extLst>
            </p:cNvPr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4427;p38">
              <a:extLst>
                <a:ext uri="{FF2B5EF4-FFF2-40B4-BE49-F238E27FC236}">
                  <a16:creationId xmlns:a16="http://schemas.microsoft.com/office/drawing/2014/main" id="{15173114-DC5D-8180-8813-28F5D8A461F8}"/>
                </a:ext>
              </a:extLst>
            </p:cNvPr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4428;p38">
              <a:extLst>
                <a:ext uri="{FF2B5EF4-FFF2-40B4-BE49-F238E27FC236}">
                  <a16:creationId xmlns:a16="http://schemas.microsoft.com/office/drawing/2014/main" id="{8B2249B2-AF71-C605-91EB-16264A54E58B}"/>
                </a:ext>
              </a:extLst>
            </p:cNvPr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4429;p38">
              <a:extLst>
                <a:ext uri="{FF2B5EF4-FFF2-40B4-BE49-F238E27FC236}">
                  <a16:creationId xmlns:a16="http://schemas.microsoft.com/office/drawing/2014/main" id="{410E65FD-29D5-EA46-D212-10FC28CFB301}"/>
                </a:ext>
              </a:extLst>
            </p:cNvPr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4430;p38">
              <a:extLst>
                <a:ext uri="{FF2B5EF4-FFF2-40B4-BE49-F238E27FC236}">
                  <a16:creationId xmlns:a16="http://schemas.microsoft.com/office/drawing/2014/main" id="{CD001F3B-AA07-8E16-95D2-C4701AED437E}"/>
                </a:ext>
              </a:extLst>
            </p:cNvPr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4431;p38">
              <a:extLst>
                <a:ext uri="{FF2B5EF4-FFF2-40B4-BE49-F238E27FC236}">
                  <a16:creationId xmlns:a16="http://schemas.microsoft.com/office/drawing/2014/main" id="{2B7F442A-2DF7-E43C-568A-65D87B0A4099}"/>
                </a:ext>
              </a:extLst>
            </p:cNvPr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4432;p38">
              <a:extLst>
                <a:ext uri="{FF2B5EF4-FFF2-40B4-BE49-F238E27FC236}">
                  <a16:creationId xmlns:a16="http://schemas.microsoft.com/office/drawing/2014/main" id="{A2DDC63E-93BE-BB04-ED15-3CA56AA27A6E}"/>
                </a:ext>
              </a:extLst>
            </p:cNvPr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4433;p38">
              <a:extLst>
                <a:ext uri="{FF2B5EF4-FFF2-40B4-BE49-F238E27FC236}">
                  <a16:creationId xmlns:a16="http://schemas.microsoft.com/office/drawing/2014/main" id="{3206A8F0-14B2-D55B-D977-A7066F5FB884}"/>
                </a:ext>
              </a:extLst>
            </p:cNvPr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4434;p38">
              <a:extLst>
                <a:ext uri="{FF2B5EF4-FFF2-40B4-BE49-F238E27FC236}">
                  <a16:creationId xmlns:a16="http://schemas.microsoft.com/office/drawing/2014/main" id="{48A1A6C2-FC71-E6E5-34AF-75111621E1D8}"/>
                </a:ext>
              </a:extLst>
            </p:cNvPr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4435;p38">
              <a:extLst>
                <a:ext uri="{FF2B5EF4-FFF2-40B4-BE49-F238E27FC236}">
                  <a16:creationId xmlns:a16="http://schemas.microsoft.com/office/drawing/2014/main" id="{D5840B49-6B1E-3FCF-2AFC-544D552B809F}"/>
                </a:ext>
              </a:extLst>
            </p:cNvPr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4436;p38">
              <a:extLst>
                <a:ext uri="{FF2B5EF4-FFF2-40B4-BE49-F238E27FC236}">
                  <a16:creationId xmlns:a16="http://schemas.microsoft.com/office/drawing/2014/main" id="{4D0C7F11-B5FC-207A-B7A4-2B5F6335780B}"/>
                </a:ext>
              </a:extLst>
            </p:cNvPr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4437;p38">
              <a:extLst>
                <a:ext uri="{FF2B5EF4-FFF2-40B4-BE49-F238E27FC236}">
                  <a16:creationId xmlns:a16="http://schemas.microsoft.com/office/drawing/2014/main" id="{D4DB2D31-37F0-0CAC-930C-B5E7041AACA0}"/>
                </a:ext>
              </a:extLst>
            </p:cNvPr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4438;p38">
              <a:extLst>
                <a:ext uri="{FF2B5EF4-FFF2-40B4-BE49-F238E27FC236}">
                  <a16:creationId xmlns:a16="http://schemas.microsoft.com/office/drawing/2014/main" id="{20FAC179-ABEE-B936-6996-1C6A18E8003F}"/>
                </a:ext>
              </a:extLst>
            </p:cNvPr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4439;p38">
              <a:extLst>
                <a:ext uri="{FF2B5EF4-FFF2-40B4-BE49-F238E27FC236}">
                  <a16:creationId xmlns:a16="http://schemas.microsoft.com/office/drawing/2014/main" id="{B587D51D-F41B-7855-1F83-53B055146E23}"/>
                </a:ext>
              </a:extLst>
            </p:cNvPr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4440;p38">
              <a:extLst>
                <a:ext uri="{FF2B5EF4-FFF2-40B4-BE49-F238E27FC236}">
                  <a16:creationId xmlns:a16="http://schemas.microsoft.com/office/drawing/2014/main" id="{2D2A1258-5D20-2634-54A3-F37018251ACE}"/>
                </a:ext>
              </a:extLst>
            </p:cNvPr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7" name="Google Shape;2307;p26">
            <a:extLst>
              <a:ext uri="{FF2B5EF4-FFF2-40B4-BE49-F238E27FC236}">
                <a16:creationId xmlns:a16="http://schemas.microsoft.com/office/drawing/2014/main" id="{5B1BA167-4364-ECA2-153E-05BEE2B157B8}"/>
              </a:ext>
            </a:extLst>
          </p:cNvPr>
          <p:cNvSpPr txBox="1"/>
          <p:nvPr/>
        </p:nvSpPr>
        <p:spPr>
          <a:xfrm>
            <a:off x="710250" y="124332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Project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832FE-06CF-5AAF-13D7-4163AF3C80D1}"/>
              </a:ext>
            </a:extLst>
          </p:cNvPr>
          <p:cNvSpPr txBox="1"/>
          <p:nvPr/>
        </p:nvSpPr>
        <p:spPr>
          <a:xfrm>
            <a:off x="289335" y="1247789"/>
            <a:ext cx="714197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800" b="1" dirty="0" err="1"/>
              <a:t>Menghitung</a:t>
            </a:r>
            <a:r>
              <a:rPr lang="en-ID" sz="2800" b="1" dirty="0"/>
              <a:t> </a:t>
            </a:r>
            <a:r>
              <a:rPr lang="en-ID" sz="2800" b="1" dirty="0" err="1"/>
              <a:t>nilai</a:t>
            </a:r>
            <a:r>
              <a:rPr lang="en-ID" sz="2800" b="1" dirty="0"/>
              <a:t> </a:t>
            </a:r>
            <a:r>
              <a:rPr lang="en-ID" sz="2800" b="1" dirty="0" err="1"/>
              <a:t>sekolah</a:t>
            </a:r>
            <a:endParaRPr lang="en-ID" sz="3600" b="1" dirty="0"/>
          </a:p>
          <a:p>
            <a:r>
              <a:rPr lang="en-ID" sz="2800" b="1" dirty="0"/>
              <a:t>(rata-rata: </a:t>
            </a:r>
            <a:r>
              <a:rPr lang="en-ID" sz="2800" b="1" dirty="0" err="1"/>
              <a:t>jumlah</a:t>
            </a:r>
            <a:r>
              <a:rPr lang="en-ID" sz="2800" b="1" dirty="0"/>
              <a:t> </a:t>
            </a:r>
            <a:r>
              <a:rPr lang="en-ID" sz="2800" b="1" dirty="0" err="1"/>
              <a:t>seluruh</a:t>
            </a:r>
            <a:r>
              <a:rPr lang="en-ID" sz="2800" b="1" dirty="0"/>
              <a:t> </a:t>
            </a:r>
            <a:r>
              <a:rPr lang="en-ID" sz="2800" b="1" dirty="0" err="1"/>
              <a:t>nilai</a:t>
            </a:r>
            <a:r>
              <a:rPr lang="en-ID" sz="2800" b="1" dirty="0"/>
              <a:t> / </a:t>
            </a:r>
            <a:r>
              <a:rPr lang="en-ID" sz="2800" b="1" dirty="0" err="1"/>
              <a:t>jenis</a:t>
            </a:r>
            <a:r>
              <a:rPr lang="en-ID" sz="2800" b="1" dirty="0"/>
              <a:t> </a:t>
            </a:r>
            <a:r>
              <a:rPr lang="en-ID" sz="2800" b="1" dirty="0" err="1"/>
              <a:t>mata</a:t>
            </a:r>
            <a:r>
              <a:rPr lang="en-ID" sz="2800" b="1" dirty="0"/>
              <a:t> </a:t>
            </a:r>
            <a:r>
              <a:rPr lang="en-ID" sz="2800" b="1" dirty="0" err="1"/>
              <a:t>pelajaran</a:t>
            </a:r>
            <a:r>
              <a:rPr lang="en-ID" sz="2800" b="1" dirty="0"/>
              <a:t>)</a:t>
            </a:r>
            <a:endParaRPr lang="en-ID" sz="3600" dirty="0"/>
          </a:p>
          <a:p>
            <a:r>
              <a:rPr lang="en-ID" sz="2000" dirty="0"/>
              <a:t>Langkah 1: </a:t>
            </a:r>
            <a:r>
              <a:rPr lang="en-ID" sz="2000" dirty="0" err="1"/>
              <a:t>masukkan</a:t>
            </a:r>
            <a:r>
              <a:rPr lang="en-ID" sz="2000" dirty="0"/>
              <a:t> </a:t>
            </a:r>
            <a:r>
              <a:rPr lang="en-ID" sz="2000" dirty="0" err="1"/>
              <a:t>nilai</a:t>
            </a:r>
            <a:r>
              <a:rPr lang="en-ID" sz="2000" dirty="0"/>
              <a:t> </a:t>
            </a:r>
            <a:r>
              <a:rPr lang="en-ID" sz="2000" dirty="0" err="1"/>
              <a:t>semua</a:t>
            </a:r>
            <a:r>
              <a:rPr lang="en-ID" sz="2000" dirty="0"/>
              <a:t> </a:t>
            </a:r>
            <a:r>
              <a:rPr lang="en-ID" sz="2000" dirty="0" err="1"/>
              <a:t>jenis</a:t>
            </a:r>
            <a:r>
              <a:rPr lang="en-ID" sz="2000" dirty="0"/>
              <a:t> </a:t>
            </a:r>
            <a:r>
              <a:rPr lang="en-ID" sz="2000" dirty="0" err="1"/>
              <a:t>mata</a:t>
            </a:r>
            <a:r>
              <a:rPr lang="en-ID" sz="2000" dirty="0"/>
              <a:t> Pelajaran</a:t>
            </a:r>
            <a:endParaRPr lang="en-ID" sz="2800" dirty="0"/>
          </a:p>
          <a:p>
            <a:r>
              <a:rPr lang="en-ID" sz="2000" dirty="0"/>
              <a:t>Langkah 2: </a:t>
            </a:r>
            <a:r>
              <a:rPr lang="en-ID" sz="2000" dirty="0" err="1"/>
              <a:t>hitung</a:t>
            </a:r>
            <a:r>
              <a:rPr lang="en-ID" sz="2000" dirty="0"/>
              <a:t> </a:t>
            </a:r>
            <a:r>
              <a:rPr lang="en-ID" sz="2000" dirty="0" err="1"/>
              <a:t>nilai</a:t>
            </a:r>
            <a:r>
              <a:rPr lang="en-ID" sz="2000" dirty="0"/>
              <a:t> minimal, </a:t>
            </a:r>
            <a:r>
              <a:rPr lang="en-ID" sz="2000" dirty="0" err="1"/>
              <a:t>maksimal</a:t>
            </a:r>
            <a:r>
              <a:rPr lang="en-ID" sz="2000" dirty="0"/>
              <a:t> dan rata-rata</a:t>
            </a:r>
            <a:endParaRPr lang="en-ID" sz="2800" dirty="0"/>
          </a:p>
          <a:p>
            <a:br>
              <a:rPr lang="en-ID" sz="2800" dirty="0"/>
            </a:br>
            <a:br>
              <a:rPr lang="en-ID" sz="2000" dirty="0"/>
            </a:b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052407709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431</Words>
  <Application>Microsoft Office PowerPoint</Application>
  <PresentationFormat>On-screen Show (16:9)</PresentationFormat>
  <Paragraphs>83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Roboto</vt:lpstr>
      <vt:lpstr>Arial</vt:lpstr>
      <vt:lpstr>Fira Sans Medium</vt:lpstr>
      <vt:lpstr>Fira Sans Extra Condensed Medium</vt:lpstr>
      <vt:lpstr>Fira Sans</vt:lpstr>
      <vt:lpstr>Nunito</vt:lpstr>
      <vt:lpstr>Fira Sans Extra Condensed SemiBold</vt:lpstr>
      <vt:lpstr>Technology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Fitra Adi Kusuma</dc:creator>
  <cp:lastModifiedBy>adikusumaraci@hotmail.com</cp:lastModifiedBy>
  <cp:revision>7</cp:revision>
  <dcterms:modified xsi:type="dcterms:W3CDTF">2026-10-01T01:58:41Z</dcterms:modified>
</cp:coreProperties>
</file>