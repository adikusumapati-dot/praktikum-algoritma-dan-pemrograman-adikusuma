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8"/>
  </p:notesMasterIdLst>
  <p:sldIdLst>
    <p:sldId id="313" r:id="rId2"/>
    <p:sldId id="256" r:id="rId3"/>
    <p:sldId id="294" r:id="rId4"/>
    <p:sldId id="290" r:id="rId5"/>
    <p:sldId id="310" r:id="rId6"/>
    <p:sldId id="268" r:id="rId7"/>
    <p:sldId id="295" r:id="rId8"/>
    <p:sldId id="309" r:id="rId9"/>
    <p:sldId id="307" r:id="rId10"/>
    <p:sldId id="297" r:id="rId11"/>
    <p:sldId id="306" r:id="rId12"/>
    <p:sldId id="311" r:id="rId13"/>
    <p:sldId id="308" r:id="rId14"/>
    <p:sldId id="312" r:id="rId15"/>
    <p:sldId id="292" r:id="rId16"/>
    <p:sldId id="298" r:id="rId17"/>
    <p:sldId id="299" r:id="rId18"/>
    <p:sldId id="301" r:id="rId19"/>
    <p:sldId id="302" r:id="rId20"/>
    <p:sldId id="269" r:id="rId21"/>
    <p:sldId id="304" r:id="rId22"/>
    <p:sldId id="305" r:id="rId23"/>
    <p:sldId id="291" r:id="rId24"/>
    <p:sldId id="296" r:id="rId25"/>
    <p:sldId id="257" r:id="rId26"/>
    <p:sldId id="293" r:id="rId27"/>
    <p:sldId id="289" r:id="rId28"/>
    <p:sldId id="263" r:id="rId29"/>
    <p:sldId id="258" r:id="rId30"/>
    <p:sldId id="259" r:id="rId31"/>
    <p:sldId id="260" r:id="rId32"/>
    <p:sldId id="261" r:id="rId33"/>
    <p:sldId id="262" r:id="rId34"/>
    <p:sldId id="264" r:id="rId35"/>
    <p:sldId id="265" r:id="rId36"/>
    <p:sldId id="266" r:id="rId37"/>
    <p:sldId id="267" r:id="rId38"/>
    <p:sldId id="270" r:id="rId39"/>
    <p:sldId id="271" r:id="rId40"/>
    <p:sldId id="272" r:id="rId41"/>
    <p:sldId id="273" r:id="rId42"/>
    <p:sldId id="274" r:id="rId43"/>
    <p:sldId id="275" r:id="rId44"/>
    <p:sldId id="276" r:id="rId45"/>
    <p:sldId id="277" r:id="rId46"/>
    <p:sldId id="278" r:id="rId47"/>
    <p:sldId id="279" r:id="rId48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7" r:id="rId56"/>
    <p:sldId id="288" r:id="rId57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59"/>
      <p:bold r:id="rId60"/>
      <p:italic r:id="rId61"/>
      <p:boldItalic r:id="rId62"/>
    </p:embeddedFont>
    <p:embeddedFont>
      <p:font typeface="Fira Sans Extra Condensed Medium" panose="020B0604020202020204" charset="0"/>
      <p:regular r:id="rId63"/>
      <p:bold r:id="rId64"/>
      <p:italic r:id="rId65"/>
      <p:boldItalic r:id="rId66"/>
    </p:embeddedFont>
    <p:embeddedFont>
      <p:font typeface="Fira Sans Extra Condensed SemiBold" panose="020B0604020202020204" charset="0"/>
      <p:regular r:id="rId67"/>
      <p:bold r:id="rId68"/>
      <p:italic r:id="rId69"/>
      <p:boldItalic r:id="rId70"/>
    </p:embeddedFont>
    <p:embeddedFont>
      <p:font typeface="Fira Sans Light" panose="020B0403050000020004" pitchFamily="34" charset="0"/>
      <p:regular r:id="rId71"/>
      <p:bold r:id="rId72"/>
      <p:italic r:id="rId73"/>
      <p:boldItalic r:id="rId74"/>
    </p:embeddedFont>
    <p:embeddedFont>
      <p:font typeface="Fira Sans Medium" panose="020B0603050000020004" pitchFamily="34" charset="0"/>
      <p:regular r:id="rId75"/>
      <p:bold r:id="rId76"/>
      <p:italic r:id="rId77"/>
      <p:boldItalic r:id="rId78"/>
    </p:embeddedFont>
    <p:embeddedFont>
      <p:font typeface="Fira Sans SemiBold" panose="020B0603050000020004" pitchFamily="34" charset="0"/>
      <p:regular r:id="rId79"/>
      <p:bold r:id="rId80"/>
      <p:italic r:id="rId81"/>
      <p:boldItalic r:id="rId82"/>
    </p:embeddedFont>
    <p:embeddedFont>
      <p:font typeface="Roboto" panose="02000000000000000000" pitchFamily="2" charset="0"/>
      <p:regular r:id="rId83"/>
      <p:bold r:id="rId84"/>
      <p:italic r:id="rId85"/>
      <p:boldItalic r:id="rId8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kusumaraci@hotmail.com" initials="a" lastIdx="1" clrIdx="0">
    <p:extLst>
      <p:ext uri="{19B8F6BF-5375-455C-9EA6-DF929625EA0E}">
        <p15:presenceInfo xmlns:p15="http://schemas.microsoft.com/office/powerpoint/2012/main" userId="28ea9cb9983c7f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06" autoAdjust="0"/>
  </p:normalViewPr>
  <p:slideViewPr>
    <p:cSldViewPr snapToGrid="0">
      <p:cViewPr>
        <p:scale>
          <a:sx n="66" d="100"/>
          <a:sy n="66" d="100"/>
        </p:scale>
        <p:origin x="1446" y="372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84" Type="http://schemas.openxmlformats.org/officeDocument/2006/relationships/font" Target="fonts/font26.fntdata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74" Type="http://schemas.openxmlformats.org/officeDocument/2006/relationships/font" Target="fonts/font16.fntdata"/><Relationship Id="rId79" Type="http://schemas.openxmlformats.org/officeDocument/2006/relationships/font" Target="fonts/font21.fntdata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77" Type="http://schemas.openxmlformats.org/officeDocument/2006/relationships/font" Target="fonts/font1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4.fntdata"/><Relationship Id="rId80" Type="http://schemas.openxmlformats.org/officeDocument/2006/relationships/font" Target="fonts/font22.fntdata"/><Relationship Id="rId85" Type="http://schemas.openxmlformats.org/officeDocument/2006/relationships/font" Target="fonts/font2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font" Target="fonts/font17.fntdata"/><Relationship Id="rId83" Type="http://schemas.openxmlformats.org/officeDocument/2006/relationships/font" Target="fonts/font25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font" Target="fonts/font15.fntdata"/><Relationship Id="rId78" Type="http://schemas.openxmlformats.org/officeDocument/2006/relationships/font" Target="fonts/font20.fntdata"/><Relationship Id="rId81" Type="http://schemas.openxmlformats.org/officeDocument/2006/relationships/font" Target="fonts/font23.fntdata"/><Relationship Id="rId86" Type="http://schemas.openxmlformats.org/officeDocument/2006/relationships/font" Target="fonts/font2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8.fntdata"/><Relationship Id="rId7" Type="http://schemas.openxmlformats.org/officeDocument/2006/relationships/slide" Target="slides/slide6.xml"/><Relationship Id="rId71" Type="http://schemas.openxmlformats.org/officeDocument/2006/relationships/font" Target="fonts/font1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8.fntdata"/><Relationship Id="rId87" Type="http://schemas.openxmlformats.org/officeDocument/2006/relationships/commentAuthors" Target="commentAuthors.xml"/><Relationship Id="rId61" Type="http://schemas.openxmlformats.org/officeDocument/2006/relationships/font" Target="fonts/font3.fntdata"/><Relationship Id="rId82" Type="http://schemas.openxmlformats.org/officeDocument/2006/relationships/font" Target="fonts/font24.fntdata"/><Relationship Id="rId19" Type="http://schemas.openxmlformats.org/officeDocument/2006/relationships/slide" Target="slides/slide1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5T09:48:31.122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4D0951C2-662E-A52E-D412-FB627071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>
            <a:extLst>
              <a:ext uri="{FF2B5EF4-FFF2-40B4-BE49-F238E27FC236}">
                <a16:creationId xmlns:a16="http://schemas.microsoft.com/office/drawing/2014/main" id="{3BFCE146-B820-E499-F6A5-2B45735F5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>
            <a:extLst>
              <a:ext uri="{FF2B5EF4-FFF2-40B4-BE49-F238E27FC236}">
                <a16:creationId xmlns:a16="http://schemas.microsoft.com/office/drawing/2014/main" id="{F157C460-7314-F019-34EF-8BC981C0F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4152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A863946-B816-B1FB-A209-B22F6314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D6AE18C-1760-C47C-9052-E42558ACB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721FE30-2DEA-0FD7-8911-14FBBB77C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809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68F94EF-4710-703D-F783-EE3C7AD1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92B199E5-C0A8-138B-2D6E-16DAA3019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9FFE857A-8404-9957-F97E-4D6C26D15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036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7D2F645-65CC-B871-F2BA-731F5B63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B0CD9544-773F-CD27-4F35-F757BF9AE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D8FFB933-9FEA-CE9F-36A8-FA0D305FD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953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1541258A-38B0-4CA1-A264-6F434B04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4E510C9F-2632-311F-4BAE-B760705DC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8859CCA2-2BE1-2DFA-826C-F76490E76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300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C286C6C7-D0A7-96FF-B204-94B4551D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F99BD667-7D06-AEA1-7832-F98615B83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88F30D1-BBDE-4E21-6126-174D95B70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479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B6BAAE82-64DB-5F8C-7FEC-B65F6B75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112C177-DBF4-A1B8-A918-04CE38ED1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DE48B38F-7EE4-D9CF-70D0-F9C42F143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892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3A348262-F2F8-7A3E-B1A4-5A41277B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F69FDB1-9343-F117-EAF7-2431E3A3F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12E184F-6C24-80E4-7645-1AC7B23D3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394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7DA85A6-A79C-C8B7-30FD-F7073FCF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FFB894E2-F335-2BB9-F9D3-962C78B29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04ABBB22-459C-7FED-95A0-994249815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6687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DE9CD44-AA70-EFC9-7B88-911408C6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08069496-2D08-DE74-6F61-B3ACE72D27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5BE6F663-9845-7248-EFC5-5D48C60CD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976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F317DE0E-65D6-4323-215F-1EA3CE2E7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FD08F71B-1A82-9086-9CAC-0F097AAD7F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6000C525-8948-7A9D-2F1C-C37939040E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926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>
          <a:extLst>
            <a:ext uri="{FF2B5EF4-FFF2-40B4-BE49-F238E27FC236}">
              <a16:creationId xmlns:a16="http://schemas.microsoft.com/office/drawing/2014/main" id="{F7EF8793-6882-90A8-4D42-15B6B1D5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>
            <a:extLst>
              <a:ext uri="{FF2B5EF4-FFF2-40B4-BE49-F238E27FC236}">
                <a16:creationId xmlns:a16="http://schemas.microsoft.com/office/drawing/2014/main" id="{827814D7-B511-06AF-3614-F47336921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>
            <a:extLst>
              <a:ext uri="{FF2B5EF4-FFF2-40B4-BE49-F238E27FC236}">
                <a16:creationId xmlns:a16="http://schemas.microsoft.com/office/drawing/2014/main" id="{8FF01A9B-7627-42BE-2CD7-C00F5828E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6226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F359EA63-7AF1-C44F-C2C9-CAFA0C4C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10D27205-DDDA-A52F-A50F-FD603521A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7C0E1F22-EDA5-2FC9-2943-852FFC2F2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721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1D44410-4E0C-6EA1-E281-FAF94F61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6612448-4B89-B180-45F9-1558E87E5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5FD7177-BAB6-D630-0E33-AAE33B00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728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CAD3C437-9E1D-D6EA-3E52-3DEA2ACC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66125104-7713-7825-5781-418839CA4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1B748BE-9F1B-2F80-6E5C-C3C04899D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816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2D4E6AB1-DEDC-DEB1-2F9D-6BA2CE9D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D0CA1470-8136-5ED0-B6B5-15CF21F7E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215AA5E-799D-B316-3206-28810B8FC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421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41A30FE-11AC-CA26-50ED-EE9A8D0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1FD39112-05AD-0AC1-6617-025D9DB7D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9E71186E-2B36-BF8B-E56A-A8AFA144E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939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D3DEE76-BAFB-E584-BDE6-8C5AFABC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2ACC99ED-5000-7B0F-8C8D-3F18C73F1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84696C67-42E7-A857-291F-565EF3184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2131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0E7FB08-2841-6425-B6B7-5CF29E08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7CA4BF03-F4A1-16BE-AFB0-22B595BD4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2563C99-6F38-555A-35F6-8F79FA846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6418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B5173D58-7964-B3E4-9D5F-2AEF4676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348CE524-D87E-8883-5FD8-5EB3C8C4B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044F766-DF44-0B1A-1A20-B0A4595A1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5757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67C7208-1FC3-D772-015F-A8E2944C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74B8298-07D8-16FE-DC00-5D76108F4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825BC074-3B13-D25F-D524-E3C597693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28968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F22225A-038F-8643-7E76-7EDC2A15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98DA5E03-1090-9B9D-74C8-7A2E6DB45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2ED1A624-4317-C3E6-12F7-26BFCA07D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73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929290261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1ed6c2d0b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1ed6c2d0b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9026751953_0_1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9026751953_0_1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92929026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92929026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929290261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929290261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92a1ad2113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92a1ad2113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92a1ad2113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92a1ad2113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92a1ad2113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92a1ad2113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92a1ad2113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92a1ad2113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g92a1ad2113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1" name="Google Shape;2831;g92a1ad2113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92a1ad2113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92a1ad2113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4a06c92dc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4a06c92dc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94a06c92dc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94a06c92dc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94a06c92dc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94a06c92dc_0_1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94a06c92dc_0_1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94a06c92dc_0_1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94a06c92dc_0_1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94a06c92dc_0_1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94a06c92dc_0_1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g94a06c92dc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1" name="Google Shape;4651;g94a06c92dc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g94a06c92dc_0_1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3" name="Google Shape;4983;g94a06c92dc_0_1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9258ed503f_0_1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9258ed503f_0_1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3" name="Google Shape;5303;g9258ed503f_0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4" name="Google Shape;5304;g9258ed503f_0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comments" Target="../comments/commen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bit.ly/30B07Gq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s://bit.ly/2AB5gGa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920433" y="2491442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 descr="Bagaimana Cara Membuat Kode di Scratch? Ini Ulasannya | kumparan.com">
            <a:extLst>
              <a:ext uri="{FF2B5EF4-FFF2-40B4-BE49-F238E27FC236}">
                <a16:creationId xmlns:a16="http://schemas.microsoft.com/office/drawing/2014/main" id="{6EFAFB05-D0FF-5E57-C37C-3F430FD10B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27500" r="72500"/>
                    </a14:imgEffect>
                  </a14:imgLayer>
                </a14:imgProps>
              </a:ext>
            </a:extLst>
          </a:blip>
          <a:srcRect l="21875" r="21875"/>
          <a:stretch>
            <a:fillRect/>
          </a:stretch>
        </p:blipFill>
        <p:spPr>
          <a:xfrm rot="996244">
            <a:off x="197234" y="57637"/>
            <a:ext cx="2456106" cy="2456106"/>
          </a:xfrm>
          <a:prstGeom prst="rect">
            <a:avLst/>
          </a:prstGeom>
        </p:spPr>
      </p:pic>
      <p:pic>
        <p:nvPicPr>
          <p:cNvPr id="8" name="Picture 7" descr="Pedoman penggunaan ikon dan nama Visual Studio Code dan VS Code.">
            <a:extLst>
              <a:ext uri="{FF2B5EF4-FFF2-40B4-BE49-F238E27FC236}">
                <a16:creationId xmlns:a16="http://schemas.microsoft.com/office/drawing/2014/main" id="{ABB53CEA-F867-555B-BFDF-A772A8050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122">
            <a:off x="7171816" y="2730905"/>
            <a:ext cx="1745428" cy="1745428"/>
          </a:xfrm>
          <a:prstGeom prst="rect">
            <a:avLst/>
          </a:prstGeom>
        </p:spPr>
      </p:pic>
      <p:pic>
        <p:nvPicPr>
          <p:cNvPr id="10" name="Picture 9" descr="Python Logo PNG Vector (SVG) Free Download">
            <a:extLst>
              <a:ext uri="{FF2B5EF4-FFF2-40B4-BE49-F238E27FC236}">
                <a16:creationId xmlns:a16="http://schemas.microsoft.com/office/drawing/2014/main" id="{08FC24C1-17D8-640F-2378-A766C0510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39563">
            <a:off x="7055191" y="123164"/>
            <a:ext cx="2325051" cy="23250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494462-DD64-A4C8-75DB-71359AD9AA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376119">
            <a:off x="2399226" y="321114"/>
            <a:ext cx="1989237" cy="1411064"/>
          </a:xfrm>
          <a:prstGeom prst="rect">
            <a:avLst/>
          </a:prstGeom>
        </p:spPr>
      </p:pic>
      <p:grpSp>
        <p:nvGrpSpPr>
          <p:cNvPr id="17" name="Google Shape;1848;p23">
            <a:extLst>
              <a:ext uri="{FF2B5EF4-FFF2-40B4-BE49-F238E27FC236}">
                <a16:creationId xmlns:a16="http://schemas.microsoft.com/office/drawing/2014/main" id="{8D650553-754C-3AD1-B41B-FAC34390D730}"/>
              </a:ext>
            </a:extLst>
          </p:cNvPr>
          <p:cNvGrpSpPr/>
          <p:nvPr/>
        </p:nvGrpSpPr>
        <p:grpSpPr>
          <a:xfrm rot="1234407">
            <a:off x="6129746" y="3799367"/>
            <a:ext cx="1571313" cy="1037753"/>
            <a:chOff x="2553878" y="2422103"/>
            <a:chExt cx="4038381" cy="2644767"/>
          </a:xfrm>
        </p:grpSpPr>
        <p:sp>
          <p:nvSpPr>
            <p:cNvPr id="18" name="Google Shape;1849;p23">
              <a:extLst>
                <a:ext uri="{FF2B5EF4-FFF2-40B4-BE49-F238E27FC236}">
                  <a16:creationId xmlns:a16="http://schemas.microsoft.com/office/drawing/2014/main" id="{7EC07553-A295-0AD4-1C70-7763FEA48886}"/>
                </a:ext>
              </a:extLst>
            </p:cNvPr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50;p23">
              <a:extLst>
                <a:ext uri="{FF2B5EF4-FFF2-40B4-BE49-F238E27FC236}">
                  <a16:creationId xmlns:a16="http://schemas.microsoft.com/office/drawing/2014/main" id="{A02B11F1-9336-160A-45B8-BB0A12B54404}"/>
                </a:ext>
              </a:extLst>
            </p:cNvPr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51;p23">
              <a:extLst>
                <a:ext uri="{FF2B5EF4-FFF2-40B4-BE49-F238E27FC236}">
                  <a16:creationId xmlns:a16="http://schemas.microsoft.com/office/drawing/2014/main" id="{4F747A98-BA17-AD3D-ED74-9865240D0B86}"/>
                </a:ext>
              </a:extLst>
            </p:cNvPr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52;p23">
              <a:extLst>
                <a:ext uri="{FF2B5EF4-FFF2-40B4-BE49-F238E27FC236}">
                  <a16:creationId xmlns:a16="http://schemas.microsoft.com/office/drawing/2014/main" id="{D19204B3-5BDA-AC05-020C-EEB8BC38B2A3}"/>
                </a:ext>
              </a:extLst>
            </p:cNvPr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53;p23">
              <a:extLst>
                <a:ext uri="{FF2B5EF4-FFF2-40B4-BE49-F238E27FC236}">
                  <a16:creationId xmlns:a16="http://schemas.microsoft.com/office/drawing/2014/main" id="{82685E6F-A69A-2F31-8965-6244DE22104C}"/>
                </a:ext>
              </a:extLst>
            </p:cNvPr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54;p23">
              <a:extLst>
                <a:ext uri="{FF2B5EF4-FFF2-40B4-BE49-F238E27FC236}">
                  <a16:creationId xmlns:a16="http://schemas.microsoft.com/office/drawing/2014/main" id="{E9965373-E1B4-2324-5904-50418CBA4D08}"/>
                </a:ext>
              </a:extLst>
            </p:cNvPr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55;p23">
              <a:extLst>
                <a:ext uri="{FF2B5EF4-FFF2-40B4-BE49-F238E27FC236}">
                  <a16:creationId xmlns:a16="http://schemas.microsoft.com/office/drawing/2014/main" id="{454B0336-6F17-9654-A60D-18C6F11C0E3D}"/>
                </a:ext>
              </a:extLst>
            </p:cNvPr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56;p23">
              <a:extLst>
                <a:ext uri="{FF2B5EF4-FFF2-40B4-BE49-F238E27FC236}">
                  <a16:creationId xmlns:a16="http://schemas.microsoft.com/office/drawing/2014/main" id="{B2511028-9719-7766-27B4-9C4513CAB8BD}"/>
                </a:ext>
              </a:extLst>
            </p:cNvPr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57;p23">
              <a:extLst>
                <a:ext uri="{FF2B5EF4-FFF2-40B4-BE49-F238E27FC236}">
                  <a16:creationId xmlns:a16="http://schemas.microsoft.com/office/drawing/2014/main" id="{9A92C19B-BB3E-51A5-E985-007B49EBCEA3}"/>
                </a:ext>
              </a:extLst>
            </p:cNvPr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58;p23">
              <a:extLst>
                <a:ext uri="{FF2B5EF4-FFF2-40B4-BE49-F238E27FC236}">
                  <a16:creationId xmlns:a16="http://schemas.microsoft.com/office/drawing/2014/main" id="{8BAB3CA2-C468-353A-41A8-B12D1A36FBF7}"/>
                </a:ext>
              </a:extLst>
            </p:cNvPr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59;p23">
              <a:extLst>
                <a:ext uri="{FF2B5EF4-FFF2-40B4-BE49-F238E27FC236}">
                  <a16:creationId xmlns:a16="http://schemas.microsoft.com/office/drawing/2014/main" id="{D1468EDD-31CE-0067-4FF7-2B10CEC9C302}"/>
                </a:ext>
              </a:extLst>
            </p:cNvPr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60;p23">
              <a:extLst>
                <a:ext uri="{FF2B5EF4-FFF2-40B4-BE49-F238E27FC236}">
                  <a16:creationId xmlns:a16="http://schemas.microsoft.com/office/drawing/2014/main" id="{16C0214F-B6D9-3952-2B67-77392F5BF830}"/>
                </a:ext>
              </a:extLst>
            </p:cNvPr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61;p23">
              <a:extLst>
                <a:ext uri="{FF2B5EF4-FFF2-40B4-BE49-F238E27FC236}">
                  <a16:creationId xmlns:a16="http://schemas.microsoft.com/office/drawing/2014/main" id="{33D03A32-5DCE-06C0-BF0A-307DCE20A4D4}"/>
                </a:ext>
              </a:extLst>
            </p:cNvPr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62;p23">
              <a:extLst>
                <a:ext uri="{FF2B5EF4-FFF2-40B4-BE49-F238E27FC236}">
                  <a16:creationId xmlns:a16="http://schemas.microsoft.com/office/drawing/2014/main" id="{1B0E86FB-1F00-0D50-8994-3ABA5DE5AA7C}"/>
                </a:ext>
              </a:extLst>
            </p:cNvPr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863;p23">
              <a:extLst>
                <a:ext uri="{FF2B5EF4-FFF2-40B4-BE49-F238E27FC236}">
                  <a16:creationId xmlns:a16="http://schemas.microsoft.com/office/drawing/2014/main" id="{BDB07177-069F-DA0B-2FD7-57E8D9DB62C3}"/>
                </a:ext>
              </a:extLst>
            </p:cNvPr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864;p23">
              <a:extLst>
                <a:ext uri="{FF2B5EF4-FFF2-40B4-BE49-F238E27FC236}">
                  <a16:creationId xmlns:a16="http://schemas.microsoft.com/office/drawing/2014/main" id="{13E21423-04F2-D5EC-EE9E-1B6C6A2DBC8D}"/>
                </a:ext>
              </a:extLst>
            </p:cNvPr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865;p23">
              <a:extLst>
                <a:ext uri="{FF2B5EF4-FFF2-40B4-BE49-F238E27FC236}">
                  <a16:creationId xmlns:a16="http://schemas.microsoft.com/office/drawing/2014/main" id="{E041EDAE-C851-E553-4668-77AEC1E0931B}"/>
                </a:ext>
              </a:extLst>
            </p:cNvPr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866;p23">
              <a:extLst>
                <a:ext uri="{FF2B5EF4-FFF2-40B4-BE49-F238E27FC236}">
                  <a16:creationId xmlns:a16="http://schemas.microsoft.com/office/drawing/2014/main" id="{69C99C1F-18C6-70A4-BC4E-85E929B0D727}"/>
                </a:ext>
              </a:extLst>
            </p:cNvPr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867;p23">
              <a:extLst>
                <a:ext uri="{FF2B5EF4-FFF2-40B4-BE49-F238E27FC236}">
                  <a16:creationId xmlns:a16="http://schemas.microsoft.com/office/drawing/2014/main" id="{28690120-8197-B45E-4B76-E88C0835ACD8}"/>
                </a:ext>
              </a:extLst>
            </p:cNvPr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868;p23">
              <a:extLst>
                <a:ext uri="{FF2B5EF4-FFF2-40B4-BE49-F238E27FC236}">
                  <a16:creationId xmlns:a16="http://schemas.microsoft.com/office/drawing/2014/main" id="{77AB5716-6D65-6B20-A14E-0C34D912C717}"/>
                </a:ext>
              </a:extLst>
            </p:cNvPr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869;p23">
              <a:extLst>
                <a:ext uri="{FF2B5EF4-FFF2-40B4-BE49-F238E27FC236}">
                  <a16:creationId xmlns:a16="http://schemas.microsoft.com/office/drawing/2014/main" id="{0214FF09-4BD4-B3E2-3950-A66092BB2410}"/>
                </a:ext>
              </a:extLst>
            </p:cNvPr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870;p23">
              <a:extLst>
                <a:ext uri="{FF2B5EF4-FFF2-40B4-BE49-F238E27FC236}">
                  <a16:creationId xmlns:a16="http://schemas.microsoft.com/office/drawing/2014/main" id="{0AC3FB31-17D0-8B99-81FE-697977B6AFD8}"/>
                </a:ext>
              </a:extLst>
            </p:cNvPr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871;p23">
              <a:extLst>
                <a:ext uri="{FF2B5EF4-FFF2-40B4-BE49-F238E27FC236}">
                  <a16:creationId xmlns:a16="http://schemas.microsoft.com/office/drawing/2014/main" id="{537D9960-3C64-C3EC-7A88-9ECA96B65897}"/>
                </a:ext>
              </a:extLst>
            </p:cNvPr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872;p23">
              <a:extLst>
                <a:ext uri="{FF2B5EF4-FFF2-40B4-BE49-F238E27FC236}">
                  <a16:creationId xmlns:a16="http://schemas.microsoft.com/office/drawing/2014/main" id="{1EAE52F7-53FD-E86B-1C86-03F1D6FDB8A6}"/>
                </a:ext>
              </a:extLst>
            </p:cNvPr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873;p23">
              <a:extLst>
                <a:ext uri="{FF2B5EF4-FFF2-40B4-BE49-F238E27FC236}">
                  <a16:creationId xmlns:a16="http://schemas.microsoft.com/office/drawing/2014/main" id="{435D44FB-8BB2-0194-AA63-5F3B6FE835B8}"/>
                </a:ext>
              </a:extLst>
            </p:cNvPr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874;p23">
              <a:extLst>
                <a:ext uri="{FF2B5EF4-FFF2-40B4-BE49-F238E27FC236}">
                  <a16:creationId xmlns:a16="http://schemas.microsoft.com/office/drawing/2014/main" id="{F488F670-A1BD-3BCC-6788-FDB124A1D764}"/>
                </a:ext>
              </a:extLst>
            </p:cNvPr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875;p23">
              <a:extLst>
                <a:ext uri="{FF2B5EF4-FFF2-40B4-BE49-F238E27FC236}">
                  <a16:creationId xmlns:a16="http://schemas.microsoft.com/office/drawing/2014/main" id="{497D965A-CCC1-C51D-F532-3C050E70279D}"/>
                </a:ext>
              </a:extLst>
            </p:cNvPr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876;p23">
              <a:extLst>
                <a:ext uri="{FF2B5EF4-FFF2-40B4-BE49-F238E27FC236}">
                  <a16:creationId xmlns:a16="http://schemas.microsoft.com/office/drawing/2014/main" id="{0BCB3299-8EDF-B872-B7CE-CD891C297E14}"/>
                </a:ext>
              </a:extLst>
            </p:cNvPr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877;p23">
              <a:extLst>
                <a:ext uri="{FF2B5EF4-FFF2-40B4-BE49-F238E27FC236}">
                  <a16:creationId xmlns:a16="http://schemas.microsoft.com/office/drawing/2014/main" id="{2636FAE2-11DA-BD8C-0050-64237D01E828}"/>
                </a:ext>
              </a:extLst>
            </p:cNvPr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878;p23">
              <a:extLst>
                <a:ext uri="{FF2B5EF4-FFF2-40B4-BE49-F238E27FC236}">
                  <a16:creationId xmlns:a16="http://schemas.microsoft.com/office/drawing/2014/main" id="{71EF89C1-24F2-9432-C468-48FA365168CA}"/>
                </a:ext>
              </a:extLst>
            </p:cNvPr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879;p23">
              <a:extLst>
                <a:ext uri="{FF2B5EF4-FFF2-40B4-BE49-F238E27FC236}">
                  <a16:creationId xmlns:a16="http://schemas.microsoft.com/office/drawing/2014/main" id="{117EA2E3-FA3B-C11F-5814-D19FA78D4C79}"/>
                </a:ext>
              </a:extLst>
            </p:cNvPr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880;p23">
              <a:extLst>
                <a:ext uri="{FF2B5EF4-FFF2-40B4-BE49-F238E27FC236}">
                  <a16:creationId xmlns:a16="http://schemas.microsoft.com/office/drawing/2014/main" id="{00BA5E32-F804-C31B-EF91-27CE4ACE1150}"/>
                </a:ext>
              </a:extLst>
            </p:cNvPr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881;p23">
              <a:extLst>
                <a:ext uri="{FF2B5EF4-FFF2-40B4-BE49-F238E27FC236}">
                  <a16:creationId xmlns:a16="http://schemas.microsoft.com/office/drawing/2014/main" id="{293FDAC5-E09C-CB18-609D-DD1324D74F1A}"/>
                </a:ext>
              </a:extLst>
            </p:cNvPr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882;p23">
              <a:extLst>
                <a:ext uri="{FF2B5EF4-FFF2-40B4-BE49-F238E27FC236}">
                  <a16:creationId xmlns:a16="http://schemas.microsoft.com/office/drawing/2014/main" id="{BD10DB1B-5C3C-0121-59DB-62131948D4E8}"/>
                </a:ext>
              </a:extLst>
            </p:cNvPr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883;p23">
              <a:extLst>
                <a:ext uri="{FF2B5EF4-FFF2-40B4-BE49-F238E27FC236}">
                  <a16:creationId xmlns:a16="http://schemas.microsoft.com/office/drawing/2014/main" id="{E36E7B4B-CFCF-25F0-59FB-51F32D6A4C7E}"/>
                </a:ext>
              </a:extLst>
            </p:cNvPr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884;p23">
              <a:extLst>
                <a:ext uri="{FF2B5EF4-FFF2-40B4-BE49-F238E27FC236}">
                  <a16:creationId xmlns:a16="http://schemas.microsoft.com/office/drawing/2014/main" id="{5793B655-C39E-8C6B-97A5-59615C36EE7D}"/>
                </a:ext>
              </a:extLst>
            </p:cNvPr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885;p23">
              <a:extLst>
                <a:ext uri="{FF2B5EF4-FFF2-40B4-BE49-F238E27FC236}">
                  <a16:creationId xmlns:a16="http://schemas.microsoft.com/office/drawing/2014/main" id="{C7994C9E-081D-E8E1-D672-207F96D04CF4}"/>
                </a:ext>
              </a:extLst>
            </p:cNvPr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886;p23">
              <a:extLst>
                <a:ext uri="{FF2B5EF4-FFF2-40B4-BE49-F238E27FC236}">
                  <a16:creationId xmlns:a16="http://schemas.microsoft.com/office/drawing/2014/main" id="{47663380-0EC3-90CC-02E1-23C9E7504BD3}"/>
                </a:ext>
              </a:extLst>
            </p:cNvPr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887;p23">
              <a:extLst>
                <a:ext uri="{FF2B5EF4-FFF2-40B4-BE49-F238E27FC236}">
                  <a16:creationId xmlns:a16="http://schemas.microsoft.com/office/drawing/2014/main" id="{2B72DB52-71B5-C487-9022-F338CB89E4AD}"/>
                </a:ext>
              </a:extLst>
            </p:cNvPr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888;p23">
              <a:extLst>
                <a:ext uri="{FF2B5EF4-FFF2-40B4-BE49-F238E27FC236}">
                  <a16:creationId xmlns:a16="http://schemas.microsoft.com/office/drawing/2014/main" id="{BCCE9ABC-EB34-BB5C-3C9A-CAD2F098BEB7}"/>
                </a:ext>
              </a:extLst>
            </p:cNvPr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889;p23">
              <a:extLst>
                <a:ext uri="{FF2B5EF4-FFF2-40B4-BE49-F238E27FC236}">
                  <a16:creationId xmlns:a16="http://schemas.microsoft.com/office/drawing/2014/main" id="{0EF72298-6B9D-B6C9-DA86-155EAD8D5012}"/>
                </a:ext>
              </a:extLst>
            </p:cNvPr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890;p23">
              <a:extLst>
                <a:ext uri="{FF2B5EF4-FFF2-40B4-BE49-F238E27FC236}">
                  <a16:creationId xmlns:a16="http://schemas.microsoft.com/office/drawing/2014/main" id="{72872EEE-08F7-9287-95CF-C4FC724FDACE}"/>
                </a:ext>
              </a:extLst>
            </p:cNvPr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891;p23">
              <a:extLst>
                <a:ext uri="{FF2B5EF4-FFF2-40B4-BE49-F238E27FC236}">
                  <a16:creationId xmlns:a16="http://schemas.microsoft.com/office/drawing/2014/main" id="{45927169-2D5D-671F-321D-C356AA720E58}"/>
                </a:ext>
              </a:extLst>
            </p:cNvPr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892;p23">
              <a:extLst>
                <a:ext uri="{FF2B5EF4-FFF2-40B4-BE49-F238E27FC236}">
                  <a16:creationId xmlns:a16="http://schemas.microsoft.com/office/drawing/2014/main" id="{FD3F72BC-087F-E2EF-F665-FB13B9FDA8D8}"/>
                </a:ext>
              </a:extLst>
            </p:cNvPr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893;p23">
              <a:extLst>
                <a:ext uri="{FF2B5EF4-FFF2-40B4-BE49-F238E27FC236}">
                  <a16:creationId xmlns:a16="http://schemas.microsoft.com/office/drawing/2014/main" id="{AD14595E-FDAA-216D-C6CE-376D5F961E68}"/>
                </a:ext>
              </a:extLst>
            </p:cNvPr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894;p23">
              <a:extLst>
                <a:ext uri="{FF2B5EF4-FFF2-40B4-BE49-F238E27FC236}">
                  <a16:creationId xmlns:a16="http://schemas.microsoft.com/office/drawing/2014/main" id="{0A105F74-0261-8B12-6174-3ACF0F02984C}"/>
                </a:ext>
              </a:extLst>
            </p:cNvPr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895;p23">
              <a:extLst>
                <a:ext uri="{FF2B5EF4-FFF2-40B4-BE49-F238E27FC236}">
                  <a16:creationId xmlns:a16="http://schemas.microsoft.com/office/drawing/2014/main" id="{3CCE8ECA-B9E0-4095-9BEA-CA97F5993422}"/>
                </a:ext>
              </a:extLst>
            </p:cNvPr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896;p23">
              <a:extLst>
                <a:ext uri="{FF2B5EF4-FFF2-40B4-BE49-F238E27FC236}">
                  <a16:creationId xmlns:a16="http://schemas.microsoft.com/office/drawing/2014/main" id="{E5554FAC-776C-0687-2DAE-6ADBB65A41ED}"/>
                </a:ext>
              </a:extLst>
            </p:cNvPr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897;p23">
              <a:extLst>
                <a:ext uri="{FF2B5EF4-FFF2-40B4-BE49-F238E27FC236}">
                  <a16:creationId xmlns:a16="http://schemas.microsoft.com/office/drawing/2014/main" id="{99841827-2CEB-ED63-2062-99703B698D3A}"/>
                </a:ext>
              </a:extLst>
            </p:cNvPr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898;p23">
              <a:extLst>
                <a:ext uri="{FF2B5EF4-FFF2-40B4-BE49-F238E27FC236}">
                  <a16:creationId xmlns:a16="http://schemas.microsoft.com/office/drawing/2014/main" id="{AFE6AF70-70B7-8FD9-CEDC-01F4575C3559}"/>
                </a:ext>
              </a:extLst>
            </p:cNvPr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99;p23">
              <a:extLst>
                <a:ext uri="{FF2B5EF4-FFF2-40B4-BE49-F238E27FC236}">
                  <a16:creationId xmlns:a16="http://schemas.microsoft.com/office/drawing/2014/main" id="{4E96F17F-D290-ABB7-2EDF-FF31DDD4D54E}"/>
                </a:ext>
              </a:extLst>
            </p:cNvPr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900;p23">
              <a:extLst>
                <a:ext uri="{FF2B5EF4-FFF2-40B4-BE49-F238E27FC236}">
                  <a16:creationId xmlns:a16="http://schemas.microsoft.com/office/drawing/2014/main" id="{3132BE72-207C-CA3A-E68B-5BC08AA339B2}"/>
                </a:ext>
              </a:extLst>
            </p:cNvPr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901;p23">
              <a:extLst>
                <a:ext uri="{FF2B5EF4-FFF2-40B4-BE49-F238E27FC236}">
                  <a16:creationId xmlns:a16="http://schemas.microsoft.com/office/drawing/2014/main" id="{4A573881-176E-EACB-9A50-AB62CD565C6E}"/>
                </a:ext>
              </a:extLst>
            </p:cNvPr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902;p23">
              <a:extLst>
                <a:ext uri="{FF2B5EF4-FFF2-40B4-BE49-F238E27FC236}">
                  <a16:creationId xmlns:a16="http://schemas.microsoft.com/office/drawing/2014/main" id="{6B8FAAE7-5B0A-FC2C-D952-A8BEFE6650CD}"/>
                </a:ext>
              </a:extLst>
            </p:cNvPr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903;p23">
              <a:extLst>
                <a:ext uri="{FF2B5EF4-FFF2-40B4-BE49-F238E27FC236}">
                  <a16:creationId xmlns:a16="http://schemas.microsoft.com/office/drawing/2014/main" id="{EAA1DC34-3A16-0A54-7958-299CB70F194B}"/>
                </a:ext>
              </a:extLst>
            </p:cNvPr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904;p23">
              <a:extLst>
                <a:ext uri="{FF2B5EF4-FFF2-40B4-BE49-F238E27FC236}">
                  <a16:creationId xmlns:a16="http://schemas.microsoft.com/office/drawing/2014/main" id="{54FEDD63-2098-2EBC-C263-A71B2768E9C9}"/>
                </a:ext>
              </a:extLst>
            </p:cNvPr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905;p23">
              <a:extLst>
                <a:ext uri="{FF2B5EF4-FFF2-40B4-BE49-F238E27FC236}">
                  <a16:creationId xmlns:a16="http://schemas.microsoft.com/office/drawing/2014/main" id="{03895217-6946-B8B3-5528-164190E642B3}"/>
                </a:ext>
              </a:extLst>
            </p:cNvPr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906;p23">
              <a:extLst>
                <a:ext uri="{FF2B5EF4-FFF2-40B4-BE49-F238E27FC236}">
                  <a16:creationId xmlns:a16="http://schemas.microsoft.com/office/drawing/2014/main" id="{F4ECDB16-23A9-ABE8-5225-C6943A5EC46F}"/>
                </a:ext>
              </a:extLst>
            </p:cNvPr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907;p23">
              <a:extLst>
                <a:ext uri="{FF2B5EF4-FFF2-40B4-BE49-F238E27FC236}">
                  <a16:creationId xmlns:a16="http://schemas.microsoft.com/office/drawing/2014/main" id="{AE385CC5-6F36-C562-8CBE-26A355C9DB60}"/>
                </a:ext>
              </a:extLst>
            </p:cNvPr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908;p23">
              <a:extLst>
                <a:ext uri="{FF2B5EF4-FFF2-40B4-BE49-F238E27FC236}">
                  <a16:creationId xmlns:a16="http://schemas.microsoft.com/office/drawing/2014/main" id="{B0858811-9131-9CEA-2FDA-BF64EF7566A7}"/>
                </a:ext>
              </a:extLst>
            </p:cNvPr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9;p23">
              <a:extLst>
                <a:ext uri="{FF2B5EF4-FFF2-40B4-BE49-F238E27FC236}">
                  <a16:creationId xmlns:a16="http://schemas.microsoft.com/office/drawing/2014/main" id="{C24B8C4C-4925-6560-72CE-7556FE8A5969}"/>
                </a:ext>
              </a:extLst>
            </p:cNvPr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0;p23">
              <a:extLst>
                <a:ext uri="{FF2B5EF4-FFF2-40B4-BE49-F238E27FC236}">
                  <a16:creationId xmlns:a16="http://schemas.microsoft.com/office/drawing/2014/main" id="{72338930-33C2-DCF1-9A18-98B5CEB39670}"/>
                </a:ext>
              </a:extLst>
            </p:cNvPr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11;p23">
              <a:extLst>
                <a:ext uri="{FF2B5EF4-FFF2-40B4-BE49-F238E27FC236}">
                  <a16:creationId xmlns:a16="http://schemas.microsoft.com/office/drawing/2014/main" id="{EA2DEE3A-921D-B0C0-B1F8-2A0ED023E51F}"/>
                </a:ext>
              </a:extLst>
            </p:cNvPr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12;p23">
              <a:extLst>
                <a:ext uri="{FF2B5EF4-FFF2-40B4-BE49-F238E27FC236}">
                  <a16:creationId xmlns:a16="http://schemas.microsoft.com/office/drawing/2014/main" id="{404A9BAD-F715-53B5-BF02-205EE488EAD3}"/>
                </a:ext>
              </a:extLst>
            </p:cNvPr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13;p23">
              <a:extLst>
                <a:ext uri="{FF2B5EF4-FFF2-40B4-BE49-F238E27FC236}">
                  <a16:creationId xmlns:a16="http://schemas.microsoft.com/office/drawing/2014/main" id="{1F9E34A0-7B03-4E13-5451-517C2DDBC7F2}"/>
                </a:ext>
              </a:extLst>
            </p:cNvPr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14;p23">
              <a:extLst>
                <a:ext uri="{FF2B5EF4-FFF2-40B4-BE49-F238E27FC236}">
                  <a16:creationId xmlns:a16="http://schemas.microsoft.com/office/drawing/2014/main" id="{5CE99CC2-DD5A-8101-7B64-B1BB6ABAAFF9}"/>
                </a:ext>
              </a:extLst>
            </p:cNvPr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15;p23">
              <a:extLst>
                <a:ext uri="{FF2B5EF4-FFF2-40B4-BE49-F238E27FC236}">
                  <a16:creationId xmlns:a16="http://schemas.microsoft.com/office/drawing/2014/main" id="{E9B0CF21-65DF-D458-E37A-EEF2E77A2371}"/>
                </a:ext>
              </a:extLst>
            </p:cNvPr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16;p23">
              <a:extLst>
                <a:ext uri="{FF2B5EF4-FFF2-40B4-BE49-F238E27FC236}">
                  <a16:creationId xmlns:a16="http://schemas.microsoft.com/office/drawing/2014/main" id="{13C3276E-E01E-3690-42B0-B971A656BA7E}"/>
                </a:ext>
              </a:extLst>
            </p:cNvPr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17;p23">
              <a:extLst>
                <a:ext uri="{FF2B5EF4-FFF2-40B4-BE49-F238E27FC236}">
                  <a16:creationId xmlns:a16="http://schemas.microsoft.com/office/drawing/2014/main" id="{AF307793-27DB-5EF6-3702-8B2BCAC0E563}"/>
                </a:ext>
              </a:extLst>
            </p:cNvPr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18;p23">
              <a:extLst>
                <a:ext uri="{FF2B5EF4-FFF2-40B4-BE49-F238E27FC236}">
                  <a16:creationId xmlns:a16="http://schemas.microsoft.com/office/drawing/2014/main" id="{FE525760-50EA-CA84-8648-42A8FA951AD3}"/>
                </a:ext>
              </a:extLst>
            </p:cNvPr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919;p23">
              <a:extLst>
                <a:ext uri="{FF2B5EF4-FFF2-40B4-BE49-F238E27FC236}">
                  <a16:creationId xmlns:a16="http://schemas.microsoft.com/office/drawing/2014/main" id="{057E865B-09F4-79B6-C86A-3617C079F50E}"/>
                </a:ext>
              </a:extLst>
            </p:cNvPr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920;p23">
              <a:extLst>
                <a:ext uri="{FF2B5EF4-FFF2-40B4-BE49-F238E27FC236}">
                  <a16:creationId xmlns:a16="http://schemas.microsoft.com/office/drawing/2014/main" id="{AABC9AE4-4545-49E0-BC91-FD0F8C18665D}"/>
                </a:ext>
              </a:extLst>
            </p:cNvPr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921;p23">
              <a:extLst>
                <a:ext uri="{FF2B5EF4-FFF2-40B4-BE49-F238E27FC236}">
                  <a16:creationId xmlns:a16="http://schemas.microsoft.com/office/drawing/2014/main" id="{13040E0B-2267-E05C-2D01-645DC4BF717F}"/>
                </a:ext>
              </a:extLst>
            </p:cNvPr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922;p23">
              <a:extLst>
                <a:ext uri="{FF2B5EF4-FFF2-40B4-BE49-F238E27FC236}">
                  <a16:creationId xmlns:a16="http://schemas.microsoft.com/office/drawing/2014/main" id="{B8E15B76-6D43-E259-E095-0D45BFC55185}"/>
                </a:ext>
              </a:extLst>
            </p:cNvPr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923;p23">
              <a:extLst>
                <a:ext uri="{FF2B5EF4-FFF2-40B4-BE49-F238E27FC236}">
                  <a16:creationId xmlns:a16="http://schemas.microsoft.com/office/drawing/2014/main" id="{31D6E03F-8E0A-BFA3-E35D-A3C316B5CD02}"/>
                </a:ext>
              </a:extLst>
            </p:cNvPr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924;p23">
              <a:extLst>
                <a:ext uri="{FF2B5EF4-FFF2-40B4-BE49-F238E27FC236}">
                  <a16:creationId xmlns:a16="http://schemas.microsoft.com/office/drawing/2014/main" id="{6784BCC7-D4FA-00C8-C52B-DB323BFCE02D}"/>
                </a:ext>
              </a:extLst>
            </p:cNvPr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925;p23">
              <a:extLst>
                <a:ext uri="{FF2B5EF4-FFF2-40B4-BE49-F238E27FC236}">
                  <a16:creationId xmlns:a16="http://schemas.microsoft.com/office/drawing/2014/main" id="{B0D219CA-175A-3B01-3FA6-98F0D696EA4E}"/>
                </a:ext>
              </a:extLst>
            </p:cNvPr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926;p23">
              <a:extLst>
                <a:ext uri="{FF2B5EF4-FFF2-40B4-BE49-F238E27FC236}">
                  <a16:creationId xmlns:a16="http://schemas.microsoft.com/office/drawing/2014/main" id="{60C4E7D9-96F1-9812-50D8-EAFF9E3A6224}"/>
                </a:ext>
              </a:extLst>
            </p:cNvPr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927;p23">
              <a:extLst>
                <a:ext uri="{FF2B5EF4-FFF2-40B4-BE49-F238E27FC236}">
                  <a16:creationId xmlns:a16="http://schemas.microsoft.com/office/drawing/2014/main" id="{5F1BD086-BD2D-2121-C605-7D8EE18F65C4}"/>
                </a:ext>
              </a:extLst>
            </p:cNvPr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928;p23">
              <a:extLst>
                <a:ext uri="{FF2B5EF4-FFF2-40B4-BE49-F238E27FC236}">
                  <a16:creationId xmlns:a16="http://schemas.microsoft.com/office/drawing/2014/main" id="{E157EBC0-9EE7-F255-6118-0FDEC08C7DE8}"/>
                </a:ext>
              </a:extLst>
            </p:cNvPr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929;p23">
              <a:extLst>
                <a:ext uri="{FF2B5EF4-FFF2-40B4-BE49-F238E27FC236}">
                  <a16:creationId xmlns:a16="http://schemas.microsoft.com/office/drawing/2014/main" id="{0E3CA4BD-3789-7C4D-28D6-0D30C0DEE128}"/>
                </a:ext>
              </a:extLst>
            </p:cNvPr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930;p23">
              <a:extLst>
                <a:ext uri="{FF2B5EF4-FFF2-40B4-BE49-F238E27FC236}">
                  <a16:creationId xmlns:a16="http://schemas.microsoft.com/office/drawing/2014/main" id="{6AFF17B6-80B2-A659-F63E-BBEE284A0822}"/>
                </a:ext>
              </a:extLst>
            </p:cNvPr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931;p23">
              <a:extLst>
                <a:ext uri="{FF2B5EF4-FFF2-40B4-BE49-F238E27FC236}">
                  <a16:creationId xmlns:a16="http://schemas.microsoft.com/office/drawing/2014/main" id="{4071A5DF-E790-E802-62F2-451417C88959}"/>
                </a:ext>
              </a:extLst>
            </p:cNvPr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932;p23">
              <a:extLst>
                <a:ext uri="{FF2B5EF4-FFF2-40B4-BE49-F238E27FC236}">
                  <a16:creationId xmlns:a16="http://schemas.microsoft.com/office/drawing/2014/main" id="{379D97BB-3D62-49A4-B57D-290FC9DC335F}"/>
                </a:ext>
              </a:extLst>
            </p:cNvPr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933;p23">
              <a:extLst>
                <a:ext uri="{FF2B5EF4-FFF2-40B4-BE49-F238E27FC236}">
                  <a16:creationId xmlns:a16="http://schemas.microsoft.com/office/drawing/2014/main" id="{8CAB27E7-85CF-64F6-2FEE-0209D286A027}"/>
                </a:ext>
              </a:extLst>
            </p:cNvPr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934;p23">
              <a:extLst>
                <a:ext uri="{FF2B5EF4-FFF2-40B4-BE49-F238E27FC236}">
                  <a16:creationId xmlns:a16="http://schemas.microsoft.com/office/drawing/2014/main" id="{C3678F92-2D24-F046-FA35-BA42CEA8BDBF}"/>
                </a:ext>
              </a:extLst>
            </p:cNvPr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935;p23">
              <a:extLst>
                <a:ext uri="{FF2B5EF4-FFF2-40B4-BE49-F238E27FC236}">
                  <a16:creationId xmlns:a16="http://schemas.microsoft.com/office/drawing/2014/main" id="{6B4DED21-8C93-96FE-946F-7B79FF64CC59}"/>
                </a:ext>
              </a:extLst>
            </p:cNvPr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936;p23">
              <a:extLst>
                <a:ext uri="{FF2B5EF4-FFF2-40B4-BE49-F238E27FC236}">
                  <a16:creationId xmlns:a16="http://schemas.microsoft.com/office/drawing/2014/main" id="{ED801B4E-7BEE-B987-ED80-D73675C6ACA3}"/>
                </a:ext>
              </a:extLst>
            </p:cNvPr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937;p23">
              <a:extLst>
                <a:ext uri="{FF2B5EF4-FFF2-40B4-BE49-F238E27FC236}">
                  <a16:creationId xmlns:a16="http://schemas.microsoft.com/office/drawing/2014/main" id="{EF06F7C9-9D3C-EF19-4A6C-73755D9448FB}"/>
                </a:ext>
              </a:extLst>
            </p:cNvPr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938;p23">
              <a:extLst>
                <a:ext uri="{FF2B5EF4-FFF2-40B4-BE49-F238E27FC236}">
                  <a16:creationId xmlns:a16="http://schemas.microsoft.com/office/drawing/2014/main" id="{91CC531F-6818-DDFC-C020-BAEC38548CFE}"/>
                </a:ext>
              </a:extLst>
            </p:cNvPr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939;p23">
              <a:extLst>
                <a:ext uri="{FF2B5EF4-FFF2-40B4-BE49-F238E27FC236}">
                  <a16:creationId xmlns:a16="http://schemas.microsoft.com/office/drawing/2014/main" id="{E8B843C8-4B60-AC66-6BF9-A428BE48D022}"/>
                </a:ext>
              </a:extLst>
            </p:cNvPr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940;p23">
              <a:extLst>
                <a:ext uri="{FF2B5EF4-FFF2-40B4-BE49-F238E27FC236}">
                  <a16:creationId xmlns:a16="http://schemas.microsoft.com/office/drawing/2014/main" id="{59E43C18-6235-4F55-4F03-F8C17A59CA78}"/>
                </a:ext>
              </a:extLst>
            </p:cNvPr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941;p23">
              <a:extLst>
                <a:ext uri="{FF2B5EF4-FFF2-40B4-BE49-F238E27FC236}">
                  <a16:creationId xmlns:a16="http://schemas.microsoft.com/office/drawing/2014/main" id="{56BFD165-2FB2-928B-F33C-E79E9117ECD8}"/>
                </a:ext>
              </a:extLst>
            </p:cNvPr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942;p23">
              <a:extLst>
                <a:ext uri="{FF2B5EF4-FFF2-40B4-BE49-F238E27FC236}">
                  <a16:creationId xmlns:a16="http://schemas.microsoft.com/office/drawing/2014/main" id="{19ECAD87-E526-4619-454B-B8298B7F785C}"/>
                </a:ext>
              </a:extLst>
            </p:cNvPr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943;p23">
              <a:extLst>
                <a:ext uri="{FF2B5EF4-FFF2-40B4-BE49-F238E27FC236}">
                  <a16:creationId xmlns:a16="http://schemas.microsoft.com/office/drawing/2014/main" id="{A9BD584E-2E15-F91E-0B2A-33D39A5F1F13}"/>
                </a:ext>
              </a:extLst>
            </p:cNvPr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944;p23">
              <a:extLst>
                <a:ext uri="{FF2B5EF4-FFF2-40B4-BE49-F238E27FC236}">
                  <a16:creationId xmlns:a16="http://schemas.microsoft.com/office/drawing/2014/main" id="{56824939-52A9-D5F0-BF3B-29458A29D61D}"/>
                </a:ext>
              </a:extLst>
            </p:cNvPr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945;p23">
              <a:extLst>
                <a:ext uri="{FF2B5EF4-FFF2-40B4-BE49-F238E27FC236}">
                  <a16:creationId xmlns:a16="http://schemas.microsoft.com/office/drawing/2014/main" id="{648192AD-21CB-26A1-2162-9DE5C37A5212}"/>
                </a:ext>
              </a:extLst>
            </p:cNvPr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946;p23">
              <a:extLst>
                <a:ext uri="{FF2B5EF4-FFF2-40B4-BE49-F238E27FC236}">
                  <a16:creationId xmlns:a16="http://schemas.microsoft.com/office/drawing/2014/main" id="{1F76B052-CDA8-1CB3-921A-99189F72317C}"/>
                </a:ext>
              </a:extLst>
            </p:cNvPr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947;p23">
              <a:extLst>
                <a:ext uri="{FF2B5EF4-FFF2-40B4-BE49-F238E27FC236}">
                  <a16:creationId xmlns:a16="http://schemas.microsoft.com/office/drawing/2014/main" id="{3D1075BE-CA40-39CC-9748-24813EE25734}"/>
                </a:ext>
              </a:extLst>
            </p:cNvPr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948;p23">
              <a:extLst>
                <a:ext uri="{FF2B5EF4-FFF2-40B4-BE49-F238E27FC236}">
                  <a16:creationId xmlns:a16="http://schemas.microsoft.com/office/drawing/2014/main" id="{703566D2-6ABE-1ABA-4A86-E8BA91EFA802}"/>
                </a:ext>
              </a:extLst>
            </p:cNvPr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949;p23">
              <a:extLst>
                <a:ext uri="{FF2B5EF4-FFF2-40B4-BE49-F238E27FC236}">
                  <a16:creationId xmlns:a16="http://schemas.microsoft.com/office/drawing/2014/main" id="{74BAEE74-ACF9-5026-D4C7-1F0D8FD5096B}"/>
                </a:ext>
              </a:extLst>
            </p:cNvPr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950;p23">
              <a:extLst>
                <a:ext uri="{FF2B5EF4-FFF2-40B4-BE49-F238E27FC236}">
                  <a16:creationId xmlns:a16="http://schemas.microsoft.com/office/drawing/2014/main" id="{1BBDA1FA-07F9-F0DF-EA8D-924370029B58}"/>
                </a:ext>
              </a:extLst>
            </p:cNvPr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951;p23">
              <a:extLst>
                <a:ext uri="{FF2B5EF4-FFF2-40B4-BE49-F238E27FC236}">
                  <a16:creationId xmlns:a16="http://schemas.microsoft.com/office/drawing/2014/main" id="{AA062348-DBA0-0F14-3FF2-991AAF49CE4F}"/>
                </a:ext>
              </a:extLst>
            </p:cNvPr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952;p23">
              <a:extLst>
                <a:ext uri="{FF2B5EF4-FFF2-40B4-BE49-F238E27FC236}">
                  <a16:creationId xmlns:a16="http://schemas.microsoft.com/office/drawing/2014/main" id="{7C25AE22-92F8-33F0-89F3-48BD6152E313}"/>
                </a:ext>
              </a:extLst>
            </p:cNvPr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953;p23">
              <a:extLst>
                <a:ext uri="{FF2B5EF4-FFF2-40B4-BE49-F238E27FC236}">
                  <a16:creationId xmlns:a16="http://schemas.microsoft.com/office/drawing/2014/main" id="{BE4A576D-86F8-2D1D-3136-46CA80873DB6}"/>
                </a:ext>
              </a:extLst>
            </p:cNvPr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954;p23">
              <a:extLst>
                <a:ext uri="{FF2B5EF4-FFF2-40B4-BE49-F238E27FC236}">
                  <a16:creationId xmlns:a16="http://schemas.microsoft.com/office/drawing/2014/main" id="{20E2F6BB-3E30-F10B-9FAA-6CB84B0308A0}"/>
                </a:ext>
              </a:extLst>
            </p:cNvPr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955;p23">
              <a:extLst>
                <a:ext uri="{FF2B5EF4-FFF2-40B4-BE49-F238E27FC236}">
                  <a16:creationId xmlns:a16="http://schemas.microsoft.com/office/drawing/2014/main" id="{E5A3D361-DA46-07E3-F4BA-DE0BE5516FC8}"/>
                </a:ext>
              </a:extLst>
            </p:cNvPr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956;p23">
              <a:extLst>
                <a:ext uri="{FF2B5EF4-FFF2-40B4-BE49-F238E27FC236}">
                  <a16:creationId xmlns:a16="http://schemas.microsoft.com/office/drawing/2014/main" id="{8FAD9D7C-64C9-14E3-ED09-D23BCB51707E}"/>
                </a:ext>
              </a:extLst>
            </p:cNvPr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957;p23">
              <a:extLst>
                <a:ext uri="{FF2B5EF4-FFF2-40B4-BE49-F238E27FC236}">
                  <a16:creationId xmlns:a16="http://schemas.microsoft.com/office/drawing/2014/main" id="{8122CC65-A437-FCA5-D6DA-459E5480F0FF}"/>
                </a:ext>
              </a:extLst>
            </p:cNvPr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958;p23">
              <a:extLst>
                <a:ext uri="{FF2B5EF4-FFF2-40B4-BE49-F238E27FC236}">
                  <a16:creationId xmlns:a16="http://schemas.microsoft.com/office/drawing/2014/main" id="{51926C12-9C84-8430-8FE6-BAC539AFA33D}"/>
                </a:ext>
              </a:extLst>
            </p:cNvPr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1959;p23">
              <a:extLst>
                <a:ext uri="{FF2B5EF4-FFF2-40B4-BE49-F238E27FC236}">
                  <a16:creationId xmlns:a16="http://schemas.microsoft.com/office/drawing/2014/main" id="{985BB9A4-ED55-E867-F957-1127B651FFBA}"/>
                </a:ext>
              </a:extLst>
            </p:cNvPr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1960;p23">
              <a:extLst>
                <a:ext uri="{FF2B5EF4-FFF2-40B4-BE49-F238E27FC236}">
                  <a16:creationId xmlns:a16="http://schemas.microsoft.com/office/drawing/2014/main" id="{E083E6E8-43B9-BDBB-B59D-29AC077FC2F2}"/>
                </a:ext>
              </a:extLst>
            </p:cNvPr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1961;p23">
              <a:extLst>
                <a:ext uri="{FF2B5EF4-FFF2-40B4-BE49-F238E27FC236}">
                  <a16:creationId xmlns:a16="http://schemas.microsoft.com/office/drawing/2014/main" id="{765080A9-B0D1-815F-A7C1-26D897EDCA07}"/>
                </a:ext>
              </a:extLst>
            </p:cNvPr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1962;p23">
              <a:extLst>
                <a:ext uri="{FF2B5EF4-FFF2-40B4-BE49-F238E27FC236}">
                  <a16:creationId xmlns:a16="http://schemas.microsoft.com/office/drawing/2014/main" id="{2E889A84-9FB4-3DC9-5269-A7DEA725F48C}"/>
                </a:ext>
              </a:extLst>
            </p:cNvPr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1963;p23">
              <a:extLst>
                <a:ext uri="{FF2B5EF4-FFF2-40B4-BE49-F238E27FC236}">
                  <a16:creationId xmlns:a16="http://schemas.microsoft.com/office/drawing/2014/main" id="{9AC065F8-4D15-578A-780E-226B1E684F3B}"/>
                </a:ext>
              </a:extLst>
            </p:cNvPr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1964;p23">
              <a:extLst>
                <a:ext uri="{FF2B5EF4-FFF2-40B4-BE49-F238E27FC236}">
                  <a16:creationId xmlns:a16="http://schemas.microsoft.com/office/drawing/2014/main" id="{851A222B-A3E8-B40A-680C-6B24F10B0A69}"/>
                </a:ext>
              </a:extLst>
            </p:cNvPr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965;p23">
              <a:extLst>
                <a:ext uri="{FF2B5EF4-FFF2-40B4-BE49-F238E27FC236}">
                  <a16:creationId xmlns:a16="http://schemas.microsoft.com/office/drawing/2014/main" id="{8703896E-AAC8-79AB-81F7-D717BB4C3C31}"/>
                </a:ext>
              </a:extLst>
            </p:cNvPr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966;p23">
              <a:extLst>
                <a:ext uri="{FF2B5EF4-FFF2-40B4-BE49-F238E27FC236}">
                  <a16:creationId xmlns:a16="http://schemas.microsoft.com/office/drawing/2014/main" id="{4A86F071-8F0F-1DCC-49D4-33EA971C7C91}"/>
                </a:ext>
              </a:extLst>
            </p:cNvPr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967;p23">
              <a:extLst>
                <a:ext uri="{FF2B5EF4-FFF2-40B4-BE49-F238E27FC236}">
                  <a16:creationId xmlns:a16="http://schemas.microsoft.com/office/drawing/2014/main" id="{5DC74DC0-0840-872C-D156-EDC5137B6356}"/>
                </a:ext>
              </a:extLst>
            </p:cNvPr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968;p23">
              <a:extLst>
                <a:ext uri="{FF2B5EF4-FFF2-40B4-BE49-F238E27FC236}">
                  <a16:creationId xmlns:a16="http://schemas.microsoft.com/office/drawing/2014/main" id="{1EC854B8-82D7-F125-0D3C-A75361F90BA2}"/>
                </a:ext>
              </a:extLst>
            </p:cNvPr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969;p23">
              <a:extLst>
                <a:ext uri="{FF2B5EF4-FFF2-40B4-BE49-F238E27FC236}">
                  <a16:creationId xmlns:a16="http://schemas.microsoft.com/office/drawing/2014/main" id="{74CD3657-A1BB-337B-16F8-407CA750CDC6}"/>
                </a:ext>
              </a:extLst>
            </p:cNvPr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970;p23">
              <a:extLst>
                <a:ext uri="{FF2B5EF4-FFF2-40B4-BE49-F238E27FC236}">
                  <a16:creationId xmlns:a16="http://schemas.microsoft.com/office/drawing/2014/main" id="{1040B424-FB64-C038-BFB3-BA03434F837B}"/>
                </a:ext>
              </a:extLst>
            </p:cNvPr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971;p23">
              <a:extLst>
                <a:ext uri="{FF2B5EF4-FFF2-40B4-BE49-F238E27FC236}">
                  <a16:creationId xmlns:a16="http://schemas.microsoft.com/office/drawing/2014/main" id="{491080B0-9F86-C883-3922-F7082513B6D6}"/>
                </a:ext>
              </a:extLst>
            </p:cNvPr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972;p23">
              <a:extLst>
                <a:ext uri="{FF2B5EF4-FFF2-40B4-BE49-F238E27FC236}">
                  <a16:creationId xmlns:a16="http://schemas.microsoft.com/office/drawing/2014/main" id="{0C32A491-460F-B8CF-9E73-23CEA9ED6F8C}"/>
                </a:ext>
              </a:extLst>
            </p:cNvPr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973;p23">
              <a:extLst>
                <a:ext uri="{FF2B5EF4-FFF2-40B4-BE49-F238E27FC236}">
                  <a16:creationId xmlns:a16="http://schemas.microsoft.com/office/drawing/2014/main" id="{A7840B27-5AF3-D304-0692-64AA0307AE4E}"/>
                </a:ext>
              </a:extLst>
            </p:cNvPr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974;p23">
              <a:extLst>
                <a:ext uri="{FF2B5EF4-FFF2-40B4-BE49-F238E27FC236}">
                  <a16:creationId xmlns:a16="http://schemas.microsoft.com/office/drawing/2014/main" id="{67E2CB6F-4B0C-08AE-D29D-F2DAF7272CA3}"/>
                </a:ext>
              </a:extLst>
            </p:cNvPr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975;p23">
              <a:extLst>
                <a:ext uri="{FF2B5EF4-FFF2-40B4-BE49-F238E27FC236}">
                  <a16:creationId xmlns:a16="http://schemas.microsoft.com/office/drawing/2014/main" id="{CC6666EB-E745-C136-D017-1E759DF4D1D6}"/>
                </a:ext>
              </a:extLst>
            </p:cNvPr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976;p23">
              <a:extLst>
                <a:ext uri="{FF2B5EF4-FFF2-40B4-BE49-F238E27FC236}">
                  <a16:creationId xmlns:a16="http://schemas.microsoft.com/office/drawing/2014/main" id="{18113486-606D-4266-649A-FC9C12A91C3C}"/>
                </a:ext>
              </a:extLst>
            </p:cNvPr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977;p23">
              <a:extLst>
                <a:ext uri="{FF2B5EF4-FFF2-40B4-BE49-F238E27FC236}">
                  <a16:creationId xmlns:a16="http://schemas.microsoft.com/office/drawing/2014/main" id="{F5508A6A-ADCC-E607-C0D5-1D90C2E1AC21}"/>
                </a:ext>
              </a:extLst>
            </p:cNvPr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978;p23">
              <a:extLst>
                <a:ext uri="{FF2B5EF4-FFF2-40B4-BE49-F238E27FC236}">
                  <a16:creationId xmlns:a16="http://schemas.microsoft.com/office/drawing/2014/main" id="{68CA494B-CF2B-FF7C-28CA-BA4870E839F2}"/>
                </a:ext>
              </a:extLst>
            </p:cNvPr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979;p23">
              <a:extLst>
                <a:ext uri="{FF2B5EF4-FFF2-40B4-BE49-F238E27FC236}">
                  <a16:creationId xmlns:a16="http://schemas.microsoft.com/office/drawing/2014/main" id="{F084A166-C9CD-58CE-0E03-08FB20623496}"/>
                </a:ext>
              </a:extLst>
            </p:cNvPr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980;p23">
              <a:extLst>
                <a:ext uri="{FF2B5EF4-FFF2-40B4-BE49-F238E27FC236}">
                  <a16:creationId xmlns:a16="http://schemas.microsoft.com/office/drawing/2014/main" id="{4B33471D-BD4A-6BCF-7F79-750602047839}"/>
                </a:ext>
              </a:extLst>
            </p:cNvPr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981;p23">
              <a:extLst>
                <a:ext uri="{FF2B5EF4-FFF2-40B4-BE49-F238E27FC236}">
                  <a16:creationId xmlns:a16="http://schemas.microsoft.com/office/drawing/2014/main" id="{3AE6908D-8961-C643-510B-39EAB8BFC8F5}"/>
                </a:ext>
              </a:extLst>
            </p:cNvPr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982;p23">
              <a:extLst>
                <a:ext uri="{FF2B5EF4-FFF2-40B4-BE49-F238E27FC236}">
                  <a16:creationId xmlns:a16="http://schemas.microsoft.com/office/drawing/2014/main" id="{18570E62-8BE8-C9B6-393D-B6B4A1AA77F9}"/>
                </a:ext>
              </a:extLst>
            </p:cNvPr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983;p23">
              <a:extLst>
                <a:ext uri="{FF2B5EF4-FFF2-40B4-BE49-F238E27FC236}">
                  <a16:creationId xmlns:a16="http://schemas.microsoft.com/office/drawing/2014/main" id="{E9F69696-8D76-8AB7-6D2F-EC537B9D2122}"/>
                </a:ext>
              </a:extLst>
            </p:cNvPr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984;p23">
              <a:extLst>
                <a:ext uri="{FF2B5EF4-FFF2-40B4-BE49-F238E27FC236}">
                  <a16:creationId xmlns:a16="http://schemas.microsoft.com/office/drawing/2014/main" id="{F4AA13DD-1F38-2058-A45C-7C1CFEFBBABE}"/>
                </a:ext>
              </a:extLst>
            </p:cNvPr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985;p23">
              <a:extLst>
                <a:ext uri="{FF2B5EF4-FFF2-40B4-BE49-F238E27FC236}">
                  <a16:creationId xmlns:a16="http://schemas.microsoft.com/office/drawing/2014/main" id="{34AF0592-0CBF-CBD6-76B1-D081DC6144F7}"/>
                </a:ext>
              </a:extLst>
            </p:cNvPr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986;p23">
              <a:extLst>
                <a:ext uri="{FF2B5EF4-FFF2-40B4-BE49-F238E27FC236}">
                  <a16:creationId xmlns:a16="http://schemas.microsoft.com/office/drawing/2014/main" id="{AB829B46-EB21-936F-3890-F84ADCA251D9}"/>
                </a:ext>
              </a:extLst>
            </p:cNvPr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987;p23">
              <a:extLst>
                <a:ext uri="{FF2B5EF4-FFF2-40B4-BE49-F238E27FC236}">
                  <a16:creationId xmlns:a16="http://schemas.microsoft.com/office/drawing/2014/main" id="{A96CD6AF-E84A-9CCD-ED3A-92696134F68A}"/>
                </a:ext>
              </a:extLst>
            </p:cNvPr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1988;p23">
              <a:extLst>
                <a:ext uri="{FF2B5EF4-FFF2-40B4-BE49-F238E27FC236}">
                  <a16:creationId xmlns:a16="http://schemas.microsoft.com/office/drawing/2014/main" id="{76C9E77A-76F6-CDB2-02B1-BC21A242F769}"/>
                </a:ext>
              </a:extLst>
            </p:cNvPr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1989;p23">
              <a:extLst>
                <a:ext uri="{FF2B5EF4-FFF2-40B4-BE49-F238E27FC236}">
                  <a16:creationId xmlns:a16="http://schemas.microsoft.com/office/drawing/2014/main" id="{727256A3-F601-508C-DC88-A76871B92965}"/>
                </a:ext>
              </a:extLst>
            </p:cNvPr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990;p23">
              <a:extLst>
                <a:ext uri="{FF2B5EF4-FFF2-40B4-BE49-F238E27FC236}">
                  <a16:creationId xmlns:a16="http://schemas.microsoft.com/office/drawing/2014/main" id="{6F252E22-E00D-6880-4EB8-E267A88C9662}"/>
                </a:ext>
              </a:extLst>
            </p:cNvPr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991;p23">
              <a:extLst>
                <a:ext uri="{FF2B5EF4-FFF2-40B4-BE49-F238E27FC236}">
                  <a16:creationId xmlns:a16="http://schemas.microsoft.com/office/drawing/2014/main" id="{F7C2F343-0964-8D3D-90BE-269028D1CA00}"/>
                </a:ext>
              </a:extLst>
            </p:cNvPr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992;p23">
              <a:extLst>
                <a:ext uri="{FF2B5EF4-FFF2-40B4-BE49-F238E27FC236}">
                  <a16:creationId xmlns:a16="http://schemas.microsoft.com/office/drawing/2014/main" id="{DE16976B-7271-6277-BF8A-29C56BA4A492}"/>
                </a:ext>
              </a:extLst>
            </p:cNvPr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993;p23">
              <a:extLst>
                <a:ext uri="{FF2B5EF4-FFF2-40B4-BE49-F238E27FC236}">
                  <a16:creationId xmlns:a16="http://schemas.microsoft.com/office/drawing/2014/main" id="{F16CED30-9400-1D62-0EE0-67A9646C1899}"/>
                </a:ext>
              </a:extLst>
            </p:cNvPr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994;p23">
              <a:extLst>
                <a:ext uri="{FF2B5EF4-FFF2-40B4-BE49-F238E27FC236}">
                  <a16:creationId xmlns:a16="http://schemas.microsoft.com/office/drawing/2014/main" id="{DAD27F8C-CD25-ADB8-4B8D-CC068AA6826F}"/>
                </a:ext>
              </a:extLst>
            </p:cNvPr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995;p23">
              <a:extLst>
                <a:ext uri="{FF2B5EF4-FFF2-40B4-BE49-F238E27FC236}">
                  <a16:creationId xmlns:a16="http://schemas.microsoft.com/office/drawing/2014/main" id="{8CB78555-405B-ACC2-FBF8-2836D756CC94}"/>
                </a:ext>
              </a:extLst>
            </p:cNvPr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996;p23">
              <a:extLst>
                <a:ext uri="{FF2B5EF4-FFF2-40B4-BE49-F238E27FC236}">
                  <a16:creationId xmlns:a16="http://schemas.microsoft.com/office/drawing/2014/main" id="{1E7748CD-5428-FD77-04E0-141326B05EE9}"/>
                </a:ext>
              </a:extLst>
            </p:cNvPr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997;p23">
              <a:extLst>
                <a:ext uri="{FF2B5EF4-FFF2-40B4-BE49-F238E27FC236}">
                  <a16:creationId xmlns:a16="http://schemas.microsoft.com/office/drawing/2014/main" id="{B090D3B4-C945-6948-2EB6-6440CD111BA8}"/>
                </a:ext>
              </a:extLst>
            </p:cNvPr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998;p23">
              <a:extLst>
                <a:ext uri="{FF2B5EF4-FFF2-40B4-BE49-F238E27FC236}">
                  <a16:creationId xmlns:a16="http://schemas.microsoft.com/office/drawing/2014/main" id="{19B8D6D6-CE75-FA8E-65E1-58E459DEF66A}"/>
                </a:ext>
              </a:extLst>
            </p:cNvPr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999;p23">
              <a:extLst>
                <a:ext uri="{FF2B5EF4-FFF2-40B4-BE49-F238E27FC236}">
                  <a16:creationId xmlns:a16="http://schemas.microsoft.com/office/drawing/2014/main" id="{E8B60EFB-321C-A10E-5733-D5C42A15EE3F}"/>
                </a:ext>
              </a:extLst>
            </p:cNvPr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000;p23">
              <a:extLst>
                <a:ext uri="{FF2B5EF4-FFF2-40B4-BE49-F238E27FC236}">
                  <a16:creationId xmlns:a16="http://schemas.microsoft.com/office/drawing/2014/main" id="{5F03DF56-5798-2BDB-7C09-A740A6BE8A8E}"/>
                </a:ext>
              </a:extLst>
            </p:cNvPr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001;p23">
              <a:extLst>
                <a:ext uri="{FF2B5EF4-FFF2-40B4-BE49-F238E27FC236}">
                  <a16:creationId xmlns:a16="http://schemas.microsoft.com/office/drawing/2014/main" id="{6531E477-707D-1444-460C-F63DF1BDBB13}"/>
                </a:ext>
              </a:extLst>
            </p:cNvPr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002;p23">
              <a:extLst>
                <a:ext uri="{FF2B5EF4-FFF2-40B4-BE49-F238E27FC236}">
                  <a16:creationId xmlns:a16="http://schemas.microsoft.com/office/drawing/2014/main" id="{52151B98-B8BC-9411-80D2-13DDFC46B1DD}"/>
                </a:ext>
              </a:extLst>
            </p:cNvPr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003;p23">
              <a:extLst>
                <a:ext uri="{FF2B5EF4-FFF2-40B4-BE49-F238E27FC236}">
                  <a16:creationId xmlns:a16="http://schemas.microsoft.com/office/drawing/2014/main" id="{3CAA14A9-546A-6742-44CA-D7870F94D3A5}"/>
                </a:ext>
              </a:extLst>
            </p:cNvPr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004;p23">
              <a:extLst>
                <a:ext uri="{FF2B5EF4-FFF2-40B4-BE49-F238E27FC236}">
                  <a16:creationId xmlns:a16="http://schemas.microsoft.com/office/drawing/2014/main" id="{AEACD729-5DFD-6502-E8E0-11C2A862D9F0}"/>
                </a:ext>
              </a:extLst>
            </p:cNvPr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005;p23">
              <a:extLst>
                <a:ext uri="{FF2B5EF4-FFF2-40B4-BE49-F238E27FC236}">
                  <a16:creationId xmlns:a16="http://schemas.microsoft.com/office/drawing/2014/main" id="{635CE9EF-88AD-B73F-4205-5D00EE1ED0C9}"/>
                </a:ext>
              </a:extLst>
            </p:cNvPr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006;p23">
              <a:extLst>
                <a:ext uri="{FF2B5EF4-FFF2-40B4-BE49-F238E27FC236}">
                  <a16:creationId xmlns:a16="http://schemas.microsoft.com/office/drawing/2014/main" id="{34B755E4-F547-E349-1A2B-BAE0BEE057E1}"/>
                </a:ext>
              </a:extLst>
            </p:cNvPr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007;p23">
              <a:extLst>
                <a:ext uri="{FF2B5EF4-FFF2-40B4-BE49-F238E27FC236}">
                  <a16:creationId xmlns:a16="http://schemas.microsoft.com/office/drawing/2014/main" id="{4BB1C546-1FAA-8232-E06E-1DF4863CE120}"/>
                </a:ext>
              </a:extLst>
            </p:cNvPr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008;p23">
              <a:extLst>
                <a:ext uri="{FF2B5EF4-FFF2-40B4-BE49-F238E27FC236}">
                  <a16:creationId xmlns:a16="http://schemas.microsoft.com/office/drawing/2014/main" id="{3A03E9AC-FE0B-F1CA-3F09-C2ACDF119ED8}"/>
                </a:ext>
              </a:extLst>
            </p:cNvPr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009;p23">
              <a:extLst>
                <a:ext uri="{FF2B5EF4-FFF2-40B4-BE49-F238E27FC236}">
                  <a16:creationId xmlns:a16="http://schemas.microsoft.com/office/drawing/2014/main" id="{498FB53F-1995-7542-B7DF-145B4DA78078}"/>
                </a:ext>
              </a:extLst>
            </p:cNvPr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010;p23">
              <a:extLst>
                <a:ext uri="{FF2B5EF4-FFF2-40B4-BE49-F238E27FC236}">
                  <a16:creationId xmlns:a16="http://schemas.microsoft.com/office/drawing/2014/main" id="{3AD71C9E-D968-1B52-B524-4CE35B54DEDB}"/>
                </a:ext>
              </a:extLst>
            </p:cNvPr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011;p23">
              <a:extLst>
                <a:ext uri="{FF2B5EF4-FFF2-40B4-BE49-F238E27FC236}">
                  <a16:creationId xmlns:a16="http://schemas.microsoft.com/office/drawing/2014/main" id="{952015F1-537E-8A87-85CD-FC2CAE01456C}"/>
                </a:ext>
              </a:extLst>
            </p:cNvPr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012;p23">
              <a:extLst>
                <a:ext uri="{FF2B5EF4-FFF2-40B4-BE49-F238E27FC236}">
                  <a16:creationId xmlns:a16="http://schemas.microsoft.com/office/drawing/2014/main" id="{CC6BBE6A-09DC-098F-664E-83748E477B7E}"/>
                </a:ext>
              </a:extLst>
            </p:cNvPr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013;p23">
              <a:extLst>
                <a:ext uri="{FF2B5EF4-FFF2-40B4-BE49-F238E27FC236}">
                  <a16:creationId xmlns:a16="http://schemas.microsoft.com/office/drawing/2014/main" id="{546E0772-6730-D0AA-1E8E-EE800851B5E9}"/>
                </a:ext>
              </a:extLst>
            </p:cNvPr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014;p23">
              <a:extLst>
                <a:ext uri="{FF2B5EF4-FFF2-40B4-BE49-F238E27FC236}">
                  <a16:creationId xmlns:a16="http://schemas.microsoft.com/office/drawing/2014/main" id="{C0718BCB-0E50-56A3-98BE-7421537B5A17}"/>
                </a:ext>
              </a:extLst>
            </p:cNvPr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015;p23">
              <a:extLst>
                <a:ext uri="{FF2B5EF4-FFF2-40B4-BE49-F238E27FC236}">
                  <a16:creationId xmlns:a16="http://schemas.microsoft.com/office/drawing/2014/main" id="{2DAFAB2F-3B53-0EBC-7610-CEF8797E5CED}"/>
                </a:ext>
              </a:extLst>
            </p:cNvPr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016;p23">
              <a:extLst>
                <a:ext uri="{FF2B5EF4-FFF2-40B4-BE49-F238E27FC236}">
                  <a16:creationId xmlns:a16="http://schemas.microsoft.com/office/drawing/2014/main" id="{781457E5-3D58-96CD-2464-78FC3E388733}"/>
                </a:ext>
              </a:extLst>
            </p:cNvPr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017;p23">
              <a:extLst>
                <a:ext uri="{FF2B5EF4-FFF2-40B4-BE49-F238E27FC236}">
                  <a16:creationId xmlns:a16="http://schemas.microsoft.com/office/drawing/2014/main" id="{49F0E090-4E20-702C-1389-86F3208308FA}"/>
                </a:ext>
              </a:extLst>
            </p:cNvPr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018;p23">
              <a:extLst>
                <a:ext uri="{FF2B5EF4-FFF2-40B4-BE49-F238E27FC236}">
                  <a16:creationId xmlns:a16="http://schemas.microsoft.com/office/drawing/2014/main" id="{2893F685-D4B8-9ACE-5452-969823BB31A8}"/>
                </a:ext>
              </a:extLst>
            </p:cNvPr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2019;p23">
              <a:extLst>
                <a:ext uri="{FF2B5EF4-FFF2-40B4-BE49-F238E27FC236}">
                  <a16:creationId xmlns:a16="http://schemas.microsoft.com/office/drawing/2014/main" id="{FB1456FC-2241-84EE-8854-1B2C0F6E3610}"/>
                </a:ext>
              </a:extLst>
            </p:cNvPr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020;p23">
              <a:extLst>
                <a:ext uri="{FF2B5EF4-FFF2-40B4-BE49-F238E27FC236}">
                  <a16:creationId xmlns:a16="http://schemas.microsoft.com/office/drawing/2014/main" id="{16F09B0D-1A42-295C-DF50-772362506678}"/>
                </a:ext>
              </a:extLst>
            </p:cNvPr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021;p23">
              <a:extLst>
                <a:ext uri="{FF2B5EF4-FFF2-40B4-BE49-F238E27FC236}">
                  <a16:creationId xmlns:a16="http://schemas.microsoft.com/office/drawing/2014/main" id="{71486728-A4E7-6C25-B833-DEBD6032C779}"/>
                </a:ext>
              </a:extLst>
            </p:cNvPr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022;p23">
              <a:extLst>
                <a:ext uri="{FF2B5EF4-FFF2-40B4-BE49-F238E27FC236}">
                  <a16:creationId xmlns:a16="http://schemas.microsoft.com/office/drawing/2014/main" id="{9A9962A7-ABD4-2884-73A6-AE05CC94E27A}"/>
                </a:ext>
              </a:extLst>
            </p:cNvPr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023;p23">
              <a:extLst>
                <a:ext uri="{FF2B5EF4-FFF2-40B4-BE49-F238E27FC236}">
                  <a16:creationId xmlns:a16="http://schemas.microsoft.com/office/drawing/2014/main" id="{6F3CBBAE-6315-C08B-8199-FC103D7930B4}"/>
                </a:ext>
              </a:extLst>
            </p:cNvPr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024;p23">
              <a:extLst>
                <a:ext uri="{FF2B5EF4-FFF2-40B4-BE49-F238E27FC236}">
                  <a16:creationId xmlns:a16="http://schemas.microsoft.com/office/drawing/2014/main" id="{FD6FFD39-D4BA-2755-1BFC-29CDDE0205C1}"/>
                </a:ext>
              </a:extLst>
            </p:cNvPr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025;p23">
              <a:extLst>
                <a:ext uri="{FF2B5EF4-FFF2-40B4-BE49-F238E27FC236}">
                  <a16:creationId xmlns:a16="http://schemas.microsoft.com/office/drawing/2014/main" id="{8DF6D8BA-C0E0-6F8D-6FC5-76EEAD9FA733}"/>
                </a:ext>
              </a:extLst>
            </p:cNvPr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026;p23">
              <a:extLst>
                <a:ext uri="{FF2B5EF4-FFF2-40B4-BE49-F238E27FC236}">
                  <a16:creationId xmlns:a16="http://schemas.microsoft.com/office/drawing/2014/main" id="{FBD3ADB4-0F34-F62D-D0B0-0EAA356250E4}"/>
                </a:ext>
              </a:extLst>
            </p:cNvPr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027;p23">
              <a:extLst>
                <a:ext uri="{FF2B5EF4-FFF2-40B4-BE49-F238E27FC236}">
                  <a16:creationId xmlns:a16="http://schemas.microsoft.com/office/drawing/2014/main" id="{43CA7546-8C52-AFCA-3C86-BAE6EA0CC0D4}"/>
                </a:ext>
              </a:extLst>
            </p:cNvPr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028;p23">
              <a:extLst>
                <a:ext uri="{FF2B5EF4-FFF2-40B4-BE49-F238E27FC236}">
                  <a16:creationId xmlns:a16="http://schemas.microsoft.com/office/drawing/2014/main" id="{A0EA4E19-353C-A8A7-2FC1-E94498D76923}"/>
                </a:ext>
              </a:extLst>
            </p:cNvPr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029;p23">
              <a:extLst>
                <a:ext uri="{FF2B5EF4-FFF2-40B4-BE49-F238E27FC236}">
                  <a16:creationId xmlns:a16="http://schemas.microsoft.com/office/drawing/2014/main" id="{B3E5609F-81D0-DCD1-B506-73F0F62B6E73}"/>
                </a:ext>
              </a:extLst>
            </p:cNvPr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030;p23">
              <a:extLst>
                <a:ext uri="{FF2B5EF4-FFF2-40B4-BE49-F238E27FC236}">
                  <a16:creationId xmlns:a16="http://schemas.microsoft.com/office/drawing/2014/main" id="{7F06CFD6-4971-4215-4D5B-7F811510B385}"/>
                </a:ext>
              </a:extLst>
            </p:cNvPr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031;p23">
              <a:extLst>
                <a:ext uri="{FF2B5EF4-FFF2-40B4-BE49-F238E27FC236}">
                  <a16:creationId xmlns:a16="http://schemas.microsoft.com/office/drawing/2014/main" id="{5E9ECCC9-0312-B8C1-BC11-17E301F61722}"/>
                </a:ext>
              </a:extLst>
            </p:cNvPr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032;p23">
              <a:extLst>
                <a:ext uri="{FF2B5EF4-FFF2-40B4-BE49-F238E27FC236}">
                  <a16:creationId xmlns:a16="http://schemas.microsoft.com/office/drawing/2014/main" id="{4C47FA94-DCC0-A920-8A8E-D8AFCE66B939}"/>
                </a:ext>
              </a:extLst>
            </p:cNvPr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033;p23">
              <a:extLst>
                <a:ext uri="{FF2B5EF4-FFF2-40B4-BE49-F238E27FC236}">
                  <a16:creationId xmlns:a16="http://schemas.microsoft.com/office/drawing/2014/main" id="{29011562-0433-BBFE-0EA8-5D3EFBE18822}"/>
                </a:ext>
              </a:extLst>
            </p:cNvPr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034;p23">
              <a:extLst>
                <a:ext uri="{FF2B5EF4-FFF2-40B4-BE49-F238E27FC236}">
                  <a16:creationId xmlns:a16="http://schemas.microsoft.com/office/drawing/2014/main" id="{C7D11A36-EA3C-9381-05E4-E33D6495A88E}"/>
                </a:ext>
              </a:extLst>
            </p:cNvPr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035;p23">
              <a:extLst>
                <a:ext uri="{FF2B5EF4-FFF2-40B4-BE49-F238E27FC236}">
                  <a16:creationId xmlns:a16="http://schemas.microsoft.com/office/drawing/2014/main" id="{0C44A7E5-E1DB-F496-24EA-48C47865285B}"/>
                </a:ext>
              </a:extLst>
            </p:cNvPr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036;p23">
              <a:extLst>
                <a:ext uri="{FF2B5EF4-FFF2-40B4-BE49-F238E27FC236}">
                  <a16:creationId xmlns:a16="http://schemas.microsoft.com/office/drawing/2014/main" id="{2D3F68AF-1ACC-4509-0573-75EB6690D43C}"/>
                </a:ext>
              </a:extLst>
            </p:cNvPr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037;p23">
              <a:extLst>
                <a:ext uri="{FF2B5EF4-FFF2-40B4-BE49-F238E27FC236}">
                  <a16:creationId xmlns:a16="http://schemas.microsoft.com/office/drawing/2014/main" id="{F84A9D76-274E-5016-F1D7-0A4BF1CF918C}"/>
                </a:ext>
              </a:extLst>
            </p:cNvPr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038;p23">
              <a:extLst>
                <a:ext uri="{FF2B5EF4-FFF2-40B4-BE49-F238E27FC236}">
                  <a16:creationId xmlns:a16="http://schemas.microsoft.com/office/drawing/2014/main" id="{E25E524D-37BD-9BCC-C0C7-A287C4AA4C98}"/>
                </a:ext>
              </a:extLst>
            </p:cNvPr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039;p23">
              <a:extLst>
                <a:ext uri="{FF2B5EF4-FFF2-40B4-BE49-F238E27FC236}">
                  <a16:creationId xmlns:a16="http://schemas.microsoft.com/office/drawing/2014/main" id="{608FDE82-4599-6C9F-6D73-6CE5D2BAFAF0}"/>
                </a:ext>
              </a:extLst>
            </p:cNvPr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040;p23">
              <a:extLst>
                <a:ext uri="{FF2B5EF4-FFF2-40B4-BE49-F238E27FC236}">
                  <a16:creationId xmlns:a16="http://schemas.microsoft.com/office/drawing/2014/main" id="{0208714C-E812-6D48-77B9-074C353E3FB3}"/>
                </a:ext>
              </a:extLst>
            </p:cNvPr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041;p23">
              <a:extLst>
                <a:ext uri="{FF2B5EF4-FFF2-40B4-BE49-F238E27FC236}">
                  <a16:creationId xmlns:a16="http://schemas.microsoft.com/office/drawing/2014/main" id="{699F609D-C251-BE18-EC43-29771BFC67D6}"/>
                </a:ext>
              </a:extLst>
            </p:cNvPr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042;p23">
              <a:extLst>
                <a:ext uri="{FF2B5EF4-FFF2-40B4-BE49-F238E27FC236}">
                  <a16:creationId xmlns:a16="http://schemas.microsoft.com/office/drawing/2014/main" id="{46D9B693-4131-5BD0-3101-1174C641FDCD}"/>
                </a:ext>
              </a:extLst>
            </p:cNvPr>
            <p:cNvSpPr/>
            <p:nvPr/>
          </p:nvSpPr>
          <p:spPr>
            <a:xfrm>
              <a:off x="4021620" y="3359717"/>
              <a:ext cx="2469578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043;p23">
              <a:extLst>
                <a:ext uri="{FF2B5EF4-FFF2-40B4-BE49-F238E27FC236}">
                  <a16:creationId xmlns:a16="http://schemas.microsoft.com/office/drawing/2014/main" id="{9C9E7133-7E95-64FF-6622-172C53D5D33D}"/>
                </a:ext>
              </a:extLst>
            </p:cNvPr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044;p23">
              <a:extLst>
                <a:ext uri="{FF2B5EF4-FFF2-40B4-BE49-F238E27FC236}">
                  <a16:creationId xmlns:a16="http://schemas.microsoft.com/office/drawing/2014/main" id="{027FE17C-B65C-68BB-D97D-5ACC51B9B14D}"/>
                </a:ext>
              </a:extLst>
            </p:cNvPr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045;p23">
              <a:extLst>
                <a:ext uri="{FF2B5EF4-FFF2-40B4-BE49-F238E27FC236}">
                  <a16:creationId xmlns:a16="http://schemas.microsoft.com/office/drawing/2014/main" id="{63B17FF6-478A-C627-7CBC-9DD4F9E075F9}"/>
                </a:ext>
              </a:extLst>
            </p:cNvPr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046;p23">
              <a:extLst>
                <a:ext uri="{FF2B5EF4-FFF2-40B4-BE49-F238E27FC236}">
                  <a16:creationId xmlns:a16="http://schemas.microsoft.com/office/drawing/2014/main" id="{4B2991B8-1210-55FD-9A20-5EE51ACF6EA3}"/>
                </a:ext>
              </a:extLst>
            </p:cNvPr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047;p23">
              <a:extLst>
                <a:ext uri="{FF2B5EF4-FFF2-40B4-BE49-F238E27FC236}">
                  <a16:creationId xmlns:a16="http://schemas.microsoft.com/office/drawing/2014/main" id="{231EECBE-9DB4-EE75-5695-4548AA93C2B9}"/>
                </a:ext>
              </a:extLst>
            </p:cNvPr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048;p23">
              <a:extLst>
                <a:ext uri="{FF2B5EF4-FFF2-40B4-BE49-F238E27FC236}">
                  <a16:creationId xmlns:a16="http://schemas.microsoft.com/office/drawing/2014/main" id="{41E939BD-3C78-85FD-B482-5CD525BF89EE}"/>
                </a:ext>
              </a:extLst>
            </p:cNvPr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049;p23">
              <a:extLst>
                <a:ext uri="{FF2B5EF4-FFF2-40B4-BE49-F238E27FC236}">
                  <a16:creationId xmlns:a16="http://schemas.microsoft.com/office/drawing/2014/main" id="{AC5ED85B-27B9-B01E-F5C1-03EDFD904E52}"/>
                </a:ext>
              </a:extLst>
            </p:cNvPr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050;p23">
              <a:extLst>
                <a:ext uri="{FF2B5EF4-FFF2-40B4-BE49-F238E27FC236}">
                  <a16:creationId xmlns:a16="http://schemas.microsoft.com/office/drawing/2014/main" id="{F31BB3D8-237B-1177-5D27-B8DC329EEDE5}"/>
                </a:ext>
              </a:extLst>
            </p:cNvPr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051;p23">
              <a:extLst>
                <a:ext uri="{FF2B5EF4-FFF2-40B4-BE49-F238E27FC236}">
                  <a16:creationId xmlns:a16="http://schemas.microsoft.com/office/drawing/2014/main" id="{A87A0563-1F46-3C90-719E-EDBA9C88DB7A}"/>
                </a:ext>
              </a:extLst>
            </p:cNvPr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052;p23">
              <a:extLst>
                <a:ext uri="{FF2B5EF4-FFF2-40B4-BE49-F238E27FC236}">
                  <a16:creationId xmlns:a16="http://schemas.microsoft.com/office/drawing/2014/main" id="{4DE64D6D-FF52-BE8D-5B54-B54764BE234F}"/>
                </a:ext>
              </a:extLst>
            </p:cNvPr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053;p23">
              <a:extLst>
                <a:ext uri="{FF2B5EF4-FFF2-40B4-BE49-F238E27FC236}">
                  <a16:creationId xmlns:a16="http://schemas.microsoft.com/office/drawing/2014/main" id="{61FE80F5-AB3D-6D6E-C7D4-5B1F2524602B}"/>
                </a:ext>
              </a:extLst>
            </p:cNvPr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054;p23">
              <a:extLst>
                <a:ext uri="{FF2B5EF4-FFF2-40B4-BE49-F238E27FC236}">
                  <a16:creationId xmlns:a16="http://schemas.microsoft.com/office/drawing/2014/main" id="{3E9D2CF0-0177-A47F-2EA1-3F4A2896CF07}"/>
                </a:ext>
              </a:extLst>
            </p:cNvPr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055;p23">
              <a:extLst>
                <a:ext uri="{FF2B5EF4-FFF2-40B4-BE49-F238E27FC236}">
                  <a16:creationId xmlns:a16="http://schemas.microsoft.com/office/drawing/2014/main" id="{276B751B-81EC-2BCA-1923-64BEC4E7A421}"/>
                </a:ext>
              </a:extLst>
            </p:cNvPr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2056;p23">
              <a:extLst>
                <a:ext uri="{FF2B5EF4-FFF2-40B4-BE49-F238E27FC236}">
                  <a16:creationId xmlns:a16="http://schemas.microsoft.com/office/drawing/2014/main" id="{E5AB5088-94FD-6B82-0557-A0E5FD07CB18}"/>
                </a:ext>
              </a:extLst>
            </p:cNvPr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2057;p23">
              <a:extLst>
                <a:ext uri="{FF2B5EF4-FFF2-40B4-BE49-F238E27FC236}">
                  <a16:creationId xmlns:a16="http://schemas.microsoft.com/office/drawing/2014/main" id="{57825B4B-456C-68E2-1DD8-11718E6F7B52}"/>
                </a:ext>
              </a:extLst>
            </p:cNvPr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2058;p23">
              <a:extLst>
                <a:ext uri="{FF2B5EF4-FFF2-40B4-BE49-F238E27FC236}">
                  <a16:creationId xmlns:a16="http://schemas.microsoft.com/office/drawing/2014/main" id="{546AF7AB-1296-121E-A8DE-81DAC55815E7}"/>
                </a:ext>
              </a:extLst>
            </p:cNvPr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2059;p23">
              <a:extLst>
                <a:ext uri="{FF2B5EF4-FFF2-40B4-BE49-F238E27FC236}">
                  <a16:creationId xmlns:a16="http://schemas.microsoft.com/office/drawing/2014/main" id="{ABE44D03-3264-2423-7CF9-4C6D0A254518}"/>
                </a:ext>
              </a:extLst>
            </p:cNvPr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2060;p23">
              <a:extLst>
                <a:ext uri="{FF2B5EF4-FFF2-40B4-BE49-F238E27FC236}">
                  <a16:creationId xmlns:a16="http://schemas.microsoft.com/office/drawing/2014/main" id="{444392D0-76A5-5AD5-7C4B-52EFBB57AB92}"/>
                </a:ext>
              </a:extLst>
            </p:cNvPr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2061;p23">
              <a:extLst>
                <a:ext uri="{FF2B5EF4-FFF2-40B4-BE49-F238E27FC236}">
                  <a16:creationId xmlns:a16="http://schemas.microsoft.com/office/drawing/2014/main" id="{FA9B8168-9628-298A-553F-694A745E3865}"/>
                </a:ext>
              </a:extLst>
            </p:cNvPr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2062;p23">
              <a:extLst>
                <a:ext uri="{FF2B5EF4-FFF2-40B4-BE49-F238E27FC236}">
                  <a16:creationId xmlns:a16="http://schemas.microsoft.com/office/drawing/2014/main" id="{1D79F12A-057C-F903-DA84-F6C5783F06D6}"/>
                </a:ext>
              </a:extLst>
            </p:cNvPr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2063;p23">
              <a:extLst>
                <a:ext uri="{FF2B5EF4-FFF2-40B4-BE49-F238E27FC236}">
                  <a16:creationId xmlns:a16="http://schemas.microsoft.com/office/drawing/2014/main" id="{983446FB-1318-8FAD-82BD-D523130B2B8B}"/>
                </a:ext>
              </a:extLst>
            </p:cNvPr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2064;p23">
              <a:extLst>
                <a:ext uri="{FF2B5EF4-FFF2-40B4-BE49-F238E27FC236}">
                  <a16:creationId xmlns:a16="http://schemas.microsoft.com/office/drawing/2014/main" id="{FD545F0D-E144-E31E-7A22-864E70DBE5DC}"/>
                </a:ext>
              </a:extLst>
            </p:cNvPr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2065;p23">
              <a:extLst>
                <a:ext uri="{FF2B5EF4-FFF2-40B4-BE49-F238E27FC236}">
                  <a16:creationId xmlns:a16="http://schemas.microsoft.com/office/drawing/2014/main" id="{EFB3DDF7-2E06-A554-90DD-C1A01981044A}"/>
                </a:ext>
              </a:extLst>
            </p:cNvPr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2066;p23">
              <a:extLst>
                <a:ext uri="{FF2B5EF4-FFF2-40B4-BE49-F238E27FC236}">
                  <a16:creationId xmlns:a16="http://schemas.microsoft.com/office/drawing/2014/main" id="{95361CC9-A80C-0EF8-2F80-0886EFF9AB54}"/>
                </a:ext>
              </a:extLst>
            </p:cNvPr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2067;p23">
              <a:extLst>
                <a:ext uri="{FF2B5EF4-FFF2-40B4-BE49-F238E27FC236}">
                  <a16:creationId xmlns:a16="http://schemas.microsoft.com/office/drawing/2014/main" id="{34E4B9AD-FAFC-B099-21E3-01032A4DE484}"/>
                </a:ext>
              </a:extLst>
            </p:cNvPr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2068;p23">
              <a:extLst>
                <a:ext uri="{FF2B5EF4-FFF2-40B4-BE49-F238E27FC236}">
                  <a16:creationId xmlns:a16="http://schemas.microsoft.com/office/drawing/2014/main" id="{E107C0A0-4F3A-1F56-E042-DC814CD3F5CD}"/>
                </a:ext>
              </a:extLst>
            </p:cNvPr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2069;p23">
              <a:extLst>
                <a:ext uri="{FF2B5EF4-FFF2-40B4-BE49-F238E27FC236}">
                  <a16:creationId xmlns:a16="http://schemas.microsoft.com/office/drawing/2014/main" id="{E4070AE3-300D-1BA3-C466-22FEC4D5A83E}"/>
                </a:ext>
              </a:extLst>
            </p:cNvPr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2070;p23">
              <a:extLst>
                <a:ext uri="{FF2B5EF4-FFF2-40B4-BE49-F238E27FC236}">
                  <a16:creationId xmlns:a16="http://schemas.microsoft.com/office/drawing/2014/main" id="{015A3F54-0EF7-7998-C7B9-2D90D5951E07}"/>
                </a:ext>
              </a:extLst>
            </p:cNvPr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2071;p23">
              <a:extLst>
                <a:ext uri="{FF2B5EF4-FFF2-40B4-BE49-F238E27FC236}">
                  <a16:creationId xmlns:a16="http://schemas.microsoft.com/office/drawing/2014/main" id="{15FCA326-0567-FC1E-36F1-D62E4DAD7FCE}"/>
                </a:ext>
              </a:extLst>
            </p:cNvPr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2072;p23">
              <a:extLst>
                <a:ext uri="{FF2B5EF4-FFF2-40B4-BE49-F238E27FC236}">
                  <a16:creationId xmlns:a16="http://schemas.microsoft.com/office/drawing/2014/main" id="{FB3E36E8-1CDE-03CC-D9E1-8329BF4F9A1D}"/>
                </a:ext>
              </a:extLst>
            </p:cNvPr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2073;p23">
              <a:extLst>
                <a:ext uri="{FF2B5EF4-FFF2-40B4-BE49-F238E27FC236}">
                  <a16:creationId xmlns:a16="http://schemas.microsoft.com/office/drawing/2014/main" id="{7CD71995-4D21-F4DD-03B5-C3FF7FA87FC4}"/>
                </a:ext>
              </a:extLst>
            </p:cNvPr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2074;p23">
              <a:extLst>
                <a:ext uri="{FF2B5EF4-FFF2-40B4-BE49-F238E27FC236}">
                  <a16:creationId xmlns:a16="http://schemas.microsoft.com/office/drawing/2014/main" id="{368357BD-4F55-F36C-3F39-3BCBF1AA1814}"/>
                </a:ext>
              </a:extLst>
            </p:cNvPr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2075;p23">
              <a:extLst>
                <a:ext uri="{FF2B5EF4-FFF2-40B4-BE49-F238E27FC236}">
                  <a16:creationId xmlns:a16="http://schemas.microsoft.com/office/drawing/2014/main" id="{5F41B768-CB40-A41E-D29E-C90C491C19F2}"/>
                </a:ext>
              </a:extLst>
            </p:cNvPr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2076;p23">
              <a:extLst>
                <a:ext uri="{FF2B5EF4-FFF2-40B4-BE49-F238E27FC236}">
                  <a16:creationId xmlns:a16="http://schemas.microsoft.com/office/drawing/2014/main" id="{FBFE69C0-4E9B-E8DD-6F31-426C989C45F1}"/>
                </a:ext>
              </a:extLst>
            </p:cNvPr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2077;p23">
              <a:extLst>
                <a:ext uri="{FF2B5EF4-FFF2-40B4-BE49-F238E27FC236}">
                  <a16:creationId xmlns:a16="http://schemas.microsoft.com/office/drawing/2014/main" id="{BC58B991-C68F-4CFC-5091-A49EC2BE5888}"/>
                </a:ext>
              </a:extLst>
            </p:cNvPr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2078;p23">
              <a:extLst>
                <a:ext uri="{FF2B5EF4-FFF2-40B4-BE49-F238E27FC236}">
                  <a16:creationId xmlns:a16="http://schemas.microsoft.com/office/drawing/2014/main" id="{3F1E2EBB-2AA7-80CB-7ED8-26BD4D9A8FE7}"/>
                </a:ext>
              </a:extLst>
            </p:cNvPr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2079;p23">
              <a:extLst>
                <a:ext uri="{FF2B5EF4-FFF2-40B4-BE49-F238E27FC236}">
                  <a16:creationId xmlns:a16="http://schemas.microsoft.com/office/drawing/2014/main" id="{3C69AF14-C121-E2B6-51AA-052FB7A36B83}"/>
                </a:ext>
              </a:extLst>
            </p:cNvPr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2080;p23">
              <a:extLst>
                <a:ext uri="{FF2B5EF4-FFF2-40B4-BE49-F238E27FC236}">
                  <a16:creationId xmlns:a16="http://schemas.microsoft.com/office/drawing/2014/main" id="{A652C461-1837-FD38-60D7-C5F1F894231D}"/>
                </a:ext>
              </a:extLst>
            </p:cNvPr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2081;p23">
              <a:extLst>
                <a:ext uri="{FF2B5EF4-FFF2-40B4-BE49-F238E27FC236}">
                  <a16:creationId xmlns:a16="http://schemas.microsoft.com/office/drawing/2014/main" id="{69162A2A-430B-35AD-F1BE-27BB13D683D8}"/>
                </a:ext>
              </a:extLst>
            </p:cNvPr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2082;p23">
              <a:extLst>
                <a:ext uri="{FF2B5EF4-FFF2-40B4-BE49-F238E27FC236}">
                  <a16:creationId xmlns:a16="http://schemas.microsoft.com/office/drawing/2014/main" id="{A1216A8B-4589-620C-0439-17AD981F54D0}"/>
                </a:ext>
              </a:extLst>
            </p:cNvPr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2083;p23">
              <a:extLst>
                <a:ext uri="{FF2B5EF4-FFF2-40B4-BE49-F238E27FC236}">
                  <a16:creationId xmlns:a16="http://schemas.microsoft.com/office/drawing/2014/main" id="{BD399FF1-D2A9-3612-E407-6F4FAB89DCCE}"/>
                </a:ext>
              </a:extLst>
            </p:cNvPr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2084;p23">
              <a:extLst>
                <a:ext uri="{FF2B5EF4-FFF2-40B4-BE49-F238E27FC236}">
                  <a16:creationId xmlns:a16="http://schemas.microsoft.com/office/drawing/2014/main" id="{8C74AB40-B806-C1C1-F791-AFC10883E66B}"/>
                </a:ext>
              </a:extLst>
            </p:cNvPr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2085;p23">
              <a:extLst>
                <a:ext uri="{FF2B5EF4-FFF2-40B4-BE49-F238E27FC236}">
                  <a16:creationId xmlns:a16="http://schemas.microsoft.com/office/drawing/2014/main" id="{EBE6F625-E719-0224-26F6-D6FF3F98A323}"/>
                </a:ext>
              </a:extLst>
            </p:cNvPr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2086;p23">
              <a:extLst>
                <a:ext uri="{FF2B5EF4-FFF2-40B4-BE49-F238E27FC236}">
                  <a16:creationId xmlns:a16="http://schemas.microsoft.com/office/drawing/2014/main" id="{8DD97CA4-9A67-18E7-33EA-F0FAE564883E}"/>
                </a:ext>
              </a:extLst>
            </p:cNvPr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2087;p23">
              <a:extLst>
                <a:ext uri="{FF2B5EF4-FFF2-40B4-BE49-F238E27FC236}">
                  <a16:creationId xmlns:a16="http://schemas.microsoft.com/office/drawing/2014/main" id="{946F26C8-2F1E-616A-5D6A-9A6330B72C17}"/>
                </a:ext>
              </a:extLst>
            </p:cNvPr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2088;p23">
              <a:extLst>
                <a:ext uri="{FF2B5EF4-FFF2-40B4-BE49-F238E27FC236}">
                  <a16:creationId xmlns:a16="http://schemas.microsoft.com/office/drawing/2014/main" id="{0D9912D7-538D-2DBE-F064-8B1E7D54FB90}"/>
                </a:ext>
              </a:extLst>
            </p:cNvPr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2089;p23">
              <a:extLst>
                <a:ext uri="{FF2B5EF4-FFF2-40B4-BE49-F238E27FC236}">
                  <a16:creationId xmlns:a16="http://schemas.microsoft.com/office/drawing/2014/main" id="{2FBE1AE0-2F56-4ACF-9055-64B13C89EEDB}"/>
                </a:ext>
              </a:extLst>
            </p:cNvPr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2090;p23">
              <a:extLst>
                <a:ext uri="{FF2B5EF4-FFF2-40B4-BE49-F238E27FC236}">
                  <a16:creationId xmlns:a16="http://schemas.microsoft.com/office/drawing/2014/main" id="{07BE7599-D5BA-E833-943C-B272A2FD1B72}"/>
                </a:ext>
              </a:extLst>
            </p:cNvPr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2091;p23">
              <a:extLst>
                <a:ext uri="{FF2B5EF4-FFF2-40B4-BE49-F238E27FC236}">
                  <a16:creationId xmlns:a16="http://schemas.microsoft.com/office/drawing/2014/main" id="{9B960BE6-CA78-2737-4448-B7F1EE32C83D}"/>
                </a:ext>
              </a:extLst>
            </p:cNvPr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2092;p23">
              <a:extLst>
                <a:ext uri="{FF2B5EF4-FFF2-40B4-BE49-F238E27FC236}">
                  <a16:creationId xmlns:a16="http://schemas.microsoft.com/office/drawing/2014/main" id="{90B4B616-DB07-545C-F7AC-07D68BBD36E0}"/>
                </a:ext>
              </a:extLst>
            </p:cNvPr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2093;p23">
              <a:extLst>
                <a:ext uri="{FF2B5EF4-FFF2-40B4-BE49-F238E27FC236}">
                  <a16:creationId xmlns:a16="http://schemas.microsoft.com/office/drawing/2014/main" id="{F934C53C-575A-1149-A9E0-20B444688114}"/>
                </a:ext>
              </a:extLst>
            </p:cNvPr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2094;p23">
              <a:extLst>
                <a:ext uri="{FF2B5EF4-FFF2-40B4-BE49-F238E27FC236}">
                  <a16:creationId xmlns:a16="http://schemas.microsoft.com/office/drawing/2014/main" id="{959B71E0-94E1-3A7E-7DA7-FDDE2C559BC2}"/>
                </a:ext>
              </a:extLst>
            </p:cNvPr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2095;p23">
              <a:extLst>
                <a:ext uri="{FF2B5EF4-FFF2-40B4-BE49-F238E27FC236}">
                  <a16:creationId xmlns:a16="http://schemas.microsoft.com/office/drawing/2014/main" id="{A8DAA3AE-937A-6489-E581-82404303630A}"/>
                </a:ext>
              </a:extLst>
            </p:cNvPr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2096;p23">
              <a:extLst>
                <a:ext uri="{FF2B5EF4-FFF2-40B4-BE49-F238E27FC236}">
                  <a16:creationId xmlns:a16="http://schemas.microsoft.com/office/drawing/2014/main" id="{BEAEB2F0-A4F1-9BE3-8565-74C26A86A54E}"/>
                </a:ext>
              </a:extLst>
            </p:cNvPr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2097;p23">
              <a:extLst>
                <a:ext uri="{FF2B5EF4-FFF2-40B4-BE49-F238E27FC236}">
                  <a16:creationId xmlns:a16="http://schemas.microsoft.com/office/drawing/2014/main" id="{C94BF6A7-D2E7-7C0A-B73B-3CA4963CF8DE}"/>
                </a:ext>
              </a:extLst>
            </p:cNvPr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2098;p23">
              <a:extLst>
                <a:ext uri="{FF2B5EF4-FFF2-40B4-BE49-F238E27FC236}">
                  <a16:creationId xmlns:a16="http://schemas.microsoft.com/office/drawing/2014/main" id="{C4B406DF-8F31-E7EB-AFD9-5607A37E1501}"/>
                </a:ext>
              </a:extLst>
            </p:cNvPr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2099;p23">
              <a:extLst>
                <a:ext uri="{FF2B5EF4-FFF2-40B4-BE49-F238E27FC236}">
                  <a16:creationId xmlns:a16="http://schemas.microsoft.com/office/drawing/2014/main" id="{5C4D5270-6848-C162-400E-4BF5F6D0A682}"/>
                </a:ext>
              </a:extLst>
            </p:cNvPr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2100;p23">
              <a:extLst>
                <a:ext uri="{FF2B5EF4-FFF2-40B4-BE49-F238E27FC236}">
                  <a16:creationId xmlns:a16="http://schemas.microsoft.com/office/drawing/2014/main" id="{DE09D195-F962-E696-BC92-CE1802901DCC}"/>
                </a:ext>
              </a:extLst>
            </p:cNvPr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2101;p23">
              <a:extLst>
                <a:ext uri="{FF2B5EF4-FFF2-40B4-BE49-F238E27FC236}">
                  <a16:creationId xmlns:a16="http://schemas.microsoft.com/office/drawing/2014/main" id="{FB652A81-E6C9-302B-262B-4A3AAF3E3174}"/>
                </a:ext>
              </a:extLst>
            </p:cNvPr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2102;p23">
              <a:extLst>
                <a:ext uri="{FF2B5EF4-FFF2-40B4-BE49-F238E27FC236}">
                  <a16:creationId xmlns:a16="http://schemas.microsoft.com/office/drawing/2014/main" id="{585ED949-2383-0A37-67F9-2261C7FC5CDB}"/>
                </a:ext>
              </a:extLst>
            </p:cNvPr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2103;p23">
              <a:extLst>
                <a:ext uri="{FF2B5EF4-FFF2-40B4-BE49-F238E27FC236}">
                  <a16:creationId xmlns:a16="http://schemas.microsoft.com/office/drawing/2014/main" id="{2D80EAF7-4504-5F71-D8BA-057F323A4A96}"/>
                </a:ext>
              </a:extLst>
            </p:cNvPr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2104;p23">
              <a:extLst>
                <a:ext uri="{FF2B5EF4-FFF2-40B4-BE49-F238E27FC236}">
                  <a16:creationId xmlns:a16="http://schemas.microsoft.com/office/drawing/2014/main" id="{9D41BDF9-B5DE-52DC-95E0-13AA757BBDAC}"/>
                </a:ext>
              </a:extLst>
            </p:cNvPr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2105;p23">
              <a:extLst>
                <a:ext uri="{FF2B5EF4-FFF2-40B4-BE49-F238E27FC236}">
                  <a16:creationId xmlns:a16="http://schemas.microsoft.com/office/drawing/2014/main" id="{BB0818B4-6E02-B34B-6762-8AA90F234B4F}"/>
                </a:ext>
              </a:extLst>
            </p:cNvPr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2106;p23">
              <a:extLst>
                <a:ext uri="{FF2B5EF4-FFF2-40B4-BE49-F238E27FC236}">
                  <a16:creationId xmlns:a16="http://schemas.microsoft.com/office/drawing/2014/main" id="{9DCD3858-B86D-3E0F-A5C2-658B1D846585}"/>
                </a:ext>
              </a:extLst>
            </p:cNvPr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2107;p23">
              <a:extLst>
                <a:ext uri="{FF2B5EF4-FFF2-40B4-BE49-F238E27FC236}">
                  <a16:creationId xmlns:a16="http://schemas.microsoft.com/office/drawing/2014/main" id="{279E518E-E2BA-4DF8-2F83-2B287E4FF260}"/>
                </a:ext>
              </a:extLst>
            </p:cNvPr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2108;p23">
              <a:extLst>
                <a:ext uri="{FF2B5EF4-FFF2-40B4-BE49-F238E27FC236}">
                  <a16:creationId xmlns:a16="http://schemas.microsoft.com/office/drawing/2014/main" id="{D52D6F71-0B36-A1A2-DB27-FB15DF2C5679}"/>
                </a:ext>
              </a:extLst>
            </p:cNvPr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2109;p23">
              <a:extLst>
                <a:ext uri="{FF2B5EF4-FFF2-40B4-BE49-F238E27FC236}">
                  <a16:creationId xmlns:a16="http://schemas.microsoft.com/office/drawing/2014/main" id="{1C7804B5-7C69-9339-174B-2795FE1551D8}"/>
                </a:ext>
              </a:extLst>
            </p:cNvPr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2110;p23">
              <a:extLst>
                <a:ext uri="{FF2B5EF4-FFF2-40B4-BE49-F238E27FC236}">
                  <a16:creationId xmlns:a16="http://schemas.microsoft.com/office/drawing/2014/main" id="{670E0E20-7DEF-914E-5585-49955CF5F5C0}"/>
                </a:ext>
              </a:extLst>
            </p:cNvPr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2111;p23">
              <a:extLst>
                <a:ext uri="{FF2B5EF4-FFF2-40B4-BE49-F238E27FC236}">
                  <a16:creationId xmlns:a16="http://schemas.microsoft.com/office/drawing/2014/main" id="{25CA88AD-0686-A41D-A586-8CF15507B708}"/>
                </a:ext>
              </a:extLst>
            </p:cNvPr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2112;p23">
              <a:extLst>
                <a:ext uri="{FF2B5EF4-FFF2-40B4-BE49-F238E27FC236}">
                  <a16:creationId xmlns:a16="http://schemas.microsoft.com/office/drawing/2014/main" id="{B35CAFD0-49F6-8DB9-ACFE-3933275A2647}"/>
                </a:ext>
              </a:extLst>
            </p:cNvPr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2113;p23">
              <a:extLst>
                <a:ext uri="{FF2B5EF4-FFF2-40B4-BE49-F238E27FC236}">
                  <a16:creationId xmlns:a16="http://schemas.microsoft.com/office/drawing/2014/main" id="{485C51D1-AB60-55A9-37B3-28B69BCF632A}"/>
                </a:ext>
              </a:extLst>
            </p:cNvPr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2114;p23">
              <a:extLst>
                <a:ext uri="{FF2B5EF4-FFF2-40B4-BE49-F238E27FC236}">
                  <a16:creationId xmlns:a16="http://schemas.microsoft.com/office/drawing/2014/main" id="{C79AA695-1586-1C67-79C5-1C2137B413C3}"/>
                </a:ext>
              </a:extLst>
            </p:cNvPr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2115;p23">
              <a:extLst>
                <a:ext uri="{FF2B5EF4-FFF2-40B4-BE49-F238E27FC236}">
                  <a16:creationId xmlns:a16="http://schemas.microsoft.com/office/drawing/2014/main" id="{2BF6EA57-BBE0-232E-904F-2039EF04FDC8}"/>
                </a:ext>
              </a:extLst>
            </p:cNvPr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165;p13">
            <a:extLst>
              <a:ext uri="{FF2B5EF4-FFF2-40B4-BE49-F238E27FC236}">
                <a16:creationId xmlns:a16="http://schemas.microsoft.com/office/drawing/2014/main" id="{A7241718-191A-3AD4-B6E3-1F01231F3053}"/>
              </a:ext>
            </a:extLst>
          </p:cNvPr>
          <p:cNvSpPr txBox="1"/>
          <p:nvPr/>
        </p:nvSpPr>
        <p:spPr>
          <a:xfrm>
            <a:off x="2845215" y="2593042"/>
            <a:ext cx="3813586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Roboto"/>
                <a:ea typeface="Roboto"/>
                <a:cs typeface="Roboto"/>
                <a:sym typeface="Roboto"/>
              </a:rPr>
              <a:t>Praktikum Algoritma dan Pemrograman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1666EA-BD0E-3C8C-4351-92795B721D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875696">
            <a:off x="4955356" y="223334"/>
            <a:ext cx="2031562" cy="1440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262FB2-7612-D322-CE1A-E86CD1670C98}"/>
              </a:ext>
            </a:extLst>
          </p:cNvPr>
          <p:cNvSpPr txBox="1"/>
          <p:nvPr/>
        </p:nvSpPr>
        <p:spPr>
          <a:xfrm>
            <a:off x="2633497" y="1209760"/>
            <a:ext cx="4151086" cy="1649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6600" b="1" dirty="0">
                <a:latin typeface="Fira Sans Extra Condensed Medium" panose="020B0604020202020204" charset="0"/>
              </a:rPr>
              <a:t>Loop / </a:t>
            </a:r>
            <a:r>
              <a:rPr lang="en-US" sz="6600" b="1" dirty="0" err="1">
                <a:latin typeface="Fira Sans Extra Condensed Medium" panose="020B0604020202020204" charset="0"/>
              </a:rPr>
              <a:t>Perulangan</a:t>
            </a:r>
            <a:endParaRPr lang="en-ID" sz="6600" b="1" dirty="0">
              <a:latin typeface="Fira Sans Extra Condensed Medium" panose="020B060402020202020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9A682F-BCDD-76B9-1E8E-E958185A68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100645">
            <a:off x="3227946" y="3271886"/>
            <a:ext cx="2688108" cy="18687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A8C30-3A75-57FF-C058-6B1A86E62EDB}"/>
              </a:ext>
            </a:extLst>
          </p:cNvPr>
          <p:cNvGrpSpPr/>
          <p:nvPr/>
        </p:nvGrpSpPr>
        <p:grpSpPr>
          <a:xfrm>
            <a:off x="457200" y="618369"/>
            <a:ext cx="4391247" cy="2406347"/>
            <a:chOff x="457200" y="317155"/>
            <a:chExt cx="4391247" cy="2406347"/>
          </a:xfrm>
        </p:grpSpPr>
        <p:sp>
          <p:nvSpPr>
            <p:cNvPr id="164" name="Google Shape;164;p13"/>
            <p:cNvSpPr txBox="1"/>
            <p:nvPr/>
          </p:nvSpPr>
          <p:spPr>
            <a:xfrm>
              <a:off x="467958" y="317155"/>
              <a:ext cx="4380489" cy="15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dirty="0">
                  <a:solidFill>
                    <a:srgbClr val="00002A"/>
                  </a:solidFill>
                  <a:highlight>
                    <a:srgbClr val="FFFFFF"/>
                  </a:highlight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Loop /</a:t>
              </a: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dirty="0">
                  <a:solidFill>
                    <a:srgbClr val="00002A"/>
                  </a:solidFill>
                  <a:highlight>
                    <a:srgbClr val="FFFFFF"/>
                  </a:highlight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Perulangan</a:t>
              </a:r>
            </a:p>
          </p:txBody>
        </p:sp>
        <p:sp>
          <p:nvSpPr>
            <p:cNvPr id="165" name="Google Shape;165;p13"/>
            <p:cNvSpPr txBox="1"/>
            <p:nvPr/>
          </p:nvSpPr>
          <p:spPr>
            <a:xfrm>
              <a:off x="457200" y="19243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Roboto"/>
                  <a:ea typeface="Roboto"/>
                  <a:cs typeface="Roboto"/>
                  <a:sym typeface="Roboto"/>
                </a:rPr>
                <a:t>Praktikum Algoritma dan Pemrograman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" name="Google Shape;165;p13">
              <a:extLst>
                <a:ext uri="{FF2B5EF4-FFF2-40B4-BE49-F238E27FC236}">
                  <a16:creationId xmlns:a16="http://schemas.microsoft.com/office/drawing/2014/main" id="{76F65F1E-0D10-D8B7-4F90-8A4ED99D81C2}"/>
                </a:ext>
              </a:extLst>
            </p:cNvPr>
            <p:cNvSpPr txBox="1"/>
            <p:nvPr/>
          </p:nvSpPr>
          <p:spPr>
            <a:xfrm>
              <a:off x="457200" y="21907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Dosen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Pengampu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: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Rofiq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Cahyo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Prayogo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, S. T, M. T</a:t>
              </a:r>
              <a:endParaRPr lang="fr-FR"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Google Shape;165;p13">
            <a:extLst>
              <a:ext uri="{FF2B5EF4-FFF2-40B4-BE49-F238E27FC236}">
                <a16:creationId xmlns:a16="http://schemas.microsoft.com/office/drawing/2014/main" id="{D9BA0A43-B6FA-B427-3000-6B9D31BEB586}"/>
              </a:ext>
            </a:extLst>
          </p:cNvPr>
          <p:cNvSpPr txBox="1"/>
          <p:nvPr/>
        </p:nvSpPr>
        <p:spPr>
          <a:xfrm>
            <a:off x="467958" y="3562807"/>
            <a:ext cx="3813586" cy="127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Fitra Adi Kusuma(40040326630059)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Rekayasa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Otomasi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Departemen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Industri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Sekolah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Vokasi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Universitas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Diponegoro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EA12FF09-2DED-7976-B19C-F48FAEEA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>
            <a:extLst>
              <a:ext uri="{FF2B5EF4-FFF2-40B4-BE49-F238E27FC236}">
                <a16:creationId xmlns:a16="http://schemas.microsoft.com/office/drawing/2014/main" id="{EFA4F3DE-B285-C1E5-0460-88300ACD3682}"/>
              </a:ext>
            </a:extLst>
          </p:cNvPr>
          <p:cNvGrpSpPr/>
          <p:nvPr/>
        </p:nvGrpSpPr>
        <p:grpSpPr>
          <a:xfrm>
            <a:off x="-1035951" y="1325853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>
              <a:extLst>
                <a:ext uri="{FF2B5EF4-FFF2-40B4-BE49-F238E27FC236}">
                  <a16:creationId xmlns:a16="http://schemas.microsoft.com/office/drawing/2014/main" id="{A3006374-3160-4DE6-C368-4907C5BC15B7}"/>
                </a:ext>
              </a:extLst>
            </p:cNvPr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>
              <a:extLst>
                <a:ext uri="{FF2B5EF4-FFF2-40B4-BE49-F238E27FC236}">
                  <a16:creationId xmlns:a16="http://schemas.microsoft.com/office/drawing/2014/main" id="{7C2DF924-63EF-135F-9A7B-0C7F27347A0E}"/>
                </a:ext>
              </a:extLst>
            </p:cNvPr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>
              <a:extLst>
                <a:ext uri="{FF2B5EF4-FFF2-40B4-BE49-F238E27FC236}">
                  <a16:creationId xmlns:a16="http://schemas.microsoft.com/office/drawing/2014/main" id="{7746B44D-035D-935B-985D-0C7522D1D3FC}"/>
                </a:ext>
              </a:extLst>
            </p:cNvPr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>
              <a:extLst>
                <a:ext uri="{FF2B5EF4-FFF2-40B4-BE49-F238E27FC236}">
                  <a16:creationId xmlns:a16="http://schemas.microsoft.com/office/drawing/2014/main" id="{3F11D981-D926-C0A5-EFE4-DE1A7EB19F6E}"/>
                </a:ext>
              </a:extLst>
            </p:cNvPr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>
              <a:extLst>
                <a:ext uri="{FF2B5EF4-FFF2-40B4-BE49-F238E27FC236}">
                  <a16:creationId xmlns:a16="http://schemas.microsoft.com/office/drawing/2014/main" id="{41562BFE-EA29-5AC6-DB91-B710DF5C77BD}"/>
                </a:ext>
              </a:extLst>
            </p:cNvPr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>
              <a:extLst>
                <a:ext uri="{FF2B5EF4-FFF2-40B4-BE49-F238E27FC236}">
                  <a16:creationId xmlns:a16="http://schemas.microsoft.com/office/drawing/2014/main" id="{ECCC1349-AD44-9AAB-C76A-DE4935114A1F}"/>
                </a:ext>
              </a:extLst>
            </p:cNvPr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>
              <a:extLst>
                <a:ext uri="{FF2B5EF4-FFF2-40B4-BE49-F238E27FC236}">
                  <a16:creationId xmlns:a16="http://schemas.microsoft.com/office/drawing/2014/main" id="{EF95555C-3D7D-A141-1B7D-F042326A12E3}"/>
                </a:ext>
              </a:extLst>
            </p:cNvPr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>
              <a:extLst>
                <a:ext uri="{FF2B5EF4-FFF2-40B4-BE49-F238E27FC236}">
                  <a16:creationId xmlns:a16="http://schemas.microsoft.com/office/drawing/2014/main" id="{C5BF1CBF-C9A8-C8F2-0883-00498D3964B3}"/>
                </a:ext>
              </a:extLst>
            </p:cNvPr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>
              <a:extLst>
                <a:ext uri="{FF2B5EF4-FFF2-40B4-BE49-F238E27FC236}">
                  <a16:creationId xmlns:a16="http://schemas.microsoft.com/office/drawing/2014/main" id="{A71E20DB-8424-136D-BBAE-9A0ABAA1B613}"/>
                </a:ext>
              </a:extLst>
            </p:cNvPr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>
              <a:extLst>
                <a:ext uri="{FF2B5EF4-FFF2-40B4-BE49-F238E27FC236}">
                  <a16:creationId xmlns:a16="http://schemas.microsoft.com/office/drawing/2014/main" id="{9A473A27-4E7A-FDB6-C7D9-B64C0FD9F5CD}"/>
                </a:ext>
              </a:extLst>
            </p:cNvPr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>
              <a:extLst>
                <a:ext uri="{FF2B5EF4-FFF2-40B4-BE49-F238E27FC236}">
                  <a16:creationId xmlns:a16="http://schemas.microsoft.com/office/drawing/2014/main" id="{67B1A6E3-328F-7C57-416B-43023F490702}"/>
                </a:ext>
              </a:extLst>
            </p:cNvPr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>
              <a:extLst>
                <a:ext uri="{FF2B5EF4-FFF2-40B4-BE49-F238E27FC236}">
                  <a16:creationId xmlns:a16="http://schemas.microsoft.com/office/drawing/2014/main" id="{4AB994CF-1F45-DB64-C0CD-6B39EAED297C}"/>
                </a:ext>
              </a:extLst>
            </p:cNvPr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>
              <a:extLst>
                <a:ext uri="{FF2B5EF4-FFF2-40B4-BE49-F238E27FC236}">
                  <a16:creationId xmlns:a16="http://schemas.microsoft.com/office/drawing/2014/main" id="{5B3C8F7F-CF13-92F7-2BD6-A5ADD32BF5D8}"/>
                </a:ext>
              </a:extLst>
            </p:cNvPr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>
              <a:extLst>
                <a:ext uri="{FF2B5EF4-FFF2-40B4-BE49-F238E27FC236}">
                  <a16:creationId xmlns:a16="http://schemas.microsoft.com/office/drawing/2014/main" id="{EA8157B9-1F5C-C2D8-985B-C0759EB0682B}"/>
                </a:ext>
              </a:extLst>
            </p:cNvPr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>
              <a:extLst>
                <a:ext uri="{FF2B5EF4-FFF2-40B4-BE49-F238E27FC236}">
                  <a16:creationId xmlns:a16="http://schemas.microsoft.com/office/drawing/2014/main" id="{7BC927CF-50A5-2819-A989-828BFCE6C653}"/>
                </a:ext>
              </a:extLst>
            </p:cNvPr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>
              <a:extLst>
                <a:ext uri="{FF2B5EF4-FFF2-40B4-BE49-F238E27FC236}">
                  <a16:creationId xmlns:a16="http://schemas.microsoft.com/office/drawing/2014/main" id="{30FAF843-1F69-C25D-4082-2A2B5B2ABCD2}"/>
                </a:ext>
              </a:extLst>
            </p:cNvPr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>
              <a:extLst>
                <a:ext uri="{FF2B5EF4-FFF2-40B4-BE49-F238E27FC236}">
                  <a16:creationId xmlns:a16="http://schemas.microsoft.com/office/drawing/2014/main" id="{11E2FA89-763F-0508-8A0E-4D4D87D50758}"/>
                </a:ext>
              </a:extLst>
            </p:cNvPr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>
              <a:extLst>
                <a:ext uri="{FF2B5EF4-FFF2-40B4-BE49-F238E27FC236}">
                  <a16:creationId xmlns:a16="http://schemas.microsoft.com/office/drawing/2014/main" id="{DD3E65BC-DA8F-963D-A502-2F6B77AC0564}"/>
                </a:ext>
              </a:extLst>
            </p:cNvPr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>
              <a:extLst>
                <a:ext uri="{FF2B5EF4-FFF2-40B4-BE49-F238E27FC236}">
                  <a16:creationId xmlns:a16="http://schemas.microsoft.com/office/drawing/2014/main" id="{D2AFB26A-EC6C-9D99-309A-0A6D17CCCAAB}"/>
                </a:ext>
              </a:extLst>
            </p:cNvPr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>
              <a:extLst>
                <a:ext uri="{FF2B5EF4-FFF2-40B4-BE49-F238E27FC236}">
                  <a16:creationId xmlns:a16="http://schemas.microsoft.com/office/drawing/2014/main" id="{426E0832-26BC-0019-FF72-CB8E963CED86}"/>
                </a:ext>
              </a:extLst>
            </p:cNvPr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>
              <a:extLst>
                <a:ext uri="{FF2B5EF4-FFF2-40B4-BE49-F238E27FC236}">
                  <a16:creationId xmlns:a16="http://schemas.microsoft.com/office/drawing/2014/main" id="{DC9B522E-3F04-1039-304C-1F3D5D35FECB}"/>
                </a:ext>
              </a:extLst>
            </p:cNvPr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>
              <a:extLst>
                <a:ext uri="{FF2B5EF4-FFF2-40B4-BE49-F238E27FC236}">
                  <a16:creationId xmlns:a16="http://schemas.microsoft.com/office/drawing/2014/main" id="{80CF352C-1DCF-1BEC-23F5-EF79B721FF69}"/>
                </a:ext>
              </a:extLst>
            </p:cNvPr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>
              <a:extLst>
                <a:ext uri="{FF2B5EF4-FFF2-40B4-BE49-F238E27FC236}">
                  <a16:creationId xmlns:a16="http://schemas.microsoft.com/office/drawing/2014/main" id="{87B51E18-2DE6-AB0E-8266-E3FC3A478D67}"/>
                </a:ext>
              </a:extLst>
            </p:cNvPr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>
              <a:extLst>
                <a:ext uri="{FF2B5EF4-FFF2-40B4-BE49-F238E27FC236}">
                  <a16:creationId xmlns:a16="http://schemas.microsoft.com/office/drawing/2014/main" id="{7EB8142A-A9A5-A474-5C54-B31C3AA386EB}"/>
                </a:ext>
              </a:extLst>
            </p:cNvPr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>
              <a:extLst>
                <a:ext uri="{FF2B5EF4-FFF2-40B4-BE49-F238E27FC236}">
                  <a16:creationId xmlns:a16="http://schemas.microsoft.com/office/drawing/2014/main" id="{B0E8C305-CE28-C90F-53B8-E07A9AA4A50A}"/>
                </a:ext>
              </a:extLst>
            </p:cNvPr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>
              <a:extLst>
                <a:ext uri="{FF2B5EF4-FFF2-40B4-BE49-F238E27FC236}">
                  <a16:creationId xmlns:a16="http://schemas.microsoft.com/office/drawing/2014/main" id="{8F2A10CD-F5EC-54AA-AE58-8FDE9CEE3AFC}"/>
                </a:ext>
              </a:extLst>
            </p:cNvPr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>
              <a:extLst>
                <a:ext uri="{FF2B5EF4-FFF2-40B4-BE49-F238E27FC236}">
                  <a16:creationId xmlns:a16="http://schemas.microsoft.com/office/drawing/2014/main" id="{024FDB2B-F5C3-04B0-4478-544391417491}"/>
                </a:ext>
              </a:extLst>
            </p:cNvPr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>
              <a:extLst>
                <a:ext uri="{FF2B5EF4-FFF2-40B4-BE49-F238E27FC236}">
                  <a16:creationId xmlns:a16="http://schemas.microsoft.com/office/drawing/2014/main" id="{7168CC26-903F-A5AA-D92E-3E88FF3EFC84}"/>
                </a:ext>
              </a:extLst>
            </p:cNvPr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>
              <a:extLst>
                <a:ext uri="{FF2B5EF4-FFF2-40B4-BE49-F238E27FC236}">
                  <a16:creationId xmlns:a16="http://schemas.microsoft.com/office/drawing/2014/main" id="{ADBE36E0-96C4-6DBA-C300-16D68B2DEFA1}"/>
                </a:ext>
              </a:extLst>
            </p:cNvPr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>
              <a:extLst>
                <a:ext uri="{FF2B5EF4-FFF2-40B4-BE49-F238E27FC236}">
                  <a16:creationId xmlns:a16="http://schemas.microsoft.com/office/drawing/2014/main" id="{5C3DA2CC-97E6-93D4-1FE2-8C98A82DEB75}"/>
                </a:ext>
              </a:extLst>
            </p:cNvPr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>
              <a:extLst>
                <a:ext uri="{FF2B5EF4-FFF2-40B4-BE49-F238E27FC236}">
                  <a16:creationId xmlns:a16="http://schemas.microsoft.com/office/drawing/2014/main" id="{563D4B61-1E93-A78E-B3F2-5206B5D6A757}"/>
                </a:ext>
              </a:extLst>
            </p:cNvPr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>
              <a:extLst>
                <a:ext uri="{FF2B5EF4-FFF2-40B4-BE49-F238E27FC236}">
                  <a16:creationId xmlns:a16="http://schemas.microsoft.com/office/drawing/2014/main" id="{2A23B233-E0EB-0F24-3023-C056AF354225}"/>
                </a:ext>
              </a:extLst>
            </p:cNvPr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>
              <a:extLst>
                <a:ext uri="{FF2B5EF4-FFF2-40B4-BE49-F238E27FC236}">
                  <a16:creationId xmlns:a16="http://schemas.microsoft.com/office/drawing/2014/main" id="{89DFD548-B924-E34F-AE83-0A88EF46E9EC}"/>
                </a:ext>
              </a:extLst>
            </p:cNvPr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>
              <a:extLst>
                <a:ext uri="{FF2B5EF4-FFF2-40B4-BE49-F238E27FC236}">
                  <a16:creationId xmlns:a16="http://schemas.microsoft.com/office/drawing/2014/main" id="{FECFD1EF-20A9-6FD8-470A-44438E1A392A}"/>
                </a:ext>
              </a:extLst>
            </p:cNvPr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>
              <a:extLst>
                <a:ext uri="{FF2B5EF4-FFF2-40B4-BE49-F238E27FC236}">
                  <a16:creationId xmlns:a16="http://schemas.microsoft.com/office/drawing/2014/main" id="{BB7777F0-2A80-8CC2-CF73-BFFBB96DE15E}"/>
                </a:ext>
              </a:extLst>
            </p:cNvPr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>
              <a:extLst>
                <a:ext uri="{FF2B5EF4-FFF2-40B4-BE49-F238E27FC236}">
                  <a16:creationId xmlns:a16="http://schemas.microsoft.com/office/drawing/2014/main" id="{441D8B31-630D-4A64-A0E7-11806EDDDFF3}"/>
                </a:ext>
              </a:extLst>
            </p:cNvPr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>
              <a:extLst>
                <a:ext uri="{FF2B5EF4-FFF2-40B4-BE49-F238E27FC236}">
                  <a16:creationId xmlns:a16="http://schemas.microsoft.com/office/drawing/2014/main" id="{CDC636E7-065B-F75C-1E39-6DDEDD578A51}"/>
                </a:ext>
              </a:extLst>
            </p:cNvPr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>
              <a:extLst>
                <a:ext uri="{FF2B5EF4-FFF2-40B4-BE49-F238E27FC236}">
                  <a16:creationId xmlns:a16="http://schemas.microsoft.com/office/drawing/2014/main" id="{A7EFA2DA-D7DD-38E9-05B3-46274146328F}"/>
                </a:ext>
              </a:extLst>
            </p:cNvPr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>
              <a:extLst>
                <a:ext uri="{FF2B5EF4-FFF2-40B4-BE49-F238E27FC236}">
                  <a16:creationId xmlns:a16="http://schemas.microsoft.com/office/drawing/2014/main" id="{6BA92360-7A8D-B4DE-35E9-7300B702332B}"/>
                </a:ext>
              </a:extLst>
            </p:cNvPr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>
              <a:extLst>
                <a:ext uri="{FF2B5EF4-FFF2-40B4-BE49-F238E27FC236}">
                  <a16:creationId xmlns:a16="http://schemas.microsoft.com/office/drawing/2014/main" id="{271579D5-13F3-A1B9-0371-696674E36130}"/>
                </a:ext>
              </a:extLst>
            </p:cNvPr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>
              <a:extLst>
                <a:ext uri="{FF2B5EF4-FFF2-40B4-BE49-F238E27FC236}">
                  <a16:creationId xmlns:a16="http://schemas.microsoft.com/office/drawing/2014/main" id="{9AF9CAA4-6E8E-B620-8A39-50D57276F99A}"/>
                </a:ext>
              </a:extLst>
            </p:cNvPr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6;p14">
            <a:extLst>
              <a:ext uri="{FF2B5EF4-FFF2-40B4-BE49-F238E27FC236}">
                <a16:creationId xmlns:a16="http://schemas.microsoft.com/office/drawing/2014/main" id="{622C4162-71DE-9512-1809-2D69B3AC6EE9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Alur Pembelajaran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57101-45B2-3C04-86AE-BFF434485EAA}"/>
              </a:ext>
            </a:extLst>
          </p:cNvPr>
          <p:cNvSpPr txBox="1"/>
          <p:nvPr/>
        </p:nvSpPr>
        <p:spPr>
          <a:xfrm>
            <a:off x="2275635" y="1424412"/>
            <a:ext cx="70650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Pengertian</a:t>
            </a:r>
            <a:r>
              <a:rPr lang="en-ID" sz="2400" dirty="0">
                <a:latin typeface="Fira Sans" panose="020B0503050000020004" pitchFamily="34" charset="0"/>
              </a:rPr>
              <a:t> Loop/</a:t>
            </a:r>
            <a:r>
              <a:rPr lang="en-ID" sz="2400" dirty="0" err="1">
                <a:latin typeface="Fira Sans" panose="020B0503050000020004" pitchFamily="34" charset="0"/>
              </a:rPr>
              <a:t>perulangan</a:t>
            </a:r>
            <a:endParaRPr lang="en-ID" sz="2400" dirty="0">
              <a:latin typeface="Fira Sans" panose="020B0503050000020004" pitchFamily="34" charset="0"/>
            </a:endParaRP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>
                <a:latin typeface="Fira Sans" panose="020B0503050000020004" pitchFamily="34" charset="0"/>
              </a:rPr>
              <a:t>Jenis loop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Perbedaan</a:t>
            </a:r>
            <a:r>
              <a:rPr lang="en-ID" sz="2400" dirty="0">
                <a:latin typeface="Fira Sans" panose="020B0503050000020004" pitchFamily="34" charset="0"/>
              </a:rPr>
              <a:t> for dan while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>
                <a:latin typeface="Fira Sans" panose="020B0503050000020004" pitchFamily="34" charset="0"/>
              </a:rPr>
              <a:t>Cara </a:t>
            </a:r>
            <a:r>
              <a:rPr lang="en-ID" sz="2400" dirty="0" err="1">
                <a:latin typeface="Fira Sans" panose="020B0503050000020004" pitchFamily="34" charset="0"/>
              </a:rPr>
              <a:t>menyatakan</a:t>
            </a:r>
            <a:r>
              <a:rPr lang="en-ID" sz="2400" dirty="0">
                <a:latin typeface="Fira Sans" panose="020B0503050000020004" pitchFamily="34" charset="0"/>
              </a:rPr>
              <a:t> for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>
                <a:latin typeface="Fira Sans" panose="020B0503050000020004" pitchFamily="34" charset="0"/>
              </a:rPr>
              <a:t>Cara </a:t>
            </a:r>
            <a:r>
              <a:rPr lang="en-ID" sz="2400" dirty="0" err="1">
                <a:latin typeface="Fira Sans" panose="020B0503050000020004" pitchFamily="34" charset="0"/>
              </a:rPr>
              <a:t>menyatakan</a:t>
            </a:r>
            <a:r>
              <a:rPr lang="en-ID" sz="2400" dirty="0">
                <a:latin typeface="Fira Sans" panose="020B0503050000020004" pitchFamily="34" charset="0"/>
              </a:rPr>
              <a:t> while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Perulangan</a:t>
            </a:r>
            <a:r>
              <a:rPr lang="en-ID" sz="2400" dirty="0">
                <a:latin typeface="Fira Sans" panose="020B0503050000020004" pitchFamily="34" charset="0"/>
              </a:rPr>
              <a:t> di flowchart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>
                <a:latin typeface="Fira Sans" panose="020B0503050000020004" pitchFamily="34" charset="0"/>
              </a:rPr>
              <a:t>Break dan </a:t>
            </a:r>
            <a:r>
              <a:rPr lang="en-ID" sz="2400" dirty="0" err="1">
                <a:latin typeface="Fira Sans" panose="020B0503050000020004" pitchFamily="34" charset="0"/>
              </a:rPr>
              <a:t>continu</a:t>
            </a:r>
            <a:endParaRPr lang="en-ID" sz="2400" dirty="0">
              <a:latin typeface="Fira Sans" panose="020B0503050000020004" pitchFamily="34" charset="0"/>
            </a:endParaRP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Pembuatan</a:t>
            </a:r>
            <a:r>
              <a:rPr lang="en-ID" sz="2400" dirty="0">
                <a:latin typeface="Fira Sans" panose="020B0503050000020004" pitchFamily="34" charset="0"/>
              </a:rPr>
              <a:t> </a:t>
            </a:r>
            <a:r>
              <a:rPr lang="en-ID" sz="2400" dirty="0" err="1">
                <a:latin typeface="Fira Sans" panose="020B0503050000020004" pitchFamily="34" charset="0"/>
              </a:rPr>
              <a:t>proyek</a:t>
            </a:r>
            <a:endParaRPr lang="en-ID" sz="2400" dirty="0">
              <a:latin typeface="Fira Sans" panose="020B0503050000020004" pitchFamily="34" charset="0"/>
            </a:endParaRP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>
                <a:latin typeface="Fira Sans" panose="020B0503050000020004" pitchFamily="34" charset="0"/>
              </a:rPr>
              <a:t>Demo program</a:t>
            </a:r>
          </a:p>
        </p:txBody>
      </p:sp>
    </p:spTree>
    <p:extLst>
      <p:ext uri="{BB962C8B-B14F-4D97-AF65-F5344CB8AC3E}">
        <p14:creationId xmlns:p14="http://schemas.microsoft.com/office/powerpoint/2010/main" val="1425310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89CEAAE-7C9E-FAF1-FBEB-AD1E3772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C0F8E6B3-ED3B-FE5A-EE0A-9EE47C793E45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Loop/Perulangan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D8039CED-C96C-7516-4841-2CA00AA5BD4D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5BFD07F-2AEA-BD16-6C47-CE71F9BF4D80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2EE19E1C-975F-C034-2529-A839DECAC36F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47C74899-489D-9D1C-9397-8AC62C455030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25AF2EB7-47D2-CE55-08E1-B121A8DE0134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5B44E3C0-8DA6-C97B-B668-53D786F4E2D1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8E821BDD-8388-9349-2EAD-62F41E61A76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0E1D399C-45E0-8CE2-1544-C1216F5482D0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0DF1A5F6-62D6-D4F4-232E-B30063757673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3F3CF8A3-ED4F-F02F-2161-6A507DE50AB4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chemeClr val="bg2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20DB1B53-81F1-EA07-D47C-3DD8237DE5F2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6542B0DE-1144-1EBB-9052-A932B7F18087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A5E6A3EB-E3CC-31BF-51B4-0C828DF14ACF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EF546E24-E4D3-A726-7135-5BD456DBCBD3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107D529A-CC65-7E48-B76A-D59CB76B79DC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E6AEDC24-9DAD-4B47-EAEF-44F607EB8930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79E41BF-6699-745F-D37C-541D4BC62B94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051713FA-A225-915B-7BE6-440EBE1B238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E257E677-5ECC-0F5A-31C8-9C2EB2638C01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E1CB1729-5B17-7F9A-610F-6E182B50AA41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C4BC6C48-FCCE-1F7A-B345-309A41CC8A85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2DBF8A35-17E9-5799-AE09-4A64FBCCECFC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5DDD890F-D3CC-2579-249C-C249A0E7C9E9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52D8224B-D3EE-D305-0F1F-415481D4A0E9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BED0537A-75DF-FFAA-EBE0-61B6A784C5E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29E1017C-AC14-AB60-2A86-9101BA84ADF3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DA07BC3-7F18-5977-A1FA-03C52140C949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E2095421-3E8F-B145-9576-CE1F7C7B06B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D4CE150C-89D9-A36C-A245-A2050CAD714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F8A596A5-9CEB-65F1-037D-7345FEF559C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F3EE7B23-44E6-43A5-DB66-9C5C4550BD4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73977EAA-BE0E-EA0B-81D5-9051293B19DE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C4EFCD5-CADC-CE6A-A715-ED4D5A24EC9F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38A732EC-7CEB-9107-AAA8-FA0526AF6C22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6CA72296-A841-E7A1-1D4B-10ED721CA2C4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D37EB260-D9BD-ECAF-FA62-FEF381B5E54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232A726-5B1B-AFBB-997D-2FDCC0725799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E21B03AE-6B00-295F-DA1C-BF6BF67E1BC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2CE812FB-2169-3760-350F-7F1B2ED46DDC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B02E9E58-A0D9-9343-4198-48A23889EE95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1BFDEF53-7DEC-3C8C-0005-CE85374A8C10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F9129A50-24B3-0A53-3433-F7B4E38D61B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6F6C3F5-1EF8-52C4-6020-7134F0D7C12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90B8008-4E7C-9F6E-5E85-5FD99D33B87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8F885E0-E487-415C-3B7F-9B59F3F3F88E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E04079D9-878F-0963-D3E7-8925FBA39B2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8C85DB67-9DBD-F4DF-4385-005DFF748116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29308D2C-0671-E12E-A265-4B9BC238E1D0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46376010-5E05-F912-2C8C-C0E0D4B060B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BA4D68C5-4B2D-290C-C849-157E2FF756B7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0A5A3C74-7E10-B3CB-D2F2-206BA98686C2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1FB873FA-19E0-85F0-9431-A4C8DF44EAA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FA6BD393-667A-C34E-6E6B-8BA7AE765B1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CECF4C53-3D7C-F86B-EBCC-B0195C2AB6DE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24E55FC8-F127-AB1D-93E9-26ECF65A2A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F9B51612-165F-C20A-A0E5-AB8EE8F65FC2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9716BDCF-B931-1C17-EFA1-228CB75834AA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1ADF7669-ACE0-7FFA-4B79-06FCFB3C8D38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9913A617-15B2-F36B-84BE-F41299202D07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E2BB4C16-91E5-4125-82FA-A4DC6F595395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C1073AAD-76E5-3CEC-19FD-BCBD45E61BC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EFDE897B-A37E-DA09-7658-2222CB542CEC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8D67868A-D173-961E-4DF4-8A853913A16B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A519DBBA-EEBA-5CC9-B317-6371DDB97BE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267EDA46-AA03-6C9F-AD9C-AAA858D01954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5CF9CA1D-4B47-A49D-BD0D-4BD2E416135A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E6F3440E-A102-7800-7943-5301B490591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7D5F5A3C-2F31-B58A-D8E6-67D9516DAD41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1CA0C158-943E-6789-31E2-BC35744C5EE6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855A86E2-2045-5DC3-7BDC-8505CD9A8BAE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CDB8C304-E0F9-01B4-CEC7-214481D11948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4ADB8D75-FA41-9479-0B1E-97FF2344BCB2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6CB7ED60-6F32-96FF-175D-716B0EE6510D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3B337FCC-5B4C-B9A7-6023-23782DF658FA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596A3581-7748-3F40-2DD4-72EF343DFBCB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357D60EF-C1BE-4D00-3BD2-ADDAE6F5095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83DBB05D-0995-1F51-4D08-B1C670DBDF0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0AC9A9BD-3254-97B5-D3E5-3AE93AE662A4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ABD674E5-7F2A-4D8B-B583-229E375C512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D22BD48D-14B1-B0A4-B7F5-332A8CF06E2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5732B4CB-5472-A45F-E46A-FD3063301879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A70661FE-F63A-EE3B-0013-89291861CF6E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F7CF227A-BD8E-166E-298D-6E7373C542C9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D92705C8-0830-A3BE-1B76-F46A023B1EF9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FC5CF074-A9C1-85C8-8DDF-C53070E9F4CD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61FAB73C-012A-1068-EB77-198EF51D35D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AF435574-C310-3CEE-E191-369E8F47BBFD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89567D6-46C0-DEC6-65C0-69EB1F83046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F125FEAD-923D-1ECC-0E59-9ACC7BF8257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2E13C9B9-2B37-8605-0380-54DB406DFA6E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F12A3C3B-A656-FEAF-36D1-26298CC90F38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0111635-29CC-E2F2-3534-8DF9B0BF0CA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ED71EE52-90A8-D7BD-C882-9FB832041687}"/>
              </a:ext>
            </a:extLst>
          </p:cNvPr>
          <p:cNvSpPr txBox="1"/>
          <p:nvPr/>
        </p:nvSpPr>
        <p:spPr>
          <a:xfrm>
            <a:off x="2949365" y="1733550"/>
            <a:ext cx="325957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 err="1"/>
              <a:t>Perintah</a:t>
            </a:r>
            <a:r>
              <a:rPr lang="en-ID" sz="2000" dirty="0"/>
              <a:t> yang </a:t>
            </a:r>
            <a:r>
              <a:rPr lang="en-ID" sz="2000" dirty="0" err="1"/>
              <a:t>dilakukan</a:t>
            </a:r>
            <a:r>
              <a:rPr lang="en-ID" sz="2000" dirty="0"/>
              <a:t> </a:t>
            </a:r>
            <a:r>
              <a:rPr lang="en-ID" sz="2000" dirty="0" err="1"/>
              <a:t>terus-menerus</a:t>
            </a:r>
            <a:r>
              <a:rPr lang="en-ID" sz="2000" dirty="0"/>
              <a:t> </a:t>
            </a:r>
            <a:r>
              <a:rPr lang="en-ID" sz="2000" dirty="0" err="1"/>
              <a:t>hingga</a:t>
            </a:r>
            <a:r>
              <a:rPr lang="en-ID" sz="2000" dirty="0"/>
              <a:t> </a:t>
            </a:r>
            <a:r>
              <a:rPr lang="en-ID" sz="2000" dirty="0" err="1"/>
              <a:t>kondisi</a:t>
            </a:r>
            <a:r>
              <a:rPr lang="en-ID" sz="2000" dirty="0"/>
              <a:t> </a:t>
            </a:r>
            <a:r>
              <a:rPr lang="en-ID" sz="2000" dirty="0" err="1"/>
              <a:t>tertentu</a:t>
            </a:r>
            <a:r>
              <a:rPr lang="en-ID" sz="2000" dirty="0"/>
              <a:t> </a:t>
            </a:r>
            <a:r>
              <a:rPr lang="en-ID" sz="2000" dirty="0" err="1"/>
              <a:t>terpenuhi</a:t>
            </a:r>
            <a:r>
              <a:rPr lang="en-ID" sz="2000" dirty="0"/>
              <a:t>.</a:t>
            </a:r>
            <a:br>
              <a:rPr lang="en-ID" sz="4400" dirty="0"/>
            </a:br>
            <a:endParaRPr sz="44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93634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E45259D2-C859-A289-13DF-78FCC8FB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282C5436-2285-D6F8-BA17-311DC9A9432F}"/>
              </a:ext>
            </a:extLst>
          </p:cNvPr>
          <p:cNvSpPr txBox="1"/>
          <p:nvPr/>
        </p:nvSpPr>
        <p:spPr>
          <a:xfrm>
            <a:off x="710250" y="24014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Fungsi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loop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dalam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pemrograman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" name="Google Shape;222;p14">
            <a:extLst>
              <a:ext uri="{FF2B5EF4-FFF2-40B4-BE49-F238E27FC236}">
                <a16:creationId xmlns:a16="http://schemas.microsoft.com/office/drawing/2014/main" id="{B96D496A-9D83-26DE-61F4-4FC8DD20C897}"/>
              </a:ext>
            </a:extLst>
          </p:cNvPr>
          <p:cNvSpPr/>
          <p:nvPr/>
        </p:nvSpPr>
        <p:spPr>
          <a:xfrm>
            <a:off x="985303" y="225018"/>
            <a:ext cx="7189631" cy="6138746"/>
          </a:xfrm>
          <a:custGeom>
            <a:avLst/>
            <a:gdLst/>
            <a:ahLst/>
            <a:cxnLst/>
            <a:rect l="l" t="t" r="r" b="b"/>
            <a:pathLst>
              <a:path w="122402" h="110810" fill="none" extrusionOk="0">
                <a:moveTo>
                  <a:pt x="25335" y="0"/>
                </a:moveTo>
                <a:cubicBezTo>
                  <a:pt x="10008" y="11148"/>
                  <a:pt x="0" y="29199"/>
                  <a:pt x="0" y="49594"/>
                </a:cubicBezTo>
                <a:cubicBezTo>
                  <a:pt x="0" y="83416"/>
                  <a:pt x="27394" y="110810"/>
                  <a:pt x="61185" y="110810"/>
                </a:cubicBezTo>
                <a:cubicBezTo>
                  <a:pt x="95007" y="110810"/>
                  <a:pt x="122401" y="83416"/>
                  <a:pt x="122401" y="49594"/>
                </a:cubicBezTo>
                <a:cubicBezTo>
                  <a:pt x="122401" y="29199"/>
                  <a:pt x="112394" y="11116"/>
                  <a:pt x="97034" y="0"/>
                </a:cubicBez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223;p14">
            <a:extLst>
              <a:ext uri="{FF2B5EF4-FFF2-40B4-BE49-F238E27FC236}">
                <a16:creationId xmlns:a16="http://schemas.microsoft.com/office/drawing/2014/main" id="{E6D9AFDA-AD75-624E-D5EA-3B74BEF14AB5}"/>
              </a:ext>
            </a:extLst>
          </p:cNvPr>
          <p:cNvSpPr/>
          <p:nvPr/>
        </p:nvSpPr>
        <p:spPr>
          <a:xfrm>
            <a:off x="717400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" y="0"/>
                </a:moveTo>
                <a:lnTo>
                  <a:pt x="18939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224;p14">
            <a:extLst>
              <a:ext uri="{FF2B5EF4-FFF2-40B4-BE49-F238E27FC236}">
                <a16:creationId xmlns:a16="http://schemas.microsoft.com/office/drawing/2014/main" id="{6266C751-1D98-A3CF-1A07-A4F174D29237}"/>
              </a:ext>
            </a:extLst>
          </p:cNvPr>
          <p:cNvSpPr/>
          <p:nvPr/>
        </p:nvSpPr>
        <p:spPr>
          <a:xfrm>
            <a:off x="717400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1" y="1"/>
                </a:moveTo>
                <a:lnTo>
                  <a:pt x="26888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225;p14">
            <a:extLst>
              <a:ext uri="{FF2B5EF4-FFF2-40B4-BE49-F238E27FC236}">
                <a16:creationId xmlns:a16="http://schemas.microsoft.com/office/drawing/2014/main" id="{33BB1F72-60C1-6F89-4180-10C5B86988DC}"/>
              </a:ext>
            </a:extLst>
          </p:cNvPr>
          <p:cNvSpPr/>
          <p:nvPr/>
        </p:nvSpPr>
        <p:spPr>
          <a:xfrm>
            <a:off x="717400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1" y="1"/>
                </a:moveTo>
                <a:lnTo>
                  <a:pt x="4783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226;p14">
            <a:extLst>
              <a:ext uri="{FF2B5EF4-FFF2-40B4-BE49-F238E27FC236}">
                <a16:creationId xmlns:a16="http://schemas.microsoft.com/office/drawing/2014/main" id="{1EF32F63-0C0D-FAF4-A7DA-A1FAA3866199}"/>
              </a:ext>
            </a:extLst>
          </p:cNvPr>
          <p:cNvSpPr/>
          <p:nvPr/>
        </p:nvSpPr>
        <p:spPr>
          <a:xfrm>
            <a:off x="7328464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8939" y="0"/>
                </a:moveTo>
                <a:lnTo>
                  <a:pt x="1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227;p14">
            <a:extLst>
              <a:ext uri="{FF2B5EF4-FFF2-40B4-BE49-F238E27FC236}">
                <a16:creationId xmlns:a16="http://schemas.microsoft.com/office/drawing/2014/main" id="{26033919-D02E-12D6-9033-20971169A933}"/>
              </a:ext>
            </a:extLst>
          </p:cNvPr>
          <p:cNvSpPr/>
          <p:nvPr/>
        </p:nvSpPr>
        <p:spPr>
          <a:xfrm>
            <a:off x="6861556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26888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228;p14">
            <a:extLst>
              <a:ext uri="{FF2B5EF4-FFF2-40B4-BE49-F238E27FC236}">
                <a16:creationId xmlns:a16="http://schemas.microsoft.com/office/drawing/2014/main" id="{C3ECA074-C1B0-8773-87E0-5948EF07417F}"/>
              </a:ext>
            </a:extLst>
          </p:cNvPr>
          <p:cNvSpPr/>
          <p:nvPr/>
        </p:nvSpPr>
        <p:spPr>
          <a:xfrm>
            <a:off x="8159957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4783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091A92-CD8A-4B53-E8A1-4B48B5FB7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277" y="1133155"/>
            <a:ext cx="5785445" cy="12971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6E2B26-4498-77A7-8540-D0B033699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489" y="3280787"/>
            <a:ext cx="6025019" cy="10526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D49329-CE78-20CA-C603-277BA6F56B39}"/>
              </a:ext>
            </a:extLst>
          </p:cNvPr>
          <p:cNvSpPr txBox="1"/>
          <p:nvPr/>
        </p:nvSpPr>
        <p:spPr>
          <a:xfrm>
            <a:off x="3274207" y="2371695"/>
            <a:ext cx="2595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tulis</a:t>
            </a:r>
            <a:r>
              <a:rPr lang="en-US" sz="2000" dirty="0"/>
              <a:t> </a:t>
            </a:r>
            <a:r>
              <a:rPr lang="en-US" sz="2000" dirty="0" err="1"/>
              <a:t>berkali</a:t>
            </a:r>
            <a:r>
              <a:rPr lang="en-US" sz="2000" dirty="0"/>
              <a:t> kali</a:t>
            </a:r>
            <a:endParaRPr lang="en-ID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0C3471-525D-3338-1361-A45A84FF85F8}"/>
              </a:ext>
            </a:extLst>
          </p:cNvPr>
          <p:cNvSpPr txBox="1"/>
          <p:nvPr/>
        </p:nvSpPr>
        <p:spPr>
          <a:xfrm>
            <a:off x="3282327" y="4333434"/>
            <a:ext cx="3094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Hanya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ditulis</a:t>
            </a:r>
            <a:r>
              <a:rPr lang="en-US" sz="2000" dirty="0"/>
              <a:t> </a:t>
            </a:r>
            <a:r>
              <a:rPr lang="en-US" sz="2000" dirty="0" err="1"/>
              <a:t>sekali</a:t>
            </a:r>
            <a:r>
              <a:rPr lang="en-US" sz="2000" dirty="0"/>
              <a:t> 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18011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1965401" y="-120723"/>
            <a:ext cx="5213198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Jenis loop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950F708C-B7C5-43B9-4286-A189C656B830}"/>
              </a:ext>
            </a:extLst>
          </p:cNvPr>
          <p:cNvSpPr txBox="1"/>
          <p:nvPr/>
        </p:nvSpPr>
        <p:spPr>
          <a:xfrm>
            <a:off x="489429" y="826671"/>
            <a:ext cx="752785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Terdapat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dua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jenis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perulangan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dalam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bahasa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pemrograman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python: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perulangan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for dan  while.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oogle Shape;221;p14">
            <a:extLst>
              <a:ext uri="{FF2B5EF4-FFF2-40B4-BE49-F238E27FC236}">
                <a16:creationId xmlns:a16="http://schemas.microsoft.com/office/drawing/2014/main" id="{47B0719C-821D-067C-81D4-1D77FBB4FB20}"/>
              </a:ext>
            </a:extLst>
          </p:cNvPr>
          <p:cNvGrpSpPr/>
          <p:nvPr/>
        </p:nvGrpSpPr>
        <p:grpSpPr>
          <a:xfrm>
            <a:off x="0" y="1305118"/>
            <a:ext cx="5213198" cy="4117782"/>
            <a:chOff x="2820853" y="1403508"/>
            <a:chExt cx="3502263" cy="2951424"/>
          </a:xfrm>
        </p:grpSpPr>
        <p:sp>
          <p:nvSpPr>
            <p:cNvPr id="3" name="Google Shape;222;p14">
              <a:extLst>
                <a:ext uri="{FF2B5EF4-FFF2-40B4-BE49-F238E27FC236}">
                  <a16:creationId xmlns:a16="http://schemas.microsoft.com/office/drawing/2014/main" id="{FB53C8DD-CCE7-A2CB-0C90-94699F0E7ADE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23;p14">
              <a:extLst>
                <a:ext uri="{FF2B5EF4-FFF2-40B4-BE49-F238E27FC236}">
                  <a16:creationId xmlns:a16="http://schemas.microsoft.com/office/drawing/2014/main" id="{C9A9E152-BC1C-5CE5-AEE7-7171EEC5C1A8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24;p14">
              <a:extLst>
                <a:ext uri="{FF2B5EF4-FFF2-40B4-BE49-F238E27FC236}">
                  <a16:creationId xmlns:a16="http://schemas.microsoft.com/office/drawing/2014/main" id="{4615AB44-9EA6-C32B-FD84-7ACD0186752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5;p14">
              <a:extLst>
                <a:ext uri="{FF2B5EF4-FFF2-40B4-BE49-F238E27FC236}">
                  <a16:creationId xmlns:a16="http://schemas.microsoft.com/office/drawing/2014/main" id="{31F608F1-192B-06CA-7340-AC0633F99586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6;p14">
              <a:extLst>
                <a:ext uri="{FF2B5EF4-FFF2-40B4-BE49-F238E27FC236}">
                  <a16:creationId xmlns:a16="http://schemas.microsoft.com/office/drawing/2014/main" id="{7A870309-1514-19B9-5D64-1A09BF81F673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7;p14">
              <a:extLst>
                <a:ext uri="{FF2B5EF4-FFF2-40B4-BE49-F238E27FC236}">
                  <a16:creationId xmlns:a16="http://schemas.microsoft.com/office/drawing/2014/main" id="{6E9C3938-7082-3AA4-3254-80481CD0324E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8;p14">
              <a:extLst>
                <a:ext uri="{FF2B5EF4-FFF2-40B4-BE49-F238E27FC236}">
                  <a16:creationId xmlns:a16="http://schemas.microsoft.com/office/drawing/2014/main" id="{96D534B2-2DCC-6759-B3AE-A5E9EC50E9F9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9;p14">
              <a:extLst>
                <a:ext uri="{FF2B5EF4-FFF2-40B4-BE49-F238E27FC236}">
                  <a16:creationId xmlns:a16="http://schemas.microsoft.com/office/drawing/2014/main" id="{005B4511-CB69-490B-3508-FF13F137DDE2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0;p14">
              <a:extLst>
                <a:ext uri="{FF2B5EF4-FFF2-40B4-BE49-F238E27FC236}">
                  <a16:creationId xmlns:a16="http://schemas.microsoft.com/office/drawing/2014/main" id="{FBD8D013-ED45-EE8E-CE6C-D72E2F9B43AC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chemeClr val="bg2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1;p14">
              <a:extLst>
                <a:ext uri="{FF2B5EF4-FFF2-40B4-BE49-F238E27FC236}">
                  <a16:creationId xmlns:a16="http://schemas.microsoft.com/office/drawing/2014/main" id="{4CA3C6F1-9105-492F-CBDB-5A8E6B9D2DAF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2;p14">
              <a:extLst>
                <a:ext uri="{FF2B5EF4-FFF2-40B4-BE49-F238E27FC236}">
                  <a16:creationId xmlns:a16="http://schemas.microsoft.com/office/drawing/2014/main" id="{D7DD211E-58A1-EBD4-B1E9-E3349AEE6A61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3;p14">
              <a:extLst>
                <a:ext uri="{FF2B5EF4-FFF2-40B4-BE49-F238E27FC236}">
                  <a16:creationId xmlns:a16="http://schemas.microsoft.com/office/drawing/2014/main" id="{9689F204-1F88-0533-7396-90CDAD32BE5F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4;p14">
              <a:extLst>
                <a:ext uri="{FF2B5EF4-FFF2-40B4-BE49-F238E27FC236}">
                  <a16:creationId xmlns:a16="http://schemas.microsoft.com/office/drawing/2014/main" id="{0CADDD05-A6D9-7130-7E14-8467E0FB92C0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5;p14">
              <a:extLst>
                <a:ext uri="{FF2B5EF4-FFF2-40B4-BE49-F238E27FC236}">
                  <a16:creationId xmlns:a16="http://schemas.microsoft.com/office/drawing/2014/main" id="{4A9BFFA8-FA3D-55A2-512C-6DAEB5F7F921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6;p14">
              <a:extLst>
                <a:ext uri="{FF2B5EF4-FFF2-40B4-BE49-F238E27FC236}">
                  <a16:creationId xmlns:a16="http://schemas.microsoft.com/office/drawing/2014/main" id="{663B486E-2A82-0316-F565-616E7B4304F4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7;p14">
              <a:extLst>
                <a:ext uri="{FF2B5EF4-FFF2-40B4-BE49-F238E27FC236}">
                  <a16:creationId xmlns:a16="http://schemas.microsoft.com/office/drawing/2014/main" id="{4D22CF4B-579F-1D27-4190-64445F1538EE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8;p14">
              <a:extLst>
                <a:ext uri="{FF2B5EF4-FFF2-40B4-BE49-F238E27FC236}">
                  <a16:creationId xmlns:a16="http://schemas.microsoft.com/office/drawing/2014/main" id="{A6B78256-9A21-4183-9A7E-55CCC3183D5B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9;p14">
              <a:extLst>
                <a:ext uri="{FF2B5EF4-FFF2-40B4-BE49-F238E27FC236}">
                  <a16:creationId xmlns:a16="http://schemas.microsoft.com/office/drawing/2014/main" id="{440CFF3A-A85C-9963-1CF9-214314E37BB1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0;p14">
              <a:extLst>
                <a:ext uri="{FF2B5EF4-FFF2-40B4-BE49-F238E27FC236}">
                  <a16:creationId xmlns:a16="http://schemas.microsoft.com/office/drawing/2014/main" id="{F6F5A18F-A753-3187-D1EB-554EAAC3C247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1;p14">
              <a:extLst>
                <a:ext uri="{FF2B5EF4-FFF2-40B4-BE49-F238E27FC236}">
                  <a16:creationId xmlns:a16="http://schemas.microsoft.com/office/drawing/2014/main" id="{86FA60B0-F973-6A3E-E954-CD650C43940B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2;p14">
              <a:extLst>
                <a:ext uri="{FF2B5EF4-FFF2-40B4-BE49-F238E27FC236}">
                  <a16:creationId xmlns:a16="http://schemas.microsoft.com/office/drawing/2014/main" id="{7E6CC799-047B-084C-21B2-4381D35A6AE3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3;p14">
              <a:extLst>
                <a:ext uri="{FF2B5EF4-FFF2-40B4-BE49-F238E27FC236}">
                  <a16:creationId xmlns:a16="http://schemas.microsoft.com/office/drawing/2014/main" id="{FD92F894-B4CD-E0F2-3A0E-3D671F8F9C36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4;p14">
              <a:extLst>
                <a:ext uri="{FF2B5EF4-FFF2-40B4-BE49-F238E27FC236}">
                  <a16:creationId xmlns:a16="http://schemas.microsoft.com/office/drawing/2014/main" id="{5F580FF9-1B69-B35A-2B0A-AD556FF5D5CD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5;p14">
              <a:extLst>
                <a:ext uri="{FF2B5EF4-FFF2-40B4-BE49-F238E27FC236}">
                  <a16:creationId xmlns:a16="http://schemas.microsoft.com/office/drawing/2014/main" id="{30ACE687-907B-1638-842B-C6C1E24B2951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6;p14">
              <a:extLst>
                <a:ext uri="{FF2B5EF4-FFF2-40B4-BE49-F238E27FC236}">
                  <a16:creationId xmlns:a16="http://schemas.microsoft.com/office/drawing/2014/main" id="{1A8F95AC-2470-57C3-7A64-73AE8934EF5F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7;p14">
              <a:extLst>
                <a:ext uri="{FF2B5EF4-FFF2-40B4-BE49-F238E27FC236}">
                  <a16:creationId xmlns:a16="http://schemas.microsoft.com/office/drawing/2014/main" id="{6D0700E5-32AC-FC4C-788F-0D44A037327C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8;p14">
              <a:extLst>
                <a:ext uri="{FF2B5EF4-FFF2-40B4-BE49-F238E27FC236}">
                  <a16:creationId xmlns:a16="http://schemas.microsoft.com/office/drawing/2014/main" id="{063E40F2-6109-B10E-9B6D-E7E7A3426C53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9;p14">
              <a:extLst>
                <a:ext uri="{FF2B5EF4-FFF2-40B4-BE49-F238E27FC236}">
                  <a16:creationId xmlns:a16="http://schemas.microsoft.com/office/drawing/2014/main" id="{92354818-A231-2AD0-5323-ED5229A5161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0;p14">
              <a:extLst>
                <a:ext uri="{FF2B5EF4-FFF2-40B4-BE49-F238E27FC236}">
                  <a16:creationId xmlns:a16="http://schemas.microsoft.com/office/drawing/2014/main" id="{A1FC3988-FF77-C115-F791-DCB88492F10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1;p14">
              <a:extLst>
                <a:ext uri="{FF2B5EF4-FFF2-40B4-BE49-F238E27FC236}">
                  <a16:creationId xmlns:a16="http://schemas.microsoft.com/office/drawing/2014/main" id="{8A51978E-C597-17E5-3497-6DF59AFE4018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2;p14">
              <a:extLst>
                <a:ext uri="{FF2B5EF4-FFF2-40B4-BE49-F238E27FC236}">
                  <a16:creationId xmlns:a16="http://schemas.microsoft.com/office/drawing/2014/main" id="{4E63FB60-5D0A-FFC9-EA85-A07E2B9F3E16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3;p14">
              <a:extLst>
                <a:ext uri="{FF2B5EF4-FFF2-40B4-BE49-F238E27FC236}">
                  <a16:creationId xmlns:a16="http://schemas.microsoft.com/office/drawing/2014/main" id="{F70AF77E-C089-B283-7CF5-660435096A48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4;p14">
              <a:extLst>
                <a:ext uri="{FF2B5EF4-FFF2-40B4-BE49-F238E27FC236}">
                  <a16:creationId xmlns:a16="http://schemas.microsoft.com/office/drawing/2014/main" id="{C57CC95A-0EE6-43C5-CD16-C2B128085C22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5;p14">
              <a:extLst>
                <a:ext uri="{FF2B5EF4-FFF2-40B4-BE49-F238E27FC236}">
                  <a16:creationId xmlns:a16="http://schemas.microsoft.com/office/drawing/2014/main" id="{499EF915-63E2-D407-6202-BF94F3A65CE2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6;p14">
              <a:extLst>
                <a:ext uri="{FF2B5EF4-FFF2-40B4-BE49-F238E27FC236}">
                  <a16:creationId xmlns:a16="http://schemas.microsoft.com/office/drawing/2014/main" id="{953B12C9-9AB1-2313-D25B-B19182CA04D4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7;p14">
              <a:extLst>
                <a:ext uri="{FF2B5EF4-FFF2-40B4-BE49-F238E27FC236}">
                  <a16:creationId xmlns:a16="http://schemas.microsoft.com/office/drawing/2014/main" id="{10D81390-FAB8-6C18-8E73-9664AF81D5B0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8;p14">
              <a:extLst>
                <a:ext uri="{FF2B5EF4-FFF2-40B4-BE49-F238E27FC236}">
                  <a16:creationId xmlns:a16="http://schemas.microsoft.com/office/drawing/2014/main" id="{99F46449-C4D2-4154-FA0D-677C1B274FD3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9;p14">
              <a:extLst>
                <a:ext uri="{FF2B5EF4-FFF2-40B4-BE49-F238E27FC236}">
                  <a16:creationId xmlns:a16="http://schemas.microsoft.com/office/drawing/2014/main" id="{822BBE73-8354-062E-0111-364AEFAF0739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60;p14">
              <a:extLst>
                <a:ext uri="{FF2B5EF4-FFF2-40B4-BE49-F238E27FC236}">
                  <a16:creationId xmlns:a16="http://schemas.microsoft.com/office/drawing/2014/main" id="{F8B43850-3DC3-FF3B-F5E1-F86358FEF8E3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1;p14">
              <a:extLst>
                <a:ext uri="{FF2B5EF4-FFF2-40B4-BE49-F238E27FC236}">
                  <a16:creationId xmlns:a16="http://schemas.microsoft.com/office/drawing/2014/main" id="{A44FCD0B-382F-1ADD-7F75-5E04B21F732B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2;p14">
              <a:extLst>
                <a:ext uri="{FF2B5EF4-FFF2-40B4-BE49-F238E27FC236}">
                  <a16:creationId xmlns:a16="http://schemas.microsoft.com/office/drawing/2014/main" id="{515F7648-928D-5A00-AC8F-EA40332DCC48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3;p14">
              <a:extLst>
                <a:ext uri="{FF2B5EF4-FFF2-40B4-BE49-F238E27FC236}">
                  <a16:creationId xmlns:a16="http://schemas.microsoft.com/office/drawing/2014/main" id="{7A27DAB4-7ACC-7BF8-9CC4-74B6B65EB30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4;p14">
              <a:extLst>
                <a:ext uri="{FF2B5EF4-FFF2-40B4-BE49-F238E27FC236}">
                  <a16:creationId xmlns:a16="http://schemas.microsoft.com/office/drawing/2014/main" id="{31662A43-F667-527C-CF9E-5F1B255D56E1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5;p14">
              <a:extLst>
                <a:ext uri="{FF2B5EF4-FFF2-40B4-BE49-F238E27FC236}">
                  <a16:creationId xmlns:a16="http://schemas.microsoft.com/office/drawing/2014/main" id="{2E7A051A-0DDA-C3FE-A0FC-EADD881B5D8A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6;p14">
              <a:extLst>
                <a:ext uri="{FF2B5EF4-FFF2-40B4-BE49-F238E27FC236}">
                  <a16:creationId xmlns:a16="http://schemas.microsoft.com/office/drawing/2014/main" id="{FCCF21E6-61D3-37E7-6250-25D92212124D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7;p14">
              <a:extLst>
                <a:ext uri="{FF2B5EF4-FFF2-40B4-BE49-F238E27FC236}">
                  <a16:creationId xmlns:a16="http://schemas.microsoft.com/office/drawing/2014/main" id="{911447F8-2550-BA3A-DB09-52D3E87C3EB5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8;p14">
              <a:extLst>
                <a:ext uri="{FF2B5EF4-FFF2-40B4-BE49-F238E27FC236}">
                  <a16:creationId xmlns:a16="http://schemas.microsoft.com/office/drawing/2014/main" id="{E12F16DA-DE96-1EA3-8377-4D8D21867071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9;p14">
              <a:extLst>
                <a:ext uri="{FF2B5EF4-FFF2-40B4-BE49-F238E27FC236}">
                  <a16:creationId xmlns:a16="http://schemas.microsoft.com/office/drawing/2014/main" id="{8945EC96-7244-96FD-09E2-2323D46035BA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0;p14">
              <a:extLst>
                <a:ext uri="{FF2B5EF4-FFF2-40B4-BE49-F238E27FC236}">
                  <a16:creationId xmlns:a16="http://schemas.microsoft.com/office/drawing/2014/main" id="{76A3305F-95BB-FAFE-886E-404C06C5A92E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1;p14">
              <a:extLst>
                <a:ext uri="{FF2B5EF4-FFF2-40B4-BE49-F238E27FC236}">
                  <a16:creationId xmlns:a16="http://schemas.microsoft.com/office/drawing/2014/main" id="{0C4A0B4B-F4E4-839B-44CA-A8327FA08AA1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2;p14">
              <a:extLst>
                <a:ext uri="{FF2B5EF4-FFF2-40B4-BE49-F238E27FC236}">
                  <a16:creationId xmlns:a16="http://schemas.microsoft.com/office/drawing/2014/main" id="{F6D85F69-65D4-FAAE-A773-A849C62AAC33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3;p14">
              <a:extLst>
                <a:ext uri="{FF2B5EF4-FFF2-40B4-BE49-F238E27FC236}">
                  <a16:creationId xmlns:a16="http://schemas.microsoft.com/office/drawing/2014/main" id="{AE74FB2C-A8C4-8D38-7A50-C5F52EB0B135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4;p14">
              <a:extLst>
                <a:ext uri="{FF2B5EF4-FFF2-40B4-BE49-F238E27FC236}">
                  <a16:creationId xmlns:a16="http://schemas.microsoft.com/office/drawing/2014/main" id="{EB1CE892-7647-26E2-FCD2-999BB943BD4A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5;p14">
              <a:extLst>
                <a:ext uri="{FF2B5EF4-FFF2-40B4-BE49-F238E27FC236}">
                  <a16:creationId xmlns:a16="http://schemas.microsoft.com/office/drawing/2014/main" id="{F503DE09-FE39-3B3D-81E8-C6D19EB7A57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6;p14">
              <a:extLst>
                <a:ext uri="{FF2B5EF4-FFF2-40B4-BE49-F238E27FC236}">
                  <a16:creationId xmlns:a16="http://schemas.microsoft.com/office/drawing/2014/main" id="{8C76B686-C28E-9175-773A-43346D797FD0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7;p14">
              <a:extLst>
                <a:ext uri="{FF2B5EF4-FFF2-40B4-BE49-F238E27FC236}">
                  <a16:creationId xmlns:a16="http://schemas.microsoft.com/office/drawing/2014/main" id="{B988D6D7-E7EA-D493-0FCA-E9BB76A0A7B8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8;p14">
              <a:extLst>
                <a:ext uri="{FF2B5EF4-FFF2-40B4-BE49-F238E27FC236}">
                  <a16:creationId xmlns:a16="http://schemas.microsoft.com/office/drawing/2014/main" id="{1B6C0FCD-CFEB-EF6C-C5C9-435B8CA62B2F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9;p14">
              <a:extLst>
                <a:ext uri="{FF2B5EF4-FFF2-40B4-BE49-F238E27FC236}">
                  <a16:creationId xmlns:a16="http://schemas.microsoft.com/office/drawing/2014/main" id="{6BB49A20-306C-1769-4060-65647EF2C1B6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80;p14">
              <a:extLst>
                <a:ext uri="{FF2B5EF4-FFF2-40B4-BE49-F238E27FC236}">
                  <a16:creationId xmlns:a16="http://schemas.microsoft.com/office/drawing/2014/main" id="{747D938E-C680-3195-A2C0-9E8223811BA7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1;p14">
              <a:extLst>
                <a:ext uri="{FF2B5EF4-FFF2-40B4-BE49-F238E27FC236}">
                  <a16:creationId xmlns:a16="http://schemas.microsoft.com/office/drawing/2014/main" id="{2151703C-7EFA-BC1B-5E09-FB9220B934AA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82;p14">
              <a:extLst>
                <a:ext uri="{FF2B5EF4-FFF2-40B4-BE49-F238E27FC236}">
                  <a16:creationId xmlns:a16="http://schemas.microsoft.com/office/drawing/2014/main" id="{021439F0-6582-00B4-0F40-299223318914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83;p14">
              <a:extLst>
                <a:ext uri="{FF2B5EF4-FFF2-40B4-BE49-F238E27FC236}">
                  <a16:creationId xmlns:a16="http://schemas.microsoft.com/office/drawing/2014/main" id="{8E7BDD43-B5A6-B341-1A7F-652015EA0937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84;p14">
              <a:extLst>
                <a:ext uri="{FF2B5EF4-FFF2-40B4-BE49-F238E27FC236}">
                  <a16:creationId xmlns:a16="http://schemas.microsoft.com/office/drawing/2014/main" id="{92D3A6E7-0063-30B5-3B28-C2812FFE05B5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85;p14">
              <a:extLst>
                <a:ext uri="{FF2B5EF4-FFF2-40B4-BE49-F238E27FC236}">
                  <a16:creationId xmlns:a16="http://schemas.microsoft.com/office/drawing/2014/main" id="{BDFA9026-47DB-7F5C-C5CC-61F5091A5BA9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86;p14">
              <a:extLst>
                <a:ext uri="{FF2B5EF4-FFF2-40B4-BE49-F238E27FC236}">
                  <a16:creationId xmlns:a16="http://schemas.microsoft.com/office/drawing/2014/main" id="{8F369F81-B401-0339-BD5B-49C778E9FEC8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87;p14">
              <a:extLst>
                <a:ext uri="{FF2B5EF4-FFF2-40B4-BE49-F238E27FC236}">
                  <a16:creationId xmlns:a16="http://schemas.microsoft.com/office/drawing/2014/main" id="{5EF9DD5D-41F9-0786-F221-F42A3950AB87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88;p14">
              <a:extLst>
                <a:ext uri="{FF2B5EF4-FFF2-40B4-BE49-F238E27FC236}">
                  <a16:creationId xmlns:a16="http://schemas.microsoft.com/office/drawing/2014/main" id="{341A5DC8-B8FF-FBB6-B34E-241BDCB4686E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89;p14">
              <a:extLst>
                <a:ext uri="{FF2B5EF4-FFF2-40B4-BE49-F238E27FC236}">
                  <a16:creationId xmlns:a16="http://schemas.microsoft.com/office/drawing/2014/main" id="{F4C9F815-E318-DCF8-8A32-DE8F40A238A1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90;p14">
              <a:extLst>
                <a:ext uri="{FF2B5EF4-FFF2-40B4-BE49-F238E27FC236}">
                  <a16:creationId xmlns:a16="http://schemas.microsoft.com/office/drawing/2014/main" id="{19B14260-725C-167C-A99E-CF8FB535D802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91;p14">
              <a:extLst>
                <a:ext uri="{FF2B5EF4-FFF2-40B4-BE49-F238E27FC236}">
                  <a16:creationId xmlns:a16="http://schemas.microsoft.com/office/drawing/2014/main" id="{417BBCDC-7491-EA13-95DE-C95AC738EE4B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92;p14">
              <a:extLst>
                <a:ext uri="{FF2B5EF4-FFF2-40B4-BE49-F238E27FC236}">
                  <a16:creationId xmlns:a16="http://schemas.microsoft.com/office/drawing/2014/main" id="{0A6C7938-BB3F-1E5F-48E4-23C9F6C71340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93;p14">
              <a:extLst>
                <a:ext uri="{FF2B5EF4-FFF2-40B4-BE49-F238E27FC236}">
                  <a16:creationId xmlns:a16="http://schemas.microsoft.com/office/drawing/2014/main" id="{24991F3C-4B2E-E6DE-0939-6552F343BFDC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94;p14">
              <a:extLst>
                <a:ext uri="{FF2B5EF4-FFF2-40B4-BE49-F238E27FC236}">
                  <a16:creationId xmlns:a16="http://schemas.microsoft.com/office/drawing/2014/main" id="{FE74C1AC-4458-CD4B-15B9-65B511EDC24F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95;p14">
              <a:extLst>
                <a:ext uri="{FF2B5EF4-FFF2-40B4-BE49-F238E27FC236}">
                  <a16:creationId xmlns:a16="http://schemas.microsoft.com/office/drawing/2014/main" id="{BC6CA424-434D-9288-E3B7-6FFE178F75DA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96;p14">
              <a:extLst>
                <a:ext uri="{FF2B5EF4-FFF2-40B4-BE49-F238E27FC236}">
                  <a16:creationId xmlns:a16="http://schemas.microsoft.com/office/drawing/2014/main" id="{0087F268-20B3-C3AF-723E-7652F43F47E4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97;p14">
              <a:extLst>
                <a:ext uri="{FF2B5EF4-FFF2-40B4-BE49-F238E27FC236}">
                  <a16:creationId xmlns:a16="http://schemas.microsoft.com/office/drawing/2014/main" id="{594CDF1A-73A4-72B5-9389-3A36202B28CC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98;p14">
              <a:extLst>
                <a:ext uri="{FF2B5EF4-FFF2-40B4-BE49-F238E27FC236}">
                  <a16:creationId xmlns:a16="http://schemas.microsoft.com/office/drawing/2014/main" id="{D34840F4-C168-36F3-90BE-A58F8D61A1BB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99;p14">
              <a:extLst>
                <a:ext uri="{FF2B5EF4-FFF2-40B4-BE49-F238E27FC236}">
                  <a16:creationId xmlns:a16="http://schemas.microsoft.com/office/drawing/2014/main" id="{C034CCC1-5667-4B0A-76F9-7550E9EAA062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300;p14">
              <a:extLst>
                <a:ext uri="{FF2B5EF4-FFF2-40B4-BE49-F238E27FC236}">
                  <a16:creationId xmlns:a16="http://schemas.microsoft.com/office/drawing/2014/main" id="{1DA89730-8715-39D3-37C4-22E1AF149786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301;p14">
              <a:extLst>
                <a:ext uri="{FF2B5EF4-FFF2-40B4-BE49-F238E27FC236}">
                  <a16:creationId xmlns:a16="http://schemas.microsoft.com/office/drawing/2014/main" id="{90454494-D305-14EE-E021-5A28D6D7A337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302;p14">
              <a:extLst>
                <a:ext uri="{FF2B5EF4-FFF2-40B4-BE49-F238E27FC236}">
                  <a16:creationId xmlns:a16="http://schemas.microsoft.com/office/drawing/2014/main" id="{78507751-B70F-DA73-0038-8FD268680F15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303;p14">
              <a:extLst>
                <a:ext uri="{FF2B5EF4-FFF2-40B4-BE49-F238E27FC236}">
                  <a16:creationId xmlns:a16="http://schemas.microsoft.com/office/drawing/2014/main" id="{AD7B8384-68EF-C60A-E361-7826D1E6D27F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304;p14">
              <a:extLst>
                <a:ext uri="{FF2B5EF4-FFF2-40B4-BE49-F238E27FC236}">
                  <a16:creationId xmlns:a16="http://schemas.microsoft.com/office/drawing/2014/main" id="{1F0BC002-B9A1-02B1-7EBE-A272E882E20C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305;p14">
              <a:extLst>
                <a:ext uri="{FF2B5EF4-FFF2-40B4-BE49-F238E27FC236}">
                  <a16:creationId xmlns:a16="http://schemas.microsoft.com/office/drawing/2014/main" id="{89B4F47A-B189-B7B5-EBBD-CD909A400761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306;p14">
              <a:extLst>
                <a:ext uri="{FF2B5EF4-FFF2-40B4-BE49-F238E27FC236}">
                  <a16:creationId xmlns:a16="http://schemas.microsoft.com/office/drawing/2014/main" id="{1D6836E3-DEC4-0B27-2627-6D7F38C31C26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307;p14">
              <a:extLst>
                <a:ext uri="{FF2B5EF4-FFF2-40B4-BE49-F238E27FC236}">
                  <a16:creationId xmlns:a16="http://schemas.microsoft.com/office/drawing/2014/main" id="{650244CE-68F8-2BF8-1D6E-BED101C39522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308;p14">
              <a:extLst>
                <a:ext uri="{FF2B5EF4-FFF2-40B4-BE49-F238E27FC236}">
                  <a16:creationId xmlns:a16="http://schemas.microsoft.com/office/drawing/2014/main" id="{A33C46E7-0AFD-5B47-B458-4CB0B229B227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309;p14">
              <a:extLst>
                <a:ext uri="{FF2B5EF4-FFF2-40B4-BE49-F238E27FC236}">
                  <a16:creationId xmlns:a16="http://schemas.microsoft.com/office/drawing/2014/main" id="{369192EA-A39F-6DCE-7A52-09A70F00229B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310;p14">
              <a:extLst>
                <a:ext uri="{FF2B5EF4-FFF2-40B4-BE49-F238E27FC236}">
                  <a16:creationId xmlns:a16="http://schemas.microsoft.com/office/drawing/2014/main" id="{8F9FA1C6-A60A-0FA7-CD2D-4574F7B0CEDF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311;p14">
              <a:extLst>
                <a:ext uri="{FF2B5EF4-FFF2-40B4-BE49-F238E27FC236}">
                  <a16:creationId xmlns:a16="http://schemas.microsoft.com/office/drawing/2014/main" id="{1C601862-2EDD-78FA-7779-930B5CA926E9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312;p14">
              <a:extLst>
                <a:ext uri="{FF2B5EF4-FFF2-40B4-BE49-F238E27FC236}">
                  <a16:creationId xmlns:a16="http://schemas.microsoft.com/office/drawing/2014/main" id="{A6F1E8AC-4165-CBBF-5491-66DFDBB5DA9F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0" name="Google Shape;221;p14">
            <a:extLst>
              <a:ext uri="{FF2B5EF4-FFF2-40B4-BE49-F238E27FC236}">
                <a16:creationId xmlns:a16="http://schemas.microsoft.com/office/drawing/2014/main" id="{64E8E695-B8C5-C2C4-4953-4746C87E40EE}"/>
              </a:ext>
            </a:extLst>
          </p:cNvPr>
          <p:cNvGrpSpPr/>
          <p:nvPr/>
        </p:nvGrpSpPr>
        <p:grpSpPr>
          <a:xfrm>
            <a:off x="4168885" y="1242717"/>
            <a:ext cx="5213198" cy="4117782"/>
            <a:chOff x="2820853" y="1403508"/>
            <a:chExt cx="3502263" cy="2951424"/>
          </a:xfrm>
        </p:grpSpPr>
        <p:sp>
          <p:nvSpPr>
            <p:cNvPr id="2301" name="Google Shape;222;p14">
              <a:extLst>
                <a:ext uri="{FF2B5EF4-FFF2-40B4-BE49-F238E27FC236}">
                  <a16:creationId xmlns:a16="http://schemas.microsoft.com/office/drawing/2014/main" id="{24144F3B-3802-5A1A-B3B1-445C3F4915D3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23;p14">
              <a:extLst>
                <a:ext uri="{FF2B5EF4-FFF2-40B4-BE49-F238E27FC236}">
                  <a16:creationId xmlns:a16="http://schemas.microsoft.com/office/drawing/2014/main" id="{D3B968A6-E721-633C-8646-7FDB2ED45EF9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24;p14">
              <a:extLst>
                <a:ext uri="{FF2B5EF4-FFF2-40B4-BE49-F238E27FC236}">
                  <a16:creationId xmlns:a16="http://schemas.microsoft.com/office/drawing/2014/main" id="{D0B835CB-92C1-1A5A-2F4C-0CDFACAA0351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25;p14">
              <a:extLst>
                <a:ext uri="{FF2B5EF4-FFF2-40B4-BE49-F238E27FC236}">
                  <a16:creationId xmlns:a16="http://schemas.microsoft.com/office/drawing/2014/main" id="{86354DFE-3EBE-7CE2-93E9-F916B3886CB1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26;p14">
              <a:extLst>
                <a:ext uri="{FF2B5EF4-FFF2-40B4-BE49-F238E27FC236}">
                  <a16:creationId xmlns:a16="http://schemas.microsoft.com/office/drawing/2014/main" id="{8C55AB5B-5FB6-1652-24CB-C862C4785FF6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27;p14">
              <a:extLst>
                <a:ext uri="{FF2B5EF4-FFF2-40B4-BE49-F238E27FC236}">
                  <a16:creationId xmlns:a16="http://schemas.microsoft.com/office/drawing/2014/main" id="{E469369F-26B6-B920-062F-DA7119C960A7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28;p14">
              <a:extLst>
                <a:ext uri="{FF2B5EF4-FFF2-40B4-BE49-F238E27FC236}">
                  <a16:creationId xmlns:a16="http://schemas.microsoft.com/office/drawing/2014/main" id="{134E6D79-6D19-EFD9-C8CB-268EE6DCCB0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29;p14">
              <a:extLst>
                <a:ext uri="{FF2B5EF4-FFF2-40B4-BE49-F238E27FC236}">
                  <a16:creationId xmlns:a16="http://schemas.microsoft.com/office/drawing/2014/main" id="{3EDC23D0-0801-C111-BED8-D16328EFA8E5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;p14">
              <a:extLst>
                <a:ext uri="{FF2B5EF4-FFF2-40B4-BE49-F238E27FC236}">
                  <a16:creationId xmlns:a16="http://schemas.microsoft.com/office/drawing/2014/main" id="{82071636-0745-49B2-B292-2239E22C31B5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chemeClr val="bg2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;p14">
              <a:extLst>
                <a:ext uri="{FF2B5EF4-FFF2-40B4-BE49-F238E27FC236}">
                  <a16:creationId xmlns:a16="http://schemas.microsoft.com/office/drawing/2014/main" id="{75E4028E-61EE-A56D-2188-E5A1096CE897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2;p14">
              <a:extLst>
                <a:ext uri="{FF2B5EF4-FFF2-40B4-BE49-F238E27FC236}">
                  <a16:creationId xmlns:a16="http://schemas.microsoft.com/office/drawing/2014/main" id="{19674106-6233-3E0C-69BE-E73A5FBF18E6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3;p14">
              <a:extLst>
                <a:ext uri="{FF2B5EF4-FFF2-40B4-BE49-F238E27FC236}">
                  <a16:creationId xmlns:a16="http://schemas.microsoft.com/office/drawing/2014/main" id="{A4329B22-7C60-9210-FE79-0F6ABB89FF05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4;p14">
              <a:extLst>
                <a:ext uri="{FF2B5EF4-FFF2-40B4-BE49-F238E27FC236}">
                  <a16:creationId xmlns:a16="http://schemas.microsoft.com/office/drawing/2014/main" id="{F357E463-8D04-7119-2868-8741D4063002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5;p14">
              <a:extLst>
                <a:ext uri="{FF2B5EF4-FFF2-40B4-BE49-F238E27FC236}">
                  <a16:creationId xmlns:a16="http://schemas.microsoft.com/office/drawing/2014/main" id="{0C7D27C0-B46F-C0EF-5133-70600CE13ADE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6;p14">
              <a:extLst>
                <a:ext uri="{FF2B5EF4-FFF2-40B4-BE49-F238E27FC236}">
                  <a16:creationId xmlns:a16="http://schemas.microsoft.com/office/drawing/2014/main" id="{F3573EF3-EECC-409A-692F-FDC4DBCB55E1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7;p14">
              <a:extLst>
                <a:ext uri="{FF2B5EF4-FFF2-40B4-BE49-F238E27FC236}">
                  <a16:creationId xmlns:a16="http://schemas.microsoft.com/office/drawing/2014/main" id="{3DA91AAC-B1AA-2E52-0946-0E5838A59FE1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8;p14">
              <a:extLst>
                <a:ext uri="{FF2B5EF4-FFF2-40B4-BE49-F238E27FC236}">
                  <a16:creationId xmlns:a16="http://schemas.microsoft.com/office/drawing/2014/main" id="{A2C24EA6-AD19-0DA0-4611-682246053B4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9;p14">
              <a:extLst>
                <a:ext uri="{FF2B5EF4-FFF2-40B4-BE49-F238E27FC236}">
                  <a16:creationId xmlns:a16="http://schemas.microsoft.com/office/drawing/2014/main" id="{C9200163-6CA7-BC81-C79D-5A8432A8A27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40;p14">
              <a:extLst>
                <a:ext uri="{FF2B5EF4-FFF2-40B4-BE49-F238E27FC236}">
                  <a16:creationId xmlns:a16="http://schemas.microsoft.com/office/drawing/2014/main" id="{FA04303A-D6DE-9A50-4EDE-0DC0A05D58A2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41;p14">
              <a:extLst>
                <a:ext uri="{FF2B5EF4-FFF2-40B4-BE49-F238E27FC236}">
                  <a16:creationId xmlns:a16="http://schemas.microsoft.com/office/drawing/2014/main" id="{E03D3974-2FE5-7425-175D-B024B68994CC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42;p14">
              <a:extLst>
                <a:ext uri="{FF2B5EF4-FFF2-40B4-BE49-F238E27FC236}">
                  <a16:creationId xmlns:a16="http://schemas.microsoft.com/office/drawing/2014/main" id="{E2E7EAA9-26C4-95CB-2941-A8B80AEEEE1C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43;p14">
              <a:extLst>
                <a:ext uri="{FF2B5EF4-FFF2-40B4-BE49-F238E27FC236}">
                  <a16:creationId xmlns:a16="http://schemas.microsoft.com/office/drawing/2014/main" id="{F53F0C8E-6709-6FE4-5AB8-062E32329B80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44;p14">
              <a:extLst>
                <a:ext uri="{FF2B5EF4-FFF2-40B4-BE49-F238E27FC236}">
                  <a16:creationId xmlns:a16="http://schemas.microsoft.com/office/drawing/2014/main" id="{CC8CECE6-5E25-82FA-954B-0D7EE5BCD204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45;p14">
              <a:extLst>
                <a:ext uri="{FF2B5EF4-FFF2-40B4-BE49-F238E27FC236}">
                  <a16:creationId xmlns:a16="http://schemas.microsoft.com/office/drawing/2014/main" id="{A2AFEF92-EC63-2C2F-E1A0-30A3B6817C8B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46;p14">
              <a:extLst>
                <a:ext uri="{FF2B5EF4-FFF2-40B4-BE49-F238E27FC236}">
                  <a16:creationId xmlns:a16="http://schemas.microsoft.com/office/drawing/2014/main" id="{7A095C26-B144-5844-C7E6-DEA78892D065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47;p14">
              <a:extLst>
                <a:ext uri="{FF2B5EF4-FFF2-40B4-BE49-F238E27FC236}">
                  <a16:creationId xmlns:a16="http://schemas.microsoft.com/office/drawing/2014/main" id="{F86BDEB0-6F99-B626-8ED8-ECA87377437A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48;p14">
              <a:extLst>
                <a:ext uri="{FF2B5EF4-FFF2-40B4-BE49-F238E27FC236}">
                  <a16:creationId xmlns:a16="http://schemas.microsoft.com/office/drawing/2014/main" id="{169CED0F-95E6-E8A1-9EC2-CD21909FB622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49;p14">
              <a:extLst>
                <a:ext uri="{FF2B5EF4-FFF2-40B4-BE49-F238E27FC236}">
                  <a16:creationId xmlns:a16="http://schemas.microsoft.com/office/drawing/2014/main" id="{F82D3741-FD16-1DB8-9BDE-3F8C77DE65DA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50;p14">
              <a:extLst>
                <a:ext uri="{FF2B5EF4-FFF2-40B4-BE49-F238E27FC236}">
                  <a16:creationId xmlns:a16="http://schemas.microsoft.com/office/drawing/2014/main" id="{9E33602C-491A-F199-C2A0-E46C53B86050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51;p14">
              <a:extLst>
                <a:ext uri="{FF2B5EF4-FFF2-40B4-BE49-F238E27FC236}">
                  <a16:creationId xmlns:a16="http://schemas.microsoft.com/office/drawing/2014/main" id="{D453103F-54FA-2F78-48EB-293194F6459F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52;p14">
              <a:extLst>
                <a:ext uri="{FF2B5EF4-FFF2-40B4-BE49-F238E27FC236}">
                  <a16:creationId xmlns:a16="http://schemas.microsoft.com/office/drawing/2014/main" id="{57DF9DA3-7C8B-22FD-1C52-6274E62F5022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53;p14">
              <a:extLst>
                <a:ext uri="{FF2B5EF4-FFF2-40B4-BE49-F238E27FC236}">
                  <a16:creationId xmlns:a16="http://schemas.microsoft.com/office/drawing/2014/main" id="{4F8BC5C6-1C8C-689D-B316-AF33C727887A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54;p14">
              <a:extLst>
                <a:ext uri="{FF2B5EF4-FFF2-40B4-BE49-F238E27FC236}">
                  <a16:creationId xmlns:a16="http://schemas.microsoft.com/office/drawing/2014/main" id="{E70A1C41-0C18-2C65-4CC9-95F10596105C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55;p14">
              <a:extLst>
                <a:ext uri="{FF2B5EF4-FFF2-40B4-BE49-F238E27FC236}">
                  <a16:creationId xmlns:a16="http://schemas.microsoft.com/office/drawing/2014/main" id="{B2A0ECFB-48B2-2B50-2350-A3A95988A18B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56;p14">
              <a:extLst>
                <a:ext uri="{FF2B5EF4-FFF2-40B4-BE49-F238E27FC236}">
                  <a16:creationId xmlns:a16="http://schemas.microsoft.com/office/drawing/2014/main" id="{1DBAB16D-338D-2164-12B1-B15A962CBDFB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57;p14">
              <a:extLst>
                <a:ext uri="{FF2B5EF4-FFF2-40B4-BE49-F238E27FC236}">
                  <a16:creationId xmlns:a16="http://schemas.microsoft.com/office/drawing/2014/main" id="{A262C614-CEB7-F590-FEFD-CE9714A866A5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58;p14">
              <a:extLst>
                <a:ext uri="{FF2B5EF4-FFF2-40B4-BE49-F238E27FC236}">
                  <a16:creationId xmlns:a16="http://schemas.microsoft.com/office/drawing/2014/main" id="{5C532579-79D0-A3C3-F387-BD31DD961DEE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59;p14">
              <a:extLst>
                <a:ext uri="{FF2B5EF4-FFF2-40B4-BE49-F238E27FC236}">
                  <a16:creationId xmlns:a16="http://schemas.microsoft.com/office/drawing/2014/main" id="{005323E9-31FF-6CB9-D307-61E8207126C9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60;p14">
              <a:extLst>
                <a:ext uri="{FF2B5EF4-FFF2-40B4-BE49-F238E27FC236}">
                  <a16:creationId xmlns:a16="http://schemas.microsoft.com/office/drawing/2014/main" id="{51F4E9C7-584A-C67A-0800-9509093D3B9B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61;p14">
              <a:extLst>
                <a:ext uri="{FF2B5EF4-FFF2-40B4-BE49-F238E27FC236}">
                  <a16:creationId xmlns:a16="http://schemas.microsoft.com/office/drawing/2014/main" id="{F613BFC2-0632-A7EF-FB2B-C726D1899496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62;p14">
              <a:extLst>
                <a:ext uri="{FF2B5EF4-FFF2-40B4-BE49-F238E27FC236}">
                  <a16:creationId xmlns:a16="http://schemas.microsoft.com/office/drawing/2014/main" id="{F6508B0A-F26E-26D5-6411-C7FE25AC762E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63;p14">
              <a:extLst>
                <a:ext uri="{FF2B5EF4-FFF2-40B4-BE49-F238E27FC236}">
                  <a16:creationId xmlns:a16="http://schemas.microsoft.com/office/drawing/2014/main" id="{366CD2C5-907F-5CD9-2F6C-B68CB0967AE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64;p14">
              <a:extLst>
                <a:ext uri="{FF2B5EF4-FFF2-40B4-BE49-F238E27FC236}">
                  <a16:creationId xmlns:a16="http://schemas.microsoft.com/office/drawing/2014/main" id="{5BB61062-0742-757D-BB76-3706C72F1692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65;p14">
              <a:extLst>
                <a:ext uri="{FF2B5EF4-FFF2-40B4-BE49-F238E27FC236}">
                  <a16:creationId xmlns:a16="http://schemas.microsoft.com/office/drawing/2014/main" id="{24C02C36-4C23-A8A4-D67A-B156449D9213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66;p14">
              <a:extLst>
                <a:ext uri="{FF2B5EF4-FFF2-40B4-BE49-F238E27FC236}">
                  <a16:creationId xmlns:a16="http://schemas.microsoft.com/office/drawing/2014/main" id="{04EE5969-91E8-E77C-5D5E-337805611130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67;p14">
              <a:extLst>
                <a:ext uri="{FF2B5EF4-FFF2-40B4-BE49-F238E27FC236}">
                  <a16:creationId xmlns:a16="http://schemas.microsoft.com/office/drawing/2014/main" id="{AE8067D8-FF45-2565-BD6C-71CA0DE9D25D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68;p14">
              <a:extLst>
                <a:ext uri="{FF2B5EF4-FFF2-40B4-BE49-F238E27FC236}">
                  <a16:creationId xmlns:a16="http://schemas.microsoft.com/office/drawing/2014/main" id="{1CEB27B8-CE74-6E1D-C8F6-F945BE3956E5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69;p14">
              <a:extLst>
                <a:ext uri="{FF2B5EF4-FFF2-40B4-BE49-F238E27FC236}">
                  <a16:creationId xmlns:a16="http://schemas.microsoft.com/office/drawing/2014/main" id="{C5B7888A-AF24-B0B6-281D-D35543385B7C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70;p14">
              <a:extLst>
                <a:ext uri="{FF2B5EF4-FFF2-40B4-BE49-F238E27FC236}">
                  <a16:creationId xmlns:a16="http://schemas.microsoft.com/office/drawing/2014/main" id="{02E84458-9B2A-A763-EDDA-6EA8319A9DB7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71;p14">
              <a:extLst>
                <a:ext uri="{FF2B5EF4-FFF2-40B4-BE49-F238E27FC236}">
                  <a16:creationId xmlns:a16="http://schemas.microsoft.com/office/drawing/2014/main" id="{EF20BAFF-D3AA-CA91-12C4-DFD858F8883E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72;p14">
              <a:extLst>
                <a:ext uri="{FF2B5EF4-FFF2-40B4-BE49-F238E27FC236}">
                  <a16:creationId xmlns:a16="http://schemas.microsoft.com/office/drawing/2014/main" id="{15439C29-C63C-EAF3-BBA8-70247A5E01AD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73;p14">
              <a:extLst>
                <a:ext uri="{FF2B5EF4-FFF2-40B4-BE49-F238E27FC236}">
                  <a16:creationId xmlns:a16="http://schemas.microsoft.com/office/drawing/2014/main" id="{C2FD4A9A-6618-146D-893E-481671879BFC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74;p14">
              <a:extLst>
                <a:ext uri="{FF2B5EF4-FFF2-40B4-BE49-F238E27FC236}">
                  <a16:creationId xmlns:a16="http://schemas.microsoft.com/office/drawing/2014/main" id="{F1BD892F-4CE3-AD07-AC4E-13E09EEA7040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75;p14">
              <a:extLst>
                <a:ext uri="{FF2B5EF4-FFF2-40B4-BE49-F238E27FC236}">
                  <a16:creationId xmlns:a16="http://schemas.microsoft.com/office/drawing/2014/main" id="{A4F6BF91-2B33-AA60-5032-248430CF65AE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76;p14">
              <a:extLst>
                <a:ext uri="{FF2B5EF4-FFF2-40B4-BE49-F238E27FC236}">
                  <a16:creationId xmlns:a16="http://schemas.microsoft.com/office/drawing/2014/main" id="{52318D49-D846-9085-41E1-4F2E6E763C87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77;p14">
              <a:extLst>
                <a:ext uri="{FF2B5EF4-FFF2-40B4-BE49-F238E27FC236}">
                  <a16:creationId xmlns:a16="http://schemas.microsoft.com/office/drawing/2014/main" id="{83C14E08-167F-5E11-8CBD-B7543C85E0A6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78;p14">
              <a:extLst>
                <a:ext uri="{FF2B5EF4-FFF2-40B4-BE49-F238E27FC236}">
                  <a16:creationId xmlns:a16="http://schemas.microsoft.com/office/drawing/2014/main" id="{39E791B9-1D56-0327-5B19-8C9F2A86F2CC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79;p14">
              <a:extLst>
                <a:ext uri="{FF2B5EF4-FFF2-40B4-BE49-F238E27FC236}">
                  <a16:creationId xmlns:a16="http://schemas.microsoft.com/office/drawing/2014/main" id="{99E0422E-66D3-694B-65D0-24A1C2526355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80;p14">
              <a:extLst>
                <a:ext uri="{FF2B5EF4-FFF2-40B4-BE49-F238E27FC236}">
                  <a16:creationId xmlns:a16="http://schemas.microsoft.com/office/drawing/2014/main" id="{005D6CC9-B92E-2720-E0B5-018143543E9B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81;p14">
              <a:extLst>
                <a:ext uri="{FF2B5EF4-FFF2-40B4-BE49-F238E27FC236}">
                  <a16:creationId xmlns:a16="http://schemas.microsoft.com/office/drawing/2014/main" id="{6849FCD6-D0EF-DC90-1F73-0BBD3F5A8D15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82;p14">
              <a:extLst>
                <a:ext uri="{FF2B5EF4-FFF2-40B4-BE49-F238E27FC236}">
                  <a16:creationId xmlns:a16="http://schemas.microsoft.com/office/drawing/2014/main" id="{BD1791E0-AA60-5A33-9C1A-88EC3B68F91F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83;p14">
              <a:extLst>
                <a:ext uri="{FF2B5EF4-FFF2-40B4-BE49-F238E27FC236}">
                  <a16:creationId xmlns:a16="http://schemas.microsoft.com/office/drawing/2014/main" id="{D10F3229-1D4A-3D5E-EA62-4195D4E21EBE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84;p14">
              <a:extLst>
                <a:ext uri="{FF2B5EF4-FFF2-40B4-BE49-F238E27FC236}">
                  <a16:creationId xmlns:a16="http://schemas.microsoft.com/office/drawing/2014/main" id="{BE02CE2D-F129-8AF3-F102-47332D14905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85;p14">
              <a:extLst>
                <a:ext uri="{FF2B5EF4-FFF2-40B4-BE49-F238E27FC236}">
                  <a16:creationId xmlns:a16="http://schemas.microsoft.com/office/drawing/2014/main" id="{BFFE5AD0-050A-C176-E2CB-F2DEA78B8E55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86;p14">
              <a:extLst>
                <a:ext uri="{FF2B5EF4-FFF2-40B4-BE49-F238E27FC236}">
                  <a16:creationId xmlns:a16="http://schemas.microsoft.com/office/drawing/2014/main" id="{B36613D5-AA05-9CF0-A760-790D7D01E362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87;p14">
              <a:extLst>
                <a:ext uri="{FF2B5EF4-FFF2-40B4-BE49-F238E27FC236}">
                  <a16:creationId xmlns:a16="http://schemas.microsoft.com/office/drawing/2014/main" id="{C8BC7DF9-2A83-6621-5347-1B83FDD15A6C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88;p14">
              <a:extLst>
                <a:ext uri="{FF2B5EF4-FFF2-40B4-BE49-F238E27FC236}">
                  <a16:creationId xmlns:a16="http://schemas.microsoft.com/office/drawing/2014/main" id="{C644CB11-FF65-9D56-7B6F-40C4B54D2492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89;p14">
              <a:extLst>
                <a:ext uri="{FF2B5EF4-FFF2-40B4-BE49-F238E27FC236}">
                  <a16:creationId xmlns:a16="http://schemas.microsoft.com/office/drawing/2014/main" id="{21BC759E-312F-A48B-98E9-B6FC045BEF6F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90;p14">
              <a:extLst>
                <a:ext uri="{FF2B5EF4-FFF2-40B4-BE49-F238E27FC236}">
                  <a16:creationId xmlns:a16="http://schemas.microsoft.com/office/drawing/2014/main" id="{924E8060-761E-90E5-36AC-EBF9F91B3EDC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91;p14">
              <a:extLst>
                <a:ext uri="{FF2B5EF4-FFF2-40B4-BE49-F238E27FC236}">
                  <a16:creationId xmlns:a16="http://schemas.microsoft.com/office/drawing/2014/main" id="{8CA02148-8D2B-24ED-FBBF-049ACF0CD039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92;p14">
              <a:extLst>
                <a:ext uri="{FF2B5EF4-FFF2-40B4-BE49-F238E27FC236}">
                  <a16:creationId xmlns:a16="http://schemas.microsoft.com/office/drawing/2014/main" id="{D8EC618D-D257-2EC2-9654-5BDAB465397A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93;p14">
              <a:extLst>
                <a:ext uri="{FF2B5EF4-FFF2-40B4-BE49-F238E27FC236}">
                  <a16:creationId xmlns:a16="http://schemas.microsoft.com/office/drawing/2014/main" id="{C80813B3-E4C9-F61F-1931-0832E8B5DAFB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94;p14">
              <a:extLst>
                <a:ext uri="{FF2B5EF4-FFF2-40B4-BE49-F238E27FC236}">
                  <a16:creationId xmlns:a16="http://schemas.microsoft.com/office/drawing/2014/main" id="{54D439EF-B8F1-57ED-2E70-09CBB5B5D249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95;p14">
              <a:extLst>
                <a:ext uri="{FF2B5EF4-FFF2-40B4-BE49-F238E27FC236}">
                  <a16:creationId xmlns:a16="http://schemas.microsoft.com/office/drawing/2014/main" id="{08951ED6-0CDA-2FD2-D363-0BE9090E5952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96;p14">
              <a:extLst>
                <a:ext uri="{FF2B5EF4-FFF2-40B4-BE49-F238E27FC236}">
                  <a16:creationId xmlns:a16="http://schemas.microsoft.com/office/drawing/2014/main" id="{58242B6D-6FD8-5AB7-5DAD-716656666211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97;p14">
              <a:extLst>
                <a:ext uri="{FF2B5EF4-FFF2-40B4-BE49-F238E27FC236}">
                  <a16:creationId xmlns:a16="http://schemas.microsoft.com/office/drawing/2014/main" id="{FBF4B0EB-EDE9-8D82-B9EC-D1BA9465A899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98;p14">
              <a:extLst>
                <a:ext uri="{FF2B5EF4-FFF2-40B4-BE49-F238E27FC236}">
                  <a16:creationId xmlns:a16="http://schemas.microsoft.com/office/drawing/2014/main" id="{667FA693-E1E2-CDCD-7396-1FEBC505FF90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99;p14">
              <a:extLst>
                <a:ext uri="{FF2B5EF4-FFF2-40B4-BE49-F238E27FC236}">
                  <a16:creationId xmlns:a16="http://schemas.microsoft.com/office/drawing/2014/main" id="{ED03783E-0E28-0167-0374-72FF08938C1C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300;p14">
              <a:extLst>
                <a:ext uri="{FF2B5EF4-FFF2-40B4-BE49-F238E27FC236}">
                  <a16:creationId xmlns:a16="http://schemas.microsoft.com/office/drawing/2014/main" id="{964A38E3-BD9C-C5B1-17A8-105B1D1C309F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301;p14">
              <a:extLst>
                <a:ext uri="{FF2B5EF4-FFF2-40B4-BE49-F238E27FC236}">
                  <a16:creationId xmlns:a16="http://schemas.microsoft.com/office/drawing/2014/main" id="{81710FBE-3BE9-B411-568A-DD005EA1FDF1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302;p14">
              <a:extLst>
                <a:ext uri="{FF2B5EF4-FFF2-40B4-BE49-F238E27FC236}">
                  <a16:creationId xmlns:a16="http://schemas.microsoft.com/office/drawing/2014/main" id="{7031E431-B70C-A06B-6902-04C03FFD114D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303;p14">
              <a:extLst>
                <a:ext uri="{FF2B5EF4-FFF2-40B4-BE49-F238E27FC236}">
                  <a16:creationId xmlns:a16="http://schemas.microsoft.com/office/drawing/2014/main" id="{EA5A1CB5-34BE-BEB1-8960-2C1ED1BDED5F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304;p14">
              <a:extLst>
                <a:ext uri="{FF2B5EF4-FFF2-40B4-BE49-F238E27FC236}">
                  <a16:creationId xmlns:a16="http://schemas.microsoft.com/office/drawing/2014/main" id="{2E34D692-80BF-1EA6-C4EC-4AE209253980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305;p14">
              <a:extLst>
                <a:ext uri="{FF2B5EF4-FFF2-40B4-BE49-F238E27FC236}">
                  <a16:creationId xmlns:a16="http://schemas.microsoft.com/office/drawing/2014/main" id="{45B88A66-2B76-FBD9-CA6A-F9EF64B91F43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306;p14">
              <a:extLst>
                <a:ext uri="{FF2B5EF4-FFF2-40B4-BE49-F238E27FC236}">
                  <a16:creationId xmlns:a16="http://schemas.microsoft.com/office/drawing/2014/main" id="{3E966E77-9DEE-E232-25D6-48838CDBF011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307;p14">
              <a:extLst>
                <a:ext uri="{FF2B5EF4-FFF2-40B4-BE49-F238E27FC236}">
                  <a16:creationId xmlns:a16="http://schemas.microsoft.com/office/drawing/2014/main" id="{3FFB81A6-362D-494E-F2ED-20005F1FCAE6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308;p14">
              <a:extLst>
                <a:ext uri="{FF2B5EF4-FFF2-40B4-BE49-F238E27FC236}">
                  <a16:creationId xmlns:a16="http://schemas.microsoft.com/office/drawing/2014/main" id="{C82BC9CB-E438-943A-9118-5CB628D8D249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309;p14">
              <a:extLst>
                <a:ext uri="{FF2B5EF4-FFF2-40B4-BE49-F238E27FC236}">
                  <a16:creationId xmlns:a16="http://schemas.microsoft.com/office/drawing/2014/main" id="{68948010-80C7-EA64-8C22-03D80A2EB4F3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310;p14">
              <a:extLst>
                <a:ext uri="{FF2B5EF4-FFF2-40B4-BE49-F238E27FC236}">
                  <a16:creationId xmlns:a16="http://schemas.microsoft.com/office/drawing/2014/main" id="{D21C57B6-6C2C-5169-C62A-56FF39F1D8A4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311;p14">
              <a:extLst>
                <a:ext uri="{FF2B5EF4-FFF2-40B4-BE49-F238E27FC236}">
                  <a16:creationId xmlns:a16="http://schemas.microsoft.com/office/drawing/2014/main" id="{1AC48F73-CA69-3CC6-1334-F803ED42B729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312;p14">
              <a:extLst>
                <a:ext uri="{FF2B5EF4-FFF2-40B4-BE49-F238E27FC236}">
                  <a16:creationId xmlns:a16="http://schemas.microsoft.com/office/drawing/2014/main" id="{10DF353B-92E4-D422-17B8-E0B876031CE3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2" name="Google Shape;171;p14">
            <a:extLst>
              <a:ext uri="{FF2B5EF4-FFF2-40B4-BE49-F238E27FC236}">
                <a16:creationId xmlns:a16="http://schemas.microsoft.com/office/drawing/2014/main" id="{DA20DCBF-E979-D368-C6DA-FD1C37355231}"/>
              </a:ext>
            </a:extLst>
          </p:cNvPr>
          <p:cNvSpPr txBox="1"/>
          <p:nvPr/>
        </p:nvSpPr>
        <p:spPr>
          <a:xfrm>
            <a:off x="2301140" y="1947488"/>
            <a:ext cx="842926" cy="53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for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93" name="Google Shape;171;p14">
            <a:extLst>
              <a:ext uri="{FF2B5EF4-FFF2-40B4-BE49-F238E27FC236}">
                <a16:creationId xmlns:a16="http://schemas.microsoft.com/office/drawing/2014/main" id="{32B8C7B9-E2B8-6E39-E3B1-E7C3F4472C12}"/>
              </a:ext>
            </a:extLst>
          </p:cNvPr>
          <p:cNvSpPr txBox="1"/>
          <p:nvPr/>
        </p:nvSpPr>
        <p:spPr>
          <a:xfrm>
            <a:off x="6421398" y="1947487"/>
            <a:ext cx="842926" cy="1248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while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94" name="Google Shape;171;p14">
            <a:extLst>
              <a:ext uri="{FF2B5EF4-FFF2-40B4-BE49-F238E27FC236}">
                <a16:creationId xmlns:a16="http://schemas.microsoft.com/office/drawing/2014/main" id="{3870B308-697F-7DB4-9FD4-39D052EC2159}"/>
              </a:ext>
            </a:extLst>
          </p:cNvPr>
          <p:cNvSpPr txBox="1"/>
          <p:nvPr/>
        </p:nvSpPr>
        <p:spPr>
          <a:xfrm>
            <a:off x="1126720" y="2216757"/>
            <a:ext cx="288046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Perulangan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yang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terhitung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dan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sudah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diketahui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banyaknya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banyak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perulangannya</a:t>
            </a:r>
            <a:endParaRPr sz="18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95" name="Google Shape;171;p14">
            <a:extLst>
              <a:ext uri="{FF2B5EF4-FFF2-40B4-BE49-F238E27FC236}">
                <a16:creationId xmlns:a16="http://schemas.microsoft.com/office/drawing/2014/main" id="{E0058808-95EB-2ECF-AA7E-B1A628B101F2}"/>
              </a:ext>
            </a:extLst>
          </p:cNvPr>
          <p:cNvSpPr txBox="1"/>
          <p:nvPr/>
        </p:nvSpPr>
        <p:spPr>
          <a:xfrm>
            <a:off x="5335254" y="2128018"/>
            <a:ext cx="288046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Perulangan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yang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tak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terhitung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dan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memiliki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syarat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dan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tidak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tentu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berapa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banyak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perulangannya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03ADD6A-8A45-48A2-9B72-7024AF8D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037B13E8-9F23-8695-857E-8723A191756F}"/>
              </a:ext>
            </a:extLst>
          </p:cNvPr>
          <p:cNvSpPr txBox="1"/>
          <p:nvPr/>
        </p:nvSpPr>
        <p:spPr>
          <a:xfrm>
            <a:off x="710250" y="24014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Perbedaan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for dan while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" name="Google Shape;222;p14">
            <a:extLst>
              <a:ext uri="{FF2B5EF4-FFF2-40B4-BE49-F238E27FC236}">
                <a16:creationId xmlns:a16="http://schemas.microsoft.com/office/drawing/2014/main" id="{83B0A1B2-2C14-6440-0E3D-F7328D1602F6}"/>
              </a:ext>
            </a:extLst>
          </p:cNvPr>
          <p:cNvSpPr/>
          <p:nvPr/>
        </p:nvSpPr>
        <p:spPr>
          <a:xfrm>
            <a:off x="985303" y="225018"/>
            <a:ext cx="7189631" cy="6138746"/>
          </a:xfrm>
          <a:custGeom>
            <a:avLst/>
            <a:gdLst/>
            <a:ahLst/>
            <a:cxnLst/>
            <a:rect l="l" t="t" r="r" b="b"/>
            <a:pathLst>
              <a:path w="122402" h="110810" fill="none" extrusionOk="0">
                <a:moveTo>
                  <a:pt x="25335" y="0"/>
                </a:moveTo>
                <a:cubicBezTo>
                  <a:pt x="10008" y="11148"/>
                  <a:pt x="0" y="29199"/>
                  <a:pt x="0" y="49594"/>
                </a:cubicBezTo>
                <a:cubicBezTo>
                  <a:pt x="0" y="83416"/>
                  <a:pt x="27394" y="110810"/>
                  <a:pt x="61185" y="110810"/>
                </a:cubicBezTo>
                <a:cubicBezTo>
                  <a:pt x="95007" y="110810"/>
                  <a:pt x="122401" y="83416"/>
                  <a:pt x="122401" y="49594"/>
                </a:cubicBezTo>
                <a:cubicBezTo>
                  <a:pt x="122401" y="29199"/>
                  <a:pt x="112394" y="11116"/>
                  <a:pt x="97034" y="0"/>
                </a:cubicBez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223;p14">
            <a:extLst>
              <a:ext uri="{FF2B5EF4-FFF2-40B4-BE49-F238E27FC236}">
                <a16:creationId xmlns:a16="http://schemas.microsoft.com/office/drawing/2014/main" id="{81884B4A-6D29-6CA6-4B1B-5DC65A976C43}"/>
              </a:ext>
            </a:extLst>
          </p:cNvPr>
          <p:cNvSpPr/>
          <p:nvPr/>
        </p:nvSpPr>
        <p:spPr>
          <a:xfrm>
            <a:off x="717400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" y="0"/>
                </a:moveTo>
                <a:lnTo>
                  <a:pt x="18939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224;p14">
            <a:extLst>
              <a:ext uri="{FF2B5EF4-FFF2-40B4-BE49-F238E27FC236}">
                <a16:creationId xmlns:a16="http://schemas.microsoft.com/office/drawing/2014/main" id="{288C0D85-689C-1019-EF45-6F544AD4A6B3}"/>
              </a:ext>
            </a:extLst>
          </p:cNvPr>
          <p:cNvSpPr/>
          <p:nvPr/>
        </p:nvSpPr>
        <p:spPr>
          <a:xfrm>
            <a:off x="717400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1" y="1"/>
                </a:moveTo>
                <a:lnTo>
                  <a:pt x="26888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225;p14">
            <a:extLst>
              <a:ext uri="{FF2B5EF4-FFF2-40B4-BE49-F238E27FC236}">
                <a16:creationId xmlns:a16="http://schemas.microsoft.com/office/drawing/2014/main" id="{9EE2242E-2E18-61E4-418B-AC5DD2C0A010}"/>
              </a:ext>
            </a:extLst>
          </p:cNvPr>
          <p:cNvSpPr/>
          <p:nvPr/>
        </p:nvSpPr>
        <p:spPr>
          <a:xfrm>
            <a:off x="717400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1" y="1"/>
                </a:moveTo>
                <a:lnTo>
                  <a:pt x="4783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226;p14">
            <a:extLst>
              <a:ext uri="{FF2B5EF4-FFF2-40B4-BE49-F238E27FC236}">
                <a16:creationId xmlns:a16="http://schemas.microsoft.com/office/drawing/2014/main" id="{26F841F8-8223-53F6-6A26-E657536791CE}"/>
              </a:ext>
            </a:extLst>
          </p:cNvPr>
          <p:cNvSpPr/>
          <p:nvPr/>
        </p:nvSpPr>
        <p:spPr>
          <a:xfrm>
            <a:off x="7328464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8939" y="0"/>
                </a:moveTo>
                <a:lnTo>
                  <a:pt x="1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227;p14">
            <a:extLst>
              <a:ext uri="{FF2B5EF4-FFF2-40B4-BE49-F238E27FC236}">
                <a16:creationId xmlns:a16="http://schemas.microsoft.com/office/drawing/2014/main" id="{A52189AB-2AAD-0FA5-2540-F40835E64987}"/>
              </a:ext>
            </a:extLst>
          </p:cNvPr>
          <p:cNvSpPr/>
          <p:nvPr/>
        </p:nvSpPr>
        <p:spPr>
          <a:xfrm>
            <a:off x="6861556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26888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228;p14">
            <a:extLst>
              <a:ext uri="{FF2B5EF4-FFF2-40B4-BE49-F238E27FC236}">
                <a16:creationId xmlns:a16="http://schemas.microsoft.com/office/drawing/2014/main" id="{06CAEA18-2511-2967-4611-DDDB785815FB}"/>
              </a:ext>
            </a:extLst>
          </p:cNvPr>
          <p:cNvSpPr/>
          <p:nvPr/>
        </p:nvSpPr>
        <p:spPr>
          <a:xfrm>
            <a:off x="8159957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4783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6AA4D9-BBAA-EDFE-4E31-4AA4791F4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097758"/>
              </p:ext>
            </p:extLst>
          </p:nvPr>
        </p:nvGraphicFramePr>
        <p:xfrm>
          <a:off x="427264" y="1343299"/>
          <a:ext cx="8521700" cy="300850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7523613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235968164"/>
                    </a:ext>
                  </a:extLst>
                </a:gridCol>
              </a:tblGrid>
              <a:tr h="72693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D" sz="2100" u="none" strike="noStrike" dirty="0" err="1">
                          <a:effectLst/>
                        </a:rPr>
                        <a:t>Perulangan</a:t>
                      </a:r>
                      <a:r>
                        <a:rPr lang="en-ID" sz="2100" u="none" strike="noStrike" dirty="0">
                          <a:effectLst/>
                        </a:rPr>
                        <a:t> FOR</a:t>
                      </a:r>
                      <a:endParaRPr lang="en-ID" sz="1100" dirty="0">
                        <a:effectLst/>
                      </a:endParaRPr>
                    </a:p>
                  </a:txBody>
                  <a:tcPr marL="71974" marR="71974" marT="35987" marB="35987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D" sz="2100" u="none" strike="noStrike" dirty="0" err="1">
                          <a:effectLst/>
                        </a:rPr>
                        <a:t>Perulangan</a:t>
                      </a:r>
                      <a:r>
                        <a:rPr lang="en-ID" sz="2100" u="none" strike="noStrike" dirty="0">
                          <a:effectLst/>
                        </a:rPr>
                        <a:t> While</a:t>
                      </a:r>
                      <a:endParaRPr lang="en-ID" sz="1100" dirty="0">
                        <a:effectLst/>
                      </a:endParaRPr>
                    </a:p>
                  </a:txBody>
                  <a:tcPr marL="71974" marR="71974" marT="35987" marB="35987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222997"/>
                  </a:ext>
                </a:extLst>
              </a:tr>
              <a:tr h="72693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D" sz="2100" u="none" strike="noStrike" dirty="0" err="1">
                          <a:effectLst/>
                        </a:rPr>
                        <a:t>Digunakan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dalam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sintaks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itu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sendiri</a:t>
                      </a:r>
                      <a:endParaRPr lang="en-ID" sz="1100" dirty="0">
                        <a:effectLst/>
                      </a:endParaRPr>
                    </a:p>
                  </a:txBody>
                  <a:tcPr marL="71974" marR="71974" marT="35987" marB="35987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D" sz="2100" u="none" strike="noStrike" dirty="0" err="1">
                          <a:effectLst/>
                        </a:rPr>
                        <a:t>Dilakukan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sebelum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perulangan</a:t>
                      </a:r>
                      <a:endParaRPr lang="en-ID" sz="1100" dirty="0">
                        <a:effectLst/>
                      </a:endParaRPr>
                    </a:p>
                  </a:txBody>
                  <a:tcPr marL="71974" marR="71974" marT="35987" marB="35987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84792"/>
                  </a:ext>
                </a:extLst>
              </a:tr>
              <a:tr h="82769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D" sz="2100" u="none" strike="noStrike">
                          <a:effectLst/>
                        </a:rPr>
                        <a:t>Digunakan ketika jumlah perulangan diketahui</a:t>
                      </a:r>
                      <a:endParaRPr lang="en-ID" sz="1100">
                        <a:effectLst/>
                      </a:endParaRPr>
                    </a:p>
                  </a:txBody>
                  <a:tcPr marL="71974" marR="71974" marT="35987" marB="35987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D" sz="2100" u="none" strike="noStrike" dirty="0" err="1">
                          <a:effectLst/>
                        </a:rPr>
                        <a:t>Digunakan</a:t>
                      </a:r>
                      <a:r>
                        <a:rPr lang="en-ID" sz="2100" u="none" strike="noStrike" dirty="0">
                          <a:effectLst/>
                        </a:rPr>
                        <a:t> Ketika </a:t>
                      </a:r>
                      <a:r>
                        <a:rPr lang="en-ID" sz="2100" u="none" strike="noStrike" dirty="0" err="1">
                          <a:effectLst/>
                        </a:rPr>
                        <a:t>jumlah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perulangan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belum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diketahui</a:t>
                      </a:r>
                      <a:endParaRPr lang="en-ID" sz="1100" dirty="0">
                        <a:effectLst/>
                      </a:endParaRPr>
                    </a:p>
                  </a:txBody>
                  <a:tcPr marL="71974" marR="71974" marT="35987" marB="35987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946273"/>
                  </a:ext>
                </a:extLst>
              </a:tr>
              <a:tr h="72693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D" sz="2100" u="none" strike="noStrike">
                          <a:effectLst/>
                        </a:rPr>
                        <a:t>Lebih terstruktur</a:t>
                      </a:r>
                      <a:endParaRPr lang="en-ID" sz="1100">
                        <a:effectLst/>
                      </a:endParaRPr>
                    </a:p>
                  </a:txBody>
                  <a:tcPr marL="71974" marR="71974" marT="35987" marB="35987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D" sz="2100" u="none" strike="noStrike" dirty="0" err="1">
                          <a:effectLst/>
                        </a:rPr>
                        <a:t>Fleksibel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untuk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kondisi</a:t>
                      </a:r>
                      <a:r>
                        <a:rPr lang="en-ID" sz="2100" u="none" strike="noStrike" dirty="0">
                          <a:effectLst/>
                        </a:rPr>
                        <a:t> </a:t>
                      </a:r>
                      <a:r>
                        <a:rPr lang="en-ID" sz="2100" u="none" strike="noStrike" dirty="0" err="1">
                          <a:effectLst/>
                        </a:rPr>
                        <a:t>kompleks</a:t>
                      </a:r>
                      <a:endParaRPr lang="en-ID" sz="1100" dirty="0">
                        <a:effectLst/>
                      </a:endParaRPr>
                    </a:p>
                  </a:txBody>
                  <a:tcPr marL="71974" marR="71974" marT="35987" marB="35987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12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21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A14403FD-8205-570E-998E-749A2A634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9E783247-C0A9-7FEB-87BC-89C64CC6E18C}"/>
              </a:ext>
            </a:extLst>
          </p:cNvPr>
          <p:cNvSpPr txBox="1"/>
          <p:nvPr/>
        </p:nvSpPr>
        <p:spPr>
          <a:xfrm>
            <a:off x="710250" y="24014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Cara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menyatakan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for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" name="Google Shape;222;p14">
            <a:extLst>
              <a:ext uri="{FF2B5EF4-FFF2-40B4-BE49-F238E27FC236}">
                <a16:creationId xmlns:a16="http://schemas.microsoft.com/office/drawing/2014/main" id="{541D3F60-839D-F573-3917-CAFDEAD8E3BB}"/>
              </a:ext>
            </a:extLst>
          </p:cNvPr>
          <p:cNvSpPr/>
          <p:nvPr/>
        </p:nvSpPr>
        <p:spPr>
          <a:xfrm>
            <a:off x="985303" y="225018"/>
            <a:ext cx="7189631" cy="6138746"/>
          </a:xfrm>
          <a:custGeom>
            <a:avLst/>
            <a:gdLst/>
            <a:ahLst/>
            <a:cxnLst/>
            <a:rect l="l" t="t" r="r" b="b"/>
            <a:pathLst>
              <a:path w="122402" h="110810" fill="none" extrusionOk="0">
                <a:moveTo>
                  <a:pt x="25335" y="0"/>
                </a:moveTo>
                <a:cubicBezTo>
                  <a:pt x="10008" y="11148"/>
                  <a:pt x="0" y="29199"/>
                  <a:pt x="0" y="49594"/>
                </a:cubicBezTo>
                <a:cubicBezTo>
                  <a:pt x="0" y="83416"/>
                  <a:pt x="27394" y="110810"/>
                  <a:pt x="61185" y="110810"/>
                </a:cubicBezTo>
                <a:cubicBezTo>
                  <a:pt x="95007" y="110810"/>
                  <a:pt x="122401" y="83416"/>
                  <a:pt x="122401" y="49594"/>
                </a:cubicBezTo>
                <a:cubicBezTo>
                  <a:pt x="122401" y="29199"/>
                  <a:pt x="112394" y="11116"/>
                  <a:pt x="97034" y="0"/>
                </a:cubicBez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223;p14">
            <a:extLst>
              <a:ext uri="{FF2B5EF4-FFF2-40B4-BE49-F238E27FC236}">
                <a16:creationId xmlns:a16="http://schemas.microsoft.com/office/drawing/2014/main" id="{AC88566A-19B7-E504-B065-40A4E315587F}"/>
              </a:ext>
            </a:extLst>
          </p:cNvPr>
          <p:cNvSpPr/>
          <p:nvPr/>
        </p:nvSpPr>
        <p:spPr>
          <a:xfrm>
            <a:off x="717400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" y="0"/>
                </a:moveTo>
                <a:lnTo>
                  <a:pt x="18939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224;p14">
            <a:extLst>
              <a:ext uri="{FF2B5EF4-FFF2-40B4-BE49-F238E27FC236}">
                <a16:creationId xmlns:a16="http://schemas.microsoft.com/office/drawing/2014/main" id="{D6BE5226-984F-D485-9740-D6555E245712}"/>
              </a:ext>
            </a:extLst>
          </p:cNvPr>
          <p:cNvSpPr/>
          <p:nvPr/>
        </p:nvSpPr>
        <p:spPr>
          <a:xfrm>
            <a:off x="717400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1" y="1"/>
                </a:moveTo>
                <a:lnTo>
                  <a:pt x="26888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225;p14">
            <a:extLst>
              <a:ext uri="{FF2B5EF4-FFF2-40B4-BE49-F238E27FC236}">
                <a16:creationId xmlns:a16="http://schemas.microsoft.com/office/drawing/2014/main" id="{3FAC1BF5-CCAB-F35E-EE84-47C0FD8B3FAA}"/>
              </a:ext>
            </a:extLst>
          </p:cNvPr>
          <p:cNvSpPr/>
          <p:nvPr/>
        </p:nvSpPr>
        <p:spPr>
          <a:xfrm>
            <a:off x="717400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1" y="1"/>
                </a:moveTo>
                <a:lnTo>
                  <a:pt x="4783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226;p14">
            <a:extLst>
              <a:ext uri="{FF2B5EF4-FFF2-40B4-BE49-F238E27FC236}">
                <a16:creationId xmlns:a16="http://schemas.microsoft.com/office/drawing/2014/main" id="{A6F39B48-5DD6-1D15-FD10-8681DED19912}"/>
              </a:ext>
            </a:extLst>
          </p:cNvPr>
          <p:cNvSpPr/>
          <p:nvPr/>
        </p:nvSpPr>
        <p:spPr>
          <a:xfrm>
            <a:off x="7328464" y="791694"/>
            <a:ext cx="1112436" cy="56"/>
          </a:xfrm>
          <a:custGeom>
            <a:avLst/>
            <a:gdLst/>
            <a:ahLst/>
            <a:cxnLst/>
            <a:rect l="l" t="t" r="r" b="b"/>
            <a:pathLst>
              <a:path w="18939" h="1" fill="none" extrusionOk="0">
                <a:moveTo>
                  <a:pt x="18939" y="0"/>
                </a:moveTo>
                <a:lnTo>
                  <a:pt x="1" y="0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227;p14">
            <a:extLst>
              <a:ext uri="{FF2B5EF4-FFF2-40B4-BE49-F238E27FC236}">
                <a16:creationId xmlns:a16="http://schemas.microsoft.com/office/drawing/2014/main" id="{A412006C-2BCD-0CE3-A208-9CCFE70CED30}"/>
              </a:ext>
            </a:extLst>
          </p:cNvPr>
          <p:cNvSpPr/>
          <p:nvPr/>
        </p:nvSpPr>
        <p:spPr>
          <a:xfrm>
            <a:off x="6861556" y="5595273"/>
            <a:ext cx="1579344" cy="56"/>
          </a:xfrm>
          <a:custGeom>
            <a:avLst/>
            <a:gdLst/>
            <a:ahLst/>
            <a:cxnLst/>
            <a:rect l="l" t="t" r="r" b="b"/>
            <a:pathLst>
              <a:path w="26888" h="1" fill="none" extrusionOk="0">
                <a:moveTo>
                  <a:pt x="26888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228;p14">
            <a:extLst>
              <a:ext uri="{FF2B5EF4-FFF2-40B4-BE49-F238E27FC236}">
                <a16:creationId xmlns:a16="http://schemas.microsoft.com/office/drawing/2014/main" id="{C896E387-67CC-2789-0B4C-4CCD1F50D22E}"/>
              </a:ext>
            </a:extLst>
          </p:cNvPr>
          <p:cNvSpPr/>
          <p:nvPr/>
        </p:nvSpPr>
        <p:spPr>
          <a:xfrm>
            <a:off x="8159957" y="3188192"/>
            <a:ext cx="280943" cy="56"/>
          </a:xfrm>
          <a:custGeom>
            <a:avLst/>
            <a:gdLst/>
            <a:ahLst/>
            <a:cxnLst/>
            <a:rect l="l" t="t" r="r" b="b"/>
            <a:pathLst>
              <a:path w="4783" h="1" fill="none" extrusionOk="0">
                <a:moveTo>
                  <a:pt x="4783" y="1"/>
                </a:moveTo>
                <a:lnTo>
                  <a:pt x="1" y="1"/>
                </a:lnTo>
              </a:path>
            </a:pathLst>
          </a:custGeom>
          <a:noFill/>
          <a:ln w="7925" cap="flat" cmpd="sng">
            <a:solidFill>
              <a:srgbClr val="CECECE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66968-BEB2-D1C9-5D7D-3EE4E0E5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75" y="1563081"/>
            <a:ext cx="5025321" cy="1387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358A5A-C365-CE4C-D933-042217A92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5" y="3305759"/>
            <a:ext cx="4154021" cy="725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351506-68EC-11E1-E113-6D4DA0C6A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523" y="1564784"/>
            <a:ext cx="3664277" cy="25992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BB439D-C90F-1DA8-5927-57F337CE4A2F}"/>
              </a:ext>
            </a:extLst>
          </p:cNvPr>
          <p:cNvSpPr txBox="1"/>
          <p:nvPr/>
        </p:nvSpPr>
        <p:spPr>
          <a:xfrm>
            <a:off x="1683435" y="925124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Pyhton</a:t>
            </a:r>
            <a:endParaRPr lang="en-ID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7158D-A81C-D37E-468D-0ECD37B5B1C1}"/>
              </a:ext>
            </a:extLst>
          </p:cNvPr>
          <p:cNvSpPr txBox="1"/>
          <p:nvPr/>
        </p:nvSpPr>
        <p:spPr>
          <a:xfrm>
            <a:off x="6717940" y="888107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Scratch</a:t>
            </a:r>
            <a:endParaRPr lang="en-ID" sz="2400" b="1" dirty="0"/>
          </a:p>
        </p:txBody>
      </p:sp>
    </p:spTree>
    <p:extLst>
      <p:ext uri="{BB962C8B-B14F-4D97-AF65-F5344CB8AC3E}">
        <p14:creationId xmlns:p14="http://schemas.microsoft.com/office/powerpoint/2010/main" val="245956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F9D82468-FDCC-6472-0844-C0BF3D22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1740AC9B-82CF-665A-040F-17692432BDB8}"/>
              </a:ext>
            </a:extLst>
          </p:cNvPr>
          <p:cNvSpPr txBox="1"/>
          <p:nvPr/>
        </p:nvSpPr>
        <p:spPr>
          <a:xfrm>
            <a:off x="1247703" y="0"/>
            <a:ext cx="615255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Cara menyatakan while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7114CD-CF22-E836-9515-F803FF748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57" y="1716313"/>
            <a:ext cx="4202343" cy="29213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94806-074C-F58A-CBE2-C6BA40A51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078" y="1716313"/>
            <a:ext cx="3794667" cy="2689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BA9E26-1744-7D0E-451D-74DE3EDACE80}"/>
              </a:ext>
            </a:extLst>
          </p:cNvPr>
          <p:cNvSpPr txBox="1"/>
          <p:nvPr/>
        </p:nvSpPr>
        <p:spPr>
          <a:xfrm>
            <a:off x="1683435" y="925124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Pyhton</a:t>
            </a:r>
            <a:endParaRPr lang="en-ID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1E683-8D62-2C4F-BFF9-8DADDEBDF590}"/>
              </a:ext>
            </a:extLst>
          </p:cNvPr>
          <p:cNvSpPr txBox="1"/>
          <p:nvPr/>
        </p:nvSpPr>
        <p:spPr>
          <a:xfrm>
            <a:off x="6717940" y="888107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Scratch</a:t>
            </a:r>
            <a:endParaRPr lang="en-ID" sz="2400" b="1" dirty="0"/>
          </a:p>
        </p:txBody>
      </p:sp>
      <p:grpSp>
        <p:nvGrpSpPr>
          <p:cNvPr id="12" name="Google Shape;3952;p38">
            <a:extLst>
              <a:ext uri="{FF2B5EF4-FFF2-40B4-BE49-F238E27FC236}">
                <a16:creationId xmlns:a16="http://schemas.microsoft.com/office/drawing/2014/main" id="{29F046B8-D6A7-3BEE-97AC-47F8D7EFD3B2}"/>
              </a:ext>
            </a:extLst>
          </p:cNvPr>
          <p:cNvGrpSpPr/>
          <p:nvPr/>
        </p:nvGrpSpPr>
        <p:grpSpPr>
          <a:xfrm>
            <a:off x="-745782" y="-1470595"/>
            <a:ext cx="2230878" cy="3186908"/>
            <a:chOff x="457208" y="1168980"/>
            <a:chExt cx="2230878" cy="3186908"/>
          </a:xfrm>
        </p:grpSpPr>
        <p:sp>
          <p:nvSpPr>
            <p:cNvPr id="13" name="Google Shape;3953;p38">
              <a:extLst>
                <a:ext uri="{FF2B5EF4-FFF2-40B4-BE49-F238E27FC236}">
                  <a16:creationId xmlns:a16="http://schemas.microsoft.com/office/drawing/2014/main" id="{55EB076A-1787-F36D-8C7C-3E1C58D7F0C8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4;p38">
              <a:extLst>
                <a:ext uri="{FF2B5EF4-FFF2-40B4-BE49-F238E27FC236}">
                  <a16:creationId xmlns:a16="http://schemas.microsoft.com/office/drawing/2014/main" id="{B5871EE4-5709-D4C1-05FF-2B7D3226AB76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55;p38">
              <a:extLst>
                <a:ext uri="{FF2B5EF4-FFF2-40B4-BE49-F238E27FC236}">
                  <a16:creationId xmlns:a16="http://schemas.microsoft.com/office/drawing/2014/main" id="{ECD93EB9-D11D-BC93-B680-0AEB3B14C1F1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56;p38">
              <a:extLst>
                <a:ext uri="{FF2B5EF4-FFF2-40B4-BE49-F238E27FC236}">
                  <a16:creationId xmlns:a16="http://schemas.microsoft.com/office/drawing/2014/main" id="{0D84B24A-ADBC-BC07-0A18-55C75A68CDDD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57;p38">
              <a:extLst>
                <a:ext uri="{FF2B5EF4-FFF2-40B4-BE49-F238E27FC236}">
                  <a16:creationId xmlns:a16="http://schemas.microsoft.com/office/drawing/2014/main" id="{DB1C285E-271F-1660-BCED-2F805D34A336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58;p38">
              <a:extLst>
                <a:ext uri="{FF2B5EF4-FFF2-40B4-BE49-F238E27FC236}">
                  <a16:creationId xmlns:a16="http://schemas.microsoft.com/office/drawing/2014/main" id="{862E439F-E169-D680-01EC-396CB83D7811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59;p38">
              <a:extLst>
                <a:ext uri="{FF2B5EF4-FFF2-40B4-BE49-F238E27FC236}">
                  <a16:creationId xmlns:a16="http://schemas.microsoft.com/office/drawing/2014/main" id="{9447F49B-0B33-E210-CF17-62D74289F6DF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0;p38">
              <a:extLst>
                <a:ext uri="{FF2B5EF4-FFF2-40B4-BE49-F238E27FC236}">
                  <a16:creationId xmlns:a16="http://schemas.microsoft.com/office/drawing/2014/main" id="{671A937C-3E46-5519-3E4D-0A6F3CB5F2E9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1;p38">
              <a:extLst>
                <a:ext uri="{FF2B5EF4-FFF2-40B4-BE49-F238E27FC236}">
                  <a16:creationId xmlns:a16="http://schemas.microsoft.com/office/drawing/2014/main" id="{732FD9E0-CBAF-07B4-3558-973463CE7B05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2;p38">
              <a:extLst>
                <a:ext uri="{FF2B5EF4-FFF2-40B4-BE49-F238E27FC236}">
                  <a16:creationId xmlns:a16="http://schemas.microsoft.com/office/drawing/2014/main" id="{016AC3F3-BE73-8F3D-4CC5-1085AD6FBD4A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3;p38">
              <a:extLst>
                <a:ext uri="{FF2B5EF4-FFF2-40B4-BE49-F238E27FC236}">
                  <a16:creationId xmlns:a16="http://schemas.microsoft.com/office/drawing/2014/main" id="{FD100946-89A2-5EB8-FE1E-6BA8B84CFE58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4;p38">
              <a:extLst>
                <a:ext uri="{FF2B5EF4-FFF2-40B4-BE49-F238E27FC236}">
                  <a16:creationId xmlns:a16="http://schemas.microsoft.com/office/drawing/2014/main" id="{8F3F642A-3131-D51A-E027-1A40FA365227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65;p38">
              <a:extLst>
                <a:ext uri="{FF2B5EF4-FFF2-40B4-BE49-F238E27FC236}">
                  <a16:creationId xmlns:a16="http://schemas.microsoft.com/office/drawing/2014/main" id="{9E3D47C1-D21C-7AA2-8A1F-174A5BABFF83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66;p38">
              <a:extLst>
                <a:ext uri="{FF2B5EF4-FFF2-40B4-BE49-F238E27FC236}">
                  <a16:creationId xmlns:a16="http://schemas.microsoft.com/office/drawing/2014/main" id="{633D399F-369C-FABF-0B37-B20CA40D6634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67;p38">
              <a:extLst>
                <a:ext uri="{FF2B5EF4-FFF2-40B4-BE49-F238E27FC236}">
                  <a16:creationId xmlns:a16="http://schemas.microsoft.com/office/drawing/2014/main" id="{5B7B82B8-CA91-9FA7-3309-97FB24493EE5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68;p38">
              <a:extLst>
                <a:ext uri="{FF2B5EF4-FFF2-40B4-BE49-F238E27FC236}">
                  <a16:creationId xmlns:a16="http://schemas.microsoft.com/office/drawing/2014/main" id="{7307000D-7DE0-1B13-5AE0-4E150DC07736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69;p38">
              <a:extLst>
                <a:ext uri="{FF2B5EF4-FFF2-40B4-BE49-F238E27FC236}">
                  <a16:creationId xmlns:a16="http://schemas.microsoft.com/office/drawing/2014/main" id="{A0D5C768-0C30-8EAF-DFF0-CB0CCE68BD5D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0;p38">
              <a:extLst>
                <a:ext uri="{FF2B5EF4-FFF2-40B4-BE49-F238E27FC236}">
                  <a16:creationId xmlns:a16="http://schemas.microsoft.com/office/drawing/2014/main" id="{1CB1F4C0-0721-318F-9F7A-A13EF6AACC97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1;p38">
              <a:extLst>
                <a:ext uri="{FF2B5EF4-FFF2-40B4-BE49-F238E27FC236}">
                  <a16:creationId xmlns:a16="http://schemas.microsoft.com/office/drawing/2014/main" id="{4AC0E9F1-C8EE-C19A-7DE9-9AB2AA498152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2;p38">
              <a:extLst>
                <a:ext uri="{FF2B5EF4-FFF2-40B4-BE49-F238E27FC236}">
                  <a16:creationId xmlns:a16="http://schemas.microsoft.com/office/drawing/2014/main" id="{DC285746-9C29-E32F-E191-D74F3751C829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3;p38">
              <a:extLst>
                <a:ext uri="{FF2B5EF4-FFF2-40B4-BE49-F238E27FC236}">
                  <a16:creationId xmlns:a16="http://schemas.microsoft.com/office/drawing/2014/main" id="{FC11072E-68F1-EF19-330E-77725E3A8CEC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4;p38">
              <a:extLst>
                <a:ext uri="{FF2B5EF4-FFF2-40B4-BE49-F238E27FC236}">
                  <a16:creationId xmlns:a16="http://schemas.microsoft.com/office/drawing/2014/main" id="{D584016C-46F8-85B2-8346-F27164AA3715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75;p38">
              <a:extLst>
                <a:ext uri="{FF2B5EF4-FFF2-40B4-BE49-F238E27FC236}">
                  <a16:creationId xmlns:a16="http://schemas.microsoft.com/office/drawing/2014/main" id="{A5D01C3A-57E0-1940-6B73-7FA906C9B7F0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76;p38">
              <a:extLst>
                <a:ext uri="{FF2B5EF4-FFF2-40B4-BE49-F238E27FC236}">
                  <a16:creationId xmlns:a16="http://schemas.microsoft.com/office/drawing/2014/main" id="{E8F199D4-D8CC-7729-493F-D30A11FB5D83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77;p38">
              <a:extLst>
                <a:ext uri="{FF2B5EF4-FFF2-40B4-BE49-F238E27FC236}">
                  <a16:creationId xmlns:a16="http://schemas.microsoft.com/office/drawing/2014/main" id="{5ECC0136-4A9A-584B-31F6-B81A69E424E4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78;p38">
              <a:extLst>
                <a:ext uri="{FF2B5EF4-FFF2-40B4-BE49-F238E27FC236}">
                  <a16:creationId xmlns:a16="http://schemas.microsoft.com/office/drawing/2014/main" id="{686A2344-7CFC-E9E5-321A-346AE39DEEFB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79;p38">
              <a:extLst>
                <a:ext uri="{FF2B5EF4-FFF2-40B4-BE49-F238E27FC236}">
                  <a16:creationId xmlns:a16="http://schemas.microsoft.com/office/drawing/2014/main" id="{920BF0C5-E813-A650-0425-FD5E6CD6F6EF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0;p38">
              <a:extLst>
                <a:ext uri="{FF2B5EF4-FFF2-40B4-BE49-F238E27FC236}">
                  <a16:creationId xmlns:a16="http://schemas.microsoft.com/office/drawing/2014/main" id="{CC5B7C0B-B19B-3A56-6960-A28F487A320E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1;p38">
              <a:extLst>
                <a:ext uri="{FF2B5EF4-FFF2-40B4-BE49-F238E27FC236}">
                  <a16:creationId xmlns:a16="http://schemas.microsoft.com/office/drawing/2014/main" id="{E70F0ECE-A951-74B1-64F6-570DE5279B68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2;p38">
              <a:extLst>
                <a:ext uri="{FF2B5EF4-FFF2-40B4-BE49-F238E27FC236}">
                  <a16:creationId xmlns:a16="http://schemas.microsoft.com/office/drawing/2014/main" id="{0299340E-9E3B-A1EB-5DB8-53F1F0D10ED0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3;p38">
              <a:extLst>
                <a:ext uri="{FF2B5EF4-FFF2-40B4-BE49-F238E27FC236}">
                  <a16:creationId xmlns:a16="http://schemas.microsoft.com/office/drawing/2014/main" id="{70ACA62C-05E3-0D6F-CE07-4D71EAC8D374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4;p38">
              <a:extLst>
                <a:ext uri="{FF2B5EF4-FFF2-40B4-BE49-F238E27FC236}">
                  <a16:creationId xmlns:a16="http://schemas.microsoft.com/office/drawing/2014/main" id="{35930D9C-FC85-C2E9-8A61-B186F432D844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85;p38">
              <a:extLst>
                <a:ext uri="{FF2B5EF4-FFF2-40B4-BE49-F238E27FC236}">
                  <a16:creationId xmlns:a16="http://schemas.microsoft.com/office/drawing/2014/main" id="{08B46853-FD28-721E-1C1F-DA93DF7A3F80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86;p38">
              <a:extLst>
                <a:ext uri="{FF2B5EF4-FFF2-40B4-BE49-F238E27FC236}">
                  <a16:creationId xmlns:a16="http://schemas.microsoft.com/office/drawing/2014/main" id="{2AA4A965-D0EB-BC4B-A072-86345C67152D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87;p38">
              <a:extLst>
                <a:ext uri="{FF2B5EF4-FFF2-40B4-BE49-F238E27FC236}">
                  <a16:creationId xmlns:a16="http://schemas.microsoft.com/office/drawing/2014/main" id="{FBF9D30A-5058-6AD4-B8FC-B7B1F4DEBE5A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88;p38">
              <a:extLst>
                <a:ext uri="{FF2B5EF4-FFF2-40B4-BE49-F238E27FC236}">
                  <a16:creationId xmlns:a16="http://schemas.microsoft.com/office/drawing/2014/main" id="{EE90111D-12B1-8A17-9412-A4FED0347A11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89;p38">
              <a:extLst>
                <a:ext uri="{FF2B5EF4-FFF2-40B4-BE49-F238E27FC236}">
                  <a16:creationId xmlns:a16="http://schemas.microsoft.com/office/drawing/2014/main" id="{D0C284D9-1C43-7B00-E021-CB8100E8F501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0;p38">
              <a:extLst>
                <a:ext uri="{FF2B5EF4-FFF2-40B4-BE49-F238E27FC236}">
                  <a16:creationId xmlns:a16="http://schemas.microsoft.com/office/drawing/2014/main" id="{F0258750-DEC2-4799-79F7-5AC7F8E7B2C5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1;p38">
              <a:extLst>
                <a:ext uri="{FF2B5EF4-FFF2-40B4-BE49-F238E27FC236}">
                  <a16:creationId xmlns:a16="http://schemas.microsoft.com/office/drawing/2014/main" id="{41DB1055-40A7-C5D2-F766-214DFA67BDC4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2;p38">
              <a:extLst>
                <a:ext uri="{FF2B5EF4-FFF2-40B4-BE49-F238E27FC236}">
                  <a16:creationId xmlns:a16="http://schemas.microsoft.com/office/drawing/2014/main" id="{C78E3801-417E-CD03-DD71-2A5F662DC0AF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3;p38">
              <a:extLst>
                <a:ext uri="{FF2B5EF4-FFF2-40B4-BE49-F238E27FC236}">
                  <a16:creationId xmlns:a16="http://schemas.microsoft.com/office/drawing/2014/main" id="{101C2B8B-91F5-BF83-C4F5-AFB6B876BC2F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4;p38">
              <a:extLst>
                <a:ext uri="{FF2B5EF4-FFF2-40B4-BE49-F238E27FC236}">
                  <a16:creationId xmlns:a16="http://schemas.microsoft.com/office/drawing/2014/main" id="{DC6EF3D5-B639-EAD7-FAB3-C5FEB8DAF502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995;p38">
              <a:extLst>
                <a:ext uri="{FF2B5EF4-FFF2-40B4-BE49-F238E27FC236}">
                  <a16:creationId xmlns:a16="http://schemas.microsoft.com/office/drawing/2014/main" id="{6E8300D3-1B02-0B07-069E-ABC7BFEF0CFF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996;p38">
              <a:extLst>
                <a:ext uri="{FF2B5EF4-FFF2-40B4-BE49-F238E27FC236}">
                  <a16:creationId xmlns:a16="http://schemas.microsoft.com/office/drawing/2014/main" id="{AEAE57FC-93E3-D722-9853-0251D6F4C166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997;p38">
              <a:extLst>
                <a:ext uri="{FF2B5EF4-FFF2-40B4-BE49-F238E27FC236}">
                  <a16:creationId xmlns:a16="http://schemas.microsoft.com/office/drawing/2014/main" id="{58955023-AC99-2C04-9E51-E07B6997720E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998;p38">
              <a:extLst>
                <a:ext uri="{FF2B5EF4-FFF2-40B4-BE49-F238E27FC236}">
                  <a16:creationId xmlns:a16="http://schemas.microsoft.com/office/drawing/2014/main" id="{B8529CD8-8D31-A1C0-AFF7-35C446D07FD9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999;p38">
              <a:extLst>
                <a:ext uri="{FF2B5EF4-FFF2-40B4-BE49-F238E27FC236}">
                  <a16:creationId xmlns:a16="http://schemas.microsoft.com/office/drawing/2014/main" id="{19C10A3C-009F-8C93-723B-FA24FAD5CE05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0;p38">
              <a:extLst>
                <a:ext uri="{FF2B5EF4-FFF2-40B4-BE49-F238E27FC236}">
                  <a16:creationId xmlns:a16="http://schemas.microsoft.com/office/drawing/2014/main" id="{B2545D90-9899-3585-B642-1F8D94D5F591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1;p38">
              <a:extLst>
                <a:ext uri="{FF2B5EF4-FFF2-40B4-BE49-F238E27FC236}">
                  <a16:creationId xmlns:a16="http://schemas.microsoft.com/office/drawing/2014/main" id="{DA53C613-1152-19AE-C377-33B5FFB64279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2;p38">
              <a:extLst>
                <a:ext uri="{FF2B5EF4-FFF2-40B4-BE49-F238E27FC236}">
                  <a16:creationId xmlns:a16="http://schemas.microsoft.com/office/drawing/2014/main" id="{B8BB9915-F403-E999-1AD9-2D65A05810BF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3;p38">
              <a:extLst>
                <a:ext uri="{FF2B5EF4-FFF2-40B4-BE49-F238E27FC236}">
                  <a16:creationId xmlns:a16="http://schemas.microsoft.com/office/drawing/2014/main" id="{46539E90-8655-8585-A834-E05A946316CE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4004;p38">
              <a:extLst>
                <a:ext uri="{FF2B5EF4-FFF2-40B4-BE49-F238E27FC236}">
                  <a16:creationId xmlns:a16="http://schemas.microsoft.com/office/drawing/2014/main" id="{89319B98-DB7E-E9B2-C126-EDBE4C5D6B19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4005;p38">
              <a:extLst>
                <a:ext uri="{FF2B5EF4-FFF2-40B4-BE49-F238E27FC236}">
                  <a16:creationId xmlns:a16="http://schemas.microsoft.com/office/drawing/2014/main" id="{923FA1C5-B863-FB79-1288-72AB3FB74EAF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4006;p38">
              <a:extLst>
                <a:ext uri="{FF2B5EF4-FFF2-40B4-BE49-F238E27FC236}">
                  <a16:creationId xmlns:a16="http://schemas.microsoft.com/office/drawing/2014/main" id="{EC624447-328D-4994-F5EB-BE9D22976A21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4007;p38">
              <a:extLst>
                <a:ext uri="{FF2B5EF4-FFF2-40B4-BE49-F238E27FC236}">
                  <a16:creationId xmlns:a16="http://schemas.microsoft.com/office/drawing/2014/main" id="{B15060A0-C1E0-0C37-87ED-CF2735B55386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4008;p38">
              <a:extLst>
                <a:ext uri="{FF2B5EF4-FFF2-40B4-BE49-F238E27FC236}">
                  <a16:creationId xmlns:a16="http://schemas.microsoft.com/office/drawing/2014/main" id="{E9570DF8-7A4C-D626-24D1-01DFAC644D0D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4009;p38">
              <a:extLst>
                <a:ext uri="{FF2B5EF4-FFF2-40B4-BE49-F238E27FC236}">
                  <a16:creationId xmlns:a16="http://schemas.microsoft.com/office/drawing/2014/main" id="{FBE08CD4-F4CD-F408-EB69-25B9CCFD8BB5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4010;p38">
              <a:extLst>
                <a:ext uri="{FF2B5EF4-FFF2-40B4-BE49-F238E27FC236}">
                  <a16:creationId xmlns:a16="http://schemas.microsoft.com/office/drawing/2014/main" id="{614349C2-15F2-E9E1-974F-62A8B6E65A61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4011;p38">
              <a:extLst>
                <a:ext uri="{FF2B5EF4-FFF2-40B4-BE49-F238E27FC236}">
                  <a16:creationId xmlns:a16="http://schemas.microsoft.com/office/drawing/2014/main" id="{1701CF6A-7086-F825-FCD4-BF4C3E6BB5FF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4012;p38">
              <a:extLst>
                <a:ext uri="{FF2B5EF4-FFF2-40B4-BE49-F238E27FC236}">
                  <a16:creationId xmlns:a16="http://schemas.microsoft.com/office/drawing/2014/main" id="{BF5E6A85-83EF-0C37-746C-018144F23170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4013;p38">
              <a:extLst>
                <a:ext uri="{FF2B5EF4-FFF2-40B4-BE49-F238E27FC236}">
                  <a16:creationId xmlns:a16="http://schemas.microsoft.com/office/drawing/2014/main" id="{0B16C2A9-B6E4-AF0A-D853-D0769362E9B8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4014;p38">
              <a:extLst>
                <a:ext uri="{FF2B5EF4-FFF2-40B4-BE49-F238E27FC236}">
                  <a16:creationId xmlns:a16="http://schemas.microsoft.com/office/drawing/2014/main" id="{EED81AF0-1D2E-C572-7376-A75A8FD51681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4015;p38">
              <a:extLst>
                <a:ext uri="{FF2B5EF4-FFF2-40B4-BE49-F238E27FC236}">
                  <a16:creationId xmlns:a16="http://schemas.microsoft.com/office/drawing/2014/main" id="{C61A0D1B-4B09-FA89-8982-B4DE34855A91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4016;p38">
              <a:extLst>
                <a:ext uri="{FF2B5EF4-FFF2-40B4-BE49-F238E27FC236}">
                  <a16:creationId xmlns:a16="http://schemas.microsoft.com/office/drawing/2014/main" id="{E5C9E8D0-707C-DA47-87F7-0C031C649AC1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4017;p38">
              <a:extLst>
                <a:ext uri="{FF2B5EF4-FFF2-40B4-BE49-F238E27FC236}">
                  <a16:creationId xmlns:a16="http://schemas.microsoft.com/office/drawing/2014/main" id="{35FD43DD-1ED3-E234-47BC-D907E969950E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4018;p38">
              <a:extLst>
                <a:ext uri="{FF2B5EF4-FFF2-40B4-BE49-F238E27FC236}">
                  <a16:creationId xmlns:a16="http://schemas.microsoft.com/office/drawing/2014/main" id="{E05F4E70-268E-7090-BFE4-17B149E1B8F3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4019;p38">
              <a:extLst>
                <a:ext uri="{FF2B5EF4-FFF2-40B4-BE49-F238E27FC236}">
                  <a16:creationId xmlns:a16="http://schemas.microsoft.com/office/drawing/2014/main" id="{E96C6B4C-4C41-FA91-69B4-FE4F171EC4A8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4020;p38">
              <a:extLst>
                <a:ext uri="{FF2B5EF4-FFF2-40B4-BE49-F238E27FC236}">
                  <a16:creationId xmlns:a16="http://schemas.microsoft.com/office/drawing/2014/main" id="{041DF029-AD8F-6C41-E48B-1A4FA9ED78F4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4021;p38">
              <a:extLst>
                <a:ext uri="{FF2B5EF4-FFF2-40B4-BE49-F238E27FC236}">
                  <a16:creationId xmlns:a16="http://schemas.microsoft.com/office/drawing/2014/main" id="{93567B36-C481-DF4D-47ED-A4E2C2562A9F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4022;p38">
              <a:extLst>
                <a:ext uri="{FF2B5EF4-FFF2-40B4-BE49-F238E27FC236}">
                  <a16:creationId xmlns:a16="http://schemas.microsoft.com/office/drawing/2014/main" id="{BADE1A41-7150-82DF-9088-90DBABD236EA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4023;p38">
              <a:extLst>
                <a:ext uri="{FF2B5EF4-FFF2-40B4-BE49-F238E27FC236}">
                  <a16:creationId xmlns:a16="http://schemas.microsoft.com/office/drawing/2014/main" id="{7F4833FA-0FCC-B82D-735B-7936A994B051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4024;p38">
              <a:extLst>
                <a:ext uri="{FF2B5EF4-FFF2-40B4-BE49-F238E27FC236}">
                  <a16:creationId xmlns:a16="http://schemas.microsoft.com/office/drawing/2014/main" id="{9B3BD8C1-EEFE-291B-CDA1-A16828CA699C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4025;p38">
              <a:extLst>
                <a:ext uri="{FF2B5EF4-FFF2-40B4-BE49-F238E27FC236}">
                  <a16:creationId xmlns:a16="http://schemas.microsoft.com/office/drawing/2014/main" id="{FBF98CB5-9691-D050-3274-3A265A036501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4026;p38">
              <a:extLst>
                <a:ext uri="{FF2B5EF4-FFF2-40B4-BE49-F238E27FC236}">
                  <a16:creationId xmlns:a16="http://schemas.microsoft.com/office/drawing/2014/main" id="{E5E22B80-AE61-CF58-86AF-04EEFDC68200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4027;p38">
              <a:extLst>
                <a:ext uri="{FF2B5EF4-FFF2-40B4-BE49-F238E27FC236}">
                  <a16:creationId xmlns:a16="http://schemas.microsoft.com/office/drawing/2014/main" id="{E8D00D76-5467-CB18-4DE1-F39AA9BA29E7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4028;p38">
              <a:extLst>
                <a:ext uri="{FF2B5EF4-FFF2-40B4-BE49-F238E27FC236}">
                  <a16:creationId xmlns:a16="http://schemas.microsoft.com/office/drawing/2014/main" id="{DDCBA1F2-0199-61F4-CC03-A676F64C1328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4029;p38">
              <a:extLst>
                <a:ext uri="{FF2B5EF4-FFF2-40B4-BE49-F238E27FC236}">
                  <a16:creationId xmlns:a16="http://schemas.microsoft.com/office/drawing/2014/main" id="{795BD13C-D4B5-24EA-9367-FEBE148039D2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4030;p38">
              <a:extLst>
                <a:ext uri="{FF2B5EF4-FFF2-40B4-BE49-F238E27FC236}">
                  <a16:creationId xmlns:a16="http://schemas.microsoft.com/office/drawing/2014/main" id="{B438B217-9E54-3CD0-3ED8-E313002B3B26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4031;p38">
              <a:extLst>
                <a:ext uri="{FF2B5EF4-FFF2-40B4-BE49-F238E27FC236}">
                  <a16:creationId xmlns:a16="http://schemas.microsoft.com/office/drawing/2014/main" id="{88F1659C-8094-BDE6-79C9-0958C15B3959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4032;p38">
              <a:extLst>
                <a:ext uri="{FF2B5EF4-FFF2-40B4-BE49-F238E27FC236}">
                  <a16:creationId xmlns:a16="http://schemas.microsoft.com/office/drawing/2014/main" id="{FF160694-EEF7-46F7-BB21-A6760CE19491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4033;p38">
              <a:extLst>
                <a:ext uri="{FF2B5EF4-FFF2-40B4-BE49-F238E27FC236}">
                  <a16:creationId xmlns:a16="http://schemas.microsoft.com/office/drawing/2014/main" id="{F11B24DE-33F6-CE48-7B60-560E143A240C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4034;p38">
              <a:extLst>
                <a:ext uri="{FF2B5EF4-FFF2-40B4-BE49-F238E27FC236}">
                  <a16:creationId xmlns:a16="http://schemas.microsoft.com/office/drawing/2014/main" id="{75BD9998-125F-CCC9-0521-C0552C8EFC59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4035;p38">
              <a:extLst>
                <a:ext uri="{FF2B5EF4-FFF2-40B4-BE49-F238E27FC236}">
                  <a16:creationId xmlns:a16="http://schemas.microsoft.com/office/drawing/2014/main" id="{1038A7D6-1BD7-8EC5-9F79-5149F3EC3800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4036;p38">
              <a:extLst>
                <a:ext uri="{FF2B5EF4-FFF2-40B4-BE49-F238E27FC236}">
                  <a16:creationId xmlns:a16="http://schemas.microsoft.com/office/drawing/2014/main" id="{74022081-FA96-AFCD-94D7-7C983D26311E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4037;p38">
              <a:extLst>
                <a:ext uri="{FF2B5EF4-FFF2-40B4-BE49-F238E27FC236}">
                  <a16:creationId xmlns:a16="http://schemas.microsoft.com/office/drawing/2014/main" id="{81B1AE55-B632-4FF8-6CF1-E466AC4C63A8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4038;p38">
              <a:extLst>
                <a:ext uri="{FF2B5EF4-FFF2-40B4-BE49-F238E27FC236}">
                  <a16:creationId xmlns:a16="http://schemas.microsoft.com/office/drawing/2014/main" id="{71EF9C29-211F-AD7D-5A06-0928AB208141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4039;p38">
              <a:extLst>
                <a:ext uri="{FF2B5EF4-FFF2-40B4-BE49-F238E27FC236}">
                  <a16:creationId xmlns:a16="http://schemas.microsoft.com/office/drawing/2014/main" id="{DC473F7F-FD6A-AB50-24D2-969DA4094CEF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4040;p38">
              <a:extLst>
                <a:ext uri="{FF2B5EF4-FFF2-40B4-BE49-F238E27FC236}">
                  <a16:creationId xmlns:a16="http://schemas.microsoft.com/office/drawing/2014/main" id="{A18EE428-D481-7E01-39F1-8DCEF5B5C8A2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4041;p38">
              <a:extLst>
                <a:ext uri="{FF2B5EF4-FFF2-40B4-BE49-F238E27FC236}">
                  <a16:creationId xmlns:a16="http://schemas.microsoft.com/office/drawing/2014/main" id="{3FC207E8-4F77-AA9E-FB75-CFA5CD347FE2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4042;p38">
              <a:extLst>
                <a:ext uri="{FF2B5EF4-FFF2-40B4-BE49-F238E27FC236}">
                  <a16:creationId xmlns:a16="http://schemas.microsoft.com/office/drawing/2014/main" id="{77EE0FF1-F1AA-DDA8-BC05-8E0D68C4D27B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4043;p38">
              <a:extLst>
                <a:ext uri="{FF2B5EF4-FFF2-40B4-BE49-F238E27FC236}">
                  <a16:creationId xmlns:a16="http://schemas.microsoft.com/office/drawing/2014/main" id="{580E2857-CC34-1A64-8D96-0FEA90C249D9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4044;p38">
              <a:extLst>
                <a:ext uri="{FF2B5EF4-FFF2-40B4-BE49-F238E27FC236}">
                  <a16:creationId xmlns:a16="http://schemas.microsoft.com/office/drawing/2014/main" id="{BFDEC9DC-F565-29BF-E648-DC2210DC4E1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4045;p38">
              <a:extLst>
                <a:ext uri="{FF2B5EF4-FFF2-40B4-BE49-F238E27FC236}">
                  <a16:creationId xmlns:a16="http://schemas.microsoft.com/office/drawing/2014/main" id="{5D7FD454-F1E6-5DC2-7ACE-328AC2020BFD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4046;p38">
              <a:extLst>
                <a:ext uri="{FF2B5EF4-FFF2-40B4-BE49-F238E27FC236}">
                  <a16:creationId xmlns:a16="http://schemas.microsoft.com/office/drawing/2014/main" id="{F4ED87D3-DD14-4149-8BE1-D7A905E452AE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4047;p38">
              <a:extLst>
                <a:ext uri="{FF2B5EF4-FFF2-40B4-BE49-F238E27FC236}">
                  <a16:creationId xmlns:a16="http://schemas.microsoft.com/office/drawing/2014/main" id="{800AC42A-266E-0B1C-C73C-0B141BF19710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4048;p38">
              <a:extLst>
                <a:ext uri="{FF2B5EF4-FFF2-40B4-BE49-F238E27FC236}">
                  <a16:creationId xmlns:a16="http://schemas.microsoft.com/office/drawing/2014/main" id="{86D3F437-5D92-A10E-5E26-52A7FC0E9EE8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4049;p38">
              <a:extLst>
                <a:ext uri="{FF2B5EF4-FFF2-40B4-BE49-F238E27FC236}">
                  <a16:creationId xmlns:a16="http://schemas.microsoft.com/office/drawing/2014/main" id="{3942163B-4C29-5728-8CF4-A3DC7BC94F93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4050;p38">
              <a:extLst>
                <a:ext uri="{FF2B5EF4-FFF2-40B4-BE49-F238E27FC236}">
                  <a16:creationId xmlns:a16="http://schemas.microsoft.com/office/drawing/2014/main" id="{45B8755A-6F35-B04F-5914-6F1D52043FB3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4051;p38">
              <a:extLst>
                <a:ext uri="{FF2B5EF4-FFF2-40B4-BE49-F238E27FC236}">
                  <a16:creationId xmlns:a16="http://schemas.microsoft.com/office/drawing/2014/main" id="{56ACD794-4B07-1537-A946-B65D2FBB2CC1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4052;p38">
              <a:extLst>
                <a:ext uri="{FF2B5EF4-FFF2-40B4-BE49-F238E27FC236}">
                  <a16:creationId xmlns:a16="http://schemas.microsoft.com/office/drawing/2014/main" id="{9322A45F-2229-8069-5DD0-96340CEEED35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4053;p38">
              <a:extLst>
                <a:ext uri="{FF2B5EF4-FFF2-40B4-BE49-F238E27FC236}">
                  <a16:creationId xmlns:a16="http://schemas.microsoft.com/office/drawing/2014/main" id="{9A170144-FF07-FFD0-AC29-27D7A5CDDDEA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4054;p38">
              <a:extLst>
                <a:ext uri="{FF2B5EF4-FFF2-40B4-BE49-F238E27FC236}">
                  <a16:creationId xmlns:a16="http://schemas.microsoft.com/office/drawing/2014/main" id="{91167CA8-40AF-52FE-1159-3E9C70F5691B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4055;p38">
              <a:extLst>
                <a:ext uri="{FF2B5EF4-FFF2-40B4-BE49-F238E27FC236}">
                  <a16:creationId xmlns:a16="http://schemas.microsoft.com/office/drawing/2014/main" id="{57495F60-8D52-FA87-7672-0DD72AE98B68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4056;p38">
              <a:extLst>
                <a:ext uri="{FF2B5EF4-FFF2-40B4-BE49-F238E27FC236}">
                  <a16:creationId xmlns:a16="http://schemas.microsoft.com/office/drawing/2014/main" id="{F17CB2DE-FEF7-EE2C-2DCE-37902F9507A4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4057;p38">
              <a:extLst>
                <a:ext uri="{FF2B5EF4-FFF2-40B4-BE49-F238E27FC236}">
                  <a16:creationId xmlns:a16="http://schemas.microsoft.com/office/drawing/2014/main" id="{23BB492E-07F2-379F-AC13-73D11F872E80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4058;p38">
              <a:extLst>
                <a:ext uri="{FF2B5EF4-FFF2-40B4-BE49-F238E27FC236}">
                  <a16:creationId xmlns:a16="http://schemas.microsoft.com/office/drawing/2014/main" id="{54B129ED-FC87-0EC2-48BA-FE27AF9B49EE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4059;p38">
              <a:extLst>
                <a:ext uri="{FF2B5EF4-FFF2-40B4-BE49-F238E27FC236}">
                  <a16:creationId xmlns:a16="http://schemas.microsoft.com/office/drawing/2014/main" id="{EDC5A5FD-8669-ED13-84B7-8D266FD67F20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4060;p38">
              <a:extLst>
                <a:ext uri="{FF2B5EF4-FFF2-40B4-BE49-F238E27FC236}">
                  <a16:creationId xmlns:a16="http://schemas.microsoft.com/office/drawing/2014/main" id="{4BAC063D-FEA2-EEA1-C793-5DBD1911FF85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4061;p38">
              <a:extLst>
                <a:ext uri="{FF2B5EF4-FFF2-40B4-BE49-F238E27FC236}">
                  <a16:creationId xmlns:a16="http://schemas.microsoft.com/office/drawing/2014/main" id="{1A0B63EA-6ACD-0DC6-F389-076CFDB79FD6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4062;p38">
              <a:extLst>
                <a:ext uri="{FF2B5EF4-FFF2-40B4-BE49-F238E27FC236}">
                  <a16:creationId xmlns:a16="http://schemas.microsoft.com/office/drawing/2014/main" id="{39288CAB-5EFC-8011-233F-ADE27399ECF8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4063;p38">
              <a:extLst>
                <a:ext uri="{FF2B5EF4-FFF2-40B4-BE49-F238E27FC236}">
                  <a16:creationId xmlns:a16="http://schemas.microsoft.com/office/drawing/2014/main" id="{75E14A1B-6F35-FB53-0B40-0DEF995A3502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4064;p38">
              <a:extLst>
                <a:ext uri="{FF2B5EF4-FFF2-40B4-BE49-F238E27FC236}">
                  <a16:creationId xmlns:a16="http://schemas.microsoft.com/office/drawing/2014/main" id="{FE947F82-BF79-DF3A-DB59-8F463CD2BFCF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4065;p38">
              <a:extLst>
                <a:ext uri="{FF2B5EF4-FFF2-40B4-BE49-F238E27FC236}">
                  <a16:creationId xmlns:a16="http://schemas.microsoft.com/office/drawing/2014/main" id="{630FEECC-E833-9E50-4663-C3450E75E592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4066;p38">
              <a:extLst>
                <a:ext uri="{FF2B5EF4-FFF2-40B4-BE49-F238E27FC236}">
                  <a16:creationId xmlns:a16="http://schemas.microsoft.com/office/drawing/2014/main" id="{3B91CEA1-76D1-EFB5-7901-BDCF7E367233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67;p38">
              <a:extLst>
                <a:ext uri="{FF2B5EF4-FFF2-40B4-BE49-F238E27FC236}">
                  <a16:creationId xmlns:a16="http://schemas.microsoft.com/office/drawing/2014/main" id="{4B534D9F-D71B-3EB8-6BA3-06C1B19DED45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68;p38">
              <a:extLst>
                <a:ext uri="{FF2B5EF4-FFF2-40B4-BE49-F238E27FC236}">
                  <a16:creationId xmlns:a16="http://schemas.microsoft.com/office/drawing/2014/main" id="{99BC54FB-7CD2-0865-239F-F233C7F91750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69;p38">
              <a:extLst>
                <a:ext uri="{FF2B5EF4-FFF2-40B4-BE49-F238E27FC236}">
                  <a16:creationId xmlns:a16="http://schemas.microsoft.com/office/drawing/2014/main" id="{86156F12-1A62-9641-7913-71CAC1647D52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70;p38">
              <a:extLst>
                <a:ext uri="{FF2B5EF4-FFF2-40B4-BE49-F238E27FC236}">
                  <a16:creationId xmlns:a16="http://schemas.microsoft.com/office/drawing/2014/main" id="{58DC6570-CB7F-2B1D-1F50-B2ADEBD31A32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71;p38">
              <a:extLst>
                <a:ext uri="{FF2B5EF4-FFF2-40B4-BE49-F238E27FC236}">
                  <a16:creationId xmlns:a16="http://schemas.microsoft.com/office/drawing/2014/main" id="{E59CC4DA-55DE-97A4-4344-30EE1B0A876F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72;p38">
              <a:extLst>
                <a:ext uri="{FF2B5EF4-FFF2-40B4-BE49-F238E27FC236}">
                  <a16:creationId xmlns:a16="http://schemas.microsoft.com/office/drawing/2014/main" id="{C8B97F30-09C3-B079-4BA3-B54044D9F2E9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73;p38">
              <a:extLst>
                <a:ext uri="{FF2B5EF4-FFF2-40B4-BE49-F238E27FC236}">
                  <a16:creationId xmlns:a16="http://schemas.microsoft.com/office/drawing/2014/main" id="{FA94E043-B90E-EA53-787E-0E07E1CB9934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74;p38">
              <a:extLst>
                <a:ext uri="{FF2B5EF4-FFF2-40B4-BE49-F238E27FC236}">
                  <a16:creationId xmlns:a16="http://schemas.microsoft.com/office/drawing/2014/main" id="{C7303F4F-7CF9-DE09-29B6-29EE9AD4330D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75;p38">
              <a:extLst>
                <a:ext uri="{FF2B5EF4-FFF2-40B4-BE49-F238E27FC236}">
                  <a16:creationId xmlns:a16="http://schemas.microsoft.com/office/drawing/2014/main" id="{8E486E3B-A3F2-1F8D-20C3-61B3033589E8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76;p38">
              <a:extLst>
                <a:ext uri="{FF2B5EF4-FFF2-40B4-BE49-F238E27FC236}">
                  <a16:creationId xmlns:a16="http://schemas.microsoft.com/office/drawing/2014/main" id="{1FAEFBDE-FA9A-DA22-85DA-C5C5A35B0110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77;p38">
              <a:extLst>
                <a:ext uri="{FF2B5EF4-FFF2-40B4-BE49-F238E27FC236}">
                  <a16:creationId xmlns:a16="http://schemas.microsoft.com/office/drawing/2014/main" id="{271E2408-D071-2B01-61FA-470D79D3EE33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78;p38">
              <a:extLst>
                <a:ext uri="{FF2B5EF4-FFF2-40B4-BE49-F238E27FC236}">
                  <a16:creationId xmlns:a16="http://schemas.microsoft.com/office/drawing/2014/main" id="{EFACF85C-97BC-F02C-3D37-F05BB74A7D51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79;p38">
              <a:extLst>
                <a:ext uri="{FF2B5EF4-FFF2-40B4-BE49-F238E27FC236}">
                  <a16:creationId xmlns:a16="http://schemas.microsoft.com/office/drawing/2014/main" id="{30E75387-96FD-13C5-39D2-8643344A2FD5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80;p38">
              <a:extLst>
                <a:ext uri="{FF2B5EF4-FFF2-40B4-BE49-F238E27FC236}">
                  <a16:creationId xmlns:a16="http://schemas.microsoft.com/office/drawing/2014/main" id="{E084F75C-C6B7-85D9-00B8-C133813B0D3B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81;p38">
              <a:extLst>
                <a:ext uri="{FF2B5EF4-FFF2-40B4-BE49-F238E27FC236}">
                  <a16:creationId xmlns:a16="http://schemas.microsoft.com/office/drawing/2014/main" id="{BBF6F448-A5CA-00B6-F2A8-FAF5DCDEEC00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82;p38">
              <a:extLst>
                <a:ext uri="{FF2B5EF4-FFF2-40B4-BE49-F238E27FC236}">
                  <a16:creationId xmlns:a16="http://schemas.microsoft.com/office/drawing/2014/main" id="{7B928D7F-B470-581C-BF71-582BCA345801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83;p38">
              <a:extLst>
                <a:ext uri="{FF2B5EF4-FFF2-40B4-BE49-F238E27FC236}">
                  <a16:creationId xmlns:a16="http://schemas.microsoft.com/office/drawing/2014/main" id="{B655550C-42DE-E954-B8BD-9D57C2417938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84;p38">
              <a:extLst>
                <a:ext uri="{FF2B5EF4-FFF2-40B4-BE49-F238E27FC236}">
                  <a16:creationId xmlns:a16="http://schemas.microsoft.com/office/drawing/2014/main" id="{FC2332F4-EE35-A47F-9C19-34594C9D60A8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85;p38">
              <a:extLst>
                <a:ext uri="{FF2B5EF4-FFF2-40B4-BE49-F238E27FC236}">
                  <a16:creationId xmlns:a16="http://schemas.microsoft.com/office/drawing/2014/main" id="{5D3A7C73-32D0-8595-9E67-C38BCE667CB9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86;p38">
              <a:extLst>
                <a:ext uri="{FF2B5EF4-FFF2-40B4-BE49-F238E27FC236}">
                  <a16:creationId xmlns:a16="http://schemas.microsoft.com/office/drawing/2014/main" id="{7347CF35-EDFF-3829-17DA-5A0D6AD55115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87;p38">
              <a:extLst>
                <a:ext uri="{FF2B5EF4-FFF2-40B4-BE49-F238E27FC236}">
                  <a16:creationId xmlns:a16="http://schemas.microsoft.com/office/drawing/2014/main" id="{6C573719-8773-7A0F-4D39-1D17729C357E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88;p38">
              <a:extLst>
                <a:ext uri="{FF2B5EF4-FFF2-40B4-BE49-F238E27FC236}">
                  <a16:creationId xmlns:a16="http://schemas.microsoft.com/office/drawing/2014/main" id="{035D175C-7CFC-A0CD-D779-6485C3CC333E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89;p38">
              <a:extLst>
                <a:ext uri="{FF2B5EF4-FFF2-40B4-BE49-F238E27FC236}">
                  <a16:creationId xmlns:a16="http://schemas.microsoft.com/office/drawing/2014/main" id="{384290CD-197B-6C25-C0DD-147BC31A044C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90;p38">
              <a:extLst>
                <a:ext uri="{FF2B5EF4-FFF2-40B4-BE49-F238E27FC236}">
                  <a16:creationId xmlns:a16="http://schemas.microsoft.com/office/drawing/2014/main" id="{5AA47F50-6D3A-B22E-7430-9668CECC8634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91;p38">
              <a:extLst>
                <a:ext uri="{FF2B5EF4-FFF2-40B4-BE49-F238E27FC236}">
                  <a16:creationId xmlns:a16="http://schemas.microsoft.com/office/drawing/2014/main" id="{C466A53E-85EF-9147-A5D0-368F55BB6FFF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92;p38">
              <a:extLst>
                <a:ext uri="{FF2B5EF4-FFF2-40B4-BE49-F238E27FC236}">
                  <a16:creationId xmlns:a16="http://schemas.microsoft.com/office/drawing/2014/main" id="{A8D57338-FFF6-C256-B245-D07977F7A36B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93;p38">
              <a:extLst>
                <a:ext uri="{FF2B5EF4-FFF2-40B4-BE49-F238E27FC236}">
                  <a16:creationId xmlns:a16="http://schemas.microsoft.com/office/drawing/2014/main" id="{4F3D7DE1-4EDD-3070-1603-C078E67279B3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94;p38">
              <a:extLst>
                <a:ext uri="{FF2B5EF4-FFF2-40B4-BE49-F238E27FC236}">
                  <a16:creationId xmlns:a16="http://schemas.microsoft.com/office/drawing/2014/main" id="{7FB42CDF-33BE-84A0-2A78-8FFA09A5B847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95;p38">
              <a:extLst>
                <a:ext uri="{FF2B5EF4-FFF2-40B4-BE49-F238E27FC236}">
                  <a16:creationId xmlns:a16="http://schemas.microsoft.com/office/drawing/2014/main" id="{568EBFB2-1BA9-2CA9-C5BE-74C2DFFA906F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96;p38">
              <a:extLst>
                <a:ext uri="{FF2B5EF4-FFF2-40B4-BE49-F238E27FC236}">
                  <a16:creationId xmlns:a16="http://schemas.microsoft.com/office/drawing/2014/main" id="{DC589801-E6BA-21BD-9C54-5EBA41599A09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97;p38">
              <a:extLst>
                <a:ext uri="{FF2B5EF4-FFF2-40B4-BE49-F238E27FC236}">
                  <a16:creationId xmlns:a16="http://schemas.microsoft.com/office/drawing/2014/main" id="{7DDB3086-7009-9385-AA4F-CD3080A244E0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98;p38">
              <a:extLst>
                <a:ext uri="{FF2B5EF4-FFF2-40B4-BE49-F238E27FC236}">
                  <a16:creationId xmlns:a16="http://schemas.microsoft.com/office/drawing/2014/main" id="{4C0AA2D1-BAB7-044B-7551-83A65BE7C2E6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99;p38">
              <a:extLst>
                <a:ext uri="{FF2B5EF4-FFF2-40B4-BE49-F238E27FC236}">
                  <a16:creationId xmlns:a16="http://schemas.microsoft.com/office/drawing/2014/main" id="{3A462029-9C6D-6D6B-0654-14A668A54238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100;p38">
              <a:extLst>
                <a:ext uri="{FF2B5EF4-FFF2-40B4-BE49-F238E27FC236}">
                  <a16:creationId xmlns:a16="http://schemas.microsoft.com/office/drawing/2014/main" id="{D0E81389-A2DA-D329-FB4B-0121297EF1E0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101;p38">
              <a:extLst>
                <a:ext uri="{FF2B5EF4-FFF2-40B4-BE49-F238E27FC236}">
                  <a16:creationId xmlns:a16="http://schemas.microsoft.com/office/drawing/2014/main" id="{5F2AE476-485B-9873-386A-5090B1083407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102;p38">
              <a:extLst>
                <a:ext uri="{FF2B5EF4-FFF2-40B4-BE49-F238E27FC236}">
                  <a16:creationId xmlns:a16="http://schemas.microsoft.com/office/drawing/2014/main" id="{E2249943-102A-614A-06E6-975989EAA379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4103;p38">
              <a:extLst>
                <a:ext uri="{FF2B5EF4-FFF2-40B4-BE49-F238E27FC236}">
                  <a16:creationId xmlns:a16="http://schemas.microsoft.com/office/drawing/2014/main" id="{8F709C49-7BF8-C705-773B-C6BCC2F8C5FF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4104;p38">
              <a:extLst>
                <a:ext uri="{FF2B5EF4-FFF2-40B4-BE49-F238E27FC236}">
                  <a16:creationId xmlns:a16="http://schemas.microsoft.com/office/drawing/2014/main" id="{4D10C171-3497-1447-6EB1-D75F76BCFCF3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4105;p38">
              <a:extLst>
                <a:ext uri="{FF2B5EF4-FFF2-40B4-BE49-F238E27FC236}">
                  <a16:creationId xmlns:a16="http://schemas.microsoft.com/office/drawing/2014/main" id="{0CE8BDCA-1ECF-A644-2ED3-1BA562BA4B63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4106;p38">
              <a:extLst>
                <a:ext uri="{FF2B5EF4-FFF2-40B4-BE49-F238E27FC236}">
                  <a16:creationId xmlns:a16="http://schemas.microsoft.com/office/drawing/2014/main" id="{350DB991-DE4F-109D-399C-1F42B8C92EFA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4107;p38">
              <a:extLst>
                <a:ext uri="{FF2B5EF4-FFF2-40B4-BE49-F238E27FC236}">
                  <a16:creationId xmlns:a16="http://schemas.microsoft.com/office/drawing/2014/main" id="{EA1C4B95-E31F-9DC7-1901-A40D76350F39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4108;p38">
              <a:extLst>
                <a:ext uri="{FF2B5EF4-FFF2-40B4-BE49-F238E27FC236}">
                  <a16:creationId xmlns:a16="http://schemas.microsoft.com/office/drawing/2014/main" id="{E07073D7-B205-0B24-554E-888B77E829FB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4109;p38">
              <a:extLst>
                <a:ext uri="{FF2B5EF4-FFF2-40B4-BE49-F238E27FC236}">
                  <a16:creationId xmlns:a16="http://schemas.microsoft.com/office/drawing/2014/main" id="{E27F228A-4050-E20F-E22B-073A897D3EEE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4110;p38">
              <a:extLst>
                <a:ext uri="{FF2B5EF4-FFF2-40B4-BE49-F238E27FC236}">
                  <a16:creationId xmlns:a16="http://schemas.microsoft.com/office/drawing/2014/main" id="{C5780C57-1593-6CC1-27B3-AAA312DC4F8C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4111;p38">
              <a:extLst>
                <a:ext uri="{FF2B5EF4-FFF2-40B4-BE49-F238E27FC236}">
                  <a16:creationId xmlns:a16="http://schemas.microsoft.com/office/drawing/2014/main" id="{AEFAC0EF-8787-505C-ED71-85B37E24D19F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4112;p38">
              <a:extLst>
                <a:ext uri="{FF2B5EF4-FFF2-40B4-BE49-F238E27FC236}">
                  <a16:creationId xmlns:a16="http://schemas.microsoft.com/office/drawing/2014/main" id="{7AE4B260-267B-9CA7-A4FA-0FE16C2ED5AC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4113;p38">
              <a:extLst>
                <a:ext uri="{FF2B5EF4-FFF2-40B4-BE49-F238E27FC236}">
                  <a16:creationId xmlns:a16="http://schemas.microsoft.com/office/drawing/2014/main" id="{365BB183-1CD2-4BB5-7447-04161B916E6B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4114;p38">
              <a:extLst>
                <a:ext uri="{FF2B5EF4-FFF2-40B4-BE49-F238E27FC236}">
                  <a16:creationId xmlns:a16="http://schemas.microsoft.com/office/drawing/2014/main" id="{DB04F58A-F564-77B6-7942-A311940A452F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4115;p38">
              <a:extLst>
                <a:ext uri="{FF2B5EF4-FFF2-40B4-BE49-F238E27FC236}">
                  <a16:creationId xmlns:a16="http://schemas.microsoft.com/office/drawing/2014/main" id="{CFE213DB-E826-36F4-E935-B1FA10138893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4116;p38">
              <a:extLst>
                <a:ext uri="{FF2B5EF4-FFF2-40B4-BE49-F238E27FC236}">
                  <a16:creationId xmlns:a16="http://schemas.microsoft.com/office/drawing/2014/main" id="{6EC3A023-92D9-C1A5-C0FC-268A2FD879F1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4117;p38">
              <a:extLst>
                <a:ext uri="{FF2B5EF4-FFF2-40B4-BE49-F238E27FC236}">
                  <a16:creationId xmlns:a16="http://schemas.microsoft.com/office/drawing/2014/main" id="{35A19C23-3537-C0C1-E4BB-B54833C9171B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4118;p38">
              <a:extLst>
                <a:ext uri="{FF2B5EF4-FFF2-40B4-BE49-F238E27FC236}">
                  <a16:creationId xmlns:a16="http://schemas.microsoft.com/office/drawing/2014/main" id="{8BE95B43-1B03-28D4-4D68-BC7D74F75516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4119;p38">
              <a:extLst>
                <a:ext uri="{FF2B5EF4-FFF2-40B4-BE49-F238E27FC236}">
                  <a16:creationId xmlns:a16="http://schemas.microsoft.com/office/drawing/2014/main" id="{A12E37D3-B54D-785F-B278-37DA16245964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4120;p38">
              <a:extLst>
                <a:ext uri="{FF2B5EF4-FFF2-40B4-BE49-F238E27FC236}">
                  <a16:creationId xmlns:a16="http://schemas.microsoft.com/office/drawing/2014/main" id="{F1AC2E70-1538-E09C-846A-EA5195833C5A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4121;p38">
              <a:extLst>
                <a:ext uri="{FF2B5EF4-FFF2-40B4-BE49-F238E27FC236}">
                  <a16:creationId xmlns:a16="http://schemas.microsoft.com/office/drawing/2014/main" id="{301FEFDA-1515-2A93-A876-E7FAE2DE6419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4122;p38">
              <a:extLst>
                <a:ext uri="{FF2B5EF4-FFF2-40B4-BE49-F238E27FC236}">
                  <a16:creationId xmlns:a16="http://schemas.microsoft.com/office/drawing/2014/main" id="{2BFAA70B-FFCB-46EE-C34A-CDA0C1F97F65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4123;p38">
              <a:extLst>
                <a:ext uri="{FF2B5EF4-FFF2-40B4-BE49-F238E27FC236}">
                  <a16:creationId xmlns:a16="http://schemas.microsoft.com/office/drawing/2014/main" id="{8DF91849-83FB-C0F3-1B73-F2F32D89DE3E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4124;p38">
              <a:extLst>
                <a:ext uri="{FF2B5EF4-FFF2-40B4-BE49-F238E27FC236}">
                  <a16:creationId xmlns:a16="http://schemas.microsoft.com/office/drawing/2014/main" id="{5F43B820-E587-0AA2-53DE-B3AD00F38BB0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4125;p38">
              <a:extLst>
                <a:ext uri="{FF2B5EF4-FFF2-40B4-BE49-F238E27FC236}">
                  <a16:creationId xmlns:a16="http://schemas.microsoft.com/office/drawing/2014/main" id="{60000F30-C591-C831-DE56-0B1C062CCE6D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4126;p38">
              <a:extLst>
                <a:ext uri="{FF2B5EF4-FFF2-40B4-BE49-F238E27FC236}">
                  <a16:creationId xmlns:a16="http://schemas.microsoft.com/office/drawing/2014/main" id="{515D21F1-9798-4428-D4F4-97815A6F7EC8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4127;p38">
              <a:extLst>
                <a:ext uri="{FF2B5EF4-FFF2-40B4-BE49-F238E27FC236}">
                  <a16:creationId xmlns:a16="http://schemas.microsoft.com/office/drawing/2014/main" id="{EA829A84-9BAC-0EE0-0E99-51A074D2FA1C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4128;p38">
              <a:extLst>
                <a:ext uri="{FF2B5EF4-FFF2-40B4-BE49-F238E27FC236}">
                  <a16:creationId xmlns:a16="http://schemas.microsoft.com/office/drawing/2014/main" id="{6DBA665C-7FC1-73E5-D0E9-5F8D958FC9F8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4129;p38">
              <a:extLst>
                <a:ext uri="{FF2B5EF4-FFF2-40B4-BE49-F238E27FC236}">
                  <a16:creationId xmlns:a16="http://schemas.microsoft.com/office/drawing/2014/main" id="{4823CC66-B5EB-00A9-15BD-7C49D1206D2C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4130;p38">
              <a:extLst>
                <a:ext uri="{FF2B5EF4-FFF2-40B4-BE49-F238E27FC236}">
                  <a16:creationId xmlns:a16="http://schemas.microsoft.com/office/drawing/2014/main" id="{A0585C1B-38A5-0405-44B7-E61CD90A9D81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4131;p38">
              <a:extLst>
                <a:ext uri="{FF2B5EF4-FFF2-40B4-BE49-F238E27FC236}">
                  <a16:creationId xmlns:a16="http://schemas.microsoft.com/office/drawing/2014/main" id="{3D78E4D0-7246-77D1-34C2-B758C088937F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4132;p38">
              <a:extLst>
                <a:ext uri="{FF2B5EF4-FFF2-40B4-BE49-F238E27FC236}">
                  <a16:creationId xmlns:a16="http://schemas.microsoft.com/office/drawing/2014/main" id="{0D96E917-0F13-E3E5-E354-4EDAABA6DA94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4133;p38">
              <a:extLst>
                <a:ext uri="{FF2B5EF4-FFF2-40B4-BE49-F238E27FC236}">
                  <a16:creationId xmlns:a16="http://schemas.microsoft.com/office/drawing/2014/main" id="{1A6BAB11-4B74-43F0-39FC-A3197D3B2210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4134;p38">
              <a:extLst>
                <a:ext uri="{FF2B5EF4-FFF2-40B4-BE49-F238E27FC236}">
                  <a16:creationId xmlns:a16="http://schemas.microsoft.com/office/drawing/2014/main" id="{7CF4F246-C34A-90BE-20FA-4F42BCEAA7AD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4135;p38">
              <a:extLst>
                <a:ext uri="{FF2B5EF4-FFF2-40B4-BE49-F238E27FC236}">
                  <a16:creationId xmlns:a16="http://schemas.microsoft.com/office/drawing/2014/main" id="{0334AFDA-1133-7864-F67F-BD315A3DC811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4136;p38">
              <a:extLst>
                <a:ext uri="{FF2B5EF4-FFF2-40B4-BE49-F238E27FC236}">
                  <a16:creationId xmlns:a16="http://schemas.microsoft.com/office/drawing/2014/main" id="{4BE5CDEF-2D87-1BA2-513C-3FC181A1A9D5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4137;p38">
              <a:extLst>
                <a:ext uri="{FF2B5EF4-FFF2-40B4-BE49-F238E27FC236}">
                  <a16:creationId xmlns:a16="http://schemas.microsoft.com/office/drawing/2014/main" id="{E899DF4D-63D6-2913-79CE-AE92B7CA9CEB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4138;p38">
              <a:extLst>
                <a:ext uri="{FF2B5EF4-FFF2-40B4-BE49-F238E27FC236}">
                  <a16:creationId xmlns:a16="http://schemas.microsoft.com/office/drawing/2014/main" id="{D1173EDB-383C-EFFA-6DD1-A7C457275A9D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4139;p38">
              <a:extLst>
                <a:ext uri="{FF2B5EF4-FFF2-40B4-BE49-F238E27FC236}">
                  <a16:creationId xmlns:a16="http://schemas.microsoft.com/office/drawing/2014/main" id="{6FE5BB38-8F97-8178-593F-8A2D2CC8B127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4140;p38">
              <a:extLst>
                <a:ext uri="{FF2B5EF4-FFF2-40B4-BE49-F238E27FC236}">
                  <a16:creationId xmlns:a16="http://schemas.microsoft.com/office/drawing/2014/main" id="{40E20AF6-05B3-4B3D-293F-38EFF0AD4541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4141;p38">
              <a:extLst>
                <a:ext uri="{FF2B5EF4-FFF2-40B4-BE49-F238E27FC236}">
                  <a16:creationId xmlns:a16="http://schemas.microsoft.com/office/drawing/2014/main" id="{8407C842-3D18-3F6C-43F0-2D54B805A3DF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4142;p38">
              <a:extLst>
                <a:ext uri="{FF2B5EF4-FFF2-40B4-BE49-F238E27FC236}">
                  <a16:creationId xmlns:a16="http://schemas.microsoft.com/office/drawing/2014/main" id="{B822DBDB-A9AD-DAE3-7858-0E207E813829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143;p38">
              <a:extLst>
                <a:ext uri="{FF2B5EF4-FFF2-40B4-BE49-F238E27FC236}">
                  <a16:creationId xmlns:a16="http://schemas.microsoft.com/office/drawing/2014/main" id="{D61B4AAA-EA1C-D91A-53B2-B2E3B3EE59C8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144;p38">
              <a:extLst>
                <a:ext uri="{FF2B5EF4-FFF2-40B4-BE49-F238E27FC236}">
                  <a16:creationId xmlns:a16="http://schemas.microsoft.com/office/drawing/2014/main" id="{8D18FD1B-8756-DE60-8222-3AACF396E507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145;p38">
              <a:extLst>
                <a:ext uri="{FF2B5EF4-FFF2-40B4-BE49-F238E27FC236}">
                  <a16:creationId xmlns:a16="http://schemas.microsoft.com/office/drawing/2014/main" id="{1BE9B662-D601-84DF-929D-49C37C572ED8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146;p38">
              <a:extLst>
                <a:ext uri="{FF2B5EF4-FFF2-40B4-BE49-F238E27FC236}">
                  <a16:creationId xmlns:a16="http://schemas.microsoft.com/office/drawing/2014/main" id="{E3C1006D-39D2-6520-6AF2-7115F81259DD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147;p38">
              <a:extLst>
                <a:ext uri="{FF2B5EF4-FFF2-40B4-BE49-F238E27FC236}">
                  <a16:creationId xmlns:a16="http://schemas.microsoft.com/office/drawing/2014/main" id="{DA9F91CC-5072-E682-3A24-7F0CE134F7B2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148;p38">
              <a:extLst>
                <a:ext uri="{FF2B5EF4-FFF2-40B4-BE49-F238E27FC236}">
                  <a16:creationId xmlns:a16="http://schemas.microsoft.com/office/drawing/2014/main" id="{55D96B11-9A6D-4909-0BCF-DB799845DF99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149;p38">
              <a:extLst>
                <a:ext uri="{FF2B5EF4-FFF2-40B4-BE49-F238E27FC236}">
                  <a16:creationId xmlns:a16="http://schemas.microsoft.com/office/drawing/2014/main" id="{D1859E01-D2ED-377F-F47D-0444109CE81C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150;p38">
              <a:extLst>
                <a:ext uri="{FF2B5EF4-FFF2-40B4-BE49-F238E27FC236}">
                  <a16:creationId xmlns:a16="http://schemas.microsoft.com/office/drawing/2014/main" id="{801FCB96-3B2B-BC07-30CD-D14B002D3607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151;p38">
              <a:extLst>
                <a:ext uri="{FF2B5EF4-FFF2-40B4-BE49-F238E27FC236}">
                  <a16:creationId xmlns:a16="http://schemas.microsoft.com/office/drawing/2014/main" id="{895F4807-60AE-A712-812F-4A6BB1322C92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152;p38">
              <a:extLst>
                <a:ext uri="{FF2B5EF4-FFF2-40B4-BE49-F238E27FC236}">
                  <a16:creationId xmlns:a16="http://schemas.microsoft.com/office/drawing/2014/main" id="{F4DA3600-3474-8B6B-E09C-C17E6C4F0F52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153;p38">
              <a:extLst>
                <a:ext uri="{FF2B5EF4-FFF2-40B4-BE49-F238E27FC236}">
                  <a16:creationId xmlns:a16="http://schemas.microsoft.com/office/drawing/2014/main" id="{0105009F-336F-68A1-3B4E-2D0B4BF71D1F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154;p38">
              <a:extLst>
                <a:ext uri="{FF2B5EF4-FFF2-40B4-BE49-F238E27FC236}">
                  <a16:creationId xmlns:a16="http://schemas.microsoft.com/office/drawing/2014/main" id="{E6620EBB-18E1-B38E-93AC-D6D7E51172EE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155;p38">
              <a:extLst>
                <a:ext uri="{FF2B5EF4-FFF2-40B4-BE49-F238E27FC236}">
                  <a16:creationId xmlns:a16="http://schemas.microsoft.com/office/drawing/2014/main" id="{9E9DE527-1578-A04E-8CA5-45A18105CC68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156;p38">
              <a:extLst>
                <a:ext uri="{FF2B5EF4-FFF2-40B4-BE49-F238E27FC236}">
                  <a16:creationId xmlns:a16="http://schemas.microsoft.com/office/drawing/2014/main" id="{8686EFA9-02F0-A9ED-E45A-CA951423E8D9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157;p38">
              <a:extLst>
                <a:ext uri="{FF2B5EF4-FFF2-40B4-BE49-F238E27FC236}">
                  <a16:creationId xmlns:a16="http://schemas.microsoft.com/office/drawing/2014/main" id="{E6606BE8-4665-9CED-4934-85951F1DC4C4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158;p38">
              <a:extLst>
                <a:ext uri="{FF2B5EF4-FFF2-40B4-BE49-F238E27FC236}">
                  <a16:creationId xmlns:a16="http://schemas.microsoft.com/office/drawing/2014/main" id="{879A2135-891B-AD63-E18F-082552D61DAB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159;p38">
              <a:extLst>
                <a:ext uri="{FF2B5EF4-FFF2-40B4-BE49-F238E27FC236}">
                  <a16:creationId xmlns:a16="http://schemas.microsoft.com/office/drawing/2014/main" id="{76A62F9E-6DF7-E454-BD67-ABA701ADD50D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160;p38">
              <a:extLst>
                <a:ext uri="{FF2B5EF4-FFF2-40B4-BE49-F238E27FC236}">
                  <a16:creationId xmlns:a16="http://schemas.microsoft.com/office/drawing/2014/main" id="{933D12FF-9ABC-F492-5F79-64A8ACF91929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161;p38">
              <a:extLst>
                <a:ext uri="{FF2B5EF4-FFF2-40B4-BE49-F238E27FC236}">
                  <a16:creationId xmlns:a16="http://schemas.microsoft.com/office/drawing/2014/main" id="{DC74B9AD-0A2F-792D-C9DA-367E9DA7AA60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162;p38">
              <a:extLst>
                <a:ext uri="{FF2B5EF4-FFF2-40B4-BE49-F238E27FC236}">
                  <a16:creationId xmlns:a16="http://schemas.microsoft.com/office/drawing/2014/main" id="{AE277168-6F26-3C33-BDCF-1F9983DE70E4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163;p38">
              <a:extLst>
                <a:ext uri="{FF2B5EF4-FFF2-40B4-BE49-F238E27FC236}">
                  <a16:creationId xmlns:a16="http://schemas.microsoft.com/office/drawing/2014/main" id="{2D0DCA1D-D022-5E4A-7A42-CA3885CE2ED5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164;p38">
              <a:extLst>
                <a:ext uri="{FF2B5EF4-FFF2-40B4-BE49-F238E27FC236}">
                  <a16:creationId xmlns:a16="http://schemas.microsoft.com/office/drawing/2014/main" id="{BCB96380-D7F0-E860-B48B-37938283A522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165;p38">
              <a:extLst>
                <a:ext uri="{FF2B5EF4-FFF2-40B4-BE49-F238E27FC236}">
                  <a16:creationId xmlns:a16="http://schemas.microsoft.com/office/drawing/2014/main" id="{A0E40325-64B3-D2AA-6E10-B6C23E1B63C6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166;p38">
              <a:extLst>
                <a:ext uri="{FF2B5EF4-FFF2-40B4-BE49-F238E27FC236}">
                  <a16:creationId xmlns:a16="http://schemas.microsoft.com/office/drawing/2014/main" id="{B7856B66-795E-A77A-B10D-D92CD71E5FC3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167;p38">
              <a:extLst>
                <a:ext uri="{FF2B5EF4-FFF2-40B4-BE49-F238E27FC236}">
                  <a16:creationId xmlns:a16="http://schemas.microsoft.com/office/drawing/2014/main" id="{60E8154B-218D-1339-D895-39F03A47257D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168;p38">
              <a:extLst>
                <a:ext uri="{FF2B5EF4-FFF2-40B4-BE49-F238E27FC236}">
                  <a16:creationId xmlns:a16="http://schemas.microsoft.com/office/drawing/2014/main" id="{1D4851BD-1BA6-3CF8-87EC-B96997A82A62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169;p38">
              <a:extLst>
                <a:ext uri="{FF2B5EF4-FFF2-40B4-BE49-F238E27FC236}">
                  <a16:creationId xmlns:a16="http://schemas.microsoft.com/office/drawing/2014/main" id="{E7FD4A89-1C4D-A87D-3502-6050B117CF5B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170;p38">
              <a:extLst>
                <a:ext uri="{FF2B5EF4-FFF2-40B4-BE49-F238E27FC236}">
                  <a16:creationId xmlns:a16="http://schemas.microsoft.com/office/drawing/2014/main" id="{D5F1F95E-2848-AA9F-6B01-32058070D6FE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171;p38">
              <a:extLst>
                <a:ext uri="{FF2B5EF4-FFF2-40B4-BE49-F238E27FC236}">
                  <a16:creationId xmlns:a16="http://schemas.microsoft.com/office/drawing/2014/main" id="{AF86DB0B-A8EB-7999-9876-E22BA38B4E44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172;p38">
              <a:extLst>
                <a:ext uri="{FF2B5EF4-FFF2-40B4-BE49-F238E27FC236}">
                  <a16:creationId xmlns:a16="http://schemas.microsoft.com/office/drawing/2014/main" id="{27741163-5595-183C-A0AA-A399B423A1ED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173;p38">
              <a:extLst>
                <a:ext uri="{FF2B5EF4-FFF2-40B4-BE49-F238E27FC236}">
                  <a16:creationId xmlns:a16="http://schemas.microsoft.com/office/drawing/2014/main" id="{10084054-24DD-DEF6-25E0-3756E46982BF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174;p38">
              <a:extLst>
                <a:ext uri="{FF2B5EF4-FFF2-40B4-BE49-F238E27FC236}">
                  <a16:creationId xmlns:a16="http://schemas.microsoft.com/office/drawing/2014/main" id="{0413B2E3-2B88-DEDB-29C0-93C8E364C5DB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175;p38">
              <a:extLst>
                <a:ext uri="{FF2B5EF4-FFF2-40B4-BE49-F238E27FC236}">
                  <a16:creationId xmlns:a16="http://schemas.microsoft.com/office/drawing/2014/main" id="{28BD5578-EBD6-2C0C-344E-E34884C474AB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176;p38">
              <a:extLst>
                <a:ext uri="{FF2B5EF4-FFF2-40B4-BE49-F238E27FC236}">
                  <a16:creationId xmlns:a16="http://schemas.microsoft.com/office/drawing/2014/main" id="{0AC10B14-1191-73C7-3A46-86FED0680C71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177;p38">
              <a:extLst>
                <a:ext uri="{FF2B5EF4-FFF2-40B4-BE49-F238E27FC236}">
                  <a16:creationId xmlns:a16="http://schemas.microsoft.com/office/drawing/2014/main" id="{8E04AF53-C3C6-B541-A10F-0DB4E49CEDB6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178;p38">
              <a:extLst>
                <a:ext uri="{FF2B5EF4-FFF2-40B4-BE49-F238E27FC236}">
                  <a16:creationId xmlns:a16="http://schemas.microsoft.com/office/drawing/2014/main" id="{F67CB795-138F-BCFE-F266-EF77BC3A0CC6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179;p38">
              <a:extLst>
                <a:ext uri="{FF2B5EF4-FFF2-40B4-BE49-F238E27FC236}">
                  <a16:creationId xmlns:a16="http://schemas.microsoft.com/office/drawing/2014/main" id="{91FA7E04-5891-B085-FAE6-26963AC40BBD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180;p38">
              <a:extLst>
                <a:ext uri="{FF2B5EF4-FFF2-40B4-BE49-F238E27FC236}">
                  <a16:creationId xmlns:a16="http://schemas.microsoft.com/office/drawing/2014/main" id="{94C7D461-3A1B-E66D-D8E1-FE8856C858AD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181;p38">
              <a:extLst>
                <a:ext uri="{FF2B5EF4-FFF2-40B4-BE49-F238E27FC236}">
                  <a16:creationId xmlns:a16="http://schemas.microsoft.com/office/drawing/2014/main" id="{77C1D13C-965C-A09D-F9B2-EB31E3AE530F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182;p38">
              <a:extLst>
                <a:ext uri="{FF2B5EF4-FFF2-40B4-BE49-F238E27FC236}">
                  <a16:creationId xmlns:a16="http://schemas.microsoft.com/office/drawing/2014/main" id="{3E372582-C602-F443-4567-F36EA43FBF30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183;p38">
              <a:extLst>
                <a:ext uri="{FF2B5EF4-FFF2-40B4-BE49-F238E27FC236}">
                  <a16:creationId xmlns:a16="http://schemas.microsoft.com/office/drawing/2014/main" id="{439317F3-FEFE-BD5A-7C76-3947C37A22D2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184;p38">
              <a:extLst>
                <a:ext uri="{FF2B5EF4-FFF2-40B4-BE49-F238E27FC236}">
                  <a16:creationId xmlns:a16="http://schemas.microsoft.com/office/drawing/2014/main" id="{D452F534-4DBF-284E-A61F-FAC839AA83C3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185;p38">
              <a:extLst>
                <a:ext uri="{FF2B5EF4-FFF2-40B4-BE49-F238E27FC236}">
                  <a16:creationId xmlns:a16="http://schemas.microsoft.com/office/drawing/2014/main" id="{3BA7C5EE-B054-BEF4-5388-9FB4279D2764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186;p38">
              <a:extLst>
                <a:ext uri="{FF2B5EF4-FFF2-40B4-BE49-F238E27FC236}">
                  <a16:creationId xmlns:a16="http://schemas.microsoft.com/office/drawing/2014/main" id="{CBFAC5DA-D149-2C8F-9D30-1E1281BAD973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187;p38">
              <a:extLst>
                <a:ext uri="{FF2B5EF4-FFF2-40B4-BE49-F238E27FC236}">
                  <a16:creationId xmlns:a16="http://schemas.microsoft.com/office/drawing/2014/main" id="{355AB563-A2A9-4CC1-5950-5475E743B276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188;p38">
              <a:extLst>
                <a:ext uri="{FF2B5EF4-FFF2-40B4-BE49-F238E27FC236}">
                  <a16:creationId xmlns:a16="http://schemas.microsoft.com/office/drawing/2014/main" id="{534F57E4-D0D7-C70F-D0F7-9EE610B32D7C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189;p38">
              <a:extLst>
                <a:ext uri="{FF2B5EF4-FFF2-40B4-BE49-F238E27FC236}">
                  <a16:creationId xmlns:a16="http://schemas.microsoft.com/office/drawing/2014/main" id="{CD6462EF-AFD6-AFD7-E22A-8411BE907B10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190;p38">
              <a:extLst>
                <a:ext uri="{FF2B5EF4-FFF2-40B4-BE49-F238E27FC236}">
                  <a16:creationId xmlns:a16="http://schemas.microsoft.com/office/drawing/2014/main" id="{B6D72BE5-6E68-ACDF-6865-CD9322039E91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191;p38">
              <a:extLst>
                <a:ext uri="{FF2B5EF4-FFF2-40B4-BE49-F238E27FC236}">
                  <a16:creationId xmlns:a16="http://schemas.microsoft.com/office/drawing/2014/main" id="{033620BD-940B-E1F4-7981-0F8FFB811DFB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192;p38">
              <a:extLst>
                <a:ext uri="{FF2B5EF4-FFF2-40B4-BE49-F238E27FC236}">
                  <a16:creationId xmlns:a16="http://schemas.microsoft.com/office/drawing/2014/main" id="{580D4308-61C0-11F8-E5FB-3CA654732A1A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193;p38">
              <a:extLst>
                <a:ext uri="{FF2B5EF4-FFF2-40B4-BE49-F238E27FC236}">
                  <a16:creationId xmlns:a16="http://schemas.microsoft.com/office/drawing/2014/main" id="{1AE6B986-00E8-E9D4-3450-B997850DFEC3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194;p38">
              <a:extLst>
                <a:ext uri="{FF2B5EF4-FFF2-40B4-BE49-F238E27FC236}">
                  <a16:creationId xmlns:a16="http://schemas.microsoft.com/office/drawing/2014/main" id="{9EEF3E4B-C4BC-E86D-99FB-27D333591E9E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195;p38">
              <a:extLst>
                <a:ext uri="{FF2B5EF4-FFF2-40B4-BE49-F238E27FC236}">
                  <a16:creationId xmlns:a16="http://schemas.microsoft.com/office/drawing/2014/main" id="{1EEFE164-C1D6-36DD-269F-84455D8AC9DE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196;p38">
              <a:extLst>
                <a:ext uri="{FF2B5EF4-FFF2-40B4-BE49-F238E27FC236}">
                  <a16:creationId xmlns:a16="http://schemas.microsoft.com/office/drawing/2014/main" id="{CFE99406-8973-A28A-6646-DA4F9C8D1E39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197;p38">
              <a:extLst>
                <a:ext uri="{FF2B5EF4-FFF2-40B4-BE49-F238E27FC236}">
                  <a16:creationId xmlns:a16="http://schemas.microsoft.com/office/drawing/2014/main" id="{7D2DD480-11F7-DB1F-2ED9-CABF86E7AF62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98;p38">
              <a:extLst>
                <a:ext uri="{FF2B5EF4-FFF2-40B4-BE49-F238E27FC236}">
                  <a16:creationId xmlns:a16="http://schemas.microsoft.com/office/drawing/2014/main" id="{25B2DEBE-F301-36D3-69CE-E321936C5B2D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99;p38">
              <a:extLst>
                <a:ext uri="{FF2B5EF4-FFF2-40B4-BE49-F238E27FC236}">
                  <a16:creationId xmlns:a16="http://schemas.microsoft.com/office/drawing/2014/main" id="{2C2E6E0B-1740-3E34-DB94-5E51589D4184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200;p38">
              <a:extLst>
                <a:ext uri="{FF2B5EF4-FFF2-40B4-BE49-F238E27FC236}">
                  <a16:creationId xmlns:a16="http://schemas.microsoft.com/office/drawing/2014/main" id="{F7D8C478-A695-0122-6AD0-C0C61AA25CBA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201;p38">
              <a:extLst>
                <a:ext uri="{FF2B5EF4-FFF2-40B4-BE49-F238E27FC236}">
                  <a16:creationId xmlns:a16="http://schemas.microsoft.com/office/drawing/2014/main" id="{0EA444F7-6E74-D170-8EDB-B9D78E225C1F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202;p38">
              <a:extLst>
                <a:ext uri="{FF2B5EF4-FFF2-40B4-BE49-F238E27FC236}">
                  <a16:creationId xmlns:a16="http://schemas.microsoft.com/office/drawing/2014/main" id="{71196DCA-EF97-0CFB-E75E-E48A387C046C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203;p38">
              <a:extLst>
                <a:ext uri="{FF2B5EF4-FFF2-40B4-BE49-F238E27FC236}">
                  <a16:creationId xmlns:a16="http://schemas.microsoft.com/office/drawing/2014/main" id="{0287EC65-8B98-2DD7-4F1F-185A51DFDB8A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204;p38">
              <a:extLst>
                <a:ext uri="{FF2B5EF4-FFF2-40B4-BE49-F238E27FC236}">
                  <a16:creationId xmlns:a16="http://schemas.microsoft.com/office/drawing/2014/main" id="{D53ACC68-5A25-A725-8756-357BED742160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205;p38">
              <a:extLst>
                <a:ext uri="{FF2B5EF4-FFF2-40B4-BE49-F238E27FC236}">
                  <a16:creationId xmlns:a16="http://schemas.microsoft.com/office/drawing/2014/main" id="{2DFFCC18-EED3-9B63-409E-9EE358FE4A6D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206;p38">
              <a:extLst>
                <a:ext uri="{FF2B5EF4-FFF2-40B4-BE49-F238E27FC236}">
                  <a16:creationId xmlns:a16="http://schemas.microsoft.com/office/drawing/2014/main" id="{9E449F6A-7BE3-A717-BB2F-635DE949FA77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207;p38">
              <a:extLst>
                <a:ext uri="{FF2B5EF4-FFF2-40B4-BE49-F238E27FC236}">
                  <a16:creationId xmlns:a16="http://schemas.microsoft.com/office/drawing/2014/main" id="{CBB53966-1E92-6C25-3BD2-5497827A89CD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208;p38">
              <a:extLst>
                <a:ext uri="{FF2B5EF4-FFF2-40B4-BE49-F238E27FC236}">
                  <a16:creationId xmlns:a16="http://schemas.microsoft.com/office/drawing/2014/main" id="{4C7B3CF0-33CB-C93D-5898-68EA9901B371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209;p38">
              <a:extLst>
                <a:ext uri="{FF2B5EF4-FFF2-40B4-BE49-F238E27FC236}">
                  <a16:creationId xmlns:a16="http://schemas.microsoft.com/office/drawing/2014/main" id="{5E97DD4C-2A10-E0C2-3BD0-183D50443F15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210;p38">
              <a:extLst>
                <a:ext uri="{FF2B5EF4-FFF2-40B4-BE49-F238E27FC236}">
                  <a16:creationId xmlns:a16="http://schemas.microsoft.com/office/drawing/2014/main" id="{FF402FEA-FED6-5AD1-7E75-94125D218E0B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211;p38">
              <a:extLst>
                <a:ext uri="{FF2B5EF4-FFF2-40B4-BE49-F238E27FC236}">
                  <a16:creationId xmlns:a16="http://schemas.microsoft.com/office/drawing/2014/main" id="{C3F1A6FE-2A05-DC95-3371-0B7180F3509C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212;p38">
              <a:extLst>
                <a:ext uri="{FF2B5EF4-FFF2-40B4-BE49-F238E27FC236}">
                  <a16:creationId xmlns:a16="http://schemas.microsoft.com/office/drawing/2014/main" id="{C55EFED0-22F8-0A29-6364-B87421A1D636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213;p38">
              <a:extLst>
                <a:ext uri="{FF2B5EF4-FFF2-40B4-BE49-F238E27FC236}">
                  <a16:creationId xmlns:a16="http://schemas.microsoft.com/office/drawing/2014/main" id="{8129EB5D-7CD6-1586-968D-F52CAB1489F6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214;p38">
              <a:extLst>
                <a:ext uri="{FF2B5EF4-FFF2-40B4-BE49-F238E27FC236}">
                  <a16:creationId xmlns:a16="http://schemas.microsoft.com/office/drawing/2014/main" id="{9F6BA98D-012D-40D4-09E6-50DCB17AC196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215;p38">
              <a:extLst>
                <a:ext uri="{FF2B5EF4-FFF2-40B4-BE49-F238E27FC236}">
                  <a16:creationId xmlns:a16="http://schemas.microsoft.com/office/drawing/2014/main" id="{F946BEDA-86E0-94F5-F5DF-ABB535C47A72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216;p38">
              <a:extLst>
                <a:ext uri="{FF2B5EF4-FFF2-40B4-BE49-F238E27FC236}">
                  <a16:creationId xmlns:a16="http://schemas.microsoft.com/office/drawing/2014/main" id="{ABD4CBAF-2AAA-46E0-CC9F-D8311211A394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217;p38">
              <a:extLst>
                <a:ext uri="{FF2B5EF4-FFF2-40B4-BE49-F238E27FC236}">
                  <a16:creationId xmlns:a16="http://schemas.microsoft.com/office/drawing/2014/main" id="{64DFEBD7-6FE6-4F7B-08D7-20174AF94705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218;p38">
              <a:extLst>
                <a:ext uri="{FF2B5EF4-FFF2-40B4-BE49-F238E27FC236}">
                  <a16:creationId xmlns:a16="http://schemas.microsoft.com/office/drawing/2014/main" id="{A5C074BC-D1C9-CAE3-E8E3-D6509CDA1FE2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219;p38">
              <a:extLst>
                <a:ext uri="{FF2B5EF4-FFF2-40B4-BE49-F238E27FC236}">
                  <a16:creationId xmlns:a16="http://schemas.microsoft.com/office/drawing/2014/main" id="{5917A569-FC75-3011-CE47-E95678B3780D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220;p38">
              <a:extLst>
                <a:ext uri="{FF2B5EF4-FFF2-40B4-BE49-F238E27FC236}">
                  <a16:creationId xmlns:a16="http://schemas.microsoft.com/office/drawing/2014/main" id="{8894B5BD-D5DA-EDDD-0744-55AC352EEB72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221;p38">
              <a:extLst>
                <a:ext uri="{FF2B5EF4-FFF2-40B4-BE49-F238E27FC236}">
                  <a16:creationId xmlns:a16="http://schemas.microsoft.com/office/drawing/2014/main" id="{3FB95E12-1B5A-9D4B-3056-70C5C0D6C64B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222;p38">
              <a:extLst>
                <a:ext uri="{FF2B5EF4-FFF2-40B4-BE49-F238E27FC236}">
                  <a16:creationId xmlns:a16="http://schemas.microsoft.com/office/drawing/2014/main" id="{5D4EDA18-6709-125B-2CB2-849D8FA632D5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223;p38">
              <a:extLst>
                <a:ext uri="{FF2B5EF4-FFF2-40B4-BE49-F238E27FC236}">
                  <a16:creationId xmlns:a16="http://schemas.microsoft.com/office/drawing/2014/main" id="{977E921B-4068-41C0-38E6-266DCB519C27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224;p38">
              <a:extLst>
                <a:ext uri="{FF2B5EF4-FFF2-40B4-BE49-F238E27FC236}">
                  <a16:creationId xmlns:a16="http://schemas.microsoft.com/office/drawing/2014/main" id="{4E32379C-D53A-1279-CD9A-DFCDEEED8970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225;p38">
              <a:extLst>
                <a:ext uri="{FF2B5EF4-FFF2-40B4-BE49-F238E27FC236}">
                  <a16:creationId xmlns:a16="http://schemas.microsoft.com/office/drawing/2014/main" id="{07CDF506-B73F-5862-933A-A2B6E24DBD02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226;p38">
              <a:extLst>
                <a:ext uri="{FF2B5EF4-FFF2-40B4-BE49-F238E27FC236}">
                  <a16:creationId xmlns:a16="http://schemas.microsoft.com/office/drawing/2014/main" id="{90DD397A-A490-8317-2246-36E9FA20A530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227;p38">
              <a:extLst>
                <a:ext uri="{FF2B5EF4-FFF2-40B4-BE49-F238E27FC236}">
                  <a16:creationId xmlns:a16="http://schemas.microsoft.com/office/drawing/2014/main" id="{714B2A3C-86A5-6A92-FFF4-2A07322C3A40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228;p38">
              <a:extLst>
                <a:ext uri="{FF2B5EF4-FFF2-40B4-BE49-F238E27FC236}">
                  <a16:creationId xmlns:a16="http://schemas.microsoft.com/office/drawing/2014/main" id="{03FA4C03-C2D8-BDEE-C6BD-DB083FB9B4C6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229;p38">
              <a:extLst>
                <a:ext uri="{FF2B5EF4-FFF2-40B4-BE49-F238E27FC236}">
                  <a16:creationId xmlns:a16="http://schemas.microsoft.com/office/drawing/2014/main" id="{4E3ACBF2-735F-C9BE-EABB-D3D9696B11DA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230;p38">
              <a:extLst>
                <a:ext uri="{FF2B5EF4-FFF2-40B4-BE49-F238E27FC236}">
                  <a16:creationId xmlns:a16="http://schemas.microsoft.com/office/drawing/2014/main" id="{A6226898-D6DA-3C41-7040-167A8C3BDA7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231;p38">
              <a:extLst>
                <a:ext uri="{FF2B5EF4-FFF2-40B4-BE49-F238E27FC236}">
                  <a16:creationId xmlns:a16="http://schemas.microsoft.com/office/drawing/2014/main" id="{518379A6-453B-E700-2E0E-FF88F8250D87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232;p38">
              <a:extLst>
                <a:ext uri="{FF2B5EF4-FFF2-40B4-BE49-F238E27FC236}">
                  <a16:creationId xmlns:a16="http://schemas.microsoft.com/office/drawing/2014/main" id="{9A31D85D-E3B1-237B-5EDF-DC71893FE0FF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233;p38">
              <a:extLst>
                <a:ext uri="{FF2B5EF4-FFF2-40B4-BE49-F238E27FC236}">
                  <a16:creationId xmlns:a16="http://schemas.microsoft.com/office/drawing/2014/main" id="{9EFADA71-8046-9A4A-FDF3-382B74FA7EE8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234;p38">
              <a:extLst>
                <a:ext uri="{FF2B5EF4-FFF2-40B4-BE49-F238E27FC236}">
                  <a16:creationId xmlns:a16="http://schemas.microsoft.com/office/drawing/2014/main" id="{F8228D74-BC4E-62B8-C89C-17695D387E06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235;p38">
              <a:extLst>
                <a:ext uri="{FF2B5EF4-FFF2-40B4-BE49-F238E27FC236}">
                  <a16:creationId xmlns:a16="http://schemas.microsoft.com/office/drawing/2014/main" id="{6F509F8B-BB25-2F16-0BD3-43EE3D773943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236;p38">
              <a:extLst>
                <a:ext uri="{FF2B5EF4-FFF2-40B4-BE49-F238E27FC236}">
                  <a16:creationId xmlns:a16="http://schemas.microsoft.com/office/drawing/2014/main" id="{A81A2B50-759D-3CEF-38E4-B0139827B698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237;p38">
              <a:extLst>
                <a:ext uri="{FF2B5EF4-FFF2-40B4-BE49-F238E27FC236}">
                  <a16:creationId xmlns:a16="http://schemas.microsoft.com/office/drawing/2014/main" id="{B27116E6-1E08-0ADF-F67A-0F615A762D04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238;p38">
              <a:extLst>
                <a:ext uri="{FF2B5EF4-FFF2-40B4-BE49-F238E27FC236}">
                  <a16:creationId xmlns:a16="http://schemas.microsoft.com/office/drawing/2014/main" id="{424666A3-4516-AD74-1E99-B28EAE0752A1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239;p38">
              <a:extLst>
                <a:ext uri="{FF2B5EF4-FFF2-40B4-BE49-F238E27FC236}">
                  <a16:creationId xmlns:a16="http://schemas.microsoft.com/office/drawing/2014/main" id="{61028398-2255-DDD8-8836-0762E2473224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240;p38">
              <a:extLst>
                <a:ext uri="{FF2B5EF4-FFF2-40B4-BE49-F238E27FC236}">
                  <a16:creationId xmlns:a16="http://schemas.microsoft.com/office/drawing/2014/main" id="{3515B950-9A30-1B12-E88A-1DB024B617B1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241;p38">
              <a:extLst>
                <a:ext uri="{FF2B5EF4-FFF2-40B4-BE49-F238E27FC236}">
                  <a16:creationId xmlns:a16="http://schemas.microsoft.com/office/drawing/2014/main" id="{B488871F-6240-59DB-EE32-C31368420A8F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242;p38">
              <a:extLst>
                <a:ext uri="{FF2B5EF4-FFF2-40B4-BE49-F238E27FC236}">
                  <a16:creationId xmlns:a16="http://schemas.microsoft.com/office/drawing/2014/main" id="{0F85E148-1D32-DF52-B763-DA2F50BBDC3F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243;p38">
              <a:extLst>
                <a:ext uri="{FF2B5EF4-FFF2-40B4-BE49-F238E27FC236}">
                  <a16:creationId xmlns:a16="http://schemas.microsoft.com/office/drawing/2014/main" id="{5663C32A-9F82-785D-6F55-6025BE9A2E91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244;p38">
              <a:extLst>
                <a:ext uri="{FF2B5EF4-FFF2-40B4-BE49-F238E27FC236}">
                  <a16:creationId xmlns:a16="http://schemas.microsoft.com/office/drawing/2014/main" id="{4CFF8E6E-B159-EB1B-6660-4CEB6CDFEA50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245;p38">
              <a:extLst>
                <a:ext uri="{FF2B5EF4-FFF2-40B4-BE49-F238E27FC236}">
                  <a16:creationId xmlns:a16="http://schemas.microsoft.com/office/drawing/2014/main" id="{AC3B3D41-E350-E954-E6A5-7676DA9DACBC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246;p38">
              <a:extLst>
                <a:ext uri="{FF2B5EF4-FFF2-40B4-BE49-F238E27FC236}">
                  <a16:creationId xmlns:a16="http://schemas.microsoft.com/office/drawing/2014/main" id="{25B59377-6F49-4559-AEAC-A6AFDB72E045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247;p38">
              <a:extLst>
                <a:ext uri="{FF2B5EF4-FFF2-40B4-BE49-F238E27FC236}">
                  <a16:creationId xmlns:a16="http://schemas.microsoft.com/office/drawing/2014/main" id="{2E094D21-7D30-2209-DE4D-9919A145DDE8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248;p38">
              <a:extLst>
                <a:ext uri="{FF2B5EF4-FFF2-40B4-BE49-F238E27FC236}">
                  <a16:creationId xmlns:a16="http://schemas.microsoft.com/office/drawing/2014/main" id="{E1946E31-1A0B-1C8F-8460-4966A3111193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249;p38">
              <a:extLst>
                <a:ext uri="{FF2B5EF4-FFF2-40B4-BE49-F238E27FC236}">
                  <a16:creationId xmlns:a16="http://schemas.microsoft.com/office/drawing/2014/main" id="{003BFA93-518D-4F4F-4194-1FA349DE749A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250;p38">
              <a:extLst>
                <a:ext uri="{FF2B5EF4-FFF2-40B4-BE49-F238E27FC236}">
                  <a16:creationId xmlns:a16="http://schemas.microsoft.com/office/drawing/2014/main" id="{A998D872-4FA3-5AFB-4265-7343B6679BD7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251;p38">
              <a:extLst>
                <a:ext uri="{FF2B5EF4-FFF2-40B4-BE49-F238E27FC236}">
                  <a16:creationId xmlns:a16="http://schemas.microsoft.com/office/drawing/2014/main" id="{DBB8A4E8-2FD3-F42E-E6E7-27C0D813BBCE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252;p38">
              <a:extLst>
                <a:ext uri="{FF2B5EF4-FFF2-40B4-BE49-F238E27FC236}">
                  <a16:creationId xmlns:a16="http://schemas.microsoft.com/office/drawing/2014/main" id="{A58FAC88-4DDF-C869-1C81-5D800EB4DEEC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253;p38">
              <a:extLst>
                <a:ext uri="{FF2B5EF4-FFF2-40B4-BE49-F238E27FC236}">
                  <a16:creationId xmlns:a16="http://schemas.microsoft.com/office/drawing/2014/main" id="{C14F8042-C045-59AF-EE3E-08987219129F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254;p38">
              <a:extLst>
                <a:ext uri="{FF2B5EF4-FFF2-40B4-BE49-F238E27FC236}">
                  <a16:creationId xmlns:a16="http://schemas.microsoft.com/office/drawing/2014/main" id="{C4ACC627-0F95-A812-D5D5-483EFDF66D2E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255;p38">
              <a:extLst>
                <a:ext uri="{FF2B5EF4-FFF2-40B4-BE49-F238E27FC236}">
                  <a16:creationId xmlns:a16="http://schemas.microsoft.com/office/drawing/2014/main" id="{9371312D-C9B3-05D0-1FDA-DC120926C20F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256;p38">
              <a:extLst>
                <a:ext uri="{FF2B5EF4-FFF2-40B4-BE49-F238E27FC236}">
                  <a16:creationId xmlns:a16="http://schemas.microsoft.com/office/drawing/2014/main" id="{06926621-0BE8-2686-444C-1803ED5A4BBB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257;p38">
              <a:extLst>
                <a:ext uri="{FF2B5EF4-FFF2-40B4-BE49-F238E27FC236}">
                  <a16:creationId xmlns:a16="http://schemas.microsoft.com/office/drawing/2014/main" id="{15E25E46-E01A-A9A0-A134-EA45F721103F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258;p38">
              <a:extLst>
                <a:ext uri="{FF2B5EF4-FFF2-40B4-BE49-F238E27FC236}">
                  <a16:creationId xmlns:a16="http://schemas.microsoft.com/office/drawing/2014/main" id="{ED1A2BDF-D193-2AB5-0A70-E2FC50D29D83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259;p38">
              <a:extLst>
                <a:ext uri="{FF2B5EF4-FFF2-40B4-BE49-F238E27FC236}">
                  <a16:creationId xmlns:a16="http://schemas.microsoft.com/office/drawing/2014/main" id="{FE3EABF1-A5B6-7041-345A-01DE12224831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260;p38">
              <a:extLst>
                <a:ext uri="{FF2B5EF4-FFF2-40B4-BE49-F238E27FC236}">
                  <a16:creationId xmlns:a16="http://schemas.microsoft.com/office/drawing/2014/main" id="{FC711D7F-B3AF-7F4C-7105-10EDB7BE7D46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261;p38">
              <a:extLst>
                <a:ext uri="{FF2B5EF4-FFF2-40B4-BE49-F238E27FC236}">
                  <a16:creationId xmlns:a16="http://schemas.microsoft.com/office/drawing/2014/main" id="{9E702F4A-738B-5127-1E1F-14BA51A01971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262;p38">
              <a:extLst>
                <a:ext uri="{FF2B5EF4-FFF2-40B4-BE49-F238E27FC236}">
                  <a16:creationId xmlns:a16="http://schemas.microsoft.com/office/drawing/2014/main" id="{BAF1EC72-7662-9683-014A-3551F673E7C8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263;p38">
              <a:extLst>
                <a:ext uri="{FF2B5EF4-FFF2-40B4-BE49-F238E27FC236}">
                  <a16:creationId xmlns:a16="http://schemas.microsoft.com/office/drawing/2014/main" id="{6D490A1A-D858-EABC-84FD-0C31FC31934C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264;p38">
              <a:extLst>
                <a:ext uri="{FF2B5EF4-FFF2-40B4-BE49-F238E27FC236}">
                  <a16:creationId xmlns:a16="http://schemas.microsoft.com/office/drawing/2014/main" id="{D56D78B7-E862-EEDF-2D23-2227A33896A7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265;p38">
              <a:extLst>
                <a:ext uri="{FF2B5EF4-FFF2-40B4-BE49-F238E27FC236}">
                  <a16:creationId xmlns:a16="http://schemas.microsoft.com/office/drawing/2014/main" id="{E0C01197-8A9C-B1CE-BBE8-67D72BE8F7BA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266;p38">
              <a:extLst>
                <a:ext uri="{FF2B5EF4-FFF2-40B4-BE49-F238E27FC236}">
                  <a16:creationId xmlns:a16="http://schemas.microsoft.com/office/drawing/2014/main" id="{1578ED29-FF8A-D229-0F8E-9724C6FFE273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267;p38">
              <a:extLst>
                <a:ext uri="{FF2B5EF4-FFF2-40B4-BE49-F238E27FC236}">
                  <a16:creationId xmlns:a16="http://schemas.microsoft.com/office/drawing/2014/main" id="{8D39BACC-34AE-AF4B-197E-1E0A88888826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268;p38">
              <a:extLst>
                <a:ext uri="{FF2B5EF4-FFF2-40B4-BE49-F238E27FC236}">
                  <a16:creationId xmlns:a16="http://schemas.microsoft.com/office/drawing/2014/main" id="{B57C27C3-A528-1AA2-E35D-FCE28A5C9049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269;p38">
              <a:extLst>
                <a:ext uri="{FF2B5EF4-FFF2-40B4-BE49-F238E27FC236}">
                  <a16:creationId xmlns:a16="http://schemas.microsoft.com/office/drawing/2014/main" id="{1229A99E-386C-A58F-5433-A76967F02A51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270;p38">
              <a:extLst>
                <a:ext uri="{FF2B5EF4-FFF2-40B4-BE49-F238E27FC236}">
                  <a16:creationId xmlns:a16="http://schemas.microsoft.com/office/drawing/2014/main" id="{69F0D5B6-6CE1-5C4E-733A-55274CD8794A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271;p38">
              <a:extLst>
                <a:ext uri="{FF2B5EF4-FFF2-40B4-BE49-F238E27FC236}">
                  <a16:creationId xmlns:a16="http://schemas.microsoft.com/office/drawing/2014/main" id="{059BE2F9-5008-B4A3-6293-2E1A05213559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272;p38">
              <a:extLst>
                <a:ext uri="{FF2B5EF4-FFF2-40B4-BE49-F238E27FC236}">
                  <a16:creationId xmlns:a16="http://schemas.microsoft.com/office/drawing/2014/main" id="{735AC58C-3D57-E402-2325-349227C3BCC9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273;p38">
              <a:extLst>
                <a:ext uri="{FF2B5EF4-FFF2-40B4-BE49-F238E27FC236}">
                  <a16:creationId xmlns:a16="http://schemas.microsoft.com/office/drawing/2014/main" id="{8E0A652C-E4F0-AED4-61C8-743B8285159C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274;p38">
              <a:extLst>
                <a:ext uri="{FF2B5EF4-FFF2-40B4-BE49-F238E27FC236}">
                  <a16:creationId xmlns:a16="http://schemas.microsoft.com/office/drawing/2014/main" id="{40CB5DAE-1437-B692-CBE0-7D44BCD0B610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275;p38">
              <a:extLst>
                <a:ext uri="{FF2B5EF4-FFF2-40B4-BE49-F238E27FC236}">
                  <a16:creationId xmlns:a16="http://schemas.microsoft.com/office/drawing/2014/main" id="{62132548-6659-D060-9606-271BA8F384D7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276;p38">
              <a:extLst>
                <a:ext uri="{FF2B5EF4-FFF2-40B4-BE49-F238E27FC236}">
                  <a16:creationId xmlns:a16="http://schemas.microsoft.com/office/drawing/2014/main" id="{5C50C44B-F207-295D-A3DC-CA0019B96284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277;p38">
              <a:extLst>
                <a:ext uri="{FF2B5EF4-FFF2-40B4-BE49-F238E27FC236}">
                  <a16:creationId xmlns:a16="http://schemas.microsoft.com/office/drawing/2014/main" id="{0C43FFA5-A36E-B1C3-057F-139A0A6F4C5C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278;p38">
              <a:extLst>
                <a:ext uri="{FF2B5EF4-FFF2-40B4-BE49-F238E27FC236}">
                  <a16:creationId xmlns:a16="http://schemas.microsoft.com/office/drawing/2014/main" id="{A992D6D7-F174-5E94-4F0A-99003F682345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279;p38">
              <a:extLst>
                <a:ext uri="{FF2B5EF4-FFF2-40B4-BE49-F238E27FC236}">
                  <a16:creationId xmlns:a16="http://schemas.microsoft.com/office/drawing/2014/main" id="{7065ED9D-22F5-0696-0EC6-FCCCF532C48E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280;p38">
              <a:extLst>
                <a:ext uri="{FF2B5EF4-FFF2-40B4-BE49-F238E27FC236}">
                  <a16:creationId xmlns:a16="http://schemas.microsoft.com/office/drawing/2014/main" id="{E5A6DD70-9548-B3B5-4B55-655C873D20E8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281;p38">
              <a:extLst>
                <a:ext uri="{FF2B5EF4-FFF2-40B4-BE49-F238E27FC236}">
                  <a16:creationId xmlns:a16="http://schemas.microsoft.com/office/drawing/2014/main" id="{65C48152-130D-09BC-546D-697472374517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282;p38">
              <a:extLst>
                <a:ext uri="{FF2B5EF4-FFF2-40B4-BE49-F238E27FC236}">
                  <a16:creationId xmlns:a16="http://schemas.microsoft.com/office/drawing/2014/main" id="{4E098729-4D13-500C-C52E-8AA14EA4A973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283;p38">
              <a:extLst>
                <a:ext uri="{FF2B5EF4-FFF2-40B4-BE49-F238E27FC236}">
                  <a16:creationId xmlns:a16="http://schemas.microsoft.com/office/drawing/2014/main" id="{2BCD2CC8-8571-1871-69E9-016645B8C287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284;p38">
              <a:extLst>
                <a:ext uri="{FF2B5EF4-FFF2-40B4-BE49-F238E27FC236}">
                  <a16:creationId xmlns:a16="http://schemas.microsoft.com/office/drawing/2014/main" id="{2047825F-82DB-6673-58BA-6FCE90278590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285;p38">
              <a:extLst>
                <a:ext uri="{FF2B5EF4-FFF2-40B4-BE49-F238E27FC236}">
                  <a16:creationId xmlns:a16="http://schemas.microsoft.com/office/drawing/2014/main" id="{983C54EB-9C04-EB06-DD1A-9DA43E4ABA9B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286;p38">
              <a:extLst>
                <a:ext uri="{FF2B5EF4-FFF2-40B4-BE49-F238E27FC236}">
                  <a16:creationId xmlns:a16="http://schemas.microsoft.com/office/drawing/2014/main" id="{077EE692-2BBE-22A8-728E-7F7D385B233F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287;p38">
              <a:extLst>
                <a:ext uri="{FF2B5EF4-FFF2-40B4-BE49-F238E27FC236}">
                  <a16:creationId xmlns:a16="http://schemas.microsoft.com/office/drawing/2014/main" id="{5DF1C9CC-4611-27FE-8FAF-0E2CFF771C35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288;p38">
              <a:extLst>
                <a:ext uri="{FF2B5EF4-FFF2-40B4-BE49-F238E27FC236}">
                  <a16:creationId xmlns:a16="http://schemas.microsoft.com/office/drawing/2014/main" id="{98BFD458-0B45-43F5-4BAF-67105DE1BEFE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289;p38">
              <a:extLst>
                <a:ext uri="{FF2B5EF4-FFF2-40B4-BE49-F238E27FC236}">
                  <a16:creationId xmlns:a16="http://schemas.microsoft.com/office/drawing/2014/main" id="{327046F9-E941-64FB-AA71-ED406F85D955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290;p38">
              <a:extLst>
                <a:ext uri="{FF2B5EF4-FFF2-40B4-BE49-F238E27FC236}">
                  <a16:creationId xmlns:a16="http://schemas.microsoft.com/office/drawing/2014/main" id="{5C30F38B-F717-3973-C609-21E48DBABE5D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291;p38">
              <a:extLst>
                <a:ext uri="{FF2B5EF4-FFF2-40B4-BE49-F238E27FC236}">
                  <a16:creationId xmlns:a16="http://schemas.microsoft.com/office/drawing/2014/main" id="{022D8F4E-5FDA-4CEF-883A-3D40D70A333E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292;p38">
              <a:extLst>
                <a:ext uri="{FF2B5EF4-FFF2-40B4-BE49-F238E27FC236}">
                  <a16:creationId xmlns:a16="http://schemas.microsoft.com/office/drawing/2014/main" id="{41B599BA-E873-8E8E-2229-99AC59FDB5A5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293;p38">
              <a:extLst>
                <a:ext uri="{FF2B5EF4-FFF2-40B4-BE49-F238E27FC236}">
                  <a16:creationId xmlns:a16="http://schemas.microsoft.com/office/drawing/2014/main" id="{6A87862B-7C9B-196F-FA65-D33C418DBBE3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294;p38">
              <a:extLst>
                <a:ext uri="{FF2B5EF4-FFF2-40B4-BE49-F238E27FC236}">
                  <a16:creationId xmlns:a16="http://schemas.microsoft.com/office/drawing/2014/main" id="{C19F278B-3B83-EE0D-D3FA-324D274EAB2D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295;p38">
              <a:extLst>
                <a:ext uri="{FF2B5EF4-FFF2-40B4-BE49-F238E27FC236}">
                  <a16:creationId xmlns:a16="http://schemas.microsoft.com/office/drawing/2014/main" id="{10B34F7D-A065-7068-FC11-25C124DAE5F6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296;p38">
              <a:extLst>
                <a:ext uri="{FF2B5EF4-FFF2-40B4-BE49-F238E27FC236}">
                  <a16:creationId xmlns:a16="http://schemas.microsoft.com/office/drawing/2014/main" id="{C01B1B21-3AD5-4EAF-105E-E30CFE21B9C5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297;p38">
              <a:extLst>
                <a:ext uri="{FF2B5EF4-FFF2-40B4-BE49-F238E27FC236}">
                  <a16:creationId xmlns:a16="http://schemas.microsoft.com/office/drawing/2014/main" id="{0DC67730-7659-DECC-04D8-287AFA3FA86E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98;p38">
              <a:extLst>
                <a:ext uri="{FF2B5EF4-FFF2-40B4-BE49-F238E27FC236}">
                  <a16:creationId xmlns:a16="http://schemas.microsoft.com/office/drawing/2014/main" id="{36AC18FD-AFE7-5AFC-8571-C76D735F2C06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99;p38">
              <a:extLst>
                <a:ext uri="{FF2B5EF4-FFF2-40B4-BE49-F238E27FC236}">
                  <a16:creationId xmlns:a16="http://schemas.microsoft.com/office/drawing/2014/main" id="{A866CFC1-0FDE-D31B-5EC7-671933B8FF9A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300;p38">
              <a:extLst>
                <a:ext uri="{FF2B5EF4-FFF2-40B4-BE49-F238E27FC236}">
                  <a16:creationId xmlns:a16="http://schemas.microsoft.com/office/drawing/2014/main" id="{4EDDEAB4-4858-18AD-B8EB-2AC78DB7611C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301;p38">
              <a:extLst>
                <a:ext uri="{FF2B5EF4-FFF2-40B4-BE49-F238E27FC236}">
                  <a16:creationId xmlns:a16="http://schemas.microsoft.com/office/drawing/2014/main" id="{34A8FBFE-6C5C-5BD3-89D4-3CB0C0F0602B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302;p38">
              <a:extLst>
                <a:ext uri="{FF2B5EF4-FFF2-40B4-BE49-F238E27FC236}">
                  <a16:creationId xmlns:a16="http://schemas.microsoft.com/office/drawing/2014/main" id="{BADDC2B5-84F7-0295-595B-10A030E27D88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303;p38">
              <a:extLst>
                <a:ext uri="{FF2B5EF4-FFF2-40B4-BE49-F238E27FC236}">
                  <a16:creationId xmlns:a16="http://schemas.microsoft.com/office/drawing/2014/main" id="{4DA414FC-B1A3-54AC-B791-0DE56CC617D5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304;p38">
              <a:extLst>
                <a:ext uri="{FF2B5EF4-FFF2-40B4-BE49-F238E27FC236}">
                  <a16:creationId xmlns:a16="http://schemas.microsoft.com/office/drawing/2014/main" id="{199CDA17-206F-BBCA-EFB4-D9C962E43BAD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305;p38">
              <a:extLst>
                <a:ext uri="{FF2B5EF4-FFF2-40B4-BE49-F238E27FC236}">
                  <a16:creationId xmlns:a16="http://schemas.microsoft.com/office/drawing/2014/main" id="{BDB78858-6D12-4D7D-569C-7CAEBFD38EAD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306;p38">
              <a:extLst>
                <a:ext uri="{FF2B5EF4-FFF2-40B4-BE49-F238E27FC236}">
                  <a16:creationId xmlns:a16="http://schemas.microsoft.com/office/drawing/2014/main" id="{665A7647-F15F-8CA7-ABD9-4D48D1F2CA6E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307;p38">
              <a:extLst>
                <a:ext uri="{FF2B5EF4-FFF2-40B4-BE49-F238E27FC236}">
                  <a16:creationId xmlns:a16="http://schemas.microsoft.com/office/drawing/2014/main" id="{8068AF2A-C198-39A7-8D2D-9DC7A6F75E03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308;p38">
              <a:extLst>
                <a:ext uri="{FF2B5EF4-FFF2-40B4-BE49-F238E27FC236}">
                  <a16:creationId xmlns:a16="http://schemas.microsoft.com/office/drawing/2014/main" id="{E48F0486-1136-57DA-4C83-4F501E5A0078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309;p38">
              <a:extLst>
                <a:ext uri="{FF2B5EF4-FFF2-40B4-BE49-F238E27FC236}">
                  <a16:creationId xmlns:a16="http://schemas.microsoft.com/office/drawing/2014/main" id="{7DAF918E-0C32-6D88-989D-8D1B69324B46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310;p38">
              <a:extLst>
                <a:ext uri="{FF2B5EF4-FFF2-40B4-BE49-F238E27FC236}">
                  <a16:creationId xmlns:a16="http://schemas.microsoft.com/office/drawing/2014/main" id="{66515F3D-C6D0-E085-3E90-22F405B1F6F8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311;p38">
              <a:extLst>
                <a:ext uri="{FF2B5EF4-FFF2-40B4-BE49-F238E27FC236}">
                  <a16:creationId xmlns:a16="http://schemas.microsoft.com/office/drawing/2014/main" id="{6B420900-18B5-8638-6CE3-61850411346C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312;p38">
              <a:extLst>
                <a:ext uri="{FF2B5EF4-FFF2-40B4-BE49-F238E27FC236}">
                  <a16:creationId xmlns:a16="http://schemas.microsoft.com/office/drawing/2014/main" id="{B98FD291-7063-F9C0-B085-C9D3861EE9B3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313;p38">
              <a:extLst>
                <a:ext uri="{FF2B5EF4-FFF2-40B4-BE49-F238E27FC236}">
                  <a16:creationId xmlns:a16="http://schemas.microsoft.com/office/drawing/2014/main" id="{5633ADBC-D249-DC9F-ACD2-98EA0C7BFB21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314;p38">
              <a:extLst>
                <a:ext uri="{FF2B5EF4-FFF2-40B4-BE49-F238E27FC236}">
                  <a16:creationId xmlns:a16="http://schemas.microsoft.com/office/drawing/2014/main" id="{BB4D11A8-ED2C-8B8A-5B9D-05482F92C593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315;p38">
              <a:extLst>
                <a:ext uri="{FF2B5EF4-FFF2-40B4-BE49-F238E27FC236}">
                  <a16:creationId xmlns:a16="http://schemas.microsoft.com/office/drawing/2014/main" id="{B363B120-79D1-802B-DF94-17D6BE88A743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316;p38">
              <a:extLst>
                <a:ext uri="{FF2B5EF4-FFF2-40B4-BE49-F238E27FC236}">
                  <a16:creationId xmlns:a16="http://schemas.microsoft.com/office/drawing/2014/main" id="{73D2B483-8BF3-C2FC-8BC2-7298F0089CDE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317;p38">
              <a:extLst>
                <a:ext uri="{FF2B5EF4-FFF2-40B4-BE49-F238E27FC236}">
                  <a16:creationId xmlns:a16="http://schemas.microsoft.com/office/drawing/2014/main" id="{8D5CF6FE-5782-0C13-EF1E-AA88B1F13F23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318;p38">
              <a:extLst>
                <a:ext uri="{FF2B5EF4-FFF2-40B4-BE49-F238E27FC236}">
                  <a16:creationId xmlns:a16="http://schemas.microsoft.com/office/drawing/2014/main" id="{E3B5B0FE-6CDC-21D1-29A9-4CA6D4EF2D3C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319;p38">
              <a:extLst>
                <a:ext uri="{FF2B5EF4-FFF2-40B4-BE49-F238E27FC236}">
                  <a16:creationId xmlns:a16="http://schemas.microsoft.com/office/drawing/2014/main" id="{2676DDDF-68BF-8682-1F40-A554CE58EC41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320;p38">
              <a:extLst>
                <a:ext uri="{FF2B5EF4-FFF2-40B4-BE49-F238E27FC236}">
                  <a16:creationId xmlns:a16="http://schemas.microsoft.com/office/drawing/2014/main" id="{66246477-E03A-6C51-E259-C15A71D3FCF2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321;p38">
              <a:extLst>
                <a:ext uri="{FF2B5EF4-FFF2-40B4-BE49-F238E27FC236}">
                  <a16:creationId xmlns:a16="http://schemas.microsoft.com/office/drawing/2014/main" id="{CF5D1ED0-1B1B-6625-C951-563AE963B8A4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322;p38">
              <a:extLst>
                <a:ext uri="{FF2B5EF4-FFF2-40B4-BE49-F238E27FC236}">
                  <a16:creationId xmlns:a16="http://schemas.microsoft.com/office/drawing/2014/main" id="{CFFAD104-7339-B06A-94AA-0CCBD01A2139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323;p38">
              <a:extLst>
                <a:ext uri="{FF2B5EF4-FFF2-40B4-BE49-F238E27FC236}">
                  <a16:creationId xmlns:a16="http://schemas.microsoft.com/office/drawing/2014/main" id="{06E49C97-17FA-8B95-EBB0-4AF18D6BC96F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324;p38">
              <a:extLst>
                <a:ext uri="{FF2B5EF4-FFF2-40B4-BE49-F238E27FC236}">
                  <a16:creationId xmlns:a16="http://schemas.microsoft.com/office/drawing/2014/main" id="{FCDDAD0A-A75E-3C90-EA10-0D50D0C59551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325;p38">
              <a:extLst>
                <a:ext uri="{FF2B5EF4-FFF2-40B4-BE49-F238E27FC236}">
                  <a16:creationId xmlns:a16="http://schemas.microsoft.com/office/drawing/2014/main" id="{01EF922E-6402-9BBE-C891-4ED210C32FF2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326;p38">
              <a:extLst>
                <a:ext uri="{FF2B5EF4-FFF2-40B4-BE49-F238E27FC236}">
                  <a16:creationId xmlns:a16="http://schemas.microsoft.com/office/drawing/2014/main" id="{A04E9B2A-428B-9097-A157-2C162EF20E33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327;p38">
              <a:extLst>
                <a:ext uri="{FF2B5EF4-FFF2-40B4-BE49-F238E27FC236}">
                  <a16:creationId xmlns:a16="http://schemas.microsoft.com/office/drawing/2014/main" id="{21C8C8DA-C801-7825-4F17-2520A6689C0D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328;p38">
              <a:extLst>
                <a:ext uri="{FF2B5EF4-FFF2-40B4-BE49-F238E27FC236}">
                  <a16:creationId xmlns:a16="http://schemas.microsoft.com/office/drawing/2014/main" id="{0CA3F1BF-7826-D8F0-9D3F-4F938E75AE7A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329;p38">
              <a:extLst>
                <a:ext uri="{FF2B5EF4-FFF2-40B4-BE49-F238E27FC236}">
                  <a16:creationId xmlns:a16="http://schemas.microsoft.com/office/drawing/2014/main" id="{977404E3-D01D-53E9-4E7F-14B64ABD7BFC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330;p38">
              <a:extLst>
                <a:ext uri="{FF2B5EF4-FFF2-40B4-BE49-F238E27FC236}">
                  <a16:creationId xmlns:a16="http://schemas.microsoft.com/office/drawing/2014/main" id="{0F7A824E-18FE-5F26-0B23-766C4BD4AE9A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331;p38">
              <a:extLst>
                <a:ext uri="{FF2B5EF4-FFF2-40B4-BE49-F238E27FC236}">
                  <a16:creationId xmlns:a16="http://schemas.microsoft.com/office/drawing/2014/main" id="{24E8A29F-43DC-A727-262E-265D96D85465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332;p38">
              <a:extLst>
                <a:ext uri="{FF2B5EF4-FFF2-40B4-BE49-F238E27FC236}">
                  <a16:creationId xmlns:a16="http://schemas.microsoft.com/office/drawing/2014/main" id="{90A5DC8B-ECD8-FA9D-8C67-622FD98B090A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333;p38">
              <a:extLst>
                <a:ext uri="{FF2B5EF4-FFF2-40B4-BE49-F238E27FC236}">
                  <a16:creationId xmlns:a16="http://schemas.microsoft.com/office/drawing/2014/main" id="{CDB193A0-0987-2AE6-3BE5-7A607274936A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334;p38">
              <a:extLst>
                <a:ext uri="{FF2B5EF4-FFF2-40B4-BE49-F238E27FC236}">
                  <a16:creationId xmlns:a16="http://schemas.microsoft.com/office/drawing/2014/main" id="{C2475E61-F357-24A1-F5D8-8C733607B04B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335;p38">
              <a:extLst>
                <a:ext uri="{FF2B5EF4-FFF2-40B4-BE49-F238E27FC236}">
                  <a16:creationId xmlns:a16="http://schemas.microsoft.com/office/drawing/2014/main" id="{927BE8A2-3AC3-DCF3-D2A5-C13E74F756A6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336;p38">
              <a:extLst>
                <a:ext uri="{FF2B5EF4-FFF2-40B4-BE49-F238E27FC236}">
                  <a16:creationId xmlns:a16="http://schemas.microsoft.com/office/drawing/2014/main" id="{DFA180DA-6667-DE92-F230-25CD7FEAAB7C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337;p38">
              <a:extLst>
                <a:ext uri="{FF2B5EF4-FFF2-40B4-BE49-F238E27FC236}">
                  <a16:creationId xmlns:a16="http://schemas.microsoft.com/office/drawing/2014/main" id="{DBE92274-F20F-E428-C2C9-8F93A2564396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338;p38">
              <a:extLst>
                <a:ext uri="{FF2B5EF4-FFF2-40B4-BE49-F238E27FC236}">
                  <a16:creationId xmlns:a16="http://schemas.microsoft.com/office/drawing/2014/main" id="{A957D781-7EA3-D015-E410-29C6B177470C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339;p38">
              <a:extLst>
                <a:ext uri="{FF2B5EF4-FFF2-40B4-BE49-F238E27FC236}">
                  <a16:creationId xmlns:a16="http://schemas.microsoft.com/office/drawing/2014/main" id="{6AC2C211-3299-018C-1223-A0C62861BB20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340;p38">
              <a:extLst>
                <a:ext uri="{FF2B5EF4-FFF2-40B4-BE49-F238E27FC236}">
                  <a16:creationId xmlns:a16="http://schemas.microsoft.com/office/drawing/2014/main" id="{7DA9DE7D-BDCA-00B4-128A-AC2448D366E9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341;p38">
              <a:extLst>
                <a:ext uri="{FF2B5EF4-FFF2-40B4-BE49-F238E27FC236}">
                  <a16:creationId xmlns:a16="http://schemas.microsoft.com/office/drawing/2014/main" id="{C5887D88-F397-BF2F-97C0-5B9408CA19F7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342;p38">
              <a:extLst>
                <a:ext uri="{FF2B5EF4-FFF2-40B4-BE49-F238E27FC236}">
                  <a16:creationId xmlns:a16="http://schemas.microsoft.com/office/drawing/2014/main" id="{0E24F44A-79C2-21B7-51CA-1F00CCA9EAB2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343;p38">
              <a:extLst>
                <a:ext uri="{FF2B5EF4-FFF2-40B4-BE49-F238E27FC236}">
                  <a16:creationId xmlns:a16="http://schemas.microsoft.com/office/drawing/2014/main" id="{2138CECD-5B85-C3E0-585A-373781E43844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344;p38">
              <a:extLst>
                <a:ext uri="{FF2B5EF4-FFF2-40B4-BE49-F238E27FC236}">
                  <a16:creationId xmlns:a16="http://schemas.microsoft.com/office/drawing/2014/main" id="{1D90ECC3-67FF-76C2-5D6D-AFB7C609D699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345;p38">
              <a:extLst>
                <a:ext uri="{FF2B5EF4-FFF2-40B4-BE49-F238E27FC236}">
                  <a16:creationId xmlns:a16="http://schemas.microsoft.com/office/drawing/2014/main" id="{B72AF467-806A-4D7F-FBDF-C075F12490BA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346;p38">
              <a:extLst>
                <a:ext uri="{FF2B5EF4-FFF2-40B4-BE49-F238E27FC236}">
                  <a16:creationId xmlns:a16="http://schemas.microsoft.com/office/drawing/2014/main" id="{20209DE9-43CB-7871-FC22-53D723EBB981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347;p38">
              <a:extLst>
                <a:ext uri="{FF2B5EF4-FFF2-40B4-BE49-F238E27FC236}">
                  <a16:creationId xmlns:a16="http://schemas.microsoft.com/office/drawing/2014/main" id="{18B923EC-E62A-95D8-89EA-31EB6868A732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348;p38">
              <a:extLst>
                <a:ext uri="{FF2B5EF4-FFF2-40B4-BE49-F238E27FC236}">
                  <a16:creationId xmlns:a16="http://schemas.microsoft.com/office/drawing/2014/main" id="{020A00FB-B4E2-D1BF-C310-E2DA436B5F2D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349;p38">
              <a:extLst>
                <a:ext uri="{FF2B5EF4-FFF2-40B4-BE49-F238E27FC236}">
                  <a16:creationId xmlns:a16="http://schemas.microsoft.com/office/drawing/2014/main" id="{CE65C4D5-3F70-51AA-76C4-C2F6C38EAA02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350;p38">
              <a:extLst>
                <a:ext uri="{FF2B5EF4-FFF2-40B4-BE49-F238E27FC236}">
                  <a16:creationId xmlns:a16="http://schemas.microsoft.com/office/drawing/2014/main" id="{A01B2ABF-BABE-9434-8958-32AD0724AF17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351;p38">
              <a:extLst>
                <a:ext uri="{FF2B5EF4-FFF2-40B4-BE49-F238E27FC236}">
                  <a16:creationId xmlns:a16="http://schemas.microsoft.com/office/drawing/2014/main" id="{DE9A2631-FFA4-B82A-96FC-0C4A47464951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352;p38">
              <a:extLst>
                <a:ext uri="{FF2B5EF4-FFF2-40B4-BE49-F238E27FC236}">
                  <a16:creationId xmlns:a16="http://schemas.microsoft.com/office/drawing/2014/main" id="{4793E394-4AE8-AAB6-A924-2313377F6CB5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353;p38">
              <a:extLst>
                <a:ext uri="{FF2B5EF4-FFF2-40B4-BE49-F238E27FC236}">
                  <a16:creationId xmlns:a16="http://schemas.microsoft.com/office/drawing/2014/main" id="{548FD9B6-950E-3649-9CC1-942AE7C7CE8B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354;p38">
              <a:extLst>
                <a:ext uri="{FF2B5EF4-FFF2-40B4-BE49-F238E27FC236}">
                  <a16:creationId xmlns:a16="http://schemas.microsoft.com/office/drawing/2014/main" id="{BB21957A-C469-666C-E577-92342B4476D9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355;p38">
              <a:extLst>
                <a:ext uri="{FF2B5EF4-FFF2-40B4-BE49-F238E27FC236}">
                  <a16:creationId xmlns:a16="http://schemas.microsoft.com/office/drawing/2014/main" id="{CDFCED52-C997-507C-5498-5FA0453D0A03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356;p38">
              <a:extLst>
                <a:ext uri="{FF2B5EF4-FFF2-40B4-BE49-F238E27FC236}">
                  <a16:creationId xmlns:a16="http://schemas.microsoft.com/office/drawing/2014/main" id="{D0B36738-8D8D-864D-5019-3F0EAF9242A7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357;p38">
              <a:extLst>
                <a:ext uri="{FF2B5EF4-FFF2-40B4-BE49-F238E27FC236}">
                  <a16:creationId xmlns:a16="http://schemas.microsoft.com/office/drawing/2014/main" id="{CD5E6718-B35F-DEAE-39AF-176286DF8105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358;p38">
              <a:extLst>
                <a:ext uri="{FF2B5EF4-FFF2-40B4-BE49-F238E27FC236}">
                  <a16:creationId xmlns:a16="http://schemas.microsoft.com/office/drawing/2014/main" id="{E7D14D8C-7833-306E-AA15-076FEDEAAD58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359;p38">
              <a:extLst>
                <a:ext uri="{FF2B5EF4-FFF2-40B4-BE49-F238E27FC236}">
                  <a16:creationId xmlns:a16="http://schemas.microsoft.com/office/drawing/2014/main" id="{7B6DCC7C-1684-010A-4136-F64D9F629F00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360;p38">
              <a:extLst>
                <a:ext uri="{FF2B5EF4-FFF2-40B4-BE49-F238E27FC236}">
                  <a16:creationId xmlns:a16="http://schemas.microsoft.com/office/drawing/2014/main" id="{3EBA05E0-90CE-CC8B-728A-879E108171D8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361;p38">
              <a:extLst>
                <a:ext uri="{FF2B5EF4-FFF2-40B4-BE49-F238E27FC236}">
                  <a16:creationId xmlns:a16="http://schemas.microsoft.com/office/drawing/2014/main" id="{D85872AF-B77B-A70B-EC75-E3E0F0CA71FF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362;p38">
              <a:extLst>
                <a:ext uri="{FF2B5EF4-FFF2-40B4-BE49-F238E27FC236}">
                  <a16:creationId xmlns:a16="http://schemas.microsoft.com/office/drawing/2014/main" id="{5A7C06D5-A459-9B40-2E2C-BC6DBE90369E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363;p38">
              <a:extLst>
                <a:ext uri="{FF2B5EF4-FFF2-40B4-BE49-F238E27FC236}">
                  <a16:creationId xmlns:a16="http://schemas.microsoft.com/office/drawing/2014/main" id="{A6062B77-6821-29D1-48EC-DC57031DEB01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364;p38">
              <a:extLst>
                <a:ext uri="{FF2B5EF4-FFF2-40B4-BE49-F238E27FC236}">
                  <a16:creationId xmlns:a16="http://schemas.microsoft.com/office/drawing/2014/main" id="{0F7E937B-80D3-B020-2DC1-83D8FE8DFCD2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365;p38">
              <a:extLst>
                <a:ext uri="{FF2B5EF4-FFF2-40B4-BE49-F238E27FC236}">
                  <a16:creationId xmlns:a16="http://schemas.microsoft.com/office/drawing/2014/main" id="{999C7763-E032-0BE0-37F4-861C3FB2D2AA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366;p38">
              <a:extLst>
                <a:ext uri="{FF2B5EF4-FFF2-40B4-BE49-F238E27FC236}">
                  <a16:creationId xmlns:a16="http://schemas.microsoft.com/office/drawing/2014/main" id="{52C911B0-3B58-0D84-91BC-F0428609187E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367;p38">
              <a:extLst>
                <a:ext uri="{FF2B5EF4-FFF2-40B4-BE49-F238E27FC236}">
                  <a16:creationId xmlns:a16="http://schemas.microsoft.com/office/drawing/2014/main" id="{BA490492-3CC0-9DEF-9470-2E0969BCFCD2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368;p38">
              <a:extLst>
                <a:ext uri="{FF2B5EF4-FFF2-40B4-BE49-F238E27FC236}">
                  <a16:creationId xmlns:a16="http://schemas.microsoft.com/office/drawing/2014/main" id="{FE5ACF20-80B1-AEF2-AB25-C30446959A71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369;p38">
              <a:extLst>
                <a:ext uri="{FF2B5EF4-FFF2-40B4-BE49-F238E27FC236}">
                  <a16:creationId xmlns:a16="http://schemas.microsoft.com/office/drawing/2014/main" id="{DB554C08-7598-9E73-210D-5329955B3D88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370;p38">
              <a:extLst>
                <a:ext uri="{FF2B5EF4-FFF2-40B4-BE49-F238E27FC236}">
                  <a16:creationId xmlns:a16="http://schemas.microsoft.com/office/drawing/2014/main" id="{4AEAE497-74EC-EE38-A54E-87199B6B33C6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371;p38">
              <a:extLst>
                <a:ext uri="{FF2B5EF4-FFF2-40B4-BE49-F238E27FC236}">
                  <a16:creationId xmlns:a16="http://schemas.microsoft.com/office/drawing/2014/main" id="{644F32B9-31D8-1ADC-FE07-4666F6A3716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372;p38">
              <a:extLst>
                <a:ext uri="{FF2B5EF4-FFF2-40B4-BE49-F238E27FC236}">
                  <a16:creationId xmlns:a16="http://schemas.microsoft.com/office/drawing/2014/main" id="{6E48E6DF-9C59-A614-EAB4-2F6D5B6C61A0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373;p38">
              <a:extLst>
                <a:ext uri="{FF2B5EF4-FFF2-40B4-BE49-F238E27FC236}">
                  <a16:creationId xmlns:a16="http://schemas.microsoft.com/office/drawing/2014/main" id="{E0DC2C57-BDEB-FFEB-41EA-6163F9588DC6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374;p38">
              <a:extLst>
                <a:ext uri="{FF2B5EF4-FFF2-40B4-BE49-F238E27FC236}">
                  <a16:creationId xmlns:a16="http://schemas.microsoft.com/office/drawing/2014/main" id="{FEF6A0CD-ABCA-5FF2-6F19-228BB8FD318D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375;p38">
              <a:extLst>
                <a:ext uri="{FF2B5EF4-FFF2-40B4-BE49-F238E27FC236}">
                  <a16:creationId xmlns:a16="http://schemas.microsoft.com/office/drawing/2014/main" id="{CBFBBE48-E42D-61A4-DE3C-8FDE87204661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376;p38">
              <a:extLst>
                <a:ext uri="{FF2B5EF4-FFF2-40B4-BE49-F238E27FC236}">
                  <a16:creationId xmlns:a16="http://schemas.microsoft.com/office/drawing/2014/main" id="{627968F0-DBD0-42C0-7A98-611565D7052B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377;p38">
              <a:extLst>
                <a:ext uri="{FF2B5EF4-FFF2-40B4-BE49-F238E27FC236}">
                  <a16:creationId xmlns:a16="http://schemas.microsoft.com/office/drawing/2014/main" id="{9D963DE0-A372-70ED-EB52-36BA479737F1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378;p38">
              <a:extLst>
                <a:ext uri="{FF2B5EF4-FFF2-40B4-BE49-F238E27FC236}">
                  <a16:creationId xmlns:a16="http://schemas.microsoft.com/office/drawing/2014/main" id="{80A74C0B-1AC9-1502-FBAC-A48769B1F07F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379;p38">
              <a:extLst>
                <a:ext uri="{FF2B5EF4-FFF2-40B4-BE49-F238E27FC236}">
                  <a16:creationId xmlns:a16="http://schemas.microsoft.com/office/drawing/2014/main" id="{BB956B1D-7B3A-D316-56A3-9319ABD1134D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380;p38">
              <a:extLst>
                <a:ext uri="{FF2B5EF4-FFF2-40B4-BE49-F238E27FC236}">
                  <a16:creationId xmlns:a16="http://schemas.microsoft.com/office/drawing/2014/main" id="{64972F23-9510-B177-8C02-2F23CFA478EE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381;p38">
              <a:extLst>
                <a:ext uri="{FF2B5EF4-FFF2-40B4-BE49-F238E27FC236}">
                  <a16:creationId xmlns:a16="http://schemas.microsoft.com/office/drawing/2014/main" id="{7F2C5AC3-9E57-3649-2AFC-BD296C876469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382;p38">
              <a:extLst>
                <a:ext uri="{FF2B5EF4-FFF2-40B4-BE49-F238E27FC236}">
                  <a16:creationId xmlns:a16="http://schemas.microsoft.com/office/drawing/2014/main" id="{4659B85D-3AAE-CB1F-C224-2822C56B9126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383;p38">
              <a:extLst>
                <a:ext uri="{FF2B5EF4-FFF2-40B4-BE49-F238E27FC236}">
                  <a16:creationId xmlns:a16="http://schemas.microsoft.com/office/drawing/2014/main" id="{506D89D7-1C2D-1D67-6F82-DABDF4BFDF70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384;p38">
              <a:extLst>
                <a:ext uri="{FF2B5EF4-FFF2-40B4-BE49-F238E27FC236}">
                  <a16:creationId xmlns:a16="http://schemas.microsoft.com/office/drawing/2014/main" id="{BCBA96AC-3FBE-F305-3226-D12E4BA37A91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385;p38">
              <a:extLst>
                <a:ext uri="{FF2B5EF4-FFF2-40B4-BE49-F238E27FC236}">
                  <a16:creationId xmlns:a16="http://schemas.microsoft.com/office/drawing/2014/main" id="{D03211DB-BBD2-F049-2F96-97BC1DC2FC76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386;p38">
              <a:extLst>
                <a:ext uri="{FF2B5EF4-FFF2-40B4-BE49-F238E27FC236}">
                  <a16:creationId xmlns:a16="http://schemas.microsoft.com/office/drawing/2014/main" id="{7D13DACE-27C0-A70F-9E23-E4CF481B1640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387;p38">
              <a:extLst>
                <a:ext uri="{FF2B5EF4-FFF2-40B4-BE49-F238E27FC236}">
                  <a16:creationId xmlns:a16="http://schemas.microsoft.com/office/drawing/2014/main" id="{4181DC0C-5A38-1C6A-BFED-D7FE9BD1E749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388;p38">
              <a:extLst>
                <a:ext uri="{FF2B5EF4-FFF2-40B4-BE49-F238E27FC236}">
                  <a16:creationId xmlns:a16="http://schemas.microsoft.com/office/drawing/2014/main" id="{2A870F7A-CBE4-1228-E206-08EC6CBB6937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389;p38">
              <a:extLst>
                <a:ext uri="{FF2B5EF4-FFF2-40B4-BE49-F238E27FC236}">
                  <a16:creationId xmlns:a16="http://schemas.microsoft.com/office/drawing/2014/main" id="{7F1F78AC-86A0-8882-C1AE-91E75D97A4D5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390;p38">
              <a:extLst>
                <a:ext uri="{FF2B5EF4-FFF2-40B4-BE49-F238E27FC236}">
                  <a16:creationId xmlns:a16="http://schemas.microsoft.com/office/drawing/2014/main" id="{0282F2EE-3EA1-73C5-9BA6-E00C4D98124E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391;p38">
              <a:extLst>
                <a:ext uri="{FF2B5EF4-FFF2-40B4-BE49-F238E27FC236}">
                  <a16:creationId xmlns:a16="http://schemas.microsoft.com/office/drawing/2014/main" id="{9B6CA32D-D180-2F21-24C0-E88172F36D06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392;p38">
              <a:extLst>
                <a:ext uri="{FF2B5EF4-FFF2-40B4-BE49-F238E27FC236}">
                  <a16:creationId xmlns:a16="http://schemas.microsoft.com/office/drawing/2014/main" id="{E662F024-194D-7DA6-9353-4D832239A413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393;p38">
              <a:extLst>
                <a:ext uri="{FF2B5EF4-FFF2-40B4-BE49-F238E27FC236}">
                  <a16:creationId xmlns:a16="http://schemas.microsoft.com/office/drawing/2014/main" id="{EB2733F8-8790-9095-F14F-CDB161EB10C3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394;p38">
              <a:extLst>
                <a:ext uri="{FF2B5EF4-FFF2-40B4-BE49-F238E27FC236}">
                  <a16:creationId xmlns:a16="http://schemas.microsoft.com/office/drawing/2014/main" id="{8ABC6A38-A5D0-99E1-9470-5C01D92E1AC5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395;p38">
              <a:extLst>
                <a:ext uri="{FF2B5EF4-FFF2-40B4-BE49-F238E27FC236}">
                  <a16:creationId xmlns:a16="http://schemas.microsoft.com/office/drawing/2014/main" id="{B2184D57-0461-C7B6-9640-641DDA38B6A5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396;p38">
              <a:extLst>
                <a:ext uri="{FF2B5EF4-FFF2-40B4-BE49-F238E27FC236}">
                  <a16:creationId xmlns:a16="http://schemas.microsoft.com/office/drawing/2014/main" id="{90F09244-3998-0428-3DF3-00BDD390BF3B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397;p38">
              <a:extLst>
                <a:ext uri="{FF2B5EF4-FFF2-40B4-BE49-F238E27FC236}">
                  <a16:creationId xmlns:a16="http://schemas.microsoft.com/office/drawing/2014/main" id="{35169D1F-005D-B746-7E78-BF7C0F2621F9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98;p38">
              <a:extLst>
                <a:ext uri="{FF2B5EF4-FFF2-40B4-BE49-F238E27FC236}">
                  <a16:creationId xmlns:a16="http://schemas.microsoft.com/office/drawing/2014/main" id="{A1509FC3-9885-970D-8418-0E813C71EE8C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99;p38">
              <a:extLst>
                <a:ext uri="{FF2B5EF4-FFF2-40B4-BE49-F238E27FC236}">
                  <a16:creationId xmlns:a16="http://schemas.microsoft.com/office/drawing/2014/main" id="{2A42FD11-294A-ACAA-F592-73014C382660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400;p38">
              <a:extLst>
                <a:ext uri="{FF2B5EF4-FFF2-40B4-BE49-F238E27FC236}">
                  <a16:creationId xmlns:a16="http://schemas.microsoft.com/office/drawing/2014/main" id="{A12796D8-4D5E-B491-0187-2D49E1D9957B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401;p38">
              <a:extLst>
                <a:ext uri="{FF2B5EF4-FFF2-40B4-BE49-F238E27FC236}">
                  <a16:creationId xmlns:a16="http://schemas.microsoft.com/office/drawing/2014/main" id="{0D20243A-B9E7-1E65-F82E-A00789538090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402;p38">
              <a:extLst>
                <a:ext uri="{FF2B5EF4-FFF2-40B4-BE49-F238E27FC236}">
                  <a16:creationId xmlns:a16="http://schemas.microsoft.com/office/drawing/2014/main" id="{2B6A89FF-294C-8253-320F-9197D2EA3C9E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403;p38">
              <a:extLst>
                <a:ext uri="{FF2B5EF4-FFF2-40B4-BE49-F238E27FC236}">
                  <a16:creationId xmlns:a16="http://schemas.microsoft.com/office/drawing/2014/main" id="{D9EAC181-3E69-C87E-D7EB-1BA34683F7E2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404;p38">
              <a:extLst>
                <a:ext uri="{FF2B5EF4-FFF2-40B4-BE49-F238E27FC236}">
                  <a16:creationId xmlns:a16="http://schemas.microsoft.com/office/drawing/2014/main" id="{57CCB3DD-880C-4A94-EB39-B95216395B4C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405;p38">
              <a:extLst>
                <a:ext uri="{FF2B5EF4-FFF2-40B4-BE49-F238E27FC236}">
                  <a16:creationId xmlns:a16="http://schemas.microsoft.com/office/drawing/2014/main" id="{BD2CC879-408F-1F1A-345A-3AE1CF71A8E0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406;p38">
              <a:extLst>
                <a:ext uri="{FF2B5EF4-FFF2-40B4-BE49-F238E27FC236}">
                  <a16:creationId xmlns:a16="http://schemas.microsoft.com/office/drawing/2014/main" id="{4BE41B3B-463D-1C38-0975-0EC8B597308C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407;p38">
              <a:extLst>
                <a:ext uri="{FF2B5EF4-FFF2-40B4-BE49-F238E27FC236}">
                  <a16:creationId xmlns:a16="http://schemas.microsoft.com/office/drawing/2014/main" id="{C38437E1-6091-EE0D-5ACB-18FB87E3FFE5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408;p38">
              <a:extLst>
                <a:ext uri="{FF2B5EF4-FFF2-40B4-BE49-F238E27FC236}">
                  <a16:creationId xmlns:a16="http://schemas.microsoft.com/office/drawing/2014/main" id="{C74D9E29-B468-DA7A-19D9-17F3CA3E810D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409;p38">
              <a:extLst>
                <a:ext uri="{FF2B5EF4-FFF2-40B4-BE49-F238E27FC236}">
                  <a16:creationId xmlns:a16="http://schemas.microsoft.com/office/drawing/2014/main" id="{DDBE8553-8DF0-24F0-2B42-0F6C804F9BD6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410;p38">
              <a:extLst>
                <a:ext uri="{FF2B5EF4-FFF2-40B4-BE49-F238E27FC236}">
                  <a16:creationId xmlns:a16="http://schemas.microsoft.com/office/drawing/2014/main" id="{A9B8867F-3B11-64B8-B1FC-BBF4068372EA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411;p38">
              <a:extLst>
                <a:ext uri="{FF2B5EF4-FFF2-40B4-BE49-F238E27FC236}">
                  <a16:creationId xmlns:a16="http://schemas.microsoft.com/office/drawing/2014/main" id="{FD10FAEA-8AB9-D244-A856-D7BE6D025ACE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412;p38">
              <a:extLst>
                <a:ext uri="{FF2B5EF4-FFF2-40B4-BE49-F238E27FC236}">
                  <a16:creationId xmlns:a16="http://schemas.microsoft.com/office/drawing/2014/main" id="{642FF642-AC81-B8BD-DE7A-D2FAFB2F002C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413;p38">
              <a:extLst>
                <a:ext uri="{FF2B5EF4-FFF2-40B4-BE49-F238E27FC236}">
                  <a16:creationId xmlns:a16="http://schemas.microsoft.com/office/drawing/2014/main" id="{4F4CE548-F2E5-E62E-2B79-10274D52E288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414;p38">
              <a:extLst>
                <a:ext uri="{FF2B5EF4-FFF2-40B4-BE49-F238E27FC236}">
                  <a16:creationId xmlns:a16="http://schemas.microsoft.com/office/drawing/2014/main" id="{D43EDD4F-51B5-B228-0FD4-8E8B3A2056B0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415;p38">
              <a:extLst>
                <a:ext uri="{FF2B5EF4-FFF2-40B4-BE49-F238E27FC236}">
                  <a16:creationId xmlns:a16="http://schemas.microsoft.com/office/drawing/2014/main" id="{80A50AEE-DF71-5B7B-23AD-BC0F2C7FE83A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416;p38">
              <a:extLst>
                <a:ext uri="{FF2B5EF4-FFF2-40B4-BE49-F238E27FC236}">
                  <a16:creationId xmlns:a16="http://schemas.microsoft.com/office/drawing/2014/main" id="{6D5341F2-D0D0-0D32-24C0-35F309E9E711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417;p38">
              <a:extLst>
                <a:ext uri="{FF2B5EF4-FFF2-40B4-BE49-F238E27FC236}">
                  <a16:creationId xmlns:a16="http://schemas.microsoft.com/office/drawing/2014/main" id="{FC823154-38C4-36A5-C741-A0F80E2EBA70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418;p38">
              <a:extLst>
                <a:ext uri="{FF2B5EF4-FFF2-40B4-BE49-F238E27FC236}">
                  <a16:creationId xmlns:a16="http://schemas.microsoft.com/office/drawing/2014/main" id="{DB5465DE-99DD-D0E1-13AD-7405A5909D94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419;p38">
              <a:extLst>
                <a:ext uri="{FF2B5EF4-FFF2-40B4-BE49-F238E27FC236}">
                  <a16:creationId xmlns:a16="http://schemas.microsoft.com/office/drawing/2014/main" id="{1676ED55-3EF3-6EC8-CDC2-3F0C9B55A418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420;p38">
              <a:extLst>
                <a:ext uri="{FF2B5EF4-FFF2-40B4-BE49-F238E27FC236}">
                  <a16:creationId xmlns:a16="http://schemas.microsoft.com/office/drawing/2014/main" id="{219FBF2D-612A-A1CC-65A2-AFBE96B53D22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421;p38">
              <a:extLst>
                <a:ext uri="{FF2B5EF4-FFF2-40B4-BE49-F238E27FC236}">
                  <a16:creationId xmlns:a16="http://schemas.microsoft.com/office/drawing/2014/main" id="{D9B0B372-5486-4182-B9B3-1B4CE3AA09F4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422;p38">
              <a:extLst>
                <a:ext uri="{FF2B5EF4-FFF2-40B4-BE49-F238E27FC236}">
                  <a16:creationId xmlns:a16="http://schemas.microsoft.com/office/drawing/2014/main" id="{619C8D55-9110-884F-1D4F-2F99056F03C3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423;p38">
              <a:extLst>
                <a:ext uri="{FF2B5EF4-FFF2-40B4-BE49-F238E27FC236}">
                  <a16:creationId xmlns:a16="http://schemas.microsoft.com/office/drawing/2014/main" id="{4E6307FE-57EC-44D7-D73D-77F98294389D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424;p38">
              <a:extLst>
                <a:ext uri="{FF2B5EF4-FFF2-40B4-BE49-F238E27FC236}">
                  <a16:creationId xmlns:a16="http://schemas.microsoft.com/office/drawing/2014/main" id="{88AEC81A-BC63-6262-5D5A-88F142C43E84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425;p38">
              <a:extLst>
                <a:ext uri="{FF2B5EF4-FFF2-40B4-BE49-F238E27FC236}">
                  <a16:creationId xmlns:a16="http://schemas.microsoft.com/office/drawing/2014/main" id="{FB7C23AD-7B1D-816A-F78E-DA150C9604F9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426;p38">
              <a:extLst>
                <a:ext uri="{FF2B5EF4-FFF2-40B4-BE49-F238E27FC236}">
                  <a16:creationId xmlns:a16="http://schemas.microsoft.com/office/drawing/2014/main" id="{A5EE92DB-CA07-C57F-114B-0BE1F3F492C5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427;p38">
              <a:extLst>
                <a:ext uri="{FF2B5EF4-FFF2-40B4-BE49-F238E27FC236}">
                  <a16:creationId xmlns:a16="http://schemas.microsoft.com/office/drawing/2014/main" id="{CF2740AC-DF59-C6BA-904C-EA82FE9ADA26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428;p38">
              <a:extLst>
                <a:ext uri="{FF2B5EF4-FFF2-40B4-BE49-F238E27FC236}">
                  <a16:creationId xmlns:a16="http://schemas.microsoft.com/office/drawing/2014/main" id="{4EBBC775-49E9-AA55-C6EB-5DC019ED01D9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429;p38">
              <a:extLst>
                <a:ext uri="{FF2B5EF4-FFF2-40B4-BE49-F238E27FC236}">
                  <a16:creationId xmlns:a16="http://schemas.microsoft.com/office/drawing/2014/main" id="{B927E473-8968-E1E8-1349-431A5BF508FD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430;p38">
              <a:extLst>
                <a:ext uri="{FF2B5EF4-FFF2-40B4-BE49-F238E27FC236}">
                  <a16:creationId xmlns:a16="http://schemas.microsoft.com/office/drawing/2014/main" id="{B937579B-6A88-44A0-3191-21A0D6610585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431;p38">
              <a:extLst>
                <a:ext uri="{FF2B5EF4-FFF2-40B4-BE49-F238E27FC236}">
                  <a16:creationId xmlns:a16="http://schemas.microsoft.com/office/drawing/2014/main" id="{145AF964-7C61-3713-4FB7-68F6A8C0CB66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432;p38">
              <a:extLst>
                <a:ext uri="{FF2B5EF4-FFF2-40B4-BE49-F238E27FC236}">
                  <a16:creationId xmlns:a16="http://schemas.microsoft.com/office/drawing/2014/main" id="{E984C77B-BF0A-3277-D534-6432FA2BA193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433;p38">
              <a:extLst>
                <a:ext uri="{FF2B5EF4-FFF2-40B4-BE49-F238E27FC236}">
                  <a16:creationId xmlns:a16="http://schemas.microsoft.com/office/drawing/2014/main" id="{28369E2E-53FF-A9E0-9F11-21DE2ED3D221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434;p38">
              <a:extLst>
                <a:ext uri="{FF2B5EF4-FFF2-40B4-BE49-F238E27FC236}">
                  <a16:creationId xmlns:a16="http://schemas.microsoft.com/office/drawing/2014/main" id="{9F52864B-4757-A7D7-B9A0-06DC2E169CCB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435;p38">
              <a:extLst>
                <a:ext uri="{FF2B5EF4-FFF2-40B4-BE49-F238E27FC236}">
                  <a16:creationId xmlns:a16="http://schemas.microsoft.com/office/drawing/2014/main" id="{8BD5E0C3-22E0-9A38-06CC-F483552C33F7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436;p38">
              <a:extLst>
                <a:ext uri="{FF2B5EF4-FFF2-40B4-BE49-F238E27FC236}">
                  <a16:creationId xmlns:a16="http://schemas.microsoft.com/office/drawing/2014/main" id="{D8C65DF2-E1C8-9CBC-425E-F73CBA523BB1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437;p38">
              <a:extLst>
                <a:ext uri="{FF2B5EF4-FFF2-40B4-BE49-F238E27FC236}">
                  <a16:creationId xmlns:a16="http://schemas.microsoft.com/office/drawing/2014/main" id="{C1707F9B-F377-0631-D8E9-D7CD1F9F950A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438;p38">
              <a:extLst>
                <a:ext uri="{FF2B5EF4-FFF2-40B4-BE49-F238E27FC236}">
                  <a16:creationId xmlns:a16="http://schemas.microsoft.com/office/drawing/2014/main" id="{9AC53F9B-DFAF-F341-88D8-962D204B5E91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439;p38">
              <a:extLst>
                <a:ext uri="{FF2B5EF4-FFF2-40B4-BE49-F238E27FC236}">
                  <a16:creationId xmlns:a16="http://schemas.microsoft.com/office/drawing/2014/main" id="{1FECF982-AEDB-7CB4-8E92-FEFE47FC6A9D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440;p38">
              <a:extLst>
                <a:ext uri="{FF2B5EF4-FFF2-40B4-BE49-F238E27FC236}">
                  <a16:creationId xmlns:a16="http://schemas.microsoft.com/office/drawing/2014/main" id="{1430FB5C-0E51-0D5F-F449-89CE06FE9C3D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3221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D68D779A-CCE4-58EA-B1D8-34C166CF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4A3FCF0A-D62A-44AB-4432-B817402902A5}"/>
              </a:ext>
            </a:extLst>
          </p:cNvPr>
          <p:cNvSpPr txBox="1"/>
          <p:nvPr/>
        </p:nvSpPr>
        <p:spPr>
          <a:xfrm>
            <a:off x="1247703" y="0"/>
            <a:ext cx="615255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Perulangan di Flowchart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" name="Picture 1" descr="Algoritma perulangan (iteration / looping), apa itu? | by Mochamad Iqbal  Dwi Cahyo | UNIKOM Codelabs | Medium">
            <a:extLst>
              <a:ext uri="{FF2B5EF4-FFF2-40B4-BE49-F238E27FC236}">
                <a16:creationId xmlns:a16="http://schemas.microsoft.com/office/drawing/2014/main" id="{5C090A99-D26D-3352-2E30-548925D2E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38" r="33492" b="10930"/>
          <a:stretch>
            <a:fillRect/>
          </a:stretch>
        </p:blipFill>
        <p:spPr>
          <a:xfrm>
            <a:off x="1547375" y="827314"/>
            <a:ext cx="5852885" cy="39188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B0A04A-2123-CCBC-111E-08C70EAB6A1D}"/>
              </a:ext>
            </a:extLst>
          </p:cNvPr>
          <p:cNvSpPr txBox="1"/>
          <p:nvPr/>
        </p:nvSpPr>
        <p:spPr>
          <a:xfrm>
            <a:off x="2359695" y="4746171"/>
            <a:ext cx="4424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 : https://share.google/rQvWMIgaBwsHfGnET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54846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60199CD8-23CB-ECF4-03D3-597438F8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CFF417C5-A5E5-EF17-6623-87B0657D2E33}"/>
              </a:ext>
            </a:extLst>
          </p:cNvPr>
          <p:cNvSpPr txBox="1"/>
          <p:nvPr/>
        </p:nvSpPr>
        <p:spPr>
          <a:xfrm>
            <a:off x="1183213" y="123152"/>
            <a:ext cx="6353529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Memebentuk List baru dari list lama menggunakan looping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0FDD2825-D0D1-60E8-947C-548644BB409A}"/>
              </a:ext>
            </a:extLst>
          </p:cNvPr>
          <p:cNvSpPr txBox="1"/>
          <p:nvPr/>
        </p:nvSpPr>
        <p:spPr>
          <a:xfrm>
            <a:off x="486228" y="3940891"/>
            <a:ext cx="1516744" cy="4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M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apping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ADE5C-76F7-E92E-ACF3-27B2DCFF5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71" y="1814957"/>
            <a:ext cx="8745257" cy="2116728"/>
          </a:xfrm>
          <a:prstGeom prst="rect">
            <a:avLst/>
          </a:prstGeom>
        </p:spPr>
      </p:pic>
      <p:sp>
        <p:nvSpPr>
          <p:cNvPr id="46" name="Google Shape;171;p14">
            <a:extLst>
              <a:ext uri="{FF2B5EF4-FFF2-40B4-BE49-F238E27FC236}">
                <a16:creationId xmlns:a16="http://schemas.microsoft.com/office/drawing/2014/main" id="{A42B9C3F-0B54-A0D1-281F-A51132908A1D}"/>
              </a:ext>
            </a:extLst>
          </p:cNvPr>
          <p:cNvSpPr txBox="1"/>
          <p:nvPr/>
        </p:nvSpPr>
        <p:spPr>
          <a:xfrm>
            <a:off x="4165600" y="3931685"/>
            <a:ext cx="1516744" cy="4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Filtering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" name="Google Shape;171;p14">
            <a:extLst>
              <a:ext uri="{FF2B5EF4-FFF2-40B4-BE49-F238E27FC236}">
                <a16:creationId xmlns:a16="http://schemas.microsoft.com/office/drawing/2014/main" id="{67D9DB5B-07E7-3BA1-68ED-E8ED88676A90}"/>
              </a:ext>
            </a:extLst>
          </p:cNvPr>
          <p:cNvSpPr txBox="1"/>
          <p:nvPr/>
        </p:nvSpPr>
        <p:spPr>
          <a:xfrm>
            <a:off x="6799744" y="3931685"/>
            <a:ext cx="1858028" cy="4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err="1">
                <a:latin typeface="Fira Sans"/>
                <a:ea typeface="Fira Sans"/>
                <a:cs typeface="Fira Sans"/>
                <a:sym typeface="Fira Sans"/>
              </a:rPr>
              <a:t>Aggreegation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44694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DF072AE0-2A56-2199-A35A-F7F02CCF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919B1EE8-35FA-3D73-DC2B-C46132AF377C}"/>
              </a:ext>
            </a:extLst>
          </p:cNvPr>
          <p:cNvSpPr txBox="1"/>
          <p:nvPr/>
        </p:nvSpPr>
        <p:spPr>
          <a:xfrm>
            <a:off x="1965401" y="-120723"/>
            <a:ext cx="5213198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Break dan continu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F078ABB6-FDBB-EC2E-0488-986585371A2D}"/>
              </a:ext>
            </a:extLst>
          </p:cNvPr>
          <p:cNvSpPr txBox="1"/>
          <p:nvPr/>
        </p:nvSpPr>
        <p:spPr>
          <a:xfrm>
            <a:off x="489429" y="826671"/>
            <a:ext cx="7527851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Digunakan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untuk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menginterupsi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dan juga men-skip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suatu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iterasi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pada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perulangan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oogle Shape;221;p14">
            <a:extLst>
              <a:ext uri="{FF2B5EF4-FFF2-40B4-BE49-F238E27FC236}">
                <a16:creationId xmlns:a16="http://schemas.microsoft.com/office/drawing/2014/main" id="{8E1428D4-8736-AD21-EBE6-4F945315A398}"/>
              </a:ext>
            </a:extLst>
          </p:cNvPr>
          <p:cNvGrpSpPr/>
          <p:nvPr/>
        </p:nvGrpSpPr>
        <p:grpSpPr>
          <a:xfrm>
            <a:off x="0" y="1305118"/>
            <a:ext cx="5213198" cy="4117782"/>
            <a:chOff x="2820853" y="1403508"/>
            <a:chExt cx="3502263" cy="2951424"/>
          </a:xfrm>
        </p:grpSpPr>
        <p:sp>
          <p:nvSpPr>
            <p:cNvPr id="3" name="Google Shape;222;p14">
              <a:extLst>
                <a:ext uri="{FF2B5EF4-FFF2-40B4-BE49-F238E27FC236}">
                  <a16:creationId xmlns:a16="http://schemas.microsoft.com/office/drawing/2014/main" id="{9F0E6117-A784-3056-D783-6BFC381AF00B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23;p14">
              <a:extLst>
                <a:ext uri="{FF2B5EF4-FFF2-40B4-BE49-F238E27FC236}">
                  <a16:creationId xmlns:a16="http://schemas.microsoft.com/office/drawing/2014/main" id="{B45DB9BC-053E-50B2-807D-C02C1831040F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24;p14">
              <a:extLst>
                <a:ext uri="{FF2B5EF4-FFF2-40B4-BE49-F238E27FC236}">
                  <a16:creationId xmlns:a16="http://schemas.microsoft.com/office/drawing/2014/main" id="{BDB8C126-8812-19BE-1B69-1233D53F24C0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5;p14">
              <a:extLst>
                <a:ext uri="{FF2B5EF4-FFF2-40B4-BE49-F238E27FC236}">
                  <a16:creationId xmlns:a16="http://schemas.microsoft.com/office/drawing/2014/main" id="{6991EA19-C258-E7DF-58BE-A833AFF89BF7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6;p14">
              <a:extLst>
                <a:ext uri="{FF2B5EF4-FFF2-40B4-BE49-F238E27FC236}">
                  <a16:creationId xmlns:a16="http://schemas.microsoft.com/office/drawing/2014/main" id="{C4755CF0-58D8-915E-91DC-F17773332371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7;p14">
              <a:extLst>
                <a:ext uri="{FF2B5EF4-FFF2-40B4-BE49-F238E27FC236}">
                  <a16:creationId xmlns:a16="http://schemas.microsoft.com/office/drawing/2014/main" id="{FFFBFAD9-0351-6D7F-F55A-7A8CBB410AED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8;p14">
              <a:extLst>
                <a:ext uri="{FF2B5EF4-FFF2-40B4-BE49-F238E27FC236}">
                  <a16:creationId xmlns:a16="http://schemas.microsoft.com/office/drawing/2014/main" id="{8E7C7770-2538-936B-258F-76A4E3C9C0A0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9;p14">
              <a:extLst>
                <a:ext uri="{FF2B5EF4-FFF2-40B4-BE49-F238E27FC236}">
                  <a16:creationId xmlns:a16="http://schemas.microsoft.com/office/drawing/2014/main" id="{EE43AEF4-3232-9F9D-39DA-6D54125561CB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0;p14">
              <a:extLst>
                <a:ext uri="{FF2B5EF4-FFF2-40B4-BE49-F238E27FC236}">
                  <a16:creationId xmlns:a16="http://schemas.microsoft.com/office/drawing/2014/main" id="{C97AC775-3F66-21A6-3E1B-A0CEAFD92CDE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chemeClr val="bg2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1;p14">
              <a:extLst>
                <a:ext uri="{FF2B5EF4-FFF2-40B4-BE49-F238E27FC236}">
                  <a16:creationId xmlns:a16="http://schemas.microsoft.com/office/drawing/2014/main" id="{066D55D8-A1CF-5E44-682A-D84F5142BBAE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2;p14">
              <a:extLst>
                <a:ext uri="{FF2B5EF4-FFF2-40B4-BE49-F238E27FC236}">
                  <a16:creationId xmlns:a16="http://schemas.microsoft.com/office/drawing/2014/main" id="{898902BF-DD75-9D72-ECEE-8ACFEEB2C1B7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3;p14">
              <a:extLst>
                <a:ext uri="{FF2B5EF4-FFF2-40B4-BE49-F238E27FC236}">
                  <a16:creationId xmlns:a16="http://schemas.microsoft.com/office/drawing/2014/main" id="{BB183C92-C61A-528F-DD72-07B10A59F2A7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4;p14">
              <a:extLst>
                <a:ext uri="{FF2B5EF4-FFF2-40B4-BE49-F238E27FC236}">
                  <a16:creationId xmlns:a16="http://schemas.microsoft.com/office/drawing/2014/main" id="{916E4DDC-96A1-3BE5-6BEF-C07B5EF3E3DE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5;p14">
              <a:extLst>
                <a:ext uri="{FF2B5EF4-FFF2-40B4-BE49-F238E27FC236}">
                  <a16:creationId xmlns:a16="http://schemas.microsoft.com/office/drawing/2014/main" id="{D1944B06-A834-6D71-3250-D122D625C754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6;p14">
              <a:extLst>
                <a:ext uri="{FF2B5EF4-FFF2-40B4-BE49-F238E27FC236}">
                  <a16:creationId xmlns:a16="http://schemas.microsoft.com/office/drawing/2014/main" id="{7281450D-0F18-5AC0-F1B4-AA5773807023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7;p14">
              <a:extLst>
                <a:ext uri="{FF2B5EF4-FFF2-40B4-BE49-F238E27FC236}">
                  <a16:creationId xmlns:a16="http://schemas.microsoft.com/office/drawing/2014/main" id="{DBDEFF6F-F2F5-66AC-1451-5802D99FABA8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8;p14">
              <a:extLst>
                <a:ext uri="{FF2B5EF4-FFF2-40B4-BE49-F238E27FC236}">
                  <a16:creationId xmlns:a16="http://schemas.microsoft.com/office/drawing/2014/main" id="{390B0A0C-DE25-7CE4-38C3-7ED8D76ABC1D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9;p14">
              <a:extLst>
                <a:ext uri="{FF2B5EF4-FFF2-40B4-BE49-F238E27FC236}">
                  <a16:creationId xmlns:a16="http://schemas.microsoft.com/office/drawing/2014/main" id="{CBCBC8C2-FA8C-7322-54BC-3E2E86E70233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0;p14">
              <a:extLst>
                <a:ext uri="{FF2B5EF4-FFF2-40B4-BE49-F238E27FC236}">
                  <a16:creationId xmlns:a16="http://schemas.microsoft.com/office/drawing/2014/main" id="{EF4D904E-EDD1-5636-C538-BD89832F94A3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1;p14">
              <a:extLst>
                <a:ext uri="{FF2B5EF4-FFF2-40B4-BE49-F238E27FC236}">
                  <a16:creationId xmlns:a16="http://schemas.microsoft.com/office/drawing/2014/main" id="{6A49370B-9205-25C3-A7C1-3162BDC250B2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2;p14">
              <a:extLst>
                <a:ext uri="{FF2B5EF4-FFF2-40B4-BE49-F238E27FC236}">
                  <a16:creationId xmlns:a16="http://schemas.microsoft.com/office/drawing/2014/main" id="{61F87260-B09F-AB1C-F480-E6ED625E85CD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3;p14">
              <a:extLst>
                <a:ext uri="{FF2B5EF4-FFF2-40B4-BE49-F238E27FC236}">
                  <a16:creationId xmlns:a16="http://schemas.microsoft.com/office/drawing/2014/main" id="{12FBD7A6-45C0-1557-E559-46564953857F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4;p14">
              <a:extLst>
                <a:ext uri="{FF2B5EF4-FFF2-40B4-BE49-F238E27FC236}">
                  <a16:creationId xmlns:a16="http://schemas.microsoft.com/office/drawing/2014/main" id="{964C551D-5C05-E9C4-B894-52FC6B8E8C9A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5;p14">
              <a:extLst>
                <a:ext uri="{FF2B5EF4-FFF2-40B4-BE49-F238E27FC236}">
                  <a16:creationId xmlns:a16="http://schemas.microsoft.com/office/drawing/2014/main" id="{EF868D0C-80BC-00E6-FE14-B507B2A1C7A7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6;p14">
              <a:extLst>
                <a:ext uri="{FF2B5EF4-FFF2-40B4-BE49-F238E27FC236}">
                  <a16:creationId xmlns:a16="http://schemas.microsoft.com/office/drawing/2014/main" id="{FDF1E6AF-7B78-E581-9F84-9D6D3EDB04C6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7;p14">
              <a:extLst>
                <a:ext uri="{FF2B5EF4-FFF2-40B4-BE49-F238E27FC236}">
                  <a16:creationId xmlns:a16="http://schemas.microsoft.com/office/drawing/2014/main" id="{FFA4F9EB-4368-FDB0-C006-6AE9E6E2EC84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8;p14">
              <a:extLst>
                <a:ext uri="{FF2B5EF4-FFF2-40B4-BE49-F238E27FC236}">
                  <a16:creationId xmlns:a16="http://schemas.microsoft.com/office/drawing/2014/main" id="{2AF089BB-3EC5-E62F-AF48-B0E234CD3242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9;p14">
              <a:extLst>
                <a:ext uri="{FF2B5EF4-FFF2-40B4-BE49-F238E27FC236}">
                  <a16:creationId xmlns:a16="http://schemas.microsoft.com/office/drawing/2014/main" id="{C511DB93-74F1-8557-6F49-64D427C0A5E4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0;p14">
              <a:extLst>
                <a:ext uri="{FF2B5EF4-FFF2-40B4-BE49-F238E27FC236}">
                  <a16:creationId xmlns:a16="http://schemas.microsoft.com/office/drawing/2014/main" id="{46E88157-8179-EBF7-4D8F-B302FEC56BC5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1;p14">
              <a:extLst>
                <a:ext uri="{FF2B5EF4-FFF2-40B4-BE49-F238E27FC236}">
                  <a16:creationId xmlns:a16="http://schemas.microsoft.com/office/drawing/2014/main" id="{0DE65112-735A-3770-B882-22E8B639B4CF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2;p14">
              <a:extLst>
                <a:ext uri="{FF2B5EF4-FFF2-40B4-BE49-F238E27FC236}">
                  <a16:creationId xmlns:a16="http://schemas.microsoft.com/office/drawing/2014/main" id="{DD077E7D-7AC7-E8F1-BA92-66C7AF8D2CBD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3;p14">
              <a:extLst>
                <a:ext uri="{FF2B5EF4-FFF2-40B4-BE49-F238E27FC236}">
                  <a16:creationId xmlns:a16="http://schemas.microsoft.com/office/drawing/2014/main" id="{01E39E3F-7A99-04D6-250D-367D1B4ECC60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4;p14">
              <a:extLst>
                <a:ext uri="{FF2B5EF4-FFF2-40B4-BE49-F238E27FC236}">
                  <a16:creationId xmlns:a16="http://schemas.microsoft.com/office/drawing/2014/main" id="{9B497902-CB41-2446-98DA-260897E1FCE4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5;p14">
              <a:extLst>
                <a:ext uri="{FF2B5EF4-FFF2-40B4-BE49-F238E27FC236}">
                  <a16:creationId xmlns:a16="http://schemas.microsoft.com/office/drawing/2014/main" id="{2DCF2BDB-561C-6B89-EBA4-BB0651CB48C2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6;p14">
              <a:extLst>
                <a:ext uri="{FF2B5EF4-FFF2-40B4-BE49-F238E27FC236}">
                  <a16:creationId xmlns:a16="http://schemas.microsoft.com/office/drawing/2014/main" id="{103FEA20-7775-C8D4-6D27-59CCB13BF20F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7;p14">
              <a:extLst>
                <a:ext uri="{FF2B5EF4-FFF2-40B4-BE49-F238E27FC236}">
                  <a16:creationId xmlns:a16="http://schemas.microsoft.com/office/drawing/2014/main" id="{C2CF394A-ECB7-D407-3B4A-A00CF7DD91B7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8;p14">
              <a:extLst>
                <a:ext uri="{FF2B5EF4-FFF2-40B4-BE49-F238E27FC236}">
                  <a16:creationId xmlns:a16="http://schemas.microsoft.com/office/drawing/2014/main" id="{CAEB0309-5088-B21B-E914-FF95B345B83F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9;p14">
              <a:extLst>
                <a:ext uri="{FF2B5EF4-FFF2-40B4-BE49-F238E27FC236}">
                  <a16:creationId xmlns:a16="http://schemas.microsoft.com/office/drawing/2014/main" id="{D00A0865-54E7-2C4D-21E6-1D03C34E5A22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60;p14">
              <a:extLst>
                <a:ext uri="{FF2B5EF4-FFF2-40B4-BE49-F238E27FC236}">
                  <a16:creationId xmlns:a16="http://schemas.microsoft.com/office/drawing/2014/main" id="{CEAD365A-2F72-8D4B-10BF-7DD4CC194C52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1;p14">
              <a:extLst>
                <a:ext uri="{FF2B5EF4-FFF2-40B4-BE49-F238E27FC236}">
                  <a16:creationId xmlns:a16="http://schemas.microsoft.com/office/drawing/2014/main" id="{E47362C0-EFF6-6AA0-4594-6A6054A83F70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2;p14">
              <a:extLst>
                <a:ext uri="{FF2B5EF4-FFF2-40B4-BE49-F238E27FC236}">
                  <a16:creationId xmlns:a16="http://schemas.microsoft.com/office/drawing/2014/main" id="{B7131078-9D27-01B9-0273-19516DCF8FFB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3;p14">
              <a:extLst>
                <a:ext uri="{FF2B5EF4-FFF2-40B4-BE49-F238E27FC236}">
                  <a16:creationId xmlns:a16="http://schemas.microsoft.com/office/drawing/2014/main" id="{2F791712-235C-23FF-0989-53B2BACCA23B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4;p14">
              <a:extLst>
                <a:ext uri="{FF2B5EF4-FFF2-40B4-BE49-F238E27FC236}">
                  <a16:creationId xmlns:a16="http://schemas.microsoft.com/office/drawing/2014/main" id="{0BB106FA-60E0-7A53-F123-5CC41960D383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5;p14">
              <a:extLst>
                <a:ext uri="{FF2B5EF4-FFF2-40B4-BE49-F238E27FC236}">
                  <a16:creationId xmlns:a16="http://schemas.microsoft.com/office/drawing/2014/main" id="{3C4A4E8B-0471-3F41-110F-C41D8976D3CB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6;p14">
              <a:extLst>
                <a:ext uri="{FF2B5EF4-FFF2-40B4-BE49-F238E27FC236}">
                  <a16:creationId xmlns:a16="http://schemas.microsoft.com/office/drawing/2014/main" id="{05071A75-D640-9B4B-46FE-FF36261F9F24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7;p14">
              <a:extLst>
                <a:ext uri="{FF2B5EF4-FFF2-40B4-BE49-F238E27FC236}">
                  <a16:creationId xmlns:a16="http://schemas.microsoft.com/office/drawing/2014/main" id="{9A54E0AF-9945-6610-70A4-24D1C44CD0D4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8;p14">
              <a:extLst>
                <a:ext uri="{FF2B5EF4-FFF2-40B4-BE49-F238E27FC236}">
                  <a16:creationId xmlns:a16="http://schemas.microsoft.com/office/drawing/2014/main" id="{1E7EAC70-781A-7FF9-8938-41B484A050E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9;p14">
              <a:extLst>
                <a:ext uri="{FF2B5EF4-FFF2-40B4-BE49-F238E27FC236}">
                  <a16:creationId xmlns:a16="http://schemas.microsoft.com/office/drawing/2014/main" id="{701230D4-B48D-1BC9-DB71-E7004FBA73B7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0;p14">
              <a:extLst>
                <a:ext uri="{FF2B5EF4-FFF2-40B4-BE49-F238E27FC236}">
                  <a16:creationId xmlns:a16="http://schemas.microsoft.com/office/drawing/2014/main" id="{CBCA45EB-52DC-94A3-E0F3-BE9EE773CA28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1;p14">
              <a:extLst>
                <a:ext uri="{FF2B5EF4-FFF2-40B4-BE49-F238E27FC236}">
                  <a16:creationId xmlns:a16="http://schemas.microsoft.com/office/drawing/2014/main" id="{4B1F1356-1749-2894-6C35-14E7875C1717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2;p14">
              <a:extLst>
                <a:ext uri="{FF2B5EF4-FFF2-40B4-BE49-F238E27FC236}">
                  <a16:creationId xmlns:a16="http://schemas.microsoft.com/office/drawing/2014/main" id="{AC82C9F4-BF6F-5519-137A-D9BD00D7E2CF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3;p14">
              <a:extLst>
                <a:ext uri="{FF2B5EF4-FFF2-40B4-BE49-F238E27FC236}">
                  <a16:creationId xmlns:a16="http://schemas.microsoft.com/office/drawing/2014/main" id="{00EDBD4D-6E2F-902C-E7FF-A2DCB8A97E36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4;p14">
              <a:extLst>
                <a:ext uri="{FF2B5EF4-FFF2-40B4-BE49-F238E27FC236}">
                  <a16:creationId xmlns:a16="http://schemas.microsoft.com/office/drawing/2014/main" id="{9B4A0060-BFD3-C75E-38D7-F475178B2EB6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5;p14">
              <a:extLst>
                <a:ext uri="{FF2B5EF4-FFF2-40B4-BE49-F238E27FC236}">
                  <a16:creationId xmlns:a16="http://schemas.microsoft.com/office/drawing/2014/main" id="{76BAF4DB-EAE7-1F60-BC03-B9E988BAD741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6;p14">
              <a:extLst>
                <a:ext uri="{FF2B5EF4-FFF2-40B4-BE49-F238E27FC236}">
                  <a16:creationId xmlns:a16="http://schemas.microsoft.com/office/drawing/2014/main" id="{4EF380A8-D2C3-8A28-F736-E038896D3F8F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7;p14">
              <a:extLst>
                <a:ext uri="{FF2B5EF4-FFF2-40B4-BE49-F238E27FC236}">
                  <a16:creationId xmlns:a16="http://schemas.microsoft.com/office/drawing/2014/main" id="{6F8F0219-D512-1895-1767-A6E658690935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8;p14">
              <a:extLst>
                <a:ext uri="{FF2B5EF4-FFF2-40B4-BE49-F238E27FC236}">
                  <a16:creationId xmlns:a16="http://schemas.microsoft.com/office/drawing/2014/main" id="{F5225840-F16C-57DF-4368-7D6C82630A1A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9;p14">
              <a:extLst>
                <a:ext uri="{FF2B5EF4-FFF2-40B4-BE49-F238E27FC236}">
                  <a16:creationId xmlns:a16="http://schemas.microsoft.com/office/drawing/2014/main" id="{0CFB418F-0205-AC8D-E8EC-88FACC8B1B04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80;p14">
              <a:extLst>
                <a:ext uri="{FF2B5EF4-FFF2-40B4-BE49-F238E27FC236}">
                  <a16:creationId xmlns:a16="http://schemas.microsoft.com/office/drawing/2014/main" id="{65D55E5D-F56A-51BD-A273-4E0E35EF9239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1;p14">
              <a:extLst>
                <a:ext uri="{FF2B5EF4-FFF2-40B4-BE49-F238E27FC236}">
                  <a16:creationId xmlns:a16="http://schemas.microsoft.com/office/drawing/2014/main" id="{40D64D0D-A818-FCC5-F351-015878086CC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82;p14">
              <a:extLst>
                <a:ext uri="{FF2B5EF4-FFF2-40B4-BE49-F238E27FC236}">
                  <a16:creationId xmlns:a16="http://schemas.microsoft.com/office/drawing/2014/main" id="{120DE75F-293D-290A-B7C8-C641F2F3494B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83;p14">
              <a:extLst>
                <a:ext uri="{FF2B5EF4-FFF2-40B4-BE49-F238E27FC236}">
                  <a16:creationId xmlns:a16="http://schemas.microsoft.com/office/drawing/2014/main" id="{9800A0FF-7CDF-66A4-CAAC-A9CEAA3A7DC0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84;p14">
              <a:extLst>
                <a:ext uri="{FF2B5EF4-FFF2-40B4-BE49-F238E27FC236}">
                  <a16:creationId xmlns:a16="http://schemas.microsoft.com/office/drawing/2014/main" id="{355E7A30-F8B0-6775-9FBB-224D91FFEBCD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85;p14">
              <a:extLst>
                <a:ext uri="{FF2B5EF4-FFF2-40B4-BE49-F238E27FC236}">
                  <a16:creationId xmlns:a16="http://schemas.microsoft.com/office/drawing/2014/main" id="{5B935AC0-0579-22E5-AD36-5A1F294351C6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86;p14">
              <a:extLst>
                <a:ext uri="{FF2B5EF4-FFF2-40B4-BE49-F238E27FC236}">
                  <a16:creationId xmlns:a16="http://schemas.microsoft.com/office/drawing/2014/main" id="{DA281B24-AECD-CDD0-1DE1-8B089F1977EE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87;p14">
              <a:extLst>
                <a:ext uri="{FF2B5EF4-FFF2-40B4-BE49-F238E27FC236}">
                  <a16:creationId xmlns:a16="http://schemas.microsoft.com/office/drawing/2014/main" id="{4AC6CF7E-85C4-8074-257A-AAEBE193CFAE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88;p14">
              <a:extLst>
                <a:ext uri="{FF2B5EF4-FFF2-40B4-BE49-F238E27FC236}">
                  <a16:creationId xmlns:a16="http://schemas.microsoft.com/office/drawing/2014/main" id="{1D4EF4C6-BFAB-C173-B14A-DE9936798331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89;p14">
              <a:extLst>
                <a:ext uri="{FF2B5EF4-FFF2-40B4-BE49-F238E27FC236}">
                  <a16:creationId xmlns:a16="http://schemas.microsoft.com/office/drawing/2014/main" id="{9E227B27-43C4-CA41-1F62-2FFD92B38976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90;p14">
              <a:extLst>
                <a:ext uri="{FF2B5EF4-FFF2-40B4-BE49-F238E27FC236}">
                  <a16:creationId xmlns:a16="http://schemas.microsoft.com/office/drawing/2014/main" id="{4CEE1861-1700-FE84-0BD8-44A33770D9CC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91;p14">
              <a:extLst>
                <a:ext uri="{FF2B5EF4-FFF2-40B4-BE49-F238E27FC236}">
                  <a16:creationId xmlns:a16="http://schemas.microsoft.com/office/drawing/2014/main" id="{A8D5D7E5-113F-AB61-DEFF-87FFB214C9C4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92;p14">
              <a:extLst>
                <a:ext uri="{FF2B5EF4-FFF2-40B4-BE49-F238E27FC236}">
                  <a16:creationId xmlns:a16="http://schemas.microsoft.com/office/drawing/2014/main" id="{F9BAAFA2-6963-AA60-0770-72AD88D80390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93;p14">
              <a:extLst>
                <a:ext uri="{FF2B5EF4-FFF2-40B4-BE49-F238E27FC236}">
                  <a16:creationId xmlns:a16="http://schemas.microsoft.com/office/drawing/2014/main" id="{43393572-7201-98EB-BB2E-F88E2B131B95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94;p14">
              <a:extLst>
                <a:ext uri="{FF2B5EF4-FFF2-40B4-BE49-F238E27FC236}">
                  <a16:creationId xmlns:a16="http://schemas.microsoft.com/office/drawing/2014/main" id="{1D6E9077-B40D-3D10-A651-C591EEE72494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95;p14">
              <a:extLst>
                <a:ext uri="{FF2B5EF4-FFF2-40B4-BE49-F238E27FC236}">
                  <a16:creationId xmlns:a16="http://schemas.microsoft.com/office/drawing/2014/main" id="{72582E50-3866-D01F-53B6-AB1F6BA44C90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96;p14">
              <a:extLst>
                <a:ext uri="{FF2B5EF4-FFF2-40B4-BE49-F238E27FC236}">
                  <a16:creationId xmlns:a16="http://schemas.microsoft.com/office/drawing/2014/main" id="{7D00FF33-D7AA-9DB6-B02D-DD9B5114A4DE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97;p14">
              <a:extLst>
                <a:ext uri="{FF2B5EF4-FFF2-40B4-BE49-F238E27FC236}">
                  <a16:creationId xmlns:a16="http://schemas.microsoft.com/office/drawing/2014/main" id="{F5F23FD0-6358-EA0E-D94D-2952A3A5F38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98;p14">
              <a:extLst>
                <a:ext uri="{FF2B5EF4-FFF2-40B4-BE49-F238E27FC236}">
                  <a16:creationId xmlns:a16="http://schemas.microsoft.com/office/drawing/2014/main" id="{F19168F9-4FD5-C14B-BC45-441267F52E30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99;p14">
              <a:extLst>
                <a:ext uri="{FF2B5EF4-FFF2-40B4-BE49-F238E27FC236}">
                  <a16:creationId xmlns:a16="http://schemas.microsoft.com/office/drawing/2014/main" id="{CE2F7862-6B20-E3DC-5C0E-B8C2B9FD0675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300;p14">
              <a:extLst>
                <a:ext uri="{FF2B5EF4-FFF2-40B4-BE49-F238E27FC236}">
                  <a16:creationId xmlns:a16="http://schemas.microsoft.com/office/drawing/2014/main" id="{BA1B4F5E-4349-F3F8-266F-64FEDB47D804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301;p14">
              <a:extLst>
                <a:ext uri="{FF2B5EF4-FFF2-40B4-BE49-F238E27FC236}">
                  <a16:creationId xmlns:a16="http://schemas.microsoft.com/office/drawing/2014/main" id="{118747F6-B5AE-A83B-EF3A-59F2B5E8E49A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302;p14">
              <a:extLst>
                <a:ext uri="{FF2B5EF4-FFF2-40B4-BE49-F238E27FC236}">
                  <a16:creationId xmlns:a16="http://schemas.microsoft.com/office/drawing/2014/main" id="{00D1C2D3-E81A-B49A-5FC2-D90A9A43CDE1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303;p14">
              <a:extLst>
                <a:ext uri="{FF2B5EF4-FFF2-40B4-BE49-F238E27FC236}">
                  <a16:creationId xmlns:a16="http://schemas.microsoft.com/office/drawing/2014/main" id="{2BE31E09-3B7A-1172-85A6-FB8DB8A0B621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304;p14">
              <a:extLst>
                <a:ext uri="{FF2B5EF4-FFF2-40B4-BE49-F238E27FC236}">
                  <a16:creationId xmlns:a16="http://schemas.microsoft.com/office/drawing/2014/main" id="{F42A8D3C-08B0-5F49-BB57-9AA33D6A4F9F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305;p14">
              <a:extLst>
                <a:ext uri="{FF2B5EF4-FFF2-40B4-BE49-F238E27FC236}">
                  <a16:creationId xmlns:a16="http://schemas.microsoft.com/office/drawing/2014/main" id="{B1626699-435E-345F-E316-BB13E2D99134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306;p14">
              <a:extLst>
                <a:ext uri="{FF2B5EF4-FFF2-40B4-BE49-F238E27FC236}">
                  <a16:creationId xmlns:a16="http://schemas.microsoft.com/office/drawing/2014/main" id="{B5C5B49C-33CA-5ED4-D312-0ACFBDEB3170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307;p14">
              <a:extLst>
                <a:ext uri="{FF2B5EF4-FFF2-40B4-BE49-F238E27FC236}">
                  <a16:creationId xmlns:a16="http://schemas.microsoft.com/office/drawing/2014/main" id="{50CBEFEC-6A8C-BC26-2AE5-BE148D811641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308;p14">
              <a:extLst>
                <a:ext uri="{FF2B5EF4-FFF2-40B4-BE49-F238E27FC236}">
                  <a16:creationId xmlns:a16="http://schemas.microsoft.com/office/drawing/2014/main" id="{FF3EEB1D-10E2-C742-56C4-FBCA08C14DA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309;p14">
              <a:extLst>
                <a:ext uri="{FF2B5EF4-FFF2-40B4-BE49-F238E27FC236}">
                  <a16:creationId xmlns:a16="http://schemas.microsoft.com/office/drawing/2014/main" id="{C624E203-9D9B-3821-CEB1-28801C5C734D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310;p14">
              <a:extLst>
                <a:ext uri="{FF2B5EF4-FFF2-40B4-BE49-F238E27FC236}">
                  <a16:creationId xmlns:a16="http://schemas.microsoft.com/office/drawing/2014/main" id="{CD1DBB0C-B7AB-8B61-0366-24DA66D8E7F1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311;p14">
              <a:extLst>
                <a:ext uri="{FF2B5EF4-FFF2-40B4-BE49-F238E27FC236}">
                  <a16:creationId xmlns:a16="http://schemas.microsoft.com/office/drawing/2014/main" id="{ED7827F9-F962-2A80-CE1F-593304E04566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312;p14">
              <a:extLst>
                <a:ext uri="{FF2B5EF4-FFF2-40B4-BE49-F238E27FC236}">
                  <a16:creationId xmlns:a16="http://schemas.microsoft.com/office/drawing/2014/main" id="{DCC558F5-2452-6E30-728E-F1FE65D33929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0" name="Google Shape;221;p14">
            <a:extLst>
              <a:ext uri="{FF2B5EF4-FFF2-40B4-BE49-F238E27FC236}">
                <a16:creationId xmlns:a16="http://schemas.microsoft.com/office/drawing/2014/main" id="{6BE8AC5C-5B89-C852-361D-D3A8A58ADD6B}"/>
              </a:ext>
            </a:extLst>
          </p:cNvPr>
          <p:cNvGrpSpPr/>
          <p:nvPr/>
        </p:nvGrpSpPr>
        <p:grpSpPr>
          <a:xfrm>
            <a:off x="4088950" y="1286260"/>
            <a:ext cx="5213198" cy="4117782"/>
            <a:chOff x="2820853" y="1403508"/>
            <a:chExt cx="3502263" cy="2951424"/>
          </a:xfrm>
        </p:grpSpPr>
        <p:sp>
          <p:nvSpPr>
            <p:cNvPr id="2301" name="Google Shape;222;p14">
              <a:extLst>
                <a:ext uri="{FF2B5EF4-FFF2-40B4-BE49-F238E27FC236}">
                  <a16:creationId xmlns:a16="http://schemas.microsoft.com/office/drawing/2014/main" id="{CA452B3F-16B2-6D70-C2AB-30186D39ABEE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23;p14">
              <a:extLst>
                <a:ext uri="{FF2B5EF4-FFF2-40B4-BE49-F238E27FC236}">
                  <a16:creationId xmlns:a16="http://schemas.microsoft.com/office/drawing/2014/main" id="{36CB2EE3-6E6B-33E4-31F1-680EEAE38A45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24;p14">
              <a:extLst>
                <a:ext uri="{FF2B5EF4-FFF2-40B4-BE49-F238E27FC236}">
                  <a16:creationId xmlns:a16="http://schemas.microsoft.com/office/drawing/2014/main" id="{17D2B2C1-4DEE-F1A5-EB92-EE7AC3731E43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25;p14">
              <a:extLst>
                <a:ext uri="{FF2B5EF4-FFF2-40B4-BE49-F238E27FC236}">
                  <a16:creationId xmlns:a16="http://schemas.microsoft.com/office/drawing/2014/main" id="{6EDDE524-2E19-CDC7-C7E7-0709EE1E29A9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26;p14">
              <a:extLst>
                <a:ext uri="{FF2B5EF4-FFF2-40B4-BE49-F238E27FC236}">
                  <a16:creationId xmlns:a16="http://schemas.microsoft.com/office/drawing/2014/main" id="{40D24806-5A8A-A632-4929-A0A7B005B2C7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27;p14">
              <a:extLst>
                <a:ext uri="{FF2B5EF4-FFF2-40B4-BE49-F238E27FC236}">
                  <a16:creationId xmlns:a16="http://schemas.microsoft.com/office/drawing/2014/main" id="{80536C20-8A2E-E57B-9C31-CDE7782603BE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28;p14">
              <a:extLst>
                <a:ext uri="{FF2B5EF4-FFF2-40B4-BE49-F238E27FC236}">
                  <a16:creationId xmlns:a16="http://schemas.microsoft.com/office/drawing/2014/main" id="{EACC1D69-61A2-92FC-1F60-5A44FC70EDC2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29;p14">
              <a:extLst>
                <a:ext uri="{FF2B5EF4-FFF2-40B4-BE49-F238E27FC236}">
                  <a16:creationId xmlns:a16="http://schemas.microsoft.com/office/drawing/2014/main" id="{26E4A6B3-C4F3-5B0D-7575-6F0C2F043862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;p14">
              <a:extLst>
                <a:ext uri="{FF2B5EF4-FFF2-40B4-BE49-F238E27FC236}">
                  <a16:creationId xmlns:a16="http://schemas.microsoft.com/office/drawing/2014/main" id="{0C16DC44-7949-F64D-D55F-97BF130756AF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chemeClr val="bg2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;p14">
              <a:extLst>
                <a:ext uri="{FF2B5EF4-FFF2-40B4-BE49-F238E27FC236}">
                  <a16:creationId xmlns:a16="http://schemas.microsoft.com/office/drawing/2014/main" id="{353A53B3-9C82-AE10-52A4-878ADA97FD2B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2;p14">
              <a:extLst>
                <a:ext uri="{FF2B5EF4-FFF2-40B4-BE49-F238E27FC236}">
                  <a16:creationId xmlns:a16="http://schemas.microsoft.com/office/drawing/2014/main" id="{769EBB63-C987-3222-87FE-A986A9DCB733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3;p14">
              <a:extLst>
                <a:ext uri="{FF2B5EF4-FFF2-40B4-BE49-F238E27FC236}">
                  <a16:creationId xmlns:a16="http://schemas.microsoft.com/office/drawing/2014/main" id="{61AA1FDD-FEC8-697A-47AE-8E115CA5A279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4;p14">
              <a:extLst>
                <a:ext uri="{FF2B5EF4-FFF2-40B4-BE49-F238E27FC236}">
                  <a16:creationId xmlns:a16="http://schemas.microsoft.com/office/drawing/2014/main" id="{AE12145B-6D1D-66D5-C1FA-21CC1463AA74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5;p14">
              <a:extLst>
                <a:ext uri="{FF2B5EF4-FFF2-40B4-BE49-F238E27FC236}">
                  <a16:creationId xmlns:a16="http://schemas.microsoft.com/office/drawing/2014/main" id="{924075AD-1B3C-CCFB-2692-9B887593E8CC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6;p14">
              <a:extLst>
                <a:ext uri="{FF2B5EF4-FFF2-40B4-BE49-F238E27FC236}">
                  <a16:creationId xmlns:a16="http://schemas.microsoft.com/office/drawing/2014/main" id="{F12A3BB5-0B9B-934F-9B1E-519304761F3E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7;p14">
              <a:extLst>
                <a:ext uri="{FF2B5EF4-FFF2-40B4-BE49-F238E27FC236}">
                  <a16:creationId xmlns:a16="http://schemas.microsoft.com/office/drawing/2014/main" id="{2F3D7722-AED0-C1CA-AC42-F54F77DE4E70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8;p14">
              <a:extLst>
                <a:ext uri="{FF2B5EF4-FFF2-40B4-BE49-F238E27FC236}">
                  <a16:creationId xmlns:a16="http://schemas.microsoft.com/office/drawing/2014/main" id="{084731B4-BC6A-506D-19B2-BE354895D4FF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9;p14">
              <a:extLst>
                <a:ext uri="{FF2B5EF4-FFF2-40B4-BE49-F238E27FC236}">
                  <a16:creationId xmlns:a16="http://schemas.microsoft.com/office/drawing/2014/main" id="{E07A168E-286F-E15D-6F1F-B24C3EFC39EC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40;p14">
              <a:extLst>
                <a:ext uri="{FF2B5EF4-FFF2-40B4-BE49-F238E27FC236}">
                  <a16:creationId xmlns:a16="http://schemas.microsoft.com/office/drawing/2014/main" id="{7F5EC817-85C0-5DC8-2A49-78FC2392C542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41;p14">
              <a:extLst>
                <a:ext uri="{FF2B5EF4-FFF2-40B4-BE49-F238E27FC236}">
                  <a16:creationId xmlns:a16="http://schemas.microsoft.com/office/drawing/2014/main" id="{69ED457E-0524-84ED-BDB8-1F3C0E1BFE8D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42;p14">
              <a:extLst>
                <a:ext uri="{FF2B5EF4-FFF2-40B4-BE49-F238E27FC236}">
                  <a16:creationId xmlns:a16="http://schemas.microsoft.com/office/drawing/2014/main" id="{413115E5-4A55-2FB8-65E0-1970E27B9AC7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43;p14">
              <a:extLst>
                <a:ext uri="{FF2B5EF4-FFF2-40B4-BE49-F238E27FC236}">
                  <a16:creationId xmlns:a16="http://schemas.microsoft.com/office/drawing/2014/main" id="{EE278C14-E762-181D-AC51-CDFD4B2D5036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44;p14">
              <a:extLst>
                <a:ext uri="{FF2B5EF4-FFF2-40B4-BE49-F238E27FC236}">
                  <a16:creationId xmlns:a16="http://schemas.microsoft.com/office/drawing/2014/main" id="{97D0556C-4D2B-B5EF-6701-1638647974CA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45;p14">
              <a:extLst>
                <a:ext uri="{FF2B5EF4-FFF2-40B4-BE49-F238E27FC236}">
                  <a16:creationId xmlns:a16="http://schemas.microsoft.com/office/drawing/2014/main" id="{51ADF840-A7F3-B9B8-8198-56FD5BDF4320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46;p14">
              <a:extLst>
                <a:ext uri="{FF2B5EF4-FFF2-40B4-BE49-F238E27FC236}">
                  <a16:creationId xmlns:a16="http://schemas.microsoft.com/office/drawing/2014/main" id="{093540FF-4023-31B3-9721-9086B712B35E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47;p14">
              <a:extLst>
                <a:ext uri="{FF2B5EF4-FFF2-40B4-BE49-F238E27FC236}">
                  <a16:creationId xmlns:a16="http://schemas.microsoft.com/office/drawing/2014/main" id="{D5E1E2D1-C968-352E-2296-752DBB4A05FB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48;p14">
              <a:extLst>
                <a:ext uri="{FF2B5EF4-FFF2-40B4-BE49-F238E27FC236}">
                  <a16:creationId xmlns:a16="http://schemas.microsoft.com/office/drawing/2014/main" id="{2C02540C-C263-484E-162F-5B15E581C622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49;p14">
              <a:extLst>
                <a:ext uri="{FF2B5EF4-FFF2-40B4-BE49-F238E27FC236}">
                  <a16:creationId xmlns:a16="http://schemas.microsoft.com/office/drawing/2014/main" id="{111920B1-2AD0-7D27-5FB9-6EC80A95EAB9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50;p14">
              <a:extLst>
                <a:ext uri="{FF2B5EF4-FFF2-40B4-BE49-F238E27FC236}">
                  <a16:creationId xmlns:a16="http://schemas.microsoft.com/office/drawing/2014/main" id="{E23B557F-57B3-C8AE-084E-27D5DA80B247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51;p14">
              <a:extLst>
                <a:ext uri="{FF2B5EF4-FFF2-40B4-BE49-F238E27FC236}">
                  <a16:creationId xmlns:a16="http://schemas.microsoft.com/office/drawing/2014/main" id="{EF6D838D-27CF-1449-B88D-EDDFDD7F5300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52;p14">
              <a:extLst>
                <a:ext uri="{FF2B5EF4-FFF2-40B4-BE49-F238E27FC236}">
                  <a16:creationId xmlns:a16="http://schemas.microsoft.com/office/drawing/2014/main" id="{A54E55A1-CFFC-BE5D-2633-8132D0A758EE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53;p14">
              <a:extLst>
                <a:ext uri="{FF2B5EF4-FFF2-40B4-BE49-F238E27FC236}">
                  <a16:creationId xmlns:a16="http://schemas.microsoft.com/office/drawing/2014/main" id="{20AABA29-A8E3-0483-748B-0ACA7F11BEF6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54;p14">
              <a:extLst>
                <a:ext uri="{FF2B5EF4-FFF2-40B4-BE49-F238E27FC236}">
                  <a16:creationId xmlns:a16="http://schemas.microsoft.com/office/drawing/2014/main" id="{D0A87833-8B7C-CEB9-B927-50D032D27AA9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55;p14">
              <a:extLst>
                <a:ext uri="{FF2B5EF4-FFF2-40B4-BE49-F238E27FC236}">
                  <a16:creationId xmlns:a16="http://schemas.microsoft.com/office/drawing/2014/main" id="{0B69F762-4349-0F31-CE2E-22D99BD27980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56;p14">
              <a:extLst>
                <a:ext uri="{FF2B5EF4-FFF2-40B4-BE49-F238E27FC236}">
                  <a16:creationId xmlns:a16="http://schemas.microsoft.com/office/drawing/2014/main" id="{46A7638E-9A19-C77A-B6D7-AEBAF9687A89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57;p14">
              <a:extLst>
                <a:ext uri="{FF2B5EF4-FFF2-40B4-BE49-F238E27FC236}">
                  <a16:creationId xmlns:a16="http://schemas.microsoft.com/office/drawing/2014/main" id="{F0E47834-E29E-9441-CB37-1EC32BD365D2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58;p14">
              <a:extLst>
                <a:ext uri="{FF2B5EF4-FFF2-40B4-BE49-F238E27FC236}">
                  <a16:creationId xmlns:a16="http://schemas.microsoft.com/office/drawing/2014/main" id="{AE2D0F7C-2A29-A391-A606-CD687253BF75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59;p14">
              <a:extLst>
                <a:ext uri="{FF2B5EF4-FFF2-40B4-BE49-F238E27FC236}">
                  <a16:creationId xmlns:a16="http://schemas.microsoft.com/office/drawing/2014/main" id="{C74D6E81-A4C7-97A6-DD0D-56E6A39A4F7A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60;p14">
              <a:extLst>
                <a:ext uri="{FF2B5EF4-FFF2-40B4-BE49-F238E27FC236}">
                  <a16:creationId xmlns:a16="http://schemas.microsoft.com/office/drawing/2014/main" id="{08184514-E134-4682-1DB7-0A2E71C86A54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61;p14">
              <a:extLst>
                <a:ext uri="{FF2B5EF4-FFF2-40B4-BE49-F238E27FC236}">
                  <a16:creationId xmlns:a16="http://schemas.microsoft.com/office/drawing/2014/main" id="{D061782D-18BD-E742-E8BA-A0318FDD6D27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62;p14">
              <a:extLst>
                <a:ext uri="{FF2B5EF4-FFF2-40B4-BE49-F238E27FC236}">
                  <a16:creationId xmlns:a16="http://schemas.microsoft.com/office/drawing/2014/main" id="{9FE7417A-EE59-612F-0D4A-1194B987A915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63;p14">
              <a:extLst>
                <a:ext uri="{FF2B5EF4-FFF2-40B4-BE49-F238E27FC236}">
                  <a16:creationId xmlns:a16="http://schemas.microsoft.com/office/drawing/2014/main" id="{16F6E476-47B0-385E-DD4C-E1158C7BE77E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64;p14">
              <a:extLst>
                <a:ext uri="{FF2B5EF4-FFF2-40B4-BE49-F238E27FC236}">
                  <a16:creationId xmlns:a16="http://schemas.microsoft.com/office/drawing/2014/main" id="{6A5CA54A-BCD2-8CB3-7889-B42E801B0D21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65;p14">
              <a:extLst>
                <a:ext uri="{FF2B5EF4-FFF2-40B4-BE49-F238E27FC236}">
                  <a16:creationId xmlns:a16="http://schemas.microsoft.com/office/drawing/2014/main" id="{58408C50-948D-7360-8D82-A81461A33ADE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66;p14">
              <a:extLst>
                <a:ext uri="{FF2B5EF4-FFF2-40B4-BE49-F238E27FC236}">
                  <a16:creationId xmlns:a16="http://schemas.microsoft.com/office/drawing/2014/main" id="{0F4A62C9-0C28-0030-440C-B6B80537B76E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67;p14">
              <a:extLst>
                <a:ext uri="{FF2B5EF4-FFF2-40B4-BE49-F238E27FC236}">
                  <a16:creationId xmlns:a16="http://schemas.microsoft.com/office/drawing/2014/main" id="{FECA515F-4418-8D52-7590-4F7847D78E69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68;p14">
              <a:extLst>
                <a:ext uri="{FF2B5EF4-FFF2-40B4-BE49-F238E27FC236}">
                  <a16:creationId xmlns:a16="http://schemas.microsoft.com/office/drawing/2014/main" id="{3E1F3739-4A1D-FE09-0BFD-0F4C5E05D80B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69;p14">
              <a:extLst>
                <a:ext uri="{FF2B5EF4-FFF2-40B4-BE49-F238E27FC236}">
                  <a16:creationId xmlns:a16="http://schemas.microsoft.com/office/drawing/2014/main" id="{8E74C156-FBCD-7808-0298-E29979F2DA84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70;p14">
              <a:extLst>
                <a:ext uri="{FF2B5EF4-FFF2-40B4-BE49-F238E27FC236}">
                  <a16:creationId xmlns:a16="http://schemas.microsoft.com/office/drawing/2014/main" id="{7A6F6BDB-2B1B-DAA0-BB39-12E302115570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71;p14">
              <a:extLst>
                <a:ext uri="{FF2B5EF4-FFF2-40B4-BE49-F238E27FC236}">
                  <a16:creationId xmlns:a16="http://schemas.microsoft.com/office/drawing/2014/main" id="{013337E2-018A-DD4B-F258-F116CE4A75EF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72;p14">
              <a:extLst>
                <a:ext uri="{FF2B5EF4-FFF2-40B4-BE49-F238E27FC236}">
                  <a16:creationId xmlns:a16="http://schemas.microsoft.com/office/drawing/2014/main" id="{C2FD09AF-E44B-080F-CE99-DCB62D4B4F6C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73;p14">
              <a:extLst>
                <a:ext uri="{FF2B5EF4-FFF2-40B4-BE49-F238E27FC236}">
                  <a16:creationId xmlns:a16="http://schemas.microsoft.com/office/drawing/2014/main" id="{0F654BD5-6363-7FBB-EE82-109C3977043C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74;p14">
              <a:extLst>
                <a:ext uri="{FF2B5EF4-FFF2-40B4-BE49-F238E27FC236}">
                  <a16:creationId xmlns:a16="http://schemas.microsoft.com/office/drawing/2014/main" id="{DCADB668-4295-C3D3-E1B3-42C95BBB4368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75;p14">
              <a:extLst>
                <a:ext uri="{FF2B5EF4-FFF2-40B4-BE49-F238E27FC236}">
                  <a16:creationId xmlns:a16="http://schemas.microsoft.com/office/drawing/2014/main" id="{25754069-57A9-E8B0-8A9F-00B5EB77509D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76;p14">
              <a:extLst>
                <a:ext uri="{FF2B5EF4-FFF2-40B4-BE49-F238E27FC236}">
                  <a16:creationId xmlns:a16="http://schemas.microsoft.com/office/drawing/2014/main" id="{99AE6A69-6F5F-EDD9-D052-43FC4D653DE9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77;p14">
              <a:extLst>
                <a:ext uri="{FF2B5EF4-FFF2-40B4-BE49-F238E27FC236}">
                  <a16:creationId xmlns:a16="http://schemas.microsoft.com/office/drawing/2014/main" id="{E6472C70-AC08-A77E-425E-61075658B623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78;p14">
              <a:extLst>
                <a:ext uri="{FF2B5EF4-FFF2-40B4-BE49-F238E27FC236}">
                  <a16:creationId xmlns:a16="http://schemas.microsoft.com/office/drawing/2014/main" id="{2CC88304-B9DB-2DA1-81D3-AAF129AEC1C1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79;p14">
              <a:extLst>
                <a:ext uri="{FF2B5EF4-FFF2-40B4-BE49-F238E27FC236}">
                  <a16:creationId xmlns:a16="http://schemas.microsoft.com/office/drawing/2014/main" id="{10070B6F-4BF7-F0F8-C2D7-D4F2E4B9FB64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80;p14">
              <a:extLst>
                <a:ext uri="{FF2B5EF4-FFF2-40B4-BE49-F238E27FC236}">
                  <a16:creationId xmlns:a16="http://schemas.microsoft.com/office/drawing/2014/main" id="{A194D917-07F5-FBE2-8301-2F497AD35F31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81;p14">
              <a:extLst>
                <a:ext uri="{FF2B5EF4-FFF2-40B4-BE49-F238E27FC236}">
                  <a16:creationId xmlns:a16="http://schemas.microsoft.com/office/drawing/2014/main" id="{B0B1AD73-90F7-B964-8E7D-9BA49D54072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82;p14">
              <a:extLst>
                <a:ext uri="{FF2B5EF4-FFF2-40B4-BE49-F238E27FC236}">
                  <a16:creationId xmlns:a16="http://schemas.microsoft.com/office/drawing/2014/main" id="{2359E0CF-3260-0C87-DB37-8D3F6A812F4B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83;p14">
              <a:extLst>
                <a:ext uri="{FF2B5EF4-FFF2-40B4-BE49-F238E27FC236}">
                  <a16:creationId xmlns:a16="http://schemas.microsoft.com/office/drawing/2014/main" id="{315AE057-F7A0-2F77-98D9-8B1F1C476B43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84;p14">
              <a:extLst>
                <a:ext uri="{FF2B5EF4-FFF2-40B4-BE49-F238E27FC236}">
                  <a16:creationId xmlns:a16="http://schemas.microsoft.com/office/drawing/2014/main" id="{9BE3EF1C-48EA-6C68-6BC7-340A04AC9024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85;p14">
              <a:extLst>
                <a:ext uri="{FF2B5EF4-FFF2-40B4-BE49-F238E27FC236}">
                  <a16:creationId xmlns:a16="http://schemas.microsoft.com/office/drawing/2014/main" id="{A364D2FC-0BB4-26BF-49A5-E1EDA0834911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86;p14">
              <a:extLst>
                <a:ext uri="{FF2B5EF4-FFF2-40B4-BE49-F238E27FC236}">
                  <a16:creationId xmlns:a16="http://schemas.microsoft.com/office/drawing/2014/main" id="{E74810F5-F94B-D140-7FE4-4DBDD978A5D6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87;p14">
              <a:extLst>
                <a:ext uri="{FF2B5EF4-FFF2-40B4-BE49-F238E27FC236}">
                  <a16:creationId xmlns:a16="http://schemas.microsoft.com/office/drawing/2014/main" id="{389255EB-ABFC-0950-C9B3-B356D94FD40A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88;p14">
              <a:extLst>
                <a:ext uri="{FF2B5EF4-FFF2-40B4-BE49-F238E27FC236}">
                  <a16:creationId xmlns:a16="http://schemas.microsoft.com/office/drawing/2014/main" id="{402F1A06-662C-7971-DFAB-234C8933AD6A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89;p14">
              <a:extLst>
                <a:ext uri="{FF2B5EF4-FFF2-40B4-BE49-F238E27FC236}">
                  <a16:creationId xmlns:a16="http://schemas.microsoft.com/office/drawing/2014/main" id="{74F6AEAF-CCCE-A060-61B4-DE92B1286C39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90;p14">
              <a:extLst>
                <a:ext uri="{FF2B5EF4-FFF2-40B4-BE49-F238E27FC236}">
                  <a16:creationId xmlns:a16="http://schemas.microsoft.com/office/drawing/2014/main" id="{099437F7-4B81-B66A-6245-5404C2F43267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91;p14">
              <a:extLst>
                <a:ext uri="{FF2B5EF4-FFF2-40B4-BE49-F238E27FC236}">
                  <a16:creationId xmlns:a16="http://schemas.microsoft.com/office/drawing/2014/main" id="{22ECE699-6330-27F3-C88E-68EB0A50C871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92;p14">
              <a:extLst>
                <a:ext uri="{FF2B5EF4-FFF2-40B4-BE49-F238E27FC236}">
                  <a16:creationId xmlns:a16="http://schemas.microsoft.com/office/drawing/2014/main" id="{CCB4557D-8D97-2BA4-4901-BBA89146FFBB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93;p14">
              <a:extLst>
                <a:ext uri="{FF2B5EF4-FFF2-40B4-BE49-F238E27FC236}">
                  <a16:creationId xmlns:a16="http://schemas.microsoft.com/office/drawing/2014/main" id="{ED497A47-B1C7-06D2-D94B-2CE5EDBD15D4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94;p14">
              <a:extLst>
                <a:ext uri="{FF2B5EF4-FFF2-40B4-BE49-F238E27FC236}">
                  <a16:creationId xmlns:a16="http://schemas.microsoft.com/office/drawing/2014/main" id="{D4CFD4E5-512E-CA38-BCA9-026A08CAED55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95;p14">
              <a:extLst>
                <a:ext uri="{FF2B5EF4-FFF2-40B4-BE49-F238E27FC236}">
                  <a16:creationId xmlns:a16="http://schemas.microsoft.com/office/drawing/2014/main" id="{EA3B0917-9EF7-3C8D-14CE-89DC9BF08439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96;p14">
              <a:extLst>
                <a:ext uri="{FF2B5EF4-FFF2-40B4-BE49-F238E27FC236}">
                  <a16:creationId xmlns:a16="http://schemas.microsoft.com/office/drawing/2014/main" id="{76CFD8C4-55AE-8F25-E4E2-EDBAF847A19E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97;p14">
              <a:extLst>
                <a:ext uri="{FF2B5EF4-FFF2-40B4-BE49-F238E27FC236}">
                  <a16:creationId xmlns:a16="http://schemas.microsoft.com/office/drawing/2014/main" id="{6E738DF6-0508-C4A9-A3BA-8EC71C4F5F48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98;p14">
              <a:extLst>
                <a:ext uri="{FF2B5EF4-FFF2-40B4-BE49-F238E27FC236}">
                  <a16:creationId xmlns:a16="http://schemas.microsoft.com/office/drawing/2014/main" id="{246D8208-AF03-73D9-A9D4-CAFB69AD3950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99;p14">
              <a:extLst>
                <a:ext uri="{FF2B5EF4-FFF2-40B4-BE49-F238E27FC236}">
                  <a16:creationId xmlns:a16="http://schemas.microsoft.com/office/drawing/2014/main" id="{233CF3FA-2A25-7CF9-B6CB-EB97B26655E5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300;p14">
              <a:extLst>
                <a:ext uri="{FF2B5EF4-FFF2-40B4-BE49-F238E27FC236}">
                  <a16:creationId xmlns:a16="http://schemas.microsoft.com/office/drawing/2014/main" id="{CE32E9FA-48B1-789C-2573-3E1C70912B66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301;p14">
              <a:extLst>
                <a:ext uri="{FF2B5EF4-FFF2-40B4-BE49-F238E27FC236}">
                  <a16:creationId xmlns:a16="http://schemas.microsoft.com/office/drawing/2014/main" id="{11034B0A-6459-49B6-9D59-6BAB9370D70E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302;p14">
              <a:extLst>
                <a:ext uri="{FF2B5EF4-FFF2-40B4-BE49-F238E27FC236}">
                  <a16:creationId xmlns:a16="http://schemas.microsoft.com/office/drawing/2014/main" id="{8A91D587-AA37-4462-59D6-5552ECC6ED99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303;p14">
              <a:extLst>
                <a:ext uri="{FF2B5EF4-FFF2-40B4-BE49-F238E27FC236}">
                  <a16:creationId xmlns:a16="http://schemas.microsoft.com/office/drawing/2014/main" id="{768AB734-1A28-95FB-A8AF-43CBD668C29D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304;p14">
              <a:extLst>
                <a:ext uri="{FF2B5EF4-FFF2-40B4-BE49-F238E27FC236}">
                  <a16:creationId xmlns:a16="http://schemas.microsoft.com/office/drawing/2014/main" id="{9B2469A5-8717-F557-8BBF-9108AFC119DF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305;p14">
              <a:extLst>
                <a:ext uri="{FF2B5EF4-FFF2-40B4-BE49-F238E27FC236}">
                  <a16:creationId xmlns:a16="http://schemas.microsoft.com/office/drawing/2014/main" id="{D439080B-993D-2048-9890-3BF5BA49283D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306;p14">
              <a:extLst>
                <a:ext uri="{FF2B5EF4-FFF2-40B4-BE49-F238E27FC236}">
                  <a16:creationId xmlns:a16="http://schemas.microsoft.com/office/drawing/2014/main" id="{E90A2FCF-2D4F-6651-A81E-084570FC248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307;p14">
              <a:extLst>
                <a:ext uri="{FF2B5EF4-FFF2-40B4-BE49-F238E27FC236}">
                  <a16:creationId xmlns:a16="http://schemas.microsoft.com/office/drawing/2014/main" id="{1EE6E6AB-1002-548A-5AC1-9A982B13A563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308;p14">
              <a:extLst>
                <a:ext uri="{FF2B5EF4-FFF2-40B4-BE49-F238E27FC236}">
                  <a16:creationId xmlns:a16="http://schemas.microsoft.com/office/drawing/2014/main" id="{8C1F2D35-BE10-851C-7D37-4FE8C65DC0A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309;p14">
              <a:extLst>
                <a:ext uri="{FF2B5EF4-FFF2-40B4-BE49-F238E27FC236}">
                  <a16:creationId xmlns:a16="http://schemas.microsoft.com/office/drawing/2014/main" id="{7DB49BE7-31FA-135B-C8F9-12A64A50F7FC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310;p14">
              <a:extLst>
                <a:ext uri="{FF2B5EF4-FFF2-40B4-BE49-F238E27FC236}">
                  <a16:creationId xmlns:a16="http://schemas.microsoft.com/office/drawing/2014/main" id="{2ECBDD9F-1455-E1E0-F211-86D95528156E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311;p14">
              <a:extLst>
                <a:ext uri="{FF2B5EF4-FFF2-40B4-BE49-F238E27FC236}">
                  <a16:creationId xmlns:a16="http://schemas.microsoft.com/office/drawing/2014/main" id="{8ADDD2EA-AD7C-C3C2-C47D-15C06F0B3A6F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312;p14">
              <a:extLst>
                <a:ext uri="{FF2B5EF4-FFF2-40B4-BE49-F238E27FC236}">
                  <a16:creationId xmlns:a16="http://schemas.microsoft.com/office/drawing/2014/main" id="{5C47CA83-B2F3-AF31-4579-7800B8AC7D9C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2" name="Google Shape;171;p14">
            <a:extLst>
              <a:ext uri="{FF2B5EF4-FFF2-40B4-BE49-F238E27FC236}">
                <a16:creationId xmlns:a16="http://schemas.microsoft.com/office/drawing/2014/main" id="{7B78EDED-4977-427D-221F-AFF95897615A}"/>
              </a:ext>
            </a:extLst>
          </p:cNvPr>
          <p:cNvSpPr txBox="1"/>
          <p:nvPr/>
        </p:nvSpPr>
        <p:spPr>
          <a:xfrm>
            <a:off x="2301140" y="1947488"/>
            <a:ext cx="842926" cy="53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Break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93" name="Google Shape;171;p14">
            <a:extLst>
              <a:ext uri="{FF2B5EF4-FFF2-40B4-BE49-F238E27FC236}">
                <a16:creationId xmlns:a16="http://schemas.microsoft.com/office/drawing/2014/main" id="{369CD91B-5D8A-9007-37FC-B17E71A1C06D}"/>
              </a:ext>
            </a:extLst>
          </p:cNvPr>
          <p:cNvSpPr txBox="1"/>
          <p:nvPr/>
        </p:nvSpPr>
        <p:spPr>
          <a:xfrm>
            <a:off x="6198368" y="1861763"/>
            <a:ext cx="1416316" cy="1248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Continu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94" name="Google Shape;171;p14">
            <a:extLst>
              <a:ext uri="{FF2B5EF4-FFF2-40B4-BE49-F238E27FC236}">
                <a16:creationId xmlns:a16="http://schemas.microsoft.com/office/drawing/2014/main" id="{240867BF-2F36-EDF2-67AA-6F512FE7666C}"/>
              </a:ext>
            </a:extLst>
          </p:cNvPr>
          <p:cNvSpPr txBox="1"/>
          <p:nvPr/>
        </p:nvSpPr>
        <p:spPr>
          <a:xfrm>
            <a:off x="1126720" y="2216757"/>
            <a:ext cx="288046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untuk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interupsi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(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memberhentikan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paksa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)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sebuah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perulangan</a:t>
            </a:r>
            <a:endParaRPr sz="18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95" name="Google Shape;171;p14">
            <a:extLst>
              <a:ext uri="{FF2B5EF4-FFF2-40B4-BE49-F238E27FC236}">
                <a16:creationId xmlns:a16="http://schemas.microsoft.com/office/drawing/2014/main" id="{DCCA9A7F-B904-DDBD-EF2C-EF1D4766865B}"/>
              </a:ext>
            </a:extLst>
          </p:cNvPr>
          <p:cNvSpPr txBox="1"/>
          <p:nvPr/>
        </p:nvSpPr>
        <p:spPr>
          <a:xfrm>
            <a:off x="5335254" y="2370631"/>
            <a:ext cx="2682026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untuk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menskip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ke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iterasi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800" dirty="0" err="1">
                <a:latin typeface="Fira Sans"/>
                <a:ea typeface="Fira Sans"/>
                <a:cs typeface="Fira Sans"/>
                <a:sym typeface="Fira Sans"/>
              </a:rPr>
              <a:t>selanjutnya</a:t>
            </a:r>
            <a:endParaRPr sz="18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40439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367A9DAB-ECD1-6BCD-AB54-EB659F44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DA40184A-377B-56B3-FF5B-8C256F51960D}"/>
              </a:ext>
            </a:extLst>
          </p:cNvPr>
          <p:cNvSpPr txBox="1"/>
          <p:nvPr/>
        </p:nvSpPr>
        <p:spPr>
          <a:xfrm>
            <a:off x="2591099" y="-152620"/>
            <a:ext cx="458587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Break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05526384-6967-5071-1751-4AE88084CBFA}"/>
              </a:ext>
            </a:extLst>
          </p:cNvPr>
          <p:cNvSpPr txBox="1"/>
          <p:nvPr/>
        </p:nvSpPr>
        <p:spPr>
          <a:xfrm>
            <a:off x="495679" y="835281"/>
            <a:ext cx="7527851" cy="78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Sistem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akan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memberhentikan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perulangan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ketika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==5 dan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belum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sempat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melakukan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perintah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print()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C7D19-2806-D648-DB33-E9A114DAD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68" y="2066679"/>
            <a:ext cx="3674337" cy="1560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D08BE-E20E-6929-4D3D-C11D51941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037" y="1914537"/>
            <a:ext cx="3534110" cy="1864621"/>
          </a:xfrm>
          <a:prstGeom prst="rect">
            <a:avLst/>
          </a:prstGeom>
        </p:spPr>
      </p:pic>
      <p:sp>
        <p:nvSpPr>
          <p:cNvPr id="8" name="Google Shape;171;p14">
            <a:extLst>
              <a:ext uri="{FF2B5EF4-FFF2-40B4-BE49-F238E27FC236}">
                <a16:creationId xmlns:a16="http://schemas.microsoft.com/office/drawing/2014/main" id="{527F0462-EEBE-055C-3612-14E8A4D41D62}"/>
              </a:ext>
            </a:extLst>
          </p:cNvPr>
          <p:cNvSpPr txBox="1"/>
          <p:nvPr/>
        </p:nvSpPr>
        <p:spPr>
          <a:xfrm>
            <a:off x="2037025" y="3800289"/>
            <a:ext cx="1108148" cy="52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Input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" name="Google Shape;171;p14">
            <a:extLst>
              <a:ext uri="{FF2B5EF4-FFF2-40B4-BE49-F238E27FC236}">
                <a16:creationId xmlns:a16="http://schemas.microsoft.com/office/drawing/2014/main" id="{8766AE24-96C4-F797-5F51-0B9AEBCF1BFB}"/>
              </a:ext>
            </a:extLst>
          </p:cNvPr>
          <p:cNvSpPr txBox="1"/>
          <p:nvPr/>
        </p:nvSpPr>
        <p:spPr>
          <a:xfrm>
            <a:off x="6097018" y="3779158"/>
            <a:ext cx="1108148" cy="52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Output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997458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732B46C8-2251-833A-EBE8-34C7220C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6E6716A0-5719-F568-D405-3EC22E707AD1}"/>
              </a:ext>
            </a:extLst>
          </p:cNvPr>
          <p:cNvSpPr txBox="1"/>
          <p:nvPr/>
        </p:nvSpPr>
        <p:spPr>
          <a:xfrm>
            <a:off x="2591099" y="-152620"/>
            <a:ext cx="458587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Continue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EB20EBA9-5F86-4664-7C1B-5BB78309C641}"/>
              </a:ext>
            </a:extLst>
          </p:cNvPr>
          <p:cNvSpPr txBox="1"/>
          <p:nvPr/>
        </p:nvSpPr>
        <p:spPr>
          <a:xfrm>
            <a:off x="495679" y="835281"/>
            <a:ext cx="7527851" cy="78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Pada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saat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==5,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perintah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print(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)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tidak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dieksekusi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dan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justru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di-skip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ke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iterasi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berikutnya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" name="Google Shape;171;p14">
            <a:extLst>
              <a:ext uri="{FF2B5EF4-FFF2-40B4-BE49-F238E27FC236}">
                <a16:creationId xmlns:a16="http://schemas.microsoft.com/office/drawing/2014/main" id="{19A992C8-8DF9-2445-1745-8FF8828E51C0}"/>
              </a:ext>
            </a:extLst>
          </p:cNvPr>
          <p:cNvSpPr txBox="1"/>
          <p:nvPr/>
        </p:nvSpPr>
        <p:spPr>
          <a:xfrm>
            <a:off x="2037025" y="3800289"/>
            <a:ext cx="1108148" cy="52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Input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" name="Google Shape;171;p14">
            <a:extLst>
              <a:ext uri="{FF2B5EF4-FFF2-40B4-BE49-F238E27FC236}">
                <a16:creationId xmlns:a16="http://schemas.microsoft.com/office/drawing/2014/main" id="{0436E75C-B7FC-3099-F64A-B99E672E889B}"/>
              </a:ext>
            </a:extLst>
          </p:cNvPr>
          <p:cNvSpPr txBox="1"/>
          <p:nvPr/>
        </p:nvSpPr>
        <p:spPr>
          <a:xfrm>
            <a:off x="6097018" y="3779158"/>
            <a:ext cx="1108148" cy="52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Output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F7EAEB-FA24-33A6-5F88-F7062124E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54" y="1985880"/>
            <a:ext cx="3674031" cy="1793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C6E281-8A19-4C84-D026-4829A350B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699" y="1923301"/>
            <a:ext cx="2923387" cy="185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>
          <a:extLst>
            <a:ext uri="{FF2B5EF4-FFF2-40B4-BE49-F238E27FC236}">
              <a16:creationId xmlns:a16="http://schemas.microsoft.com/office/drawing/2014/main" id="{DAC88975-9B0A-07DF-D987-A67E45F4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BF72617-D3D4-97ED-2BE1-E91192D8BE36}"/>
              </a:ext>
            </a:extLst>
          </p:cNvPr>
          <p:cNvGrpSpPr/>
          <p:nvPr/>
        </p:nvGrpSpPr>
        <p:grpSpPr>
          <a:xfrm>
            <a:off x="7325461" y="1964799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0DACD4F4-6110-F7F2-3E9E-EDE7E15B7261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D26FC9C0-4CD4-9290-BBA6-794868123FFE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F31E2962-5DAA-0943-2644-4658CE63CD65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9FA81444-AFCC-3D74-5B8A-12B1B711099C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94D12F26-708E-6D6B-258F-EB94CB0BE0EE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2B098544-1D4F-2DC8-6FAD-C13350E16274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59D2CD6A-3D71-5E6C-FCD3-02A83BCC294F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77774522-F823-70E6-CEF2-9DA7A1C9609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A123737D-3883-D50E-4A0B-0D8BDF487E5A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712B1E7F-EC75-D453-A41F-34B4252A083F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412F0ADA-84A0-8AE3-91F5-C19DA6E65C84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8782E642-7256-C6DB-D954-E35B8DD8DD60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28ECC6C5-61D3-71BE-E4EE-4F1F73C789C2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3F97105C-9BB1-D546-DB93-7FFEFF289511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05A8F9A7-7D0B-E463-49B0-2E4FCED7CF3A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1AFC5D5-5A37-DFEE-8517-C4F3E728496B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3132A283-7E58-F6CF-367E-00AD786153B9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B2B067C-6C0C-D5C1-DBE2-7B25E4791A5A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8517F0FD-356C-17E8-2165-0F5AE417C303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C9706EDD-CD64-3EFB-CC81-7E015DB731EA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CD10E1DD-D933-9814-6450-DF65276D2FEC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F3CC0160-C9D6-704E-E2B8-249E52EBCB02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AE219307-E789-D355-162A-F62927F37DC6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4B0481B7-A46C-6D07-FA4D-A910577CA1D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15D96718-ECD1-C2E1-BDD4-1E9E9BEEAE82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096DF84-C221-4CB1-1351-2E5B7331CE28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6D79DA2-8B2D-6905-67FC-ECF46B570362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3F521320-9C42-6C09-84A8-5EBDF916F53B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CB47839A-6A0C-94A6-BD75-E57019BAB39B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BE1BC266-DF89-359A-2B31-A3CDCB376C76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539C9B98-7881-BA25-F919-32EDA7A9CB9E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A9D8A1E3-BB0E-55DB-75F4-E0154F784AC8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98A80CE1-04E2-C58C-EFFF-A44EBC352085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F74FEEC8-BB99-349B-A023-DD6C0FF810A1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1D1EADC3-F657-DF73-6BBB-ECC9E6999FFC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9A5EAAED-BF71-5AFB-6EED-D433AD9FAC61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47435AD2-8A19-32CF-4FA6-D631FF451909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91C6AAB3-18BB-E29C-4838-B9F039E0F077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D2B38DFF-0F3B-5A99-950E-94F0FF890F3E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54CA6779-2A3F-B4A1-3536-2C8281DCDF77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CECB5714-AE6A-DE92-C977-31B00F6BE22F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3E296291-F7DF-3D64-CC2A-11BAFD4B7154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95E02505-57BA-E521-8A6C-20715B324CF6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78E0048C-4ED4-EC4B-06A0-14B66559B173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D92C1212-81C3-85F7-9692-090E3E871325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3E2B1341-D1E2-29BA-4986-287C6B18436F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510D1729-571B-AB42-F09A-113739804FFB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A496E34E-0708-D6CE-CF19-6566B539AF0F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D1E51815-DD1C-09E2-92B2-8E366E64036B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EBBAC9A-DEFB-729B-F294-65A916117974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D96098A1-02E6-9080-E32E-0BEE36AD315A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BE5CAA6D-5396-A1F4-1301-DB77311500B5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9F62102F-E7E0-F6E9-1365-A9E4FB1AC787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F7FCF97-4940-03DE-35AB-39CE03117873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900CDB4-FCCC-46EC-9C14-69A43458A780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77FE9518-2B88-6A8A-2734-649F60BCFD4B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7032CCAD-400E-106F-0B08-AB7A74686DE2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37466704-73C1-DD72-9E18-EC84363FB0A5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F18CA1BA-E241-91E4-B9AC-5E835C59202A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3195D10E-E1FA-4861-BB94-1DE0692092F9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70C0FECE-C7B3-2EFE-1D0A-D83607360079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09B6F643-E397-10F7-C30C-FFB8BA0EC76D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68A933D4-C3A2-3B55-B43A-5C99CDBE679E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269FDBD3-274D-8F90-D90D-6C9644E96E40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F3965730-A6AE-E67E-5414-10524777B6EC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E9C76C4E-45D2-B176-84C7-06614D82754C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6E0EC4C6-527B-3247-414F-5C4A5947DF61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07767163-DD09-88B4-B49C-7FEEB140DCD9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62E12928-A047-EAA3-EAA5-B7922C56B4D0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F1E6EA89-808B-65B8-51D0-8C8DDAC32198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88271FF6-09D0-95D1-F96C-93E746AFB712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2344DB23-3A57-9296-78E8-8EC1FD48AC29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C33A5161-F78F-A665-6B10-5FC305D03E26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15366E32-3283-443B-C591-E765E7B7FA4E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2A1C7B16-F97C-61A6-8CBE-047C84664F9A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F5FE5164-6C12-3D4E-5C3E-59D725CABCAC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5DEE6BC7-AC0A-9976-00F3-59967C7C00F2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A2EF8D77-3F18-4F14-9CFF-82F60E82A6CE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0A5907B5-EC22-6ED2-F357-871E0C6E4F16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7B2F504F-E0BF-5B78-C320-80432AB4B6A9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D027624C-676F-E737-0383-A64B79352DC8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3D2C0D31-3B0D-7E9C-EFCE-938E63888FB9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183257AE-35DE-97BD-2042-055054F37303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A5EF39AF-4A33-D2E9-9AB9-309864B5870F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0B6DCDD2-3C7C-A63A-F1B9-2ED8C31C20D2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72F90483-51CB-A797-D4A9-141050372B4E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B34DF670-9315-04BE-E53C-924A9EDD3D0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C397730C-095A-60FE-A9C7-62569B674C44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64315897-C231-CE23-A602-A96F8A1F3749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79957894-0A56-1535-3DB5-F817D696E345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49D0A3D8-1C85-1D35-CF6C-0BFC25B77501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BA6C193E-0D28-EC96-7730-E4D20531406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1BEFA8FB-7252-1A78-F538-8A6827CA82A2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869CA959-7DCC-5D4B-D444-7604C48A542F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E8621F68-3461-B4A5-7B3D-4796424E69A9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5225D99F-3D9F-7329-D2C4-A6485ABEA5BA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D0DABC6C-C53B-3C37-5DD6-8760468CD05A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460498CC-462D-3FFD-166F-2C6C01C6FBFF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5FA1C7-774B-10D5-2860-FEFB870961CC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E150F747-747D-7C88-2DD5-B459076CC41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BF110A70-6319-52E6-D995-99774A88AB00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884CE550-A575-DEBF-E435-CE0B2FFF41B3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5EE260BF-F995-5877-773F-F8127D316878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339B211F-FB92-4508-D597-7F9127A23954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1DC8C6CB-0E04-0557-84AD-9997767109A9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2A199B34-5CA1-EA67-5C4A-BE18E6B9A7AF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A05BDC2D-AA29-B5E1-F736-DAECF89139D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E3F637A9-845D-BB6A-48DE-7BAE1918D246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CDBD327D-9879-A84D-52C4-3325C677B463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58AA29A3-57AD-320D-2B9A-25E12900631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1159490B-85A6-1831-FE8C-2E2C8BF018CA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7D5BF29F-FA4C-9DB0-6139-FBA03780A4EA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5D77CE36-2E1A-B95B-E7E4-77ACB7CF6B7C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C04E4CDA-2446-AA2F-401A-EA63CA9B6EC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2F5BC076-BEC9-F9D6-673B-721E6DCDBF19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0A03DF1A-DC80-E766-0C2D-0FDCBB23F1C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41370791-FD58-3C3D-52D8-462A2E50B5CF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919B93F4-D203-AC22-37C0-0A5D220DD2C2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4875AC3A-272F-3759-1935-D359DC078D3B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C0C7CF94-F769-AC5B-4CB1-9A87466CFA67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4C9435DC-F228-018E-BE2E-CA8D03ECDA4C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6027F932-B3F2-9A16-5A0D-C258A170E1CF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A378743E-A4FA-DA8B-C3A3-2CF5FCD954C5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456A4E63-FA37-00AA-E29D-327F85DC11A7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5A3B8AAA-EA14-8B1C-18A6-FF80081E5167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BD660416-5987-1126-459E-7D635A0EEE2A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FD76C506-4609-C12D-29E0-5A7B3274C401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FD77F13B-98A6-49E1-6766-3DBBECFD419A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3A124344-4F4A-F1AF-4378-028DCB03F620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2ADDB21C-0345-526B-70B4-30B528EECF33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D3F67EB1-451B-248E-CB21-D78755B8B8A5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69F08DDF-1B0E-3D4C-3A90-57D3C619856B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BA10330E-2CB4-E733-9444-E72490BD7DCA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5960BCFF-5CAB-F9D7-AD85-B87A6BA3C980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D719D776-B465-2FC5-2FC3-A60D8CF697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0989CF6B-1C04-E036-D756-D3CE410083F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0BEB521A-542A-7633-E123-C37F74F35E1E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CB464F8F-1E92-BF1A-27EC-B7B59CD4A157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3501FF1D-B79F-095C-E844-D970DA0D75F4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0F930432-C339-0D44-6ABF-DDC0DFF1E78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86643C2C-A7FF-9741-6D7A-49DFAB03C45C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B1F0B355-B799-F06D-9F65-A047022C2438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D6A3036B-4FA5-B120-5DC5-FD73EDC370EA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97B65BF5-78DB-345A-5669-FD7FDAB81823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20D4F79B-BDBB-5D19-5860-A7E29B80B75E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D207E964-E44D-3050-CD86-6F5E5AB50E8E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C3312EFF-2B2D-629B-EA16-E10442B9569B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0DF505AA-8D37-A4AE-1E67-571D89E84C3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29054FDA-ABA0-5CD3-4DAD-0344B1941F5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B4B47171-655F-51B2-F059-57D3F1FA09BA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DE86EB09-9668-96E1-D469-B3FDFE7A8CEF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CF0F109B-E5BB-F1A3-ABE4-E3CCCB760B8C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6CFED304-B693-F6D1-0612-16654F618142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B79338EC-F248-882C-23C4-2DAB48192454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D7A507F3-3533-2454-9813-5743839814F8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A9C68905-3797-4527-BA9A-FE2C27674833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A22DBFBF-E014-5134-7106-16BA8BA340BB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63F9C445-2F62-4FA4-AEF6-E28F18D7AB65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0458460D-FB5B-DFB5-69E5-68022ACC396C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00891E4F-41BF-34A3-5911-435F7F0C6D38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0D0EDCF2-690C-E3F2-1D7E-A0B12ABCCBB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DB0A10C6-0492-7AE7-6B1E-33F3C0EA453B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BE04906-B07F-A5CB-C3AA-F4B4DBCA1FAA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524FEABE-5A36-EF67-E3C0-8BC8EFCD3871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5264F17-2A23-AEDD-6E5F-02A866366838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E5E7CDE1-4074-524A-A1CB-9679986A2285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1B877A41-D7D8-5EBD-4A4B-211ABE4BA4E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4981802-F953-0830-D386-C6D621820B17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9F556C6F-627A-E672-6097-1EFE4A16398A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DB47D49A-95BE-A70B-FA7E-7ECD9C14FDE2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8616B9A0-63EB-4844-E431-F275C65B93C3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5D543FC6-E278-BC97-8663-396F0CCD65B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AAAC42A9-2BF7-2763-4D9C-8395122C1A8B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28ED58F4-8E83-F12D-2819-9C9E1248EBC1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0AD60ECE-1A51-BF93-2670-770258661710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B118CE3D-7302-EEDC-8D75-2CAB9425300F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269F9BB9-B856-6BDD-205B-63714AFEE5B6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54E9CE68-F0EF-9BFE-2CDF-37EEDD83D3CA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555E76DF-2ECB-058D-2363-C5D345F34345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167AB91-F7CC-1198-DF3D-F0B65B3CA2C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702F9B97-B596-7575-682F-07CA68E93C39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10F01F29-B614-30B8-69C3-4E32B5E6CF6F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C49CC7E6-6837-5545-171C-DACEB1FAB2AD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71929B21-3F05-C471-92A4-F53997E40514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C62D2596-75CF-A318-0F2B-367FC23E52EA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1DBA2507-32C3-647F-6FB5-EAF28C8521B6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C1465511-4364-F2D3-6A02-007978405FCA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0FFBA3BE-9EBA-00B2-1E78-137C6877A14C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71F47A3F-6C7E-8B06-FD4F-A42AA1BBEE2A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D937EEDC-0AE6-B9C3-794B-2AFEAAC419D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E8CE563C-4064-77DF-4E1B-E2C658E4BBAF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AFAC3432-C343-1FFE-EFFF-638E669A8B86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A712077A-3B74-5859-64FF-0EE4F4345782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25E03CF1-A5D9-B289-B276-144E72A9F472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FFBC3EC5-3579-2404-EEC4-5F3701801CF8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036BDF13-08CB-3140-4C8B-D8823245C303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C012ACC2-99B1-7ED4-EF2F-51AD9FD40E12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0729F60D-C983-FEFB-8F6C-0142B267116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C9E7ECCC-1DEC-F69B-ECD3-68B84364F71C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7868B816-B361-0B67-9BC0-A0ABAF9E28A9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D8E29327-F8C3-CCA1-D492-56D5045DE91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037CE65D-AD88-5C0C-DF74-98994E21D070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50D82207-F7C0-11A7-334E-BAC530AD7699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1B457DC-D316-A9AF-BD86-8E1F7C930949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5CC17F7B-3355-CD9F-FA76-590852D02641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BF0AFA20-643B-062C-77A6-55195D73B038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AE49B187-C389-9088-3F49-7F2B9D6F17EE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C8CB19C6-3E8B-E76B-9AA7-63CDECC91019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A7FD9C44-1371-E528-7A86-6A57B66B565A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E8ABB53A-57A5-4DDC-1EFE-BF00E594314C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1DF89D5F-1B83-2AD6-E423-30A00C124A02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3814098E-3641-07AB-B1D7-99EF896FD1FD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9CC2DEDE-994E-2A0A-BD82-C94D95785018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AD2DD4B5-FAF8-24EA-1D9A-BBF0025C6F01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DBFE3D8-1231-343D-20FF-C047F5B7F4E2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C81AF702-C173-EB4E-669C-E2E567608D70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EF319D12-07B8-56FE-FA01-74CDCB0117D4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BF78E93C-1D13-5FF5-4DE7-67956259D84B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A317F6DB-A5FB-1378-24DE-D18DF9593133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9D1638CA-8041-D5F6-D1B3-D847502A1D53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7739A326-B839-2D31-36C2-27055CD1EAE7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946D1EE7-D2B6-0119-614B-D93BF2E72C5C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CBDF1D-3241-DF16-47E9-BF4F6CFD66F2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959E10C9-3891-3C55-57FB-CF9E085B9126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15F133AB-C108-0CE4-18F7-F2652181938D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9F30E52-3DE6-0461-B0B3-77C724238C24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493B046-84DF-6628-B7CB-4B333AF880FD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981974AB-EF45-B0DA-0005-3E5A20C3E2AE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6F33D677-85D4-9E05-982A-38A273202025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77CCE0C3-2D1F-8500-BC5D-0C1EE242B057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2793DD8E-E6B7-53D9-EAE2-B8B4FD24E580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5241C709-EF58-F7FD-783A-5E9577ED1657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10D3845B-2DE3-81D6-20B8-DA2B59F60AFC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20CAD23A-CC21-50A9-A154-DF7B8190E97F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4665FE53-69C4-96E7-2ED4-6F7EA15F6808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5169DCCA-0CE4-4C56-7B42-557EDD785B30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08FFC5E0-C42C-406A-27F2-C847F58B5064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19D75BC8-0E5D-AE47-D55C-DCC0EE4BCF1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AB2057E-DB31-2B15-9E19-50D76DB69F9E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83DBE8B0-717C-20C6-A673-13F38A383EFD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D5C20765-FC12-5C47-63DC-BE82CE57DF0E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FC31BE6E-607E-5E14-C219-66B4E09E02AE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6031C233-434A-7C9B-F1A9-5AB8535CDDC7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76F4948-78D9-D19F-7E5C-1BC6F363DCED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19E2E4C0-BBAB-EB4E-E429-F4BE764EE159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95ECE871-36B9-00D0-3516-CB6008AD3DCE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8CABF8C1-32DE-7E97-71DE-83B8CA1A02C8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6B072DDB-7F35-D07E-A112-DF143EEE7450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E0CC0207-B075-21F4-145F-8E8F984ADAD6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5FA0C5F4-FC56-6AA4-BC88-A612E652189A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A69104FA-FF4B-6451-9643-8FC0C35B48FD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B9688024-73C7-5ABE-22D4-AC698FF60CAD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9C5BE455-33CF-007A-EC79-321146138AC0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2240B53E-0239-7746-1748-941B8D413F76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C0B95A29-A6BB-7FC2-8E30-FF23CF310209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7414444A-2579-CE97-5719-84C11E796533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25EA8862-FB16-1F0B-2479-1886D26E211D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0D65713D-C0D2-C8AA-FDAA-F7AA871680CB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293565AF-C41D-500D-C5C7-A2B38F71F1CD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B8CE260F-1665-84A2-811C-81D1ABBE4683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C1817008-80CD-2511-8573-3A8D147D581F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39CB4F94-76A3-82A0-0F10-14472C79553E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894A6AD9-9CB8-2B99-2B7A-B5C3C2C1F50A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85AE47E5-1D0C-5E0F-77A1-7FAC066CC336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95BA3070-2161-82C9-368E-139F5E21BC35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998C01F8-A3E5-AAE4-6C2E-3430A9A9CC06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3C4BD2FC-FCEF-E63C-6E71-4454DE82DB0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DD8B99DA-D422-86DE-C759-BEFE3B174D3F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DFC76933-A872-87D7-9A19-E5E55FE3DDD0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BB4B6CBF-D217-5E3B-3FB1-E3D60C5C1752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9EE6819F-6062-4628-F95A-8271A2518A41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20E47BFD-4B92-7F94-2E28-3ACFA3D5255E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7D5E0E6F-A657-BB32-AC45-4372F38BE3EB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B8173FB4-8CF7-E8A1-0869-C52D1C7F6D3A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B60BB023-530F-D403-BC33-868109AD874B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4B9C6033-F522-F43C-FC08-F6910B7FD553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513DFA51-1575-2704-B38F-DBDCEE08522C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CAD57341-6243-86FD-712A-5903F4C5498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D4706955-C3F1-4A8E-7429-189FF74EB74C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378CC772-32EE-76F4-F64B-FF7C05029174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67E735E0-8390-3919-88D9-A053055ECC10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74A483F6-E6A7-C493-4013-9C40C07F9276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22F52C1E-69BE-70EB-964D-9F3E1A856788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2072476B-A79C-888A-CB73-67C61F86FA84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6C03296E-C9C1-5E5F-3F3A-DDBE3BCD20B8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62EE5691-01AF-6BA5-7CF5-BD8BA331D2A8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35C7E066-1D4C-349D-1B59-8600A16A8CE1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1FC86971-FD40-9C14-07EE-00E950CE0764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5758461E-E022-4A8D-136F-AB59E90C6851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31C1FF09-3F9F-FDDF-7E00-F66497292C48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FBD97D73-2621-3DB8-324E-1E4B45AD1A2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CBDD7163-DF56-4BD2-2EC3-E331C0CF3AD8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71750FE2-041F-1DD3-5A01-BDAC06219170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3F64A6D7-6885-DFAC-502A-EF68A5CAD94B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9A34EC59-75D0-5737-CBA3-5069FE7F1904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E76E3E60-1F84-D95D-4BC0-276C9592A728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C0131905-5C70-777A-485D-D36CFBF2281A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74679AA8-F1E4-C889-FDCD-A9F867B11C40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3422D4D0-7A82-71A5-EC86-0BD7171A91FE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64E21280-E9AC-DBD3-001D-B74121DEC2B4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B6C26D0F-9D8F-55B0-C8BE-EC3D99B6C9FE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FD793118-1FBE-C925-48FE-7970CCFBC655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AA64E2EF-4C8D-3209-6F03-DC6441D79D0F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4A7C8FF6-11B2-5449-B5BC-9C2FA9D9BBC3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4A039F30-CCC2-A315-374B-239AB33A43DC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EB35A150-1DB6-4D5B-418E-3F169EFAD41E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50A73728-6CC9-102B-A679-6F3567C16A94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E15D69E8-3502-B04A-10DB-82F6E106876B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6A72161-5587-B42F-C5FC-9F52A2EFEC20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69CAB244-E3CB-6C18-F9EA-2C2C825D44D0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D9648090-19BE-7D11-F77D-1F0ED8F8C218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DB8EBF3D-22F7-8767-ADC4-9E6FBE001BA2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7C051BCA-F9AF-188A-137F-8B1C9E9DD7C7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5A6F6C60-DBEE-5E85-58E5-64176B9DAD7F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0BAE97C8-2D3E-22F5-945D-1057964F262F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D9BABF48-1957-DE6D-C928-F15200255674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92F6F94A-317A-640B-0C63-3805EF48A3DB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23BE7750-518E-4F0E-CA4D-43D0E263D52E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1D637D4D-4752-774D-BBAF-0D5EA161E27E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93231807-38AA-70B0-1657-D7A4C4A8C7E1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C52144E7-CE0B-39A9-ABF1-EDAA13DC6314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EFB0991C-F3DD-49A7-ED53-1FFD25873FF2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B71CC7B1-A546-8DA3-C2CC-66E4273B3DFF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F55C1BE9-5A4B-1C27-E246-9C5EE5A36AC6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AD64C3B1-2B89-EF55-3353-32FC6DAB5C9E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9EBC5FCF-7218-9526-3324-9CBF1DB8549B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CE4CC926-DDF0-FFA1-6D8C-90994D3D56EE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2A88CD91-F2D1-527C-3B44-008E849A05FD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A3B212AA-56C4-E330-3A4E-66B1089D6275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4DA2FE8F-EEAD-9C9F-659A-39284059B3BB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1843EEE2-AB66-89B4-40A3-6586EBD94204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82C9A9EE-E66A-A19C-B4AE-D1440E139DBB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5AC6C2B4-F0F6-ABD6-00D0-444D15DFBDF3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14A93642-F1F6-5883-DF95-18B21C171804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97BD0D4D-F512-8D8B-CBD1-A2C6E5F8261B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06E9D37C-4670-5133-9D51-8BD88664902C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44EEBEE6-A5BC-F29E-0CCF-F077396FBE78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D9C9E8B9-D1C6-DFCD-3793-2DA0672BB36B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E98EC973-D5F1-94B5-6044-DE3E078C0503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E6126F4B-8D79-AD0C-2E52-D16A3D87B020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A8F9B555-AE33-AC3B-6F04-5BC9DFAD495B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DCBB41AA-0330-F163-AE0E-5D76F68BF35B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DB2B25AB-ECBE-4B7B-858E-8F7E4BC651B2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DCA48835-611A-92BC-A703-F6D38C32BCE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BACAF348-6EA9-D7E6-0E1D-646C38AC68A3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F917CE8B-3DF8-3A52-E9D0-9AE370AB5FD9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C3DE37BA-5622-F752-C583-43002EDE6EE4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8808CE66-A37C-A1C2-8151-E1CF0BCBDECC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3CA5985E-AADF-65E9-1780-4B04507E8D4F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01AA5DD8-C154-5EB2-799F-1021C7F9F119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C48E4776-7EB8-F61C-77AD-0154D45E53BC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ACB86FD6-D493-08EF-34AF-2E62BD02D80C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F6692FD5-335F-8B59-C625-AA3A6E838D45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EC3E6F71-73C0-B045-599F-7FD8E19ADD3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43D3D871-A3E5-F105-EFBC-5DFB19E661B7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A4429A37-423E-3369-AF6F-5901FBDF698F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D85D4412-6E20-3ADA-545B-12F77169704B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D6680706-F55E-A0BE-C17F-66EED015430E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DCDBE554-FAE9-F178-870A-1CAFDD4404D6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1228AD82-4916-79AC-F954-91283EF2C2B2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8E18568A-CC9D-E02B-471B-24ECB6366BA2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74CA12F6-4F64-7FDB-0473-FAC272B045CF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567E14E6-B365-7ACE-792F-23FB73B5AD3B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0D6D3A16-4726-A132-E5A8-506CD8574F9B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EA1C7E0C-2F3C-7ED5-620A-5439369D45AC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BBEDBB36-0FE1-E8B0-CAD4-FCB6B2719F26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4FEB5DFA-98D7-683F-B1D2-1F7D7CDB09FB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7CF4857C-BE92-CB0F-EE6E-07E0EBE57677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41054C7-8563-FFC6-A9DA-E58493D62156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14058D04-954B-500C-2B92-6B43FD1BD857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4E851E50-85F8-0A14-7502-47E936A08F05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D780C6BE-D244-C64C-A633-0148260EF037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DECAEBF6-5C68-74D6-9ED7-9EC89543EB65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C91BE6FE-ACCB-461B-3CD4-D23E94033039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48B20F41-DDDA-7E62-F483-AEFB24A04D44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EA95EA0-A14E-7564-4D40-0CB5F613DD90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B8CB19E9-678A-92CB-6B85-6985A4E5E3ED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E120C5DE-1019-358B-4378-C1110AD584B4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862131EB-5F40-D6C5-607E-867FC4AA506E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617414B5-667C-979F-37DA-A852B597B53F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78B49E9C-7E05-4731-42C4-01FDA8DE4508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6A15FCEA-552E-EAC1-02AD-C8903D2C32E2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958470C7-BECB-2D8F-D931-039D27027167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47151E87-B645-6683-FB53-EFD5668A8B41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E728462C-5A63-DDA7-4D6C-E156EC1F1A53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2DE196FE-5561-4439-6A15-BD7F1BF7CB04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19A9937E-787C-A536-B696-32C9A946FDA0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4FEFFADD-8878-CC98-EA76-509C47722824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D2C15FD2-5903-A080-A286-7BEDD6920EDD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E570BC0F-EB48-186E-FE98-52FF6031F67D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4F5EAA75-12B3-C7F2-2775-7E3D476CABC8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D4BCD17D-C25D-8F5A-73B1-E2F625BD9040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16F32D4D-A16F-045B-066C-66A0CB8C5FC1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2BADB5CB-E35F-24E3-9411-DAAB1166759F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A5571DEA-18E9-7FB2-C687-2BA167BD47ED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1D26300E-8EFD-3CC5-060C-7EEA3AB88E44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DADB19C9-9CA6-690C-A17A-F9F61F3B788C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30A95BA3-B3B6-32E7-48D8-1D21BD471039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B27C3756-DC37-9CCB-FF64-3D5848CF058C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C01B0A61-2A46-FFB3-4D29-2A4A03C30106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5BF88A80-E061-B1A7-5126-423715AEE02A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39329860-D707-082A-EFF4-D807402DD836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3CF2E771-B46C-6265-46E2-7B0CDBEA4A02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CB1F3695-88BC-A46E-4F60-06A6887FD547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BA179641-0F92-36F6-6062-89C3187D6717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F472AD4E-EAF2-4F55-76C6-7176D1DA7308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F3541F53-0193-3907-97F7-06AB63DD74B0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3533CE01-D208-9ACC-F9DD-DC511A103942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76EDB73F-3DAC-FF34-6C15-81C40A547521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78CCBC9C-741D-B219-2EB8-52328B9C2C6F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BD1C5DEF-245C-CF90-B616-808ECBF297BA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57D7D0AD-8607-783F-EB2B-DE22167CEF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86C46079-8472-A23B-636F-FC539488B9CF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91716B03-BC93-D0E2-4956-23BA83D31579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01C0EC0-5B34-41BE-D25C-2EFDC2D0E314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C304290-198E-3C38-852B-D7FB248C0E0A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466D8E03-E187-A679-DE9E-E798814A9DB6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0F39AFB7-5733-10FE-CEB9-C51DC767B7E4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C71D4E3-FB9F-158B-E311-5449D6319BA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FA9F9112-8210-3A61-C40A-4906C2805952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F200EF1F-BAD9-CE1B-7AF0-93AE2DD64C2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EC35235-364B-5B7F-F124-16EB1910E945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D6621462-859F-DBCF-651C-70CF7D28BD17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19BC54C7-3508-4DDC-FF60-CCFF0D2221CF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5810FBC7-F88A-78BB-8B49-439D4411EB07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425443AA-D16A-2C97-E544-0CD8F97F9EA8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00318F07-1D6C-691C-D7D7-7F3A791D9C62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7FA2B850-6727-7327-8759-F6B0BC374F4F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36EF1174-E37E-C849-56CD-7BCCB5E2ECEC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DC3D8A1C-5C5A-2D2A-649C-F64DB9C7A80B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E4856803-11D2-D8C7-48EE-860D4F282B4B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2542F5D2-565F-1B6C-639A-AC8D60096CB4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ACCF41F5-6F15-55AF-C660-6D8D0A070454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E45DC739-2617-DA03-DC94-3DCB0DADEC94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35976396-D408-FAB5-62F2-F7A0387464D6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E5E718A4-44B5-677B-9816-E921B5075C78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D88FA66A-198B-36BF-EDAB-2316D3B90883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7D252E07-29A7-C39F-59AB-C93CA5224763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57AE39BA-B1DE-2C45-824C-FFA7682FDC09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15334D89-58D3-9646-A9FB-48261C4C1A3F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462BE792-FFB6-BC67-E330-E247C40CC022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B82B1569-8E0B-978F-475B-2EA5475559A0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8D141440-C776-E56F-851A-0CA94B40E653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172276C4-6D73-8B36-8A87-89FAD9FB05A8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4690863F-0F28-10B1-F0CB-FF84A4509FA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BD269A78-2033-5DAA-F6C9-377C4B80B64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19CF93DB-560F-E871-1CEF-8A9F93FFB7D3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AB9767DB-DBCF-0E3E-85B9-0645BA813C32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440980A5-1B1D-2AA7-9E1F-1B97FEEAD2C5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085559E5-4B3B-773A-7221-BD8F57A6D40D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F954F010-078A-0E71-15E8-04565EC4288C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3F7ECB6-C8D6-ABAC-1177-1C9033B17376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EB12D641-6199-06C6-F715-E5DA2470C8D4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150E09CD-1EC0-BD12-3C4E-B0F9427C28CE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13A3EE42-EDAD-9C96-DBA5-F06A7D0721E8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E046DD44-9F7A-CA9A-A96C-BD941A24454E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6C857D36-4C17-0CCC-323C-AC8EA37D929E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E4350501-5C25-E5B9-18E3-BE47CEDDE13C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A970CA4C-86D5-BBFA-10FC-0539BBD4F6D5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0CFD96AE-51A9-2E08-39D0-51AFD36A31A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A7529E85-4D4F-AD4E-C459-BC9C283F944F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190B85F1-1F41-74FA-4AA5-B05B4C03F7A5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DB639A3-71EC-F1E8-15EE-1B67591EF726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DCE02D2E-2D2A-9D1D-93FC-851D39666D9C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942CCB10-6BBF-F785-40B1-5C6B2DD70FA3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ED5A9688-D09A-14D3-D5A1-B22D57E3AF99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D061991F-D7A0-FB56-14F3-3004DB42A305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A592FE6-E3BA-F42C-F05E-991691985355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DA93E37-B83F-3D03-0D21-EB1F95D51B1D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55E5CC6F-20AA-882A-71D5-C44B7C5CB51B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3F635B30-4C39-F1AA-A164-9A058A089846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24BE213E-CBD6-85E6-0741-E3DC9EF11D68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7C3E5321-B08E-019D-A057-DF485C9F0DCD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35BED5D8-7E43-0888-704C-35693B8FAA9A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15173114-DC5D-8180-8813-28F5D8A461F8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8B2249B2-AF71-C605-91EB-16264A54E58B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410E65FD-29D5-EA46-D212-10FC28CFB301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CD001F3B-AA07-8E16-95D2-C4701AED437E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2B7F442A-2DF7-E43C-568A-65D87B0A4099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A2DDC63E-93BE-BB04-ED15-3CA56AA27A6E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3206A8F0-14B2-D55B-D977-A7066F5FB884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48A1A6C2-FC71-E6E5-34AF-75111621E1D8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D5840B49-6B1E-3FCF-2AFC-544D552B809F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4D0C7F11-B5FC-207A-B7A4-2B5F6335780B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D4DB2D31-37F0-0CAC-930C-B5E7041AACA0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20FAC179-ABEE-B936-6996-1C6A18E8003F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587D51D-F41B-7855-1F83-53B055146E23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2D2A1258-5D20-2634-54A3-F37018251ACE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>
            <a:extLst>
              <a:ext uri="{FF2B5EF4-FFF2-40B4-BE49-F238E27FC236}">
                <a16:creationId xmlns:a16="http://schemas.microsoft.com/office/drawing/2014/main" id="{5B1BA167-4364-ECA2-153E-05BEE2B157B8}"/>
              </a:ext>
            </a:extLst>
          </p:cNvPr>
          <p:cNvSpPr txBox="1"/>
          <p:nvPr/>
        </p:nvSpPr>
        <p:spPr>
          <a:xfrm>
            <a:off x="710250" y="124332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Project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832FE-06CF-5AAF-13D7-4163AF3C80D1}"/>
              </a:ext>
            </a:extLst>
          </p:cNvPr>
          <p:cNvSpPr txBox="1"/>
          <p:nvPr/>
        </p:nvSpPr>
        <p:spPr>
          <a:xfrm>
            <a:off x="536078" y="1234738"/>
            <a:ext cx="659043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dirty="0" err="1"/>
              <a:t>Membuat</a:t>
            </a:r>
            <a:r>
              <a:rPr lang="en-ID" sz="2400" dirty="0"/>
              <a:t> </a:t>
            </a:r>
            <a:r>
              <a:rPr lang="en-ID" sz="2400" dirty="0" err="1"/>
              <a:t>pesanan</a:t>
            </a:r>
            <a:r>
              <a:rPr lang="en-ID" sz="2400" dirty="0"/>
              <a:t> di </a:t>
            </a:r>
            <a:r>
              <a:rPr lang="en-ID" sz="2400" dirty="0" err="1"/>
              <a:t>warung</a:t>
            </a:r>
            <a:r>
              <a:rPr lang="en-ID" sz="2400" dirty="0"/>
              <a:t> </a:t>
            </a:r>
            <a:r>
              <a:rPr lang="en-ID" sz="2400" dirty="0" err="1"/>
              <a:t>makan</a:t>
            </a:r>
            <a:r>
              <a:rPr lang="en-ID" sz="2400" dirty="0"/>
              <a:t> </a:t>
            </a:r>
            <a:r>
              <a:rPr lang="en-ID" sz="2400" dirty="0" err="1"/>
              <a:t>indomie</a:t>
            </a:r>
            <a:r>
              <a:rPr lang="en-ID" sz="2400" dirty="0"/>
              <a:t> :</a:t>
            </a:r>
          </a:p>
          <a:p>
            <a:endParaRPr lang="en-ID" sz="3200" dirty="0"/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D" sz="2400" dirty="0" err="1"/>
              <a:t>Disediakan</a:t>
            </a:r>
            <a:r>
              <a:rPr lang="en-ID" sz="2400" dirty="0"/>
              <a:t> </a:t>
            </a:r>
            <a:r>
              <a:rPr lang="en-ID" sz="2400" dirty="0" err="1"/>
              <a:t>jenis</a:t>
            </a:r>
            <a:r>
              <a:rPr lang="en-ID" sz="2400" dirty="0"/>
              <a:t> </a:t>
            </a:r>
            <a:r>
              <a:rPr lang="en-ID" sz="2400" dirty="0" err="1"/>
              <a:t>Indomie</a:t>
            </a:r>
            <a:r>
              <a:rPr lang="en-ID" sz="2400" dirty="0"/>
              <a:t> (</a:t>
            </a:r>
            <a:r>
              <a:rPr lang="en-ID" sz="2400" dirty="0" err="1"/>
              <a:t>Biasa</a:t>
            </a:r>
            <a:r>
              <a:rPr lang="en-ID" sz="2400" dirty="0"/>
              <a:t>, Aceh, Rendang, Cabe </a:t>
            </a:r>
            <a:r>
              <a:rPr lang="en-ID" sz="2400" dirty="0" err="1"/>
              <a:t>ijo</a:t>
            </a:r>
            <a:r>
              <a:rPr lang="en-ID" sz="2400" dirty="0"/>
              <a:t>, Ayam </a:t>
            </a:r>
            <a:r>
              <a:rPr lang="en-ID" sz="2400" dirty="0" err="1"/>
              <a:t>bawang</a:t>
            </a:r>
            <a:r>
              <a:rPr lang="en-ID" sz="2400" dirty="0"/>
              <a:t>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D" sz="2400" dirty="0" err="1"/>
              <a:t>Pilih</a:t>
            </a:r>
            <a:r>
              <a:rPr lang="en-ID" sz="2400" dirty="0"/>
              <a:t> </a:t>
            </a:r>
            <a:r>
              <a:rPr lang="en-ID" sz="2400" dirty="0" err="1"/>
              <a:t>jenis</a:t>
            </a:r>
            <a:r>
              <a:rPr lang="en-ID" sz="2400" dirty="0"/>
              <a:t> </a:t>
            </a:r>
            <a:r>
              <a:rPr lang="en-ID" sz="2400" dirty="0" err="1"/>
              <a:t>Indomie</a:t>
            </a:r>
            <a:endParaRPr lang="en-ID" sz="2400" dirty="0"/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ID" sz="2400" dirty="0" err="1"/>
              <a:t>Apakah</a:t>
            </a:r>
            <a:r>
              <a:rPr lang="en-ID" sz="2400" dirty="0"/>
              <a:t> </a:t>
            </a:r>
            <a:r>
              <a:rPr lang="en-ID" sz="2400" dirty="0" err="1"/>
              <a:t>ingin</a:t>
            </a:r>
            <a:r>
              <a:rPr lang="en-ID" sz="2400" dirty="0"/>
              <a:t> </a:t>
            </a:r>
            <a:r>
              <a:rPr lang="en-ID" sz="2400" dirty="0" err="1"/>
              <a:t>pesan</a:t>
            </a:r>
            <a:r>
              <a:rPr lang="en-ID" sz="2400" dirty="0"/>
              <a:t> </a:t>
            </a:r>
            <a:r>
              <a:rPr lang="en-ID" sz="2400" dirty="0" err="1"/>
              <a:t>Indomie</a:t>
            </a:r>
            <a:r>
              <a:rPr lang="en-ID" sz="2400" dirty="0"/>
              <a:t> </a:t>
            </a:r>
            <a:r>
              <a:rPr lang="en-ID" sz="2400" dirty="0" err="1"/>
              <a:t>lagi</a:t>
            </a:r>
            <a:r>
              <a:rPr lang="en-ID" sz="2400" dirty="0"/>
              <a:t> (</a:t>
            </a:r>
            <a:r>
              <a:rPr lang="en-ID" sz="2400" dirty="0" err="1"/>
              <a:t>iya</a:t>
            </a:r>
            <a:r>
              <a:rPr lang="en-ID" sz="2400" dirty="0"/>
              <a:t>: Kembali </a:t>
            </a:r>
            <a:r>
              <a:rPr lang="en-ID" sz="2400" dirty="0" err="1"/>
              <a:t>ke</a:t>
            </a:r>
            <a:r>
              <a:rPr lang="en-ID" sz="2400" dirty="0"/>
              <a:t> no 2; </a:t>
            </a:r>
            <a:r>
              <a:rPr lang="en-ID" sz="2400" dirty="0" err="1"/>
              <a:t>tidak</a:t>
            </a:r>
            <a:r>
              <a:rPr lang="en-ID" sz="2400" dirty="0"/>
              <a:t>: </a:t>
            </a:r>
            <a:r>
              <a:rPr lang="en-ID" sz="2400" dirty="0" err="1"/>
              <a:t>keluar</a:t>
            </a:r>
            <a:r>
              <a:rPr lang="en-ID" sz="2400" dirty="0"/>
              <a:t> total </a:t>
            </a:r>
            <a:r>
              <a:rPr lang="en-ID" sz="2400" dirty="0" err="1"/>
              <a:t>harga</a:t>
            </a:r>
            <a:r>
              <a:rPr lang="en-ID" sz="2400" dirty="0"/>
              <a:t> dan </a:t>
            </a:r>
            <a:r>
              <a:rPr lang="en-ID" sz="2400" dirty="0" err="1"/>
              <a:t>tanyakan</a:t>
            </a:r>
            <a:r>
              <a:rPr lang="en-ID" sz="2400" dirty="0"/>
              <a:t> </a:t>
            </a:r>
            <a:r>
              <a:rPr lang="en-ID" sz="2400" dirty="0" err="1"/>
              <a:t>apakah</a:t>
            </a:r>
            <a:r>
              <a:rPr lang="en-ID" sz="2400" dirty="0"/>
              <a:t> </a:t>
            </a:r>
            <a:r>
              <a:rPr lang="en-ID" sz="2400" dirty="0" err="1"/>
              <a:t>ingin</a:t>
            </a:r>
            <a:r>
              <a:rPr lang="en-ID" sz="2400" dirty="0"/>
              <a:t> </a:t>
            </a:r>
            <a:r>
              <a:rPr lang="en-ID" sz="2400" dirty="0" err="1"/>
              <a:t>memberi</a:t>
            </a:r>
            <a:r>
              <a:rPr lang="en-ID" sz="2400" dirty="0"/>
              <a:t> tip)</a:t>
            </a:r>
          </a:p>
          <a:p>
            <a:pPr>
              <a:buNone/>
            </a:pPr>
            <a:br>
              <a:rPr lang="en-ID" sz="2400" dirty="0"/>
            </a:b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052407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DEE88D5A-088C-3574-7065-81467DA6B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A60F8CD9-0C25-AE40-2BE7-4D7502616EBF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Logika NOT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73F5DC7D-B5CA-F7EB-16E4-C14152B7CD03}"/>
              </a:ext>
            </a:extLst>
          </p:cNvPr>
          <p:cNvSpPr txBox="1"/>
          <p:nvPr/>
        </p:nvSpPr>
        <p:spPr>
          <a:xfrm>
            <a:off x="664215" y="1300927"/>
            <a:ext cx="534318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err="1">
                <a:latin typeface="Fira Sans" panose="020B0503050000020004" pitchFamily="34" charset="0"/>
              </a:rPr>
              <a:t>Kebalikan</a:t>
            </a:r>
            <a:r>
              <a:rPr lang="en-US" sz="2000" dirty="0">
                <a:latin typeface="Fira Sans" panose="020B0503050000020004" pitchFamily="34" charset="0"/>
              </a:rPr>
              <a:t> </a:t>
            </a:r>
            <a:r>
              <a:rPr lang="en-US" sz="2000" dirty="0" err="1">
                <a:latin typeface="Fira Sans" panose="020B0503050000020004" pitchFamily="34" charset="0"/>
              </a:rPr>
              <a:t>nilai</a:t>
            </a:r>
            <a:r>
              <a:rPr lang="en-US" sz="2000" dirty="0">
                <a:latin typeface="Fira Sans" panose="020B0503050000020004" pitchFamily="34" charset="0"/>
              </a:rPr>
              <a:t> Boolean </a:t>
            </a:r>
            <a:r>
              <a:rPr lang="en-US" sz="2000" dirty="0" err="1">
                <a:latin typeface="Fira Sans" panose="020B0503050000020004" pitchFamily="34" charset="0"/>
              </a:rPr>
              <a:t>yag</a:t>
            </a:r>
            <a:r>
              <a:rPr lang="en-US" sz="2000" dirty="0">
                <a:latin typeface="Fira Sans" panose="020B0503050000020004" pitchFamily="34" charset="0"/>
              </a:rPr>
              <a:t> </a:t>
            </a:r>
            <a:r>
              <a:rPr lang="en-US" sz="2000" dirty="0" err="1">
                <a:latin typeface="Fira Sans" panose="020B0503050000020004" pitchFamily="34" charset="0"/>
              </a:rPr>
              <a:t>diberikan</a:t>
            </a:r>
            <a:endParaRPr lang="en-ID" sz="2000" dirty="0">
              <a:latin typeface="Fira Sans" panose="020B0503050000020004" pitchFamily="34" charset="0"/>
            </a:endParaRPr>
          </a:p>
        </p:txBody>
      </p:sp>
      <p:sp>
        <p:nvSpPr>
          <p:cNvPr id="6" name="Google Shape;171;p14">
            <a:extLst>
              <a:ext uri="{FF2B5EF4-FFF2-40B4-BE49-F238E27FC236}">
                <a16:creationId xmlns:a16="http://schemas.microsoft.com/office/drawing/2014/main" id="{005BA126-CCDE-0208-0921-694BC6537A07}"/>
              </a:ext>
            </a:extLst>
          </p:cNvPr>
          <p:cNvSpPr txBox="1"/>
          <p:nvPr/>
        </p:nvSpPr>
        <p:spPr>
          <a:xfrm>
            <a:off x="6103089" y="971317"/>
            <a:ext cx="4071127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1 = TRUE</a:t>
            </a:r>
          </a:p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0 = FALSE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ECA350-51A1-DDAC-B3FE-BA1AA5F01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75" y="2309510"/>
            <a:ext cx="7631519" cy="15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43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40D9B7A5-71B2-E9FE-A6F2-0B0BFB52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C111427C-D12B-37FC-134D-D3713D281853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EA93C7C2-DEB2-C4F4-91B4-33E475E1A147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 digunakan saat terdapat satu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 descr="Belajar C++ #07: Memahami 6 Macam Bentuk Blok Percabangan pada C++">
            <a:extLst>
              <a:ext uri="{FF2B5EF4-FFF2-40B4-BE49-F238E27FC236}">
                <a16:creationId xmlns:a16="http://schemas.microsoft.com/office/drawing/2014/main" id="{AE25717A-05E2-C78C-A9B5-348AE92A9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699" y="1520703"/>
            <a:ext cx="3828201" cy="314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53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4045B8D4-674C-DC2B-5040-40A4DC26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41E29BD-FDD0-18E0-CDE9-39F5F3D25B90}"/>
              </a:ext>
            </a:extLst>
          </p:cNvPr>
          <p:cNvSpPr txBox="1"/>
          <p:nvPr/>
        </p:nvSpPr>
        <p:spPr>
          <a:xfrm>
            <a:off x="1986666" y="-184518"/>
            <a:ext cx="5170668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IF/ELSE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B8A8D815-0D85-36B1-E0ED-556CE7DA8784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 else digunakan saat terdapat dua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 descr="Belajar Pemrograman Python: Memahami Percabangan untuk Membuat Logika  Program">
            <a:extLst>
              <a:ext uri="{FF2B5EF4-FFF2-40B4-BE49-F238E27FC236}">
                <a16:creationId xmlns:a16="http://schemas.microsoft.com/office/drawing/2014/main" id="{FD97F854-4B9B-62F5-4F8C-1F52B929D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1070"/>
            <a:ext cx="3776706" cy="2592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991D33-23CD-CBE6-70FD-FAF1BEDAC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706" y="2491145"/>
            <a:ext cx="5207488" cy="16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37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3FDA7C2C-448E-FE42-4483-A80B6B63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AEDEB8F-3A04-7D8F-07DE-1221915141E9}"/>
              </a:ext>
            </a:extLst>
          </p:cNvPr>
          <p:cNvSpPr txBox="1"/>
          <p:nvPr/>
        </p:nvSpPr>
        <p:spPr>
          <a:xfrm>
            <a:off x="1514328" y="-163253"/>
            <a:ext cx="6115343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IF/ELSE IF/ ELSE 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7395A3C0-BE46-7900-5AB6-1A8C27CDBA6B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if/elif/else digunakan saat terdapat lebih dari dua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 descr="Pemrograman Berbasis Web: Memahami Percabangan di Javascript | LMS-SPADA  INDONESIA">
            <a:extLst>
              <a:ext uri="{FF2B5EF4-FFF2-40B4-BE49-F238E27FC236}">
                <a16:creationId xmlns:a16="http://schemas.microsoft.com/office/drawing/2014/main" id="{8CC732BE-9044-9747-7259-47AB330B1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680" y="1031347"/>
            <a:ext cx="2383423" cy="3979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079D7F-9A2B-FD9C-0AE1-EE9DDB2E2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946" y="2284475"/>
            <a:ext cx="3370538" cy="206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90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6706B74-8979-C84C-4C3A-5D33BEA78579}"/>
              </a:ext>
            </a:extLst>
          </p:cNvPr>
          <p:cNvGrpSpPr/>
          <p:nvPr/>
        </p:nvGrpSpPr>
        <p:grpSpPr>
          <a:xfrm>
            <a:off x="-1110680" y="1956592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94EA0BEC-3555-352A-1475-346853678FA2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C7A510BB-954B-BA20-1E48-E8BBEC2E2459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0D647205-E184-5B89-5177-458C25FC7DB1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EB522AED-9C15-0A93-DC01-8C38394A3BFA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D6D98914-23D3-296E-BAC4-C00FD224E7BD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90173F79-353D-06A9-AB92-BC2F38F67F35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1C6756F6-92E6-93D7-E3EE-023C26A33223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5B61E4C2-2BAF-195F-2201-C56290C7A2A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78FD1E00-0679-B06D-EA28-6BADC44E089D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8E919900-29C1-AC41-9709-A073063454F7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BA77C277-A4F2-7E04-CD0D-A4E8E66CB7FA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365631BB-809A-4C45-A045-A5DAFAAF4149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AC628796-C525-B91E-F42C-5B8933D6BC05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5092DC85-D382-EDB6-6068-79791129763B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56DA5D79-2DAC-B640-FBEC-A6B0660C6B37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60A73A0-614B-FD37-A8F6-561B0DDA85FE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2BF8AE72-9309-4206-1834-53ADB2C1DA70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681AFA2-4F3A-D076-4921-0833215A2D7D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B1ED9BB2-87E4-2AD6-0B8C-B4FCEC7C0545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FBC9CDAF-B667-1EFE-CA02-A69E73297AD7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5DC1E74F-5197-FA53-F123-A82C0A485F65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A1996135-C215-FE5A-2D4B-DF4ABC613C13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8410D295-53D3-92D2-39DF-BED917134DA5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DBB93597-CE90-F0C4-4A15-D6065B85B4B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3DB813DC-168B-DD49-F3F9-B5750959AE5E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529ADFA-7E87-DCC2-655D-3E08F6E5562C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DF55077-225C-2B48-E40D-C6D47553969E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ADCA2E85-CDAD-3C55-CC09-C4133FB22FDE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B688F0B4-460E-F127-2A53-FC541C7C89A1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35BCE1BB-8B74-9B67-C818-AB6702833C08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66C7078F-4715-22C6-78DF-F22EB9CF0EB0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1FA58220-801A-922F-6C27-88DEB34F482D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80A614BF-9352-5C5D-4683-48390374225C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0C5929F6-B50F-899B-44A2-C7F3FF59FD1C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4337E634-8EC8-96DB-EE85-8FDD1C3253A3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CD0BC05B-88EF-FD9B-1D0C-DD5C639F155B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D9F29889-C48C-9F4A-6EA8-FDB69A650643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8F6FCC01-D3DB-1325-FD6F-519277C1C38A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C7FDE15C-E720-7986-9E90-528A1C6F19C5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B3DC0A41-AAC1-85A6-4494-7F19451CE7DC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3473FD3F-311E-48DF-2FCA-9E1F2C95C6E7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5F0502B2-3F29-CF35-D45D-5068FEBD0E22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A9315F32-84AC-E439-C287-CA79EA21BE39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35BA603E-A18F-76B1-57DA-8564DF485F2C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507EC150-5C63-FCE7-2BF3-3906680EEEE8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0294FAB5-321A-58D3-1203-7FF112EA7B66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A459FC54-EB48-B5BF-C3F7-5785A5F79A7D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669252FD-4535-34D6-BD49-7C39B164C333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590A561C-9B77-E4B0-FF76-256301C696D1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DA8B130-7822-3FBB-1E5E-A7F305C7946E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3BD716EE-7E77-9A92-00BE-BE75957CECD1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2F21BC52-AA46-7B13-3DEC-C1D0136510F2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6AA7640B-6AA8-2A8B-607B-AE4A653FACAD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8840608-A864-4170-CD40-8D1E06500D38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191DE32-C933-56D8-4DDD-4A1A16ECEBF1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B98BB163-DD24-0C6D-1ABD-0D4EDD53B33E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18BA9C5B-8F35-C9A1-9AB2-7246518EB610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DDA435E1-3F97-BC34-531A-11FB97F560FE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03A77C04-5E9A-5BA3-8AFC-ADAC98E3C32C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AA1B030B-C89B-0B12-3278-0A94BE9DB5AA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28186412-A998-505A-A34F-006CC877F458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FA2F1C33-C932-1D02-14F3-2A16F06A3EE7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718013DA-D6DF-B821-6CE9-3EEC842A23D7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47F0E782-CFC1-4A3B-F146-7D58DA4C10AF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06E607B2-2727-9346-764E-186015398AD6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4D6B439E-C4C0-6401-4169-D0839492C9A0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CBE4F233-DD66-EADC-37AD-B4DC738819C5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C5F79285-10FF-337E-9AA7-9B0B0BA809CD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B00638E9-F28D-55A8-9DD9-DCB40BC6A01C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774EE8CF-6DC1-5C79-9557-B233685A064D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740680BD-5731-F616-F1BA-375697EA9604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D09E30DA-20BE-9E08-D24B-136F8803F402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396D09DE-6E5F-5A40-F59F-194AE7FF59CC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F3F842D8-8164-A572-541D-BA17F03B36EB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629F3FEC-8EB1-FF2B-F18D-2C46FE158DAF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B3A1C598-D825-7A70-4B65-70ADE90163CE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193701C9-5D1E-D83F-96B9-429A544AF78B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09DD807B-F67F-AEA9-9B7F-CE8DC45EFF20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7F110B7B-BB0C-3C91-0B8F-47A666678D3D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1AC66F7A-5C65-10B4-5D87-5C9F5F7C8A4C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F368A61C-F31C-EC11-CF44-843CAA83D35C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24E4A17D-A9D1-F1E1-9C87-3439BEC3C807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D921A2F5-17C1-6511-0B62-ACA227C819F5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09F2FAA8-701C-1F88-174E-33CF9D931C7B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77DC36BD-D19C-7188-64CF-D6692709E6A4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3EA6F291-B58C-4A3A-D9D3-479B00D5006B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C45358CB-BF8E-754C-BF21-02C98AA4EA5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F29ECDBA-8F41-0428-7F02-2E467B91CD4D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802A9409-43AD-4C82-970F-6E3A23B36D16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38CAB784-F14C-7833-C161-3AA7646028A1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225A90DA-59E6-BB08-6F69-24D3AC4D5054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0C407421-A76E-28E6-B274-C823E253038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08F7360F-FEE7-2DBD-A572-2D29E2CEF50B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48187606-5105-AF77-7D3A-713879335A7C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2E6AA284-5361-C8DE-0B01-EB0A0D1FE511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C86B2DA5-98BE-531C-E126-9933207BDC63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2BB1E660-AF96-A8F6-9FE3-BF7A95869575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B9E28345-0B0E-0377-7B0D-DEC9CB2DCEB5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D15A91-DDAD-80D8-66FB-349885AAE828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DBD78317-8B9E-F407-0A48-7384CDA5C89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447207C4-6ECC-A978-B8EF-1A618B064133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5EE16D25-E156-144F-5981-16F70501CCF8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ABE47FDA-D57A-9C20-E586-36D0BCCA4620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6F304EA7-CDD4-AE01-A2E2-599BB13066F0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E00CF709-B435-A3FB-F733-D3A72D9A6645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F2217748-41BD-BE8A-3A1A-8B3D51696D27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C20C30A5-AD6B-4C84-8A43-005B1AA7EDF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32EBF105-889B-C09F-AA13-9132CCD0229F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98E6561F-9B76-26B6-BB27-2F13076AB2CB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6341B1E0-C9EB-E553-789A-62612BB10DA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7C78A691-0256-88B5-02F6-72F6AC8DE060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B5AC9E55-CCAA-55AA-39F7-9884AF40B2AC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752A7C2F-9BB3-C029-6483-BEF8874CD82B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196BDE58-B3FB-6ACF-0C53-BDD9C535DC4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15EE856D-D7E3-1C42-2BBB-56D52F396A00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E5AE66C4-7C34-9B93-E5AB-50544663F8B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76B9B196-8DAF-C716-0CC3-D83A2D1B2A4B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FBFEF391-7093-A202-A685-34232E4847BE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28EAE89A-ACE9-B91B-79E4-D76D5DE571BF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39536D4F-4B5C-E5AB-D330-EF03D4E320A0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107693E1-4D5D-74C3-B17F-C8570EA3430E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26F59313-E119-A159-46C8-9F326E0BE1C9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955954D5-DD71-1C5C-7C3C-B4F594F5AEF0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2E5EF7CF-3291-59D4-3E08-18E24A7F323E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347B0E9F-1D87-D873-D226-B178D9930590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5CF71986-3AE5-7113-B5F3-B3CC78644697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2731CBDA-73AA-1499-782A-F1A082541079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347C5D99-5B9C-B629-7FB2-DFE870923FAF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DC521D25-9DFD-CEF0-76D0-F6F801BF5B57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C42304CB-3005-EF1C-7034-8DA5210D1E9D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C278727C-3C4C-64EB-8ADC-F5462B578438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BFA0E1E7-07AA-FAF6-2817-110418AA4ED6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0DCDD6C3-659E-2A4B-AEC5-A34C5386C7E0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D28EAE39-8EC0-1DF3-BB8C-6F1E462FD702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0F8B8CB5-5B77-9959-29F4-D4D37C9BCE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F122870B-90C1-954A-2308-E000B2DF887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28051C04-8544-D8B6-2C15-6E8AA2742FB8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BAB190F5-3094-FE61-BAD5-FB0D771E4CE2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62F64B65-61A6-8580-5665-76A1516E8805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71B3A08E-CDA6-D25F-1A8B-B5B589D7B5A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0504D530-71F0-70B3-0016-9DEA6535F537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48F9F21E-7521-B9D8-592A-F20D7382F965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3E4D2A3D-D096-072B-7D07-271962582558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11ED32C5-6FF9-F1CD-A4A6-7E58B3E302C8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7CB71DCF-4BE8-BCBF-B032-908865A4263D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5222492D-325C-DF61-199B-A7F0C1CC6C4D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D6992C28-448B-A2EC-2810-8BBFDFF1EE3E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71D9EF5C-D281-8B7B-126A-A42A2265625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A0C0C010-3B1C-110F-B2AA-3A44A00A384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FB6E5A1B-882C-E0E9-88D2-34CA192B0BE6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EF768BD1-AD98-027A-2668-4AA2422D64BC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E2C03B07-9422-24B8-1A0F-8577A283EAC8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A30FE97A-6E65-B68B-CB05-95F153EECC94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692D2594-473B-ADB9-8CCC-0642A16EE986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4DB25273-B6DF-BC90-EAA1-8365021DDC6C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88E92CB5-EB3D-1CF8-07B9-9D458F7AE120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4CEC5B35-759F-82A8-5546-32C973F5CC17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82C0D30A-1CCF-7296-E1BD-EAAC39D4FA57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A352DD91-168A-2F1C-7892-3B0AE8FCBC7B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1941A145-818B-A463-F8F6-36372159A921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305F91FB-9856-B466-F313-219EC0687E8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5721C09F-69FF-BD7F-09D7-33414BD26CA0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4B916E1-2B5D-12C6-6536-FFA865E522C6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CED2A0F4-71B0-D57A-AB2D-41213FD06D46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785A10B-AF4B-A6E4-C820-D9E69D5D670A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9E70C880-9201-7B43-A009-C3A083052ED4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F3214883-45B9-6319-3360-F5BDB6DDE63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5171107-A492-F4D5-8B66-6AD9978128FF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D77679BB-0874-16E2-0176-6F344D2CA615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12C7C27F-1DE8-101F-A2AA-F8ACF9840133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E0B6E929-F990-C420-D20C-895456CCA8EE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6FB3DAF3-BB59-D70B-9C61-B4862B1B1EE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04ACE0C0-27D9-4990-34D7-072C360D3A09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672ED9AF-5E59-2B94-E231-B98CB82C2FDD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AE888878-0E9C-7891-396E-93116AEA17A1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49C02AFF-0F32-2160-749D-F030122FEFAA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42D2C6B0-F26F-7114-5897-E7B86568B01C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F917507D-B990-B034-1702-45A7C8585EDB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E89CAF52-E611-42E7-FAEF-651E9A510838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8605D66-E0BF-216C-6A5F-0C35610E1E9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FC883295-5E70-6A15-DA64-285C8EFAE87E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92EBD224-3A2C-14AA-98EE-2DB47C8DAF99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007E0BB8-8962-F093-06FC-9689AE446D65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DC2E2AFE-F289-A585-7257-7FF5AB64FDCE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6A29BF1F-ACA9-F01F-C46E-0896CCC17F68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66299007-7A71-2C24-3906-988C37059BE8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5F68E587-DCD4-335F-C4A3-6D527CFB5DA5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EC795086-1849-0558-E079-D6D91CCDC290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3A06537F-7AE9-5817-8446-DCBE7963E692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AD35450F-1BC6-4AE7-8DB8-C5272AB6881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9A5FED10-7FEB-A611-DCEE-20F9150F5111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129B1872-4E13-14F9-E6FB-3FB3A30AB320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B384C4F4-545B-6E04-2C43-94755B144606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160D4988-E48F-19DE-C227-E8F8C179616C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CF70CD09-21AE-D244-0641-ADD4B25FAEB1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9120CFCC-E4F0-1BDB-FB45-68A3D7E8F8FB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11BF0D8C-9447-765D-9231-FD7D1A63BC8D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75E992D6-EC67-8C4D-D5B5-92D73374F30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2BD3AE88-B2DA-DD50-729B-221EDF4B9358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A9D4EC2E-2E4A-B4E4-32B2-864CE1F38EED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A0324B23-2B6B-A6E0-AE84-FD3316A14D5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9A7AE650-1FFE-4931-3D15-3036E3B4F3EA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126F4AA5-284B-5A18-74D7-114DC7CD582F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55B13B6-8DF2-17B3-51E9-EF92D6E23A72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92178FC1-FF75-A951-4C16-DB98CB351F20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E3B3B0CD-8509-D096-5A7C-5F0EB35AABD3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BE21F715-D9D9-24C3-5AFC-3ADEE02528B1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F6264938-A2DD-39E2-5AED-BBCF2C4ADEFB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BBF73EDA-A6CE-A4DF-B283-53AF15BA3E58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400E779F-5C00-D2DC-B5EA-7F45C218D704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CB8370AA-9F7C-92AD-8C9F-04D860EA4E7E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B22F6AF6-EFD4-F14A-0B28-12AFEC8F382A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FF513140-4E3D-7750-E555-D894DE895557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C9DECB68-A226-4DDE-E5AA-9A580D17DBB3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856B45E-2E89-0C76-460E-D24C98FE3700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B03FFEA3-B421-655B-391B-6C9A612B0206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3B1A4689-BD94-825B-31F0-8E742C8DAF1C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89F06AE7-12D0-49D5-3688-3A65FA66F807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C2A5A698-9FFC-11D1-44A7-4CCDE1413AA8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D8388165-A728-AB5A-181D-78B48A03481D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BFD2328B-A3F0-470A-25B3-2EE1304A3C4A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3ACB9675-49E7-5C5F-6175-8B750D748264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5EC5A7-ADFB-0DCA-EB2E-A030DB9EC29B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1AB868F0-16AF-EEBB-CD8D-BC8D4375251F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4AD2D9DE-3172-FFEF-3A3F-A234C60B9E47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EFB3C66-83D0-D393-CC7E-7C5F7FE8ECB9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A016497-4254-FD32-F7D4-1D9618BC5927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7D7D6F95-2C67-A994-0034-953BB96B0DB4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063E6467-133C-2841-15B9-30513F2943EC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6C6702F2-4FE0-8388-51E8-DEFFEB83C29F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47BDAB22-9596-DF11-E14A-B2A7166F3D9F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FF913C53-77F1-3488-1D0C-D7381C049D03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C133EE7D-A25A-18F3-1299-6FF5E6509A82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70C2AAE0-FE46-2815-9ADF-833877F48BAA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67F42D16-783F-D451-B8A8-B2CF94137ADD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2EE3DF40-A100-FD94-2822-94D6F99F1CA3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DD08AC45-63E3-B0E9-FA09-76A01420DC4E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C83B7B91-4E60-B66B-D6EF-1707EBB8EC4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842712E-87F8-40D7-4FB8-E03B3582A777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0D2AA8FC-8793-6981-D1CD-399883ED6354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15B4AAB1-3EAA-B5B8-B40F-7B1522628910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926A9F35-A888-33B2-7AB9-25BED038EA40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9EA497E0-E1C4-0AAE-BE07-8E5361F36884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9E77130-7923-48F9-CBAD-63B9AA457EFB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9BE1E3F9-5D81-723F-5E19-D9CC7339CD6C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FAB43C53-48EE-D045-9789-93E2A54CFC81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EC1F27D6-39AA-7EFA-937B-B210B2982926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205DD605-51BF-07F9-E55B-1AC88E4CECD8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1DAE9B72-27BF-8ACB-1484-C8736CDCFAEA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C706A4E4-1ED6-2325-756B-E7299ABD81C5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C88F79D2-B651-47FD-03E7-7E260BC5928B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4428C0AB-1504-C8BC-A3D1-833553CAD533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8A2A10CF-E7D7-710F-0B37-FAB33734F1B6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9B5BAE8D-C5E4-34C0-C2A6-E76ACE884D5C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0C673555-1B65-7C4A-F8D4-81561C70086F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0E23C092-AC38-9A84-01EC-D06914BD3C72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BE1DDB31-DF71-BD15-CB07-35B8106CD33C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D2740F73-116A-3863-4E3E-DDF8DB7E8554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9FB665B4-3890-26D6-3D2C-2BBFB770AC67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A0799DD7-DCA3-42CC-A1E0-D190CE12506D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63A816F4-E8D0-1821-A523-807D996FFE31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5DED4C70-AAAD-F419-6900-873185B0A491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2E9BAA9D-E2E9-1F6A-DB2E-5C600D1A7A7E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08D578C3-E8DF-32C5-4926-C3340223AC47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AB0980E8-4301-A8CB-E1F7-5C9990BE041F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86ABD08C-E27E-AC15-A9BA-26AC3B4B3B8F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D01BB529-3125-F560-B384-3CFC31E5096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E1DDCA45-2DBD-764C-1A1F-750A9252BB48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86F8743E-F120-382A-8660-267B4802CA38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4FB0837E-10C2-FABF-C3EF-9670421B55CC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4553077C-083D-9603-DDA8-C8261B94F6E9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6B9A8589-4E8B-A61A-1DE6-3396FF95DB8F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83F4570F-3334-FAB3-8CE7-DDD5E6894795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06F98C83-CBC1-2DD2-4E43-F9BCA16FDAB5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29030252-06BD-4778-B06A-11673F6A691C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32D86C17-705F-292C-CB4C-FDF28CBD707E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7B0EA84A-89B6-1811-1295-B1127EADF927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32680363-D1D0-E4B1-E6B3-C7351B259B9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23BDA915-4D91-C17D-BF7E-7824E714EA98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60698C53-0252-4D74-A14C-2F6EDD9DC915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33F62130-ADC2-51EE-2C72-83112C284A9D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B20BCBFF-DA86-9310-0435-C2B4EEB7E958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5AF90D1F-BFEE-D7EF-463D-D6981D65C2EA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A251BBB0-2176-19A0-8371-2EA305AA9AAA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FB08BAC4-CD88-4CDA-1B4E-03C07020FAFE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54C515A1-5E45-151C-2001-497CF9006AC9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FD8B6AC6-8A98-BAA3-4B77-7034815CB849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0BE566A1-3A9B-0B0F-35A3-FBCFC807AB47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34ECF08E-0EF6-B5AA-1349-02BE4C477BF0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FA9801AD-B397-2D2E-37FB-9D0960110540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983886CE-7330-20F9-C1DB-CDFFA2BE3D1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45A979AF-C435-3B89-AED6-3A6F7458A873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C3DC547E-DE31-127A-DF8E-39A1225C19CB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F5F8EEEC-1AD2-6389-2D4A-4282DAE65440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1BB033E8-9AC4-D364-F829-84353A311B8F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54058E52-AC76-52B2-2D9F-C3D24D35356C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ABDF092A-B59F-4AA4-FCC9-57A224771752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E0551B4C-BCC8-F035-8AB3-F93716016BE9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E273B8AF-387A-18AC-CE50-D7B7F38F6F7C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CB896574-9A86-0093-DB2A-171DD883E7D0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FCB38D2B-779E-664C-ED36-F55DA0BA0B88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33061631-FB37-B7A5-316C-8AFED526C1A1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00472D8E-20CC-16D8-F4B2-D325D8082E42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00413290-FDD9-F8DE-C1F9-616DE063215D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78DA5900-F620-F0FB-9B2A-041CE8C64BA0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514C3008-8C8B-C7D1-12C9-22A017F7AE1B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7BDA735D-EDA0-08D5-AB01-BE2C7308BDBD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315EB0A0-9B9C-2F34-6346-D4AB5FA751DC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08CC5E1-01F5-AED4-5473-3EB6A70EF4A6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BF4E2CB1-63A7-8723-1570-16AA518E9817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FEDA8630-510F-6402-B6D1-EF9FAD2C1DF2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95D0DE8C-550F-1E37-6F43-09DC49FCAE0D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E2D1F51B-C456-B979-3FA1-8AE149E21402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CCDA50AE-300F-03F1-23EC-5C0CE1A23F2A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4B3F8BE8-7624-55D2-BB79-166164921945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54FDB451-B90C-8850-A0C9-670AE958D56D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69B1E91D-7A8D-E1C4-2034-611D87FCCAEF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1C4CDEE2-E9D5-4EC8-2477-A5BDE68E96D4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B06AD12E-AC31-81AB-F660-F6CA277C7028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C7F2E117-B7BE-BF2A-6C5D-1DA0E3DD4169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D0039446-879C-568E-DB7F-9A3E92EBD44D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72E8369F-0CE8-E5AD-F5D2-9BFFDD90B6F5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49660290-18EF-7FBE-94F7-E404A18EC8CC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EBF9EFB8-2008-2362-181B-049D23C38251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9F76E5EE-AC92-6198-D732-AA895648CBB0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BFB69B36-076C-09B2-C12C-5A8318C6047D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F4BFC04E-FF12-3195-79CD-C196A1D431B1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451BAEB1-BB63-E721-D87C-AC6FD9403C03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8C9CD31D-D785-0F58-B921-ED5CFEC8B58A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3AEBF969-B325-CADC-91BB-55974996CF88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A414CA8F-EF94-51CB-C6A7-12B0019EDC99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BCE82496-765C-6CA7-C106-C046781DCE4D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43AED9D0-E8D9-EE7A-6CF1-09AC7E739C66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E521246F-5CF8-B353-04AA-DACE6B98650C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D34200B3-C5B6-1EFF-F6E6-25EA63A694BC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AA6A5B0A-7D68-6C5B-C9B5-AB56CFBB9943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DF616845-B79C-6A06-A756-82243B21927B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28CDB608-9013-0948-A221-8C067C8B35B8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B8FF3EBA-8D45-5D87-B0EA-03C2F5C3F10C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344C5A4A-8D67-C67D-6CF2-782ED758FC3A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8B4C3EA4-34DC-A617-5FAE-5A2C5501FD16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BD729864-8401-5499-4958-605256BFD8F9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560FCEB9-3A27-7BFC-304A-DF0C8DB7869B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F9EFFF7B-0DD8-C957-3CCB-21C669A0719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AFDE8C18-33A4-32FE-8AD2-13EB9D4A5739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2DADA930-2D21-CD4C-F9BA-4ABBFC2E54B5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4EB7EEF6-D43A-C861-76C9-944C1C2CE4B9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4394BAE3-8F12-CE3D-C219-2B5666B587C3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1BD74D94-39C2-2B57-43A2-F426DA76045C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A18E1319-ADF5-54B4-AEB3-4093F8402E1B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9F1EE52E-AAC8-0659-85AE-926140B4048B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FBD1B56A-03F1-A118-4AFF-042D6885E883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D572AEE6-F989-4EFF-42CF-594BBF4C334D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41480DBA-4C27-417B-3BF1-3C047D48A07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2DB1AC02-C2E9-7BC5-86DF-2BD8FDDD65AA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701D75EE-B1CC-0BD2-F97F-4F8BC7796876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BD8CFF62-2BDE-DA22-688D-89BCB861BFB6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C6E5AF23-B153-157E-831F-1AB7F5347AF1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5E316311-13EC-414A-0EB1-CE788BD2BD2E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B0D79FD7-E3C6-6462-DB33-5E0CEAA0D925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F2F59F05-50E2-C738-72C9-EF978F7821CB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4B209C6C-2244-87DD-6B25-A75D54FD1F86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E9A422CB-393D-C844-FB2D-CF033D40C453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BF5DAC20-50FE-D0B5-37E1-A62234A90467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B83F7B23-9DEF-BA56-D5A3-C404CFC32576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736EFB6F-75B3-F551-99DD-0029F5655B4D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E31E1FA3-9370-9150-5FF0-EAE4538BF642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090BA03E-40A4-AC71-7568-B3590280D6AE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3D4C44F-03B5-637F-86B0-0FB37ED4028A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00DD6DCD-034D-897A-4086-1627DD07636E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06C57460-E1D9-D53A-85E4-DB932A04D479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FBF7A9BD-7B5E-BA54-94EC-FE1150E65408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9AB51C18-9BB5-8C96-C529-69FFAD8EF376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91A30C27-F508-634A-F642-8515C32941DE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D81C7A5A-A1F5-75B1-964C-A7657FC82486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500ABAB-0D01-C2E7-C9C7-B6688ED71DA8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32874227-7688-A8E7-F541-5F4BAB55E082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FA47E6EB-03B1-E49B-3B07-42D479B3C2D1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03892F95-21BE-A586-029B-2560A0241CA7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13C4F3F8-7403-E03E-A232-FD8221D0649D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25788681-3CBB-3736-7292-80241519C579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AB50DD60-E1ED-3CD5-5BA4-AF8691A35E64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C5A46D7B-28B1-DC58-BC2D-6ED38131429D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5F443A5A-E168-45F8-0663-1FBC84DFBDAB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74EE83B3-74E0-0655-E5D3-5AAC2917DF5C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4D649A4B-B4D2-2A61-3497-385C2754B010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BAEE0D4A-5DD0-6AAC-5A71-58FC75FF87D2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E9FF1C6E-9BE3-F059-D097-D47CD29EB295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4D9612EF-D32B-0983-338C-9B486B08406E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0E6F382C-F33C-A519-B643-01F9DBE48481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6227413A-AA8A-2980-52A3-11BF39FBCD74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178FCAAE-BD03-9365-4255-F1C922E617FC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587F30AA-A2F8-F899-27CB-6972CEC767F0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FC139BB2-1BB6-EFCC-B4BF-A4DE9F8FE628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2AE16B37-63BA-0F51-F601-47071E1672D4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E5FD1733-E505-09DB-5EC3-3138C80EB95F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1787BA9B-A2D7-8621-D6B5-940934D634ED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18843C7F-FD36-9012-A070-8B164D117EAA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52A080E7-BCA9-FA8D-038C-D11895AF1CC4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5DCB4AE6-D04D-095E-FB62-85DF76D883AC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9DCA8D08-2447-44B0-AE24-120B59E23BC5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9A7C5185-1AC9-D700-7706-D2D703D55FDC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C9090D0E-989B-6EED-91B8-8E23F4E3A065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A98D5AD3-CE02-89A2-56E5-32D959A1A648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105B768B-C263-BB4C-F0CB-960ADFD775B2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5EFA11FF-001D-D007-57ED-18834F10D851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2E13AD3B-A838-537C-7A17-552E899514CA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980BFFCA-E963-213A-696B-2435D624D895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3B2CBDCD-246A-9C25-DCB3-968FAA9FC802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5833AF85-CC88-26B9-BA53-4116736D7C8D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7A32B916-6295-D521-D086-49AC6BA36DA0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438661A4-BC82-C575-01F3-E2DD19DF30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D74E6387-9992-06A6-23FD-EDA2D9C9E28A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A1E4A407-679A-EB66-9353-A2321D875E87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C6319FF-0DBE-A652-57B3-7736C6E3FB96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42980C0-B04A-DA32-BC76-5660491D46A0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C943F8AD-0E80-9FF4-241A-0CB08ABCCE6A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849719C2-A9F0-E03B-60AA-AE7F7DBC7DBE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57CC581-8E07-A580-A3CC-002342B2CF3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28C6E15F-E457-9301-9EA7-F6848E608CDF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C889DA4F-88AC-483D-9F1D-BD5AB891476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7003EA6-411B-9154-7BCF-C5F631E0D79B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83D0ADCB-106C-145F-2525-E14EB00C8A50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C20A4A76-06F2-B087-C968-3522B4CCFF69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B0D7F8CA-EE57-BC4D-263A-6E9DB5559209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05CBFA0B-801C-0A31-D6DD-F21756F1501D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BDC492E8-2A95-6DAF-DD04-B1AE3CEE0FB7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E7ACB1B3-3ED6-C319-6D65-0810618A0ADC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94CD273E-4F50-BBB4-6F44-32BA76CA9F4A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32283EEA-6553-4C98-BD40-54CCADEF46CC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A09853D3-2C40-AB18-1716-00E91BD00C2C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A7FC2CF0-442B-03E2-3557-ECEC0A371A87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7625BC7B-7A46-26F1-35CF-AD2B255A78D5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1D91F179-C0EC-AABD-4869-8A19660842AA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814F3F6D-6B9E-DD68-EC8C-DAD92782F95E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0B1FEE9B-5D9A-E8F8-D75F-1ACC2392BE9B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B4A8DF88-2714-987A-F900-961354B8B122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16DBD7D5-303A-5675-5E3D-372EE7687F6A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219600C4-A97B-8BFF-472F-0B739EBD120E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99E7024F-AAB9-2615-5AD6-EF6C8AE9E5D3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E46913FC-A77E-2146-A681-B8914E129EEA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7FEE23B4-4A7B-68A5-8473-53F4B6D53FE5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5BC60706-56AE-0513-DF71-EAF20ECA0EFB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51FDF3EF-3078-AB10-6652-295017B7A59F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EAE17AA6-FD97-ADCB-E80F-85789CE8D6D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CF37BD45-EA4B-D05D-B611-7FADE28A7D6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3DC4AE26-1266-4411-B9D8-DDC5D3CCEAFA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E0D68302-6C2E-1530-4241-CE707C3409CE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E08A6FE0-4844-F610-5659-40EE4CF1EDE0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AF330D1D-581B-3EC3-E911-9892ED314F12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E29E09AD-A4D5-1492-60BA-3B570B99F109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64F8E00-FBEA-2F75-6AF8-F5BDA11585DF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1AB7B9A5-8C31-C9C4-43E7-55BD1D6ABE73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B41AAEA5-FAB9-C34B-C243-A5F1C3BDFAE3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23261F6F-A2AD-C8F1-7C77-5EAE18181549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5B1BD51A-2C83-823B-ADDA-1A7B28621169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B8569923-4D26-876E-28BD-789FE7608EA6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06B5FE11-4C0D-46C9-BA38-F4C6B7F6F1A2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9ED4EB9B-225C-93AF-48C7-EDF323F0FDE6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43CD7493-E1C9-F23A-C118-0225A1394FC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9EBCBB12-49DA-F72C-A271-4CE66EC64305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E4EDD6B2-108F-6D08-C3AA-10A417073147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3CE65E7-39C8-4239-F4F3-39A434F26E0C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80BBB2FB-2CAE-A334-A55C-F5D058B5E78A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CD13F27B-9D94-2AB0-FCA7-BE3433BEE6D8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D46C4F38-74E7-4235-2FD2-79F7514FB57D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80D8972E-3178-FD81-CE75-AD1A9193A744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5637E7E-3965-34E7-3D03-D73331388EDA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FCAE218-8028-E7B2-ECA5-EA06A4081887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EE59EE0E-FA0D-F987-67C3-B523E7BF156C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D23EB480-98BE-C837-3629-9A464E97A083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ACD3F6E2-6CAF-A18E-35F6-EFE1BF9E36AD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C2401D66-E457-2113-1583-2FFA4BDDF422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0F06BF32-1079-865E-D21A-8219EE5C03DE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CF302F32-A246-BD45-D53F-7C5187783201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C79B87CC-7C73-875F-2726-BBD8CCE4CCAF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670309F9-5D11-5516-D524-60EA74747683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51A03955-FED3-75F1-B126-818F7032A5E5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51608987-4D8D-3AA7-1EA3-B1B67B1E3FE4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D5CE8ECB-2D03-0A66-28A6-6695B8FB4877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A2979681-E202-8BE8-C26C-25138F7247AF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F7026DB8-0337-6553-BD00-98252FF5C1F2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511BF141-37DA-166A-FBFB-88D8B67F2277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036C08CA-88CE-EBBA-43C7-CF411F2882EA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E8FBA8BE-A97D-F897-0023-9BE80DF53C96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EE654D7F-B5D9-D9F8-212C-0B79A0F85E9E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4176AD4-734A-1D0A-8360-F97CB6D385F9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9DCD2830-6E99-4823-E126-B9257EAFF2C2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/>
          <p:cNvSpPr txBox="1"/>
          <p:nvPr/>
        </p:nvSpPr>
        <p:spPr>
          <a:xfrm>
            <a:off x="710250" y="490501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Aturan Penulisan Percabangan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BF56F6-09D8-A80B-D04A-125517CF0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875643"/>
              </p:ext>
            </p:extLst>
          </p:nvPr>
        </p:nvGraphicFramePr>
        <p:xfrm>
          <a:off x="1683488" y="1626788"/>
          <a:ext cx="6439786" cy="3398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893">
                  <a:extLst>
                    <a:ext uri="{9D8B030D-6E8A-4147-A177-3AD203B41FA5}">
                      <a16:colId xmlns:a16="http://schemas.microsoft.com/office/drawing/2014/main" val="4258100152"/>
                    </a:ext>
                  </a:extLst>
                </a:gridCol>
                <a:gridCol w="3219893">
                  <a:extLst>
                    <a:ext uri="{9D8B030D-6E8A-4147-A177-3AD203B41FA5}">
                      <a16:colId xmlns:a16="http://schemas.microsoft.com/office/drawing/2014/main" val="1093767165"/>
                    </a:ext>
                  </a:extLst>
                </a:gridCol>
              </a:tblGrid>
              <a:tr h="3398356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benar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blok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if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harus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diberikan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indentasi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tab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spasi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2x.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yang salah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Tanpa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indentasi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spasi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/tab</a:t>
                      </a:r>
                      <a:endParaRPr lang="en-ID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106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BB36A6B-B69F-8F8F-8289-6B8F18904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55" y="2198573"/>
            <a:ext cx="2266321" cy="806420"/>
          </a:xfrm>
          <a:prstGeom prst="rect">
            <a:avLst/>
          </a:prstGeom>
        </p:spPr>
      </p:pic>
      <p:pic>
        <p:nvPicPr>
          <p:cNvPr id="2713" name="Picture 2712">
            <a:extLst>
              <a:ext uri="{FF2B5EF4-FFF2-40B4-BE49-F238E27FC236}">
                <a16:creationId xmlns:a16="http://schemas.microsoft.com/office/drawing/2014/main" id="{E1661B45-DD8B-9725-64BC-A749320C6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891" y="2166676"/>
            <a:ext cx="2753109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30719BF3-C58D-5199-BF54-E3B83909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46AE6229-F8D8-775B-314E-ECE89AB98A67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Flowchart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8220A9A2-18E7-7662-75E3-41BB8E50E622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2FA3669-5E24-4AAC-25C5-3D7AEA21DFE4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EEE7E33E-EDFF-3620-CF55-722563CC01E8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9892FD2D-E126-B1CA-5BCE-B921F0D7D83C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3A19A0E1-86E6-58F6-007D-D29D049443EB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29B2605D-887E-4B0B-FA65-5F4FECC15FB0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0A2FB9D4-9C5A-0B9B-CEC1-1F5C56AC083D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7C486270-39F3-3647-9D75-E616E37FC3A7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7EA88DF9-9DD5-7104-3D21-E6F761A79C0B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15CE6E6E-896E-05E0-1DA6-B2F575A383E7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D014A5D7-57C5-E31F-F2E3-A5F0D5CFCA79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E71E03E7-4321-7FE5-71D3-D8E2A045501D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EC314402-A120-C40B-4F2E-C3834EBFA91B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4B680F8-13E1-7A5E-2895-EEB2A66A6D90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4CA1029D-7215-6E10-9728-5984D0A1D1B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14A6DC27-1E0F-5CB8-7105-D856742D209A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E04B3133-8F1E-A1C5-12FD-C9DDB20A7605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8481DF69-726A-888B-79FD-770A32553047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CFCA5305-C200-9613-ABE7-4E2A0806BFFA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924591F8-73A3-0434-AE4D-250D105C29DA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E5669A0B-9494-8E9F-0B79-F79EA45556BF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1784BBAE-7A3F-CEFE-5E40-DA4754E9CD9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CE1E7524-4965-B521-23A3-D0E01BA9E39A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45A994C0-F3C0-E61A-8DC9-DAF606BB8D80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BB1CFFF2-27D3-74D9-B7EF-A8FED0EB7CD2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629B48FF-1480-CC43-8CC4-CCDFFBCA69EA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9CB5529A-18F3-C0E2-A258-D9032288E159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F6831163-3248-4A36-F538-61ADADD1B18A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EB6CDD75-1A35-5192-4FB5-7F84095E717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5B25F9B0-A68E-486B-45E2-1CA5B4FFE4F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F82844BD-6DEE-F542-1A9F-CD6516B46A3F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34CAB03B-BA9A-D142-E6EB-C9F1EBB137B3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8A1CCB7A-E1CA-108D-B98E-639F5C5A1F55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FE6728C5-0DF0-6729-BB6C-C87BC8EDF57D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9B18C8F7-6FAA-58BF-EDE1-76EFDD1CE53C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D05D1F80-3C75-3B87-6C62-624E3EE0DD29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E0A9BBA0-91E0-4189-18CA-76F45D0259DE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F4089606-50CA-CD80-85FC-10751063D6AC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6EE3C0EB-4B4B-ECFA-2F9F-71BCC4B3B4F5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30A82001-0762-0EFA-0DE6-DEED104E4628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0A4EF26C-33E7-90C8-CBB6-0B8EA0073C3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667BC6B9-A6BF-C98B-AE02-B5563FD0CEDA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8AF273AE-0C88-E397-2BA0-A4FDFFE2C8A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858B3CC-D90A-C92F-3342-F4203026030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5F62D421-D4E4-40D3-C0A4-39601106CD3B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CA2827E-825A-D724-0218-78F2C93231C9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23209098-491D-EE61-560D-52F9C3699EB7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BD6784D7-0DAD-1AFA-255A-5838C19917F4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05EA59F1-1CF6-CF65-B71B-526F8A153F00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56539A7E-F606-BB50-E212-CAFF36FB9A5C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91066D0A-0E48-8909-9CEC-343FD50A53E9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A0FAD03C-01D5-65FB-A58A-9F69255DE066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551FB9A1-531F-333B-7922-60D758F7839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16CC3BC6-6E23-EBBB-2061-7DE2C13237E5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2E311073-9914-863E-3129-BEEF9DF0373B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E6B98881-2781-3C10-25FE-9C4716B7C9B7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A6F1934F-AC71-3020-42BC-98A6C908640C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4540F008-2EFD-4AF4-3785-702F6A8CF8DF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34751AAA-7A06-9B3A-2D4E-94B61726AFD3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B7842A33-A12F-F834-9EDC-5E56A4030308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91E7979B-5842-7DCB-091C-324139C44203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62F6874D-8BC1-4A4F-0FDC-F685401539E9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1CB9AEAC-CD21-EF29-2E98-4B3BD80547A7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3CB52757-6C39-5747-C6A2-3D38D7F4EB6B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5CC8BBAC-9B04-FC48-D15A-8CAF7B8D42D6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177FB688-1806-638C-DBA4-84264E3DCAF9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75B5C3F5-D339-F1F0-5811-13E53CA6AED2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CD981F86-C21B-A4ED-9F44-1083C2FAD8C8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D3431744-AEB4-4E4E-3CF0-E8B9B4B034EB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53974551-FBB5-4C75-3F2F-11D1D012AD2A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96F0E198-1ADA-E667-9D3D-A471F5CCAD5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79AC7F23-F456-D5FE-5CF6-9471A0164952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75FC2A5D-2C83-096A-6C79-70E481A0DF51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F0EB046-FDF7-49C1-5931-98F1464AB90D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B95D284C-C858-4449-2A9B-FC0CB85F215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C22264B9-B4D6-C5A3-BDF9-81BDA95161BD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623F5195-C319-E1B9-03EB-29A712EAF4AB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EA542CB-424E-55A6-69D8-A08101D1C3FC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15411D62-5AC7-FD87-BF7E-87B5CCED7126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A4A52CC0-2A8A-6F7E-B342-5E8A2024438F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EBEB333A-EAE4-99D2-0CEC-DD2B77170D0D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24B9F86A-1634-6D24-980A-4C3CB7F2C967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7B36B120-86E3-38E3-D073-CD8D93BEC895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7FB477BF-8BC8-176B-221E-D904C0936650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D7927022-D0C7-3B6E-0B96-A690EDBBF78B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9FF23A4D-7F52-3EE9-8B10-CAEAE55C9672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15BD1A18-4E6B-95DA-9BB9-0D533425E1AE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52BEBD55-90BD-47A1-921E-7923A0B9FE8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8849B795-7DB2-215F-E923-61A40884BA17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5F9C44A9-4036-E45A-5EFF-E3F53AB717F6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5BA65323-F302-0D4F-0266-A812F78203E3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AF3C3E17-7568-0F69-FEE6-F033695F5B91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58A8ED2C-ADF8-F90C-4359-9B2E175673F9}"/>
              </a:ext>
            </a:extLst>
          </p:cNvPr>
          <p:cNvSpPr txBox="1"/>
          <p:nvPr/>
        </p:nvSpPr>
        <p:spPr>
          <a:xfrm>
            <a:off x="2871362" y="1460678"/>
            <a:ext cx="3401276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/>
              <a:t>Diagram yang </a:t>
            </a:r>
            <a:r>
              <a:rPr lang="en-ID" sz="2000" dirty="0" err="1"/>
              <a:t>menampilkan</a:t>
            </a:r>
            <a:r>
              <a:rPr lang="en-ID" sz="2000" dirty="0"/>
              <a:t> </a:t>
            </a:r>
            <a:r>
              <a:rPr lang="en-ID" sz="2000" dirty="0" err="1"/>
              <a:t>langkah-langkah</a:t>
            </a:r>
            <a:r>
              <a:rPr lang="en-ID" sz="2000" dirty="0"/>
              <a:t> dan </a:t>
            </a:r>
            <a:r>
              <a:rPr lang="en-ID" sz="2000" dirty="0" err="1"/>
              <a:t>keputusan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endParaRPr lang="en-ID" sz="2000" dirty="0"/>
          </a:p>
          <a:p>
            <a:pPr algn="ctr"/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proses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program.</a:t>
            </a:r>
            <a:br>
              <a:rPr lang="en-ID" sz="2000" dirty="0"/>
            </a:b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350370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6DE96BA1-2749-45B6-9126-BFAA07BA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265B2A2-3ED6-7CFE-73F0-E3B2C6F16299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Simbol Flowchart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47C050-3C7F-E80D-4DEF-CBCC115F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424" y="768201"/>
            <a:ext cx="6181151" cy="413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7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A7923026-03F2-DB53-751F-B37755A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71474F5B-D1A4-E5C3-0341-AB305F767A1F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Tipe Data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E5A7F0CE-0A63-6655-6746-915FE0074351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02713033-818C-4CB2-4451-105CB6B9458D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E0C33EB3-54D3-D74C-F473-BE5C940D20DB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E599C240-E5E8-A3A0-A28B-F5E7B470BA4D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075E9F3A-6456-05DB-85EA-EA04A6B7BA0E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9115B886-C019-54E9-3395-160B730D598B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677ECF96-12DF-6B93-C6F3-6C517ACBAF27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2B1D5582-4A6B-AB91-E760-04B1C9FCCBAC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B3E1DB8C-3732-0B60-0AD6-8EB34A2A475A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5A7F1466-650A-A504-B051-94FF85E42C8A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0FC2B09F-E302-9FA0-311F-61748516C49A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AC6A816B-545A-9EA9-59BB-B38BDC105E1C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5253DC40-5151-09C6-E8B2-AE39968DFDB1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42A7750-88B8-31F3-7449-446C57C756F6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CEE3C706-9F24-EC68-7082-6259FC80E0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B3251D0F-90F2-B50D-5136-44830A605842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A8C7DA19-E931-2946-0E64-6DA619AFDD17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643AA12C-B223-A39B-0924-BDCDA731C7C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F08AB0D7-EEE6-D48A-FCCD-7A9E67F4EEE9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D26C6D4A-698E-0BED-CA1A-B42F8C92C79B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97463BC9-9CF8-01CA-D70B-8584AFA2B310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1371C633-9F51-7DC2-A77B-B8724DBD692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36568875-ADAD-7C96-7B5B-FB6B6851B0B8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666392B3-F13F-86E1-A3A5-857B3424043C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58C800A9-1600-5A69-546E-67A3E5EC4A7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8BCD1B42-F688-FC22-DAAB-B5EFC78D6652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AD0057F-74F7-6D63-D6D5-AD62D1EADE1C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F452FB4C-5AB8-4147-62DC-E780BDE071DD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C4775056-8B24-029B-3D6E-44766DA9B5BD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37F4D0D6-6FB2-E2E3-BF66-0B8646EBC185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11392CD6-1217-1229-B8E9-7835BCF7EEB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C8C0FAE2-C0A8-5A99-73F9-9C5DF864D7F0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437166A7-B074-CF44-B9DE-94B8E81AE38E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0BC17BEE-A9BB-E1DD-0520-6F9E286571BE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0CBD7002-723E-CB51-607C-9F6C7DF9A8A3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23322ECA-3A03-E6FF-6254-97AE39C4D6AB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D862851-F083-9719-2840-5A47792D496A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9D575DD7-9092-5BAB-3B34-5EAB50721956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3F91060E-4E34-8DA7-35B3-37E4A1326C33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CCFD4296-37C9-DDBC-35EC-83E7787B44E8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898ECF9F-D656-4C05-5A14-15EF4CB9491C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40406C5F-A7E7-C9A4-34D4-830F0672F74A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DE487C58-FF06-B927-79FF-C91FBA47882F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41203FC2-C3E0-A62F-3301-D11272D6CEF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DE12CE7D-0F61-CBDC-9790-D9D107B7A215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9F260394-47F2-D8AB-E6D5-E00FC0320009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0CC8C65A-C1F2-B52D-0E52-3336CCE41537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93CE0CE3-522D-29B3-43BF-F5A9F37B8EA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FAC5FDF6-972C-E2BD-8265-F6DCF48A849D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75863D8C-9697-6957-96E0-7F29FD6FF214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886820E2-9431-9E66-2CB2-C9FF853243B4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3AC4B93E-C288-17FC-F326-24C993B1081B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18C057C2-BA86-F7A5-7521-303945391049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F12BF94F-B6DF-FE32-37FA-42B6A50CB659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CBB8489B-EB33-6DF9-615D-89361D678583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75730B88-FE31-4B07-557A-EADA73BFE377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44F4ADB8-A9D9-404A-40F4-C118CC34F7EE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77F4FD9A-D220-ECA2-3A2A-4EDAAA689A9A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49190D92-E81A-689F-61FB-036113EEF0F8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19E0F631-6677-1549-E972-CEC24BDBD901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A5C8D94E-A658-E208-5835-C6C806AAC9D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D4152B67-EC18-BD15-9067-6A77C3CE4DD5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5503493B-274D-939E-45BD-E9E8DB98C36C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4BC5A582-88E8-DB06-B709-18B0794DB8E5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C4ABCD5B-435B-A1AE-4A6C-01EF61DD44A3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8D062313-78C7-4EB9-3DED-2D3B6E20E329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BDFD27C5-CF62-8F60-9D60-5E1BA0E7F65C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9341E552-41EE-2AC2-B45C-1E93100EE3CA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F780A4CA-FB0E-7AFF-AA55-394D172D0D35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01765030-BF1D-2426-69A4-9CBB5C9ACCB3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1F8FAC39-07A9-6BDD-6482-C63036471493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FB64DDE6-5975-00A1-51C2-F2A2CA4BB7B7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86FAE70B-D585-ED46-8082-3625A630575C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010A198-04FA-BBC7-9E22-CFEED14ED6CD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786F8EAF-5984-DA70-CB90-C65FA2DEABA0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BD472133-4A9D-10A2-2DC3-C1F541DB49E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864E8D3-C173-9A2D-307C-3DA8AE2E1947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BD7717D9-3B01-3B62-3247-41DE906DD479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E6E0E921-F19C-AE5C-993D-088D260693DF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AE65EA62-5741-7E43-0B74-F01675481E8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035CA025-542B-B379-34EF-C20CB850F9E2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78EF4599-0BB8-7F56-220A-797F82908E5B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1D7B31BE-B726-71F7-D34B-2FA4EA47453F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BE9C6F8D-6B20-7330-8226-9360F583906C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223E2E34-0417-1782-C39D-FF9B364EEA0F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44918362-784B-3778-A01D-9CB9DFE9043F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4195DD8D-BE18-D1CE-3822-8E1DDB2496C8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6BFA36C-6C2D-2731-3555-A608270AA89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2879975B-7EB1-83A1-1B35-E81F83BB934B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DFF7D32B-B5C7-A7BD-D9AE-B3021AB30E4A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8E4FD962-AC2C-F93A-7C5E-AA9489751691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9FD8B26-6C0F-FACE-1459-A7A919F8450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5D9CF9FB-3F61-8AD9-73CA-E711D9D5B57C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"/>
                <a:ea typeface="Fira Sans"/>
                <a:cs typeface="Fira Sans"/>
                <a:sym typeface="Fira Sans"/>
              </a:rPr>
              <a:t>Jenis Data. di pyhton=String,  Integer, Float, Boolean, dll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112557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1A085EB8-0449-F988-7AA7-AF908CB1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83FB64F3-2888-3115-5DDE-C8C59E4B3578}"/>
              </a:ext>
            </a:extLst>
          </p:cNvPr>
          <p:cNvSpPr txBox="1"/>
          <p:nvPr/>
        </p:nvSpPr>
        <p:spPr>
          <a:xfrm>
            <a:off x="2569280" y="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Tipe Data yang Umum Digunakan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702AD9-5877-CB23-6367-A8B8D15C6622}"/>
              </a:ext>
            </a:extLst>
          </p:cNvPr>
          <p:cNvSpPr txBox="1"/>
          <p:nvPr/>
        </p:nvSpPr>
        <p:spPr>
          <a:xfrm>
            <a:off x="114672" y="1319523"/>
            <a:ext cx="46668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300" dirty="0">
                <a:latin typeface="Fira Sans" panose="020B0503050000020004" pitchFamily="34" charset="0"/>
              </a:rPr>
              <a:t>1.TIPE DATA INTEGER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integer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nilai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berupa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bilangan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bulat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</a:t>
            </a:r>
            <a:r>
              <a:rPr lang="en-ID" sz="1300" dirty="0" err="1">
                <a:latin typeface="Fira Sans" panose="020B0503050000020004" pitchFamily="34" charset="0"/>
              </a:rPr>
              <a:t>tanpa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koma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10, -5, 2025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2.TIPE DATA FLOAT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float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nilai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berupa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bilangan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desimal</a:t>
            </a:r>
            <a:r>
              <a:rPr lang="en-ID" sz="1300" dirty="0">
                <a:latin typeface="Fira Sans" panose="020B0503050000020004" pitchFamily="34" charset="0"/>
              </a:rPr>
              <a:t> (</a:t>
            </a:r>
            <a:r>
              <a:rPr lang="en-ID" sz="1300" dirty="0" err="1">
                <a:latin typeface="Fira Sans" panose="020B0503050000020004" pitchFamily="34" charset="0"/>
              </a:rPr>
              <a:t>ada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 err="1">
                <a:latin typeface="Fira Sans" panose="020B0503050000020004" pitchFamily="34" charset="0"/>
              </a:rPr>
              <a:t>koma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3.14, -2.5, 0.001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3.TIPE DATA STRING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string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teks</a:t>
            </a:r>
            <a:r>
              <a:rPr lang="en-ID" sz="1300" dirty="0">
                <a:latin typeface="Fira Sans" panose="020B0503050000020004" pitchFamily="34" charset="0"/>
              </a:rPr>
              <a:t>, </a:t>
            </a:r>
            <a:r>
              <a:rPr lang="en-ID" sz="1300" dirty="0" err="1">
                <a:latin typeface="Fira Sans" panose="020B0503050000020004" pitchFamily="34" charset="0"/>
              </a:rPr>
              <a:t>ditulis</a:t>
            </a:r>
            <a:r>
              <a:rPr lang="en-ID" sz="1300" dirty="0">
                <a:latin typeface="Fira Sans" panose="020B0503050000020004" pitchFamily="34" charset="0"/>
              </a:rPr>
              <a:t> di </a:t>
            </a:r>
            <a:r>
              <a:rPr lang="en-ID" sz="1300" dirty="0" err="1">
                <a:latin typeface="Fira Sans" panose="020B0503050000020004" pitchFamily="34" charset="0"/>
              </a:rPr>
              <a:t>antara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tanda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kutip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" " </a:t>
            </a:r>
            <a:r>
              <a:rPr lang="en-ID" sz="1300" dirty="0" err="1">
                <a:latin typeface="Fira Sans" panose="020B0503050000020004" pitchFamily="34" charset="0"/>
              </a:rPr>
              <a:t>atau</a:t>
            </a:r>
            <a:r>
              <a:rPr lang="en-ID" sz="1300" dirty="0">
                <a:latin typeface="Fira Sans" panose="020B0503050000020004" pitchFamily="34" charset="0"/>
              </a:rPr>
              <a:t> ' '.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"</a:t>
            </a:r>
            <a:r>
              <a:rPr lang="en-ID" sz="1300" dirty="0" err="1">
                <a:latin typeface="Fira Sans" panose="020B0503050000020004" pitchFamily="34" charset="0"/>
              </a:rPr>
              <a:t>Hello",'Python</a:t>
            </a:r>
            <a:r>
              <a:rPr lang="en-ID" sz="1300" dirty="0">
                <a:latin typeface="Fira Sans" panose="020B0503050000020004" pitchFamily="34" charset="0"/>
              </a:rPr>
              <a:t>'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4.TIPE DATA BOOLEAN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boolean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hanya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bernilai</a:t>
            </a:r>
            <a:r>
              <a:rPr lang="en-ID" sz="1300" dirty="0">
                <a:latin typeface="Fira Sans" panose="020B0503050000020004" pitchFamily="34" charset="0"/>
              </a:rPr>
              <a:t> True </a:t>
            </a:r>
            <a:r>
              <a:rPr lang="en-ID" sz="1300" dirty="0" err="1">
                <a:latin typeface="Fira Sans" panose="020B0503050000020004" pitchFamily="34" charset="0"/>
              </a:rPr>
              <a:t>atau</a:t>
            </a:r>
            <a:r>
              <a:rPr lang="en-ID" sz="1300" dirty="0">
                <a:latin typeface="Fira Sans" panose="020B0503050000020004" pitchFamily="34" charset="0"/>
              </a:rPr>
              <a:t> False.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True, False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BB66CD-0D16-BB26-9CC5-E9558DA914E4}"/>
              </a:ext>
            </a:extLst>
          </p:cNvPr>
          <p:cNvSpPr txBox="1"/>
          <p:nvPr/>
        </p:nvSpPr>
        <p:spPr>
          <a:xfrm>
            <a:off x="4572000" y="1319523"/>
            <a:ext cx="481417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300" dirty="0">
                <a:latin typeface="Fira Sans" panose="020B0503050000020004" pitchFamily="34" charset="0"/>
              </a:rPr>
              <a:t>5.TIPE DATA LIST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list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kumpulan</a:t>
            </a:r>
            <a:r>
              <a:rPr lang="en-ID" sz="1300" dirty="0">
                <a:latin typeface="Fira Sans" panose="020B0503050000020004" pitchFamily="34" charset="0"/>
              </a:rPr>
              <a:t> data yang </a:t>
            </a:r>
            <a:r>
              <a:rPr lang="en-ID" sz="1300" dirty="0" err="1">
                <a:latin typeface="Fira Sans" panose="020B0503050000020004" pitchFamily="34" charset="0"/>
              </a:rPr>
              <a:t>bisa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diubah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(mutable).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[1, 2, 3], ["</a:t>
            </a:r>
            <a:r>
              <a:rPr lang="en-ID" sz="1300" dirty="0" err="1">
                <a:latin typeface="Fira Sans" panose="020B0503050000020004" pitchFamily="34" charset="0"/>
              </a:rPr>
              <a:t>a","b","c</a:t>
            </a:r>
            <a:r>
              <a:rPr lang="en-ID" sz="1300" dirty="0">
                <a:latin typeface="Fira Sans" panose="020B0503050000020004" pitchFamily="34" charset="0"/>
              </a:rPr>
              <a:t>"]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6.TIPE DATA TUPLE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tuple </a:t>
            </a:r>
            <a:r>
              <a:rPr lang="en-ID" sz="1300" dirty="0" err="1">
                <a:latin typeface="Fira Sans" panose="020B0503050000020004" pitchFamily="34" charset="0"/>
              </a:rPr>
              <a:t>mirip</a:t>
            </a:r>
            <a:r>
              <a:rPr lang="en-ID" sz="1300" dirty="0">
                <a:latin typeface="Fira Sans" panose="020B0503050000020004" pitchFamily="34" charset="0"/>
              </a:rPr>
              <a:t> list, </a:t>
            </a:r>
            <a:r>
              <a:rPr lang="en-ID" sz="1300" dirty="0" err="1">
                <a:latin typeface="Fira Sans" panose="020B0503050000020004" pitchFamily="34" charset="0"/>
              </a:rPr>
              <a:t>tapi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isinya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tidak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bisa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diubah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(immutable).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(1, 2, 3)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7.TIPE DATA DICTIONARY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dictionary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data </a:t>
            </a:r>
            <a:r>
              <a:rPr lang="en-ID" sz="1300" dirty="0" err="1">
                <a:latin typeface="Fira Sans" panose="020B0503050000020004" pitchFamily="34" charset="0"/>
              </a:rPr>
              <a:t>dalam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bentuk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pasangan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key → value.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{"nama": “</a:t>
            </a:r>
            <a:r>
              <a:rPr lang="en-ID" sz="1300" dirty="0" err="1">
                <a:latin typeface="Fira Sans" panose="020B0503050000020004" pitchFamily="34" charset="0"/>
              </a:rPr>
              <a:t>asal</a:t>
            </a:r>
            <a:r>
              <a:rPr lang="en-ID" sz="1300" dirty="0">
                <a:latin typeface="Fira Sans" panose="020B0503050000020004" pitchFamily="34" charset="0"/>
              </a:rPr>
              <a:t>","</a:t>
            </a:r>
            <a:r>
              <a:rPr lang="en-ID" sz="1300" dirty="0" err="1">
                <a:latin typeface="Fira Sans" panose="020B0503050000020004" pitchFamily="34" charset="0"/>
              </a:rPr>
              <a:t>usia</a:t>
            </a:r>
            <a:r>
              <a:rPr lang="en-ID" sz="1300" dirty="0">
                <a:latin typeface="Fira Sans" panose="020B0503050000020004" pitchFamily="34" charset="0"/>
              </a:rPr>
              <a:t>": 17}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8.TIPE DATA SET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set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kumpulan</a:t>
            </a:r>
            <a:r>
              <a:rPr lang="en-ID" sz="1300" dirty="0">
                <a:latin typeface="Fira Sans" panose="020B0503050000020004" pitchFamily="34" charset="0"/>
              </a:rPr>
              <a:t> data </a:t>
            </a:r>
            <a:r>
              <a:rPr lang="en-ID" sz="1300" dirty="0" err="1">
                <a:latin typeface="Fira Sans" panose="020B0503050000020004" pitchFamily="34" charset="0"/>
              </a:rPr>
              <a:t>unik</a:t>
            </a:r>
            <a:r>
              <a:rPr lang="en-ID" sz="1300" dirty="0">
                <a:latin typeface="Fira Sans" panose="020B0503050000020004" pitchFamily="34" charset="0"/>
              </a:rPr>
              <a:t> (</a:t>
            </a:r>
            <a:r>
              <a:rPr lang="en-ID" sz="1300" dirty="0" err="1">
                <a:latin typeface="Fira Sans" panose="020B0503050000020004" pitchFamily="34" charset="0"/>
              </a:rPr>
              <a:t>tidak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boleh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ada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 err="1">
                <a:latin typeface="Fira Sans" panose="020B0503050000020004" pitchFamily="34" charset="0"/>
              </a:rPr>
              <a:t>duplikat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{1, 2, 3, 4}</a:t>
            </a:r>
          </a:p>
        </p:txBody>
      </p:sp>
    </p:spTree>
    <p:extLst>
      <p:ext uri="{BB962C8B-B14F-4D97-AF65-F5344CB8AC3E}">
        <p14:creationId xmlns:p14="http://schemas.microsoft.com/office/powerpoint/2010/main" val="1218080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Cek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Tipe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Data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BAFC5F20-5293-0F0F-5AC8-9C365CBA1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882" y="902441"/>
            <a:ext cx="6344535" cy="3829584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1625C9A0-644B-7961-E64E-0DBCDBF98996}"/>
              </a:ext>
            </a:extLst>
          </p:cNvPr>
          <p:cNvSpPr txBox="1"/>
          <p:nvPr/>
        </p:nvSpPr>
        <p:spPr>
          <a:xfrm>
            <a:off x="3373530" y="4732025"/>
            <a:ext cx="241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type()</a:t>
            </a:r>
            <a:endParaRPr lang="en-ID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32E2CD6-0BED-DBA5-5452-66A9FEF2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A15FC9BE-209D-7286-44C7-EF40F5D89F48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Oprasi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AAB278FE-B1C7-F5CE-D5EC-2C29B1955222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1837CC53-102C-4B62-2626-FEF1E1A48518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007239B1-621D-2AE5-4FB5-88423529EB74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DE5B5327-DF9B-BA93-0C7C-330697A0CA3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DEAE90EB-0A91-77E9-85E7-2803946AA4EF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AF990266-20E9-8F2E-64CB-5AC379B8014B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F956FC1A-9BB6-607A-5846-F3846364E60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23623EBE-9DCF-1198-EE93-DDC1B0795DB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7C6EEB84-8FF8-FE12-DF00-C260C8036B07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2CC4B8E1-28F3-BBB7-C023-255D01333088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E5B25C4D-FB71-8E11-68AE-70C0FDBDFF8C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A3E19097-DCDB-3EEB-1C7E-67B35AB0AB80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B51BBAD7-C1BA-3689-B4DB-9EC8E66DCFC4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91EAB62-BD3F-B55D-085D-AE1AB7E80D10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EB6B585D-838C-5161-8867-6B52212D4DF5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13883B25-2427-78E7-B333-06CD66239B4E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05419EA-9877-3021-FA8A-3DE77A4E4BBF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78BC4520-092E-4218-B0AF-DB4FB4857FC7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3757BBFD-B8A1-76BB-28B1-52952199AB0D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02819B0A-F11A-9AE6-C0C4-C5382B02F8FD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9B804440-74BF-C14B-E335-58AB37C7B26C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7FAEA34F-06F5-13B2-C337-28A43EA8C80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E510E605-032A-2B6A-EDBA-BC3D3DAAF88C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CC015C3F-AE1C-8C27-F6DC-6995A491B1D4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E9D03F0E-FD84-4CF3-72A8-93BDB05BDE02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1D4A01F4-E339-08DF-736B-9C37F5D5711D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FA63788A-7B7F-D346-8134-CACC6012204B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01EB3EBA-6A55-99CF-722E-C8A42111561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3C18653A-E2E5-68D4-D3C5-2094248B8D38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D804B9B9-4D05-7656-072E-E631D318AD6D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E589A98D-BF01-F6E5-819F-7A2B65AA7DA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0DB9CB43-6923-3871-6029-B5B2484830F3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FB9718C-89C4-9777-798B-14A750A37CB2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2558F2BB-B8BA-A44C-1DAD-2ED93293A3E9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559FBA3F-E5A3-7BBA-47CB-CD6EAF1B7ACD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CEFB92AB-FF34-413E-775B-D33D1ECF71D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A386A7D4-2C27-06B7-76A9-609A69F24541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4FDFA8A1-98B0-AA99-2905-833D27C1B5E6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594718C9-23A4-ACE6-66B2-89E12F4B1EF0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F1668F52-5D58-3FD8-676C-D9A3E977B6DC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6BD57C83-F56C-117C-E15E-715C6DA5683A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4266968B-D6B7-F526-BA5A-F01BA0054AA6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EE1E6E3-FE1F-35B9-589C-BA63EFFCE3B2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69BE376C-DD36-6F7E-9E18-0E2218B08B1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577C1DB-4C4E-F539-2AAF-DA68B25B642A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2AD0B94-E6C0-B4F1-8D0D-FA2227219471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EE7FF26F-BA0E-8E4A-2714-FD1F3B4970F3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AE2C0822-971B-D835-B96F-D975AF55E3AC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3A14A12B-8F56-71E1-CFF2-AA28699F6102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CDE3770D-5AE4-F5B9-918B-DC75767B4088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585808E9-A68F-D6E4-A5C5-EE63860FF5CA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5BEEEE61-CFD4-B460-D3E6-82F5D50A4014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3DE9BC47-D055-D550-7257-8A63F57101B0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2435F71E-1802-D470-C22D-E928F7FA6495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50D3E942-FF47-22BB-9291-394183D608E7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5D359A10-7DE2-77B4-CDF3-A8EE23C64C25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11ABA52E-405E-A396-41E8-FD9C001D8683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D887F921-5973-1FE4-5546-93F2F863CCDB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38263CCA-BD2C-2A02-8E4C-D7A48694942F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872E1D30-BB5E-7B10-F5B7-56A480DA2770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37345DFC-2D52-6AAC-44C1-09138CE2B885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A775C5D5-5369-0110-BB15-C2D38153ED7A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A5466291-6EDA-E03C-AAE4-8CB1EE0E39C8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075607DA-A362-7844-D931-3DD523870209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A62A43DD-4145-340B-97E8-53CB4E0C9D87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29B448EB-56A8-5A2E-BE3C-D19E699958A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AB635EE9-076B-984C-588C-9178CDA1FCEB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BA883060-801E-1D99-C050-1506ACF3390C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34DFC315-912B-CC34-C8DE-3F82DFB266A2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2918431B-3E2D-1767-F9AB-FD52D643DD0B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4CAA9C35-E869-913E-F8FF-09306832217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D52A29F7-8348-3CA9-CD29-7EC9AB4BA7E4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72642C12-52D6-1D51-28D4-C0DF154228C1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59D74344-4A21-26E4-1162-BE58BFA6C36E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8F9A449C-B74F-E054-516D-5A2754E18B5A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2FA72C0F-8DE0-6FD7-A7ED-641E83842349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B19E099-39AA-F482-4782-582642B1764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B0EB4B7-84EE-88E8-F4E7-676646E6C3F1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5C118A12-2F96-4FB1-98DA-29113E4212F3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753C3994-24EC-BC34-FBBE-119556C624CE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206EA044-C0FA-764F-6295-4E55347E085F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B0CBE0E2-1AF3-8516-2843-7AC7D07B8F82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C461AE03-193C-163B-3275-E50298D664C8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EA1BF4A8-039D-2724-BE65-DAFFD618C570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32F1A7A1-4C95-6CD7-C829-48DFF1975105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7FF594F0-12BD-D80C-FFF4-97F7CA1C17F5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6C14B071-B45F-FE4D-3A2F-67B66819F702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344631C4-8886-B369-6927-BD06D9176D4B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40A3C2E6-0357-892E-4D1C-068547CE2C0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A315A01F-55DB-056B-8171-A4268C84CE19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0EA68370-74EB-98ED-5C2E-482166DB157E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981FFB89-770C-86C4-F001-F68D4B35120C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3AC62B9D-029A-6360-2454-AFF5041CCDFB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"/>
                <a:ea typeface="Fira Sans"/>
                <a:cs typeface="Fira Sans"/>
                <a:sym typeface="Fira Sans"/>
              </a:rPr>
              <a:t>Memanipulasi data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727478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BE10391-63FA-C655-4EB6-DC4C9295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>
            <a:extLst>
              <a:ext uri="{FF2B5EF4-FFF2-40B4-BE49-F238E27FC236}">
                <a16:creationId xmlns:a16="http://schemas.microsoft.com/office/drawing/2014/main" id="{FC6FAD67-890C-DEB0-B2B8-6D2B7F913632}"/>
              </a:ext>
            </a:extLst>
          </p:cNvPr>
          <p:cNvSpPr txBox="1"/>
          <p:nvPr/>
        </p:nvSpPr>
        <p:spPr>
          <a:xfrm>
            <a:off x="1336189" y="1506226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Algoritma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>
            <a:extLst>
              <a:ext uri="{FF2B5EF4-FFF2-40B4-BE49-F238E27FC236}">
                <a16:creationId xmlns:a16="http://schemas.microsoft.com/office/drawing/2014/main" id="{AEF60024-382E-4F9E-C86D-C102CF904F2D}"/>
              </a:ext>
            </a:extLst>
          </p:cNvPr>
          <p:cNvSpPr txBox="1"/>
          <p:nvPr/>
        </p:nvSpPr>
        <p:spPr>
          <a:xfrm>
            <a:off x="855975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Otak atau logika di balik sebuah program, tanpa algoritma program yang dibuat akan tidak efisien, salah, atau nahkan tidak bisa berjalan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36C4FA0A-DB2A-C6C7-C659-FF9CB867C7F3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Variabel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21" name="Google Shape;221;p14">
            <a:extLst>
              <a:ext uri="{FF2B5EF4-FFF2-40B4-BE49-F238E27FC236}">
                <a16:creationId xmlns:a16="http://schemas.microsoft.com/office/drawing/2014/main" id="{A9B9B12B-AA58-864B-2FC2-E4591F0C45F1}"/>
              </a:ext>
            </a:extLst>
          </p:cNvPr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>
              <a:extLst>
                <a:ext uri="{FF2B5EF4-FFF2-40B4-BE49-F238E27FC236}">
                  <a16:creationId xmlns:a16="http://schemas.microsoft.com/office/drawing/2014/main" id="{95C55AFD-B4A2-3D76-32D8-B28D93139478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>
              <a:extLst>
                <a:ext uri="{FF2B5EF4-FFF2-40B4-BE49-F238E27FC236}">
                  <a16:creationId xmlns:a16="http://schemas.microsoft.com/office/drawing/2014/main" id="{53BDD55E-3475-6331-617B-7E04D990F4AB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>
              <a:extLst>
                <a:ext uri="{FF2B5EF4-FFF2-40B4-BE49-F238E27FC236}">
                  <a16:creationId xmlns:a16="http://schemas.microsoft.com/office/drawing/2014/main" id="{BB115D9F-4C43-04A3-B8AF-7B6E72104DDD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>
              <a:extLst>
                <a:ext uri="{FF2B5EF4-FFF2-40B4-BE49-F238E27FC236}">
                  <a16:creationId xmlns:a16="http://schemas.microsoft.com/office/drawing/2014/main" id="{CC636CF9-B9CD-3F92-FBAC-56A52FBD1F3F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>
              <a:extLst>
                <a:ext uri="{FF2B5EF4-FFF2-40B4-BE49-F238E27FC236}">
                  <a16:creationId xmlns:a16="http://schemas.microsoft.com/office/drawing/2014/main" id="{B9DA0F59-CDF2-DAB0-8ABE-EA0ABA90034C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>
              <a:extLst>
                <a:ext uri="{FF2B5EF4-FFF2-40B4-BE49-F238E27FC236}">
                  <a16:creationId xmlns:a16="http://schemas.microsoft.com/office/drawing/2014/main" id="{9125B611-C5FE-76C3-B215-B4EC5BDCE6DE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>
              <a:extLst>
                <a:ext uri="{FF2B5EF4-FFF2-40B4-BE49-F238E27FC236}">
                  <a16:creationId xmlns:a16="http://schemas.microsoft.com/office/drawing/2014/main" id="{30EC6870-3ECF-4335-952A-4215CBC168F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>
              <a:extLst>
                <a:ext uri="{FF2B5EF4-FFF2-40B4-BE49-F238E27FC236}">
                  <a16:creationId xmlns:a16="http://schemas.microsoft.com/office/drawing/2014/main" id="{86F8AF6B-37C3-A483-8F8C-122BB1CD91C4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>
              <a:extLst>
                <a:ext uri="{FF2B5EF4-FFF2-40B4-BE49-F238E27FC236}">
                  <a16:creationId xmlns:a16="http://schemas.microsoft.com/office/drawing/2014/main" id="{24963576-10F3-5841-83C2-5AB3682B9537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>
              <a:extLst>
                <a:ext uri="{FF2B5EF4-FFF2-40B4-BE49-F238E27FC236}">
                  <a16:creationId xmlns:a16="http://schemas.microsoft.com/office/drawing/2014/main" id="{94BB876A-F567-EEED-79DE-13045BE9BB5D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>
              <a:extLst>
                <a:ext uri="{FF2B5EF4-FFF2-40B4-BE49-F238E27FC236}">
                  <a16:creationId xmlns:a16="http://schemas.microsoft.com/office/drawing/2014/main" id="{D771BA58-33DA-C2EE-92BA-21BD4F54675E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>
              <a:extLst>
                <a:ext uri="{FF2B5EF4-FFF2-40B4-BE49-F238E27FC236}">
                  <a16:creationId xmlns:a16="http://schemas.microsoft.com/office/drawing/2014/main" id="{E700AD27-8A06-7467-A448-1CBAA6274B53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>
              <a:extLst>
                <a:ext uri="{FF2B5EF4-FFF2-40B4-BE49-F238E27FC236}">
                  <a16:creationId xmlns:a16="http://schemas.microsoft.com/office/drawing/2014/main" id="{652F0D3F-FBE6-5A04-73CC-8CEC0CEE290B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>
              <a:extLst>
                <a:ext uri="{FF2B5EF4-FFF2-40B4-BE49-F238E27FC236}">
                  <a16:creationId xmlns:a16="http://schemas.microsoft.com/office/drawing/2014/main" id="{B5FE6BF9-FC46-392A-46FB-BD6EE7D12B83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>
              <a:extLst>
                <a:ext uri="{FF2B5EF4-FFF2-40B4-BE49-F238E27FC236}">
                  <a16:creationId xmlns:a16="http://schemas.microsoft.com/office/drawing/2014/main" id="{512FD101-EF4B-8845-FEDC-C44BBFE745A8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>
              <a:extLst>
                <a:ext uri="{FF2B5EF4-FFF2-40B4-BE49-F238E27FC236}">
                  <a16:creationId xmlns:a16="http://schemas.microsoft.com/office/drawing/2014/main" id="{040ADD82-B768-8458-C498-370B65A2F34A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>
              <a:extLst>
                <a:ext uri="{FF2B5EF4-FFF2-40B4-BE49-F238E27FC236}">
                  <a16:creationId xmlns:a16="http://schemas.microsoft.com/office/drawing/2014/main" id="{1BD14E3D-25FC-B7BF-7FEE-66A36135BDC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>
              <a:extLst>
                <a:ext uri="{FF2B5EF4-FFF2-40B4-BE49-F238E27FC236}">
                  <a16:creationId xmlns:a16="http://schemas.microsoft.com/office/drawing/2014/main" id="{746E3FD5-6D93-FEC3-1B51-391FCAA52E1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>
              <a:extLst>
                <a:ext uri="{FF2B5EF4-FFF2-40B4-BE49-F238E27FC236}">
                  <a16:creationId xmlns:a16="http://schemas.microsoft.com/office/drawing/2014/main" id="{12B26B6D-9955-CEAC-C8B6-AF147900ACE9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>
              <a:extLst>
                <a:ext uri="{FF2B5EF4-FFF2-40B4-BE49-F238E27FC236}">
                  <a16:creationId xmlns:a16="http://schemas.microsoft.com/office/drawing/2014/main" id="{9A804CCB-008A-A38D-A569-EBFEC79F24D3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>
              <a:extLst>
                <a:ext uri="{FF2B5EF4-FFF2-40B4-BE49-F238E27FC236}">
                  <a16:creationId xmlns:a16="http://schemas.microsoft.com/office/drawing/2014/main" id="{CB6C2AD5-3E06-A22B-6A50-4B64CB64FCD6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>
              <a:extLst>
                <a:ext uri="{FF2B5EF4-FFF2-40B4-BE49-F238E27FC236}">
                  <a16:creationId xmlns:a16="http://schemas.microsoft.com/office/drawing/2014/main" id="{689DA75C-6898-C9B1-0B7E-CCF3D2ADFD6B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>
              <a:extLst>
                <a:ext uri="{FF2B5EF4-FFF2-40B4-BE49-F238E27FC236}">
                  <a16:creationId xmlns:a16="http://schemas.microsoft.com/office/drawing/2014/main" id="{FFA1F405-6D47-DA8F-3C64-1C1E11459183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>
              <a:extLst>
                <a:ext uri="{FF2B5EF4-FFF2-40B4-BE49-F238E27FC236}">
                  <a16:creationId xmlns:a16="http://schemas.microsoft.com/office/drawing/2014/main" id="{315DD44D-6B3A-B2E9-54AF-B63E4C81346E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>
              <a:extLst>
                <a:ext uri="{FF2B5EF4-FFF2-40B4-BE49-F238E27FC236}">
                  <a16:creationId xmlns:a16="http://schemas.microsoft.com/office/drawing/2014/main" id="{C1E156EE-D358-1B8C-B733-88D727C5073E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>
              <a:extLst>
                <a:ext uri="{FF2B5EF4-FFF2-40B4-BE49-F238E27FC236}">
                  <a16:creationId xmlns:a16="http://schemas.microsoft.com/office/drawing/2014/main" id="{D70C72F4-24D8-EDE0-B59E-48A8057018D2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>
              <a:extLst>
                <a:ext uri="{FF2B5EF4-FFF2-40B4-BE49-F238E27FC236}">
                  <a16:creationId xmlns:a16="http://schemas.microsoft.com/office/drawing/2014/main" id="{F4400037-923C-3530-474E-82E30965F236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>
              <a:extLst>
                <a:ext uri="{FF2B5EF4-FFF2-40B4-BE49-F238E27FC236}">
                  <a16:creationId xmlns:a16="http://schemas.microsoft.com/office/drawing/2014/main" id="{EE22BF2B-5A4D-BD0F-AC86-D2D7F70EEA5F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>
              <a:extLst>
                <a:ext uri="{FF2B5EF4-FFF2-40B4-BE49-F238E27FC236}">
                  <a16:creationId xmlns:a16="http://schemas.microsoft.com/office/drawing/2014/main" id="{A499B4A4-C123-39BE-07A7-12FDCF9FDB5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>
              <a:extLst>
                <a:ext uri="{FF2B5EF4-FFF2-40B4-BE49-F238E27FC236}">
                  <a16:creationId xmlns:a16="http://schemas.microsoft.com/office/drawing/2014/main" id="{4EA3E098-70C5-9CFC-40ED-0A1B0A24EA1D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>
              <a:extLst>
                <a:ext uri="{FF2B5EF4-FFF2-40B4-BE49-F238E27FC236}">
                  <a16:creationId xmlns:a16="http://schemas.microsoft.com/office/drawing/2014/main" id="{EB59FC58-8588-E2B3-FDC6-8C312ADB0B16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>
              <a:extLst>
                <a:ext uri="{FF2B5EF4-FFF2-40B4-BE49-F238E27FC236}">
                  <a16:creationId xmlns:a16="http://schemas.microsoft.com/office/drawing/2014/main" id="{EB04A7BD-F06C-36B4-C33F-840BDF09BBD4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>
              <a:extLst>
                <a:ext uri="{FF2B5EF4-FFF2-40B4-BE49-F238E27FC236}">
                  <a16:creationId xmlns:a16="http://schemas.microsoft.com/office/drawing/2014/main" id="{46A303F8-16EC-4F64-7A30-CF43142E0548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>
              <a:extLst>
                <a:ext uri="{FF2B5EF4-FFF2-40B4-BE49-F238E27FC236}">
                  <a16:creationId xmlns:a16="http://schemas.microsoft.com/office/drawing/2014/main" id="{B17B9525-29AF-F7A8-2D98-1FDCF19E8F6A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>
              <a:extLst>
                <a:ext uri="{FF2B5EF4-FFF2-40B4-BE49-F238E27FC236}">
                  <a16:creationId xmlns:a16="http://schemas.microsoft.com/office/drawing/2014/main" id="{876E1B8B-EBD2-1E62-7C52-F80B0A572A03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>
              <a:extLst>
                <a:ext uri="{FF2B5EF4-FFF2-40B4-BE49-F238E27FC236}">
                  <a16:creationId xmlns:a16="http://schemas.microsoft.com/office/drawing/2014/main" id="{7B45ABC4-2B9F-6ED2-A6D2-FE863513D52A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>
              <a:extLst>
                <a:ext uri="{FF2B5EF4-FFF2-40B4-BE49-F238E27FC236}">
                  <a16:creationId xmlns:a16="http://schemas.microsoft.com/office/drawing/2014/main" id="{27AC75BB-7F97-38BF-35F5-7F2B705E2E6B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>
              <a:extLst>
                <a:ext uri="{FF2B5EF4-FFF2-40B4-BE49-F238E27FC236}">
                  <a16:creationId xmlns:a16="http://schemas.microsoft.com/office/drawing/2014/main" id="{92AD348C-8929-4567-3EF9-71CAA5D93C99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>
              <a:extLst>
                <a:ext uri="{FF2B5EF4-FFF2-40B4-BE49-F238E27FC236}">
                  <a16:creationId xmlns:a16="http://schemas.microsoft.com/office/drawing/2014/main" id="{41B6E8B9-960E-F2B8-A24D-7340CAF75E14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>
              <a:extLst>
                <a:ext uri="{FF2B5EF4-FFF2-40B4-BE49-F238E27FC236}">
                  <a16:creationId xmlns:a16="http://schemas.microsoft.com/office/drawing/2014/main" id="{C856C488-0C2E-561D-2046-01CFC6B6884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>
              <a:extLst>
                <a:ext uri="{FF2B5EF4-FFF2-40B4-BE49-F238E27FC236}">
                  <a16:creationId xmlns:a16="http://schemas.microsoft.com/office/drawing/2014/main" id="{BB66B876-6DF3-3B5B-94A8-964E9C3F7A37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>
              <a:extLst>
                <a:ext uri="{FF2B5EF4-FFF2-40B4-BE49-F238E27FC236}">
                  <a16:creationId xmlns:a16="http://schemas.microsoft.com/office/drawing/2014/main" id="{81A2ADD7-6680-C28C-1974-CE85BCCEA6A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>
              <a:extLst>
                <a:ext uri="{FF2B5EF4-FFF2-40B4-BE49-F238E27FC236}">
                  <a16:creationId xmlns:a16="http://schemas.microsoft.com/office/drawing/2014/main" id="{00A8D79E-C5C8-6447-1322-BCAE0525CB3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>
              <a:extLst>
                <a:ext uri="{FF2B5EF4-FFF2-40B4-BE49-F238E27FC236}">
                  <a16:creationId xmlns:a16="http://schemas.microsoft.com/office/drawing/2014/main" id="{3FCEB41D-8640-16B0-9278-F36BBB9730D3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>
              <a:extLst>
                <a:ext uri="{FF2B5EF4-FFF2-40B4-BE49-F238E27FC236}">
                  <a16:creationId xmlns:a16="http://schemas.microsoft.com/office/drawing/2014/main" id="{47E1535A-4346-A8F0-8ACA-81FD5932AA8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>
              <a:extLst>
                <a:ext uri="{FF2B5EF4-FFF2-40B4-BE49-F238E27FC236}">
                  <a16:creationId xmlns:a16="http://schemas.microsoft.com/office/drawing/2014/main" id="{B59D2786-5076-81EA-B231-E78467CD092F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>
              <a:extLst>
                <a:ext uri="{FF2B5EF4-FFF2-40B4-BE49-F238E27FC236}">
                  <a16:creationId xmlns:a16="http://schemas.microsoft.com/office/drawing/2014/main" id="{A11B5332-6E2A-3152-535F-A397EFA1CCB3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>
              <a:extLst>
                <a:ext uri="{FF2B5EF4-FFF2-40B4-BE49-F238E27FC236}">
                  <a16:creationId xmlns:a16="http://schemas.microsoft.com/office/drawing/2014/main" id="{4CD5DC1B-953C-3930-4091-3C321D981A2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>
              <a:extLst>
                <a:ext uri="{FF2B5EF4-FFF2-40B4-BE49-F238E27FC236}">
                  <a16:creationId xmlns:a16="http://schemas.microsoft.com/office/drawing/2014/main" id="{B2BA0E44-9695-2458-76BC-61BD8B223B96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>
              <a:extLst>
                <a:ext uri="{FF2B5EF4-FFF2-40B4-BE49-F238E27FC236}">
                  <a16:creationId xmlns:a16="http://schemas.microsoft.com/office/drawing/2014/main" id="{4A0D952D-9EA7-C210-5BE0-623DB5A4712C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>
              <a:extLst>
                <a:ext uri="{FF2B5EF4-FFF2-40B4-BE49-F238E27FC236}">
                  <a16:creationId xmlns:a16="http://schemas.microsoft.com/office/drawing/2014/main" id="{BD3806AF-9F50-75D8-E23E-513B4CFD8E4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>
              <a:extLst>
                <a:ext uri="{FF2B5EF4-FFF2-40B4-BE49-F238E27FC236}">
                  <a16:creationId xmlns:a16="http://schemas.microsoft.com/office/drawing/2014/main" id="{1F88FD1D-C469-EB8F-5B3C-6E0D1888B582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>
              <a:extLst>
                <a:ext uri="{FF2B5EF4-FFF2-40B4-BE49-F238E27FC236}">
                  <a16:creationId xmlns:a16="http://schemas.microsoft.com/office/drawing/2014/main" id="{0137B32E-6FB8-F947-41B2-6B1547337691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>
              <a:extLst>
                <a:ext uri="{FF2B5EF4-FFF2-40B4-BE49-F238E27FC236}">
                  <a16:creationId xmlns:a16="http://schemas.microsoft.com/office/drawing/2014/main" id="{F5D04070-6221-FC3B-773D-AD0BC2812BE3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>
              <a:extLst>
                <a:ext uri="{FF2B5EF4-FFF2-40B4-BE49-F238E27FC236}">
                  <a16:creationId xmlns:a16="http://schemas.microsoft.com/office/drawing/2014/main" id="{310E3450-BE24-5A51-7CF5-AEF0098FB1F4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>
              <a:extLst>
                <a:ext uri="{FF2B5EF4-FFF2-40B4-BE49-F238E27FC236}">
                  <a16:creationId xmlns:a16="http://schemas.microsoft.com/office/drawing/2014/main" id="{0C8E9CEE-57BD-37D6-0D67-8D6F85B48ABD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>
              <a:extLst>
                <a:ext uri="{FF2B5EF4-FFF2-40B4-BE49-F238E27FC236}">
                  <a16:creationId xmlns:a16="http://schemas.microsoft.com/office/drawing/2014/main" id="{B79A3CEB-E8F7-2B4D-55AF-0FD0D3D9636F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>
              <a:extLst>
                <a:ext uri="{FF2B5EF4-FFF2-40B4-BE49-F238E27FC236}">
                  <a16:creationId xmlns:a16="http://schemas.microsoft.com/office/drawing/2014/main" id="{932E5B89-AEFE-196C-EC31-0ECBD036BC00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>
              <a:extLst>
                <a:ext uri="{FF2B5EF4-FFF2-40B4-BE49-F238E27FC236}">
                  <a16:creationId xmlns:a16="http://schemas.microsoft.com/office/drawing/2014/main" id="{B8B2F955-44A5-3D98-8519-15C67FEEC1C8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>
              <a:extLst>
                <a:ext uri="{FF2B5EF4-FFF2-40B4-BE49-F238E27FC236}">
                  <a16:creationId xmlns:a16="http://schemas.microsoft.com/office/drawing/2014/main" id="{328B8A6F-39AA-094A-8534-15747AC585FD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>
              <a:extLst>
                <a:ext uri="{FF2B5EF4-FFF2-40B4-BE49-F238E27FC236}">
                  <a16:creationId xmlns:a16="http://schemas.microsoft.com/office/drawing/2014/main" id="{4F97637C-10A5-AB10-2D61-3740FC9A9AEE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>
              <a:extLst>
                <a:ext uri="{FF2B5EF4-FFF2-40B4-BE49-F238E27FC236}">
                  <a16:creationId xmlns:a16="http://schemas.microsoft.com/office/drawing/2014/main" id="{95A7E0DE-51B5-3A1C-19D9-4F00E4A44E21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>
              <a:extLst>
                <a:ext uri="{FF2B5EF4-FFF2-40B4-BE49-F238E27FC236}">
                  <a16:creationId xmlns:a16="http://schemas.microsoft.com/office/drawing/2014/main" id="{A943B901-43B7-27B7-C46D-0F1D31696C41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>
              <a:extLst>
                <a:ext uri="{FF2B5EF4-FFF2-40B4-BE49-F238E27FC236}">
                  <a16:creationId xmlns:a16="http://schemas.microsoft.com/office/drawing/2014/main" id="{0DB0087D-331F-06C0-CC8B-3BF601E7DBA6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>
              <a:extLst>
                <a:ext uri="{FF2B5EF4-FFF2-40B4-BE49-F238E27FC236}">
                  <a16:creationId xmlns:a16="http://schemas.microsoft.com/office/drawing/2014/main" id="{BFAB811A-D196-5D33-9438-6ED21A83213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>
              <a:extLst>
                <a:ext uri="{FF2B5EF4-FFF2-40B4-BE49-F238E27FC236}">
                  <a16:creationId xmlns:a16="http://schemas.microsoft.com/office/drawing/2014/main" id="{6F5FFBE0-B6A2-8C11-C4C1-F27FFB03C682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>
              <a:extLst>
                <a:ext uri="{FF2B5EF4-FFF2-40B4-BE49-F238E27FC236}">
                  <a16:creationId xmlns:a16="http://schemas.microsoft.com/office/drawing/2014/main" id="{C7EB61D3-2A1C-93AD-452B-E30D575B37E7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>
              <a:extLst>
                <a:ext uri="{FF2B5EF4-FFF2-40B4-BE49-F238E27FC236}">
                  <a16:creationId xmlns:a16="http://schemas.microsoft.com/office/drawing/2014/main" id="{A02CCC6E-419C-DBBC-0C03-E70E831DC1F5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>
              <a:extLst>
                <a:ext uri="{FF2B5EF4-FFF2-40B4-BE49-F238E27FC236}">
                  <a16:creationId xmlns:a16="http://schemas.microsoft.com/office/drawing/2014/main" id="{607232E3-4277-CA1C-B1AE-5FB1DD4A771D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>
              <a:extLst>
                <a:ext uri="{FF2B5EF4-FFF2-40B4-BE49-F238E27FC236}">
                  <a16:creationId xmlns:a16="http://schemas.microsoft.com/office/drawing/2014/main" id="{BFD33F17-77D4-A39B-2E7F-521A4236FA52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>
              <a:extLst>
                <a:ext uri="{FF2B5EF4-FFF2-40B4-BE49-F238E27FC236}">
                  <a16:creationId xmlns:a16="http://schemas.microsoft.com/office/drawing/2014/main" id="{DF62E264-0CAD-C366-C8DB-47F850BC1584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4">
              <a:extLst>
                <a:ext uri="{FF2B5EF4-FFF2-40B4-BE49-F238E27FC236}">
                  <a16:creationId xmlns:a16="http://schemas.microsoft.com/office/drawing/2014/main" id="{7ED6EA0F-26B8-861C-5948-569835B964B7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4">
              <a:extLst>
                <a:ext uri="{FF2B5EF4-FFF2-40B4-BE49-F238E27FC236}">
                  <a16:creationId xmlns:a16="http://schemas.microsoft.com/office/drawing/2014/main" id="{09C70D36-DCDD-A14D-892A-D18BCCF10240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>
              <a:extLst>
                <a:ext uri="{FF2B5EF4-FFF2-40B4-BE49-F238E27FC236}">
                  <a16:creationId xmlns:a16="http://schemas.microsoft.com/office/drawing/2014/main" id="{0FEFDFA3-EBC3-1A23-F043-CE262B6E224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>
              <a:extLst>
                <a:ext uri="{FF2B5EF4-FFF2-40B4-BE49-F238E27FC236}">
                  <a16:creationId xmlns:a16="http://schemas.microsoft.com/office/drawing/2014/main" id="{0CEE7FE6-0F53-A0B5-3770-20B3072CCA1E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>
              <a:extLst>
                <a:ext uri="{FF2B5EF4-FFF2-40B4-BE49-F238E27FC236}">
                  <a16:creationId xmlns:a16="http://schemas.microsoft.com/office/drawing/2014/main" id="{019C607E-A418-246A-361E-7E16B2A2DC1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>
              <a:extLst>
                <a:ext uri="{FF2B5EF4-FFF2-40B4-BE49-F238E27FC236}">
                  <a16:creationId xmlns:a16="http://schemas.microsoft.com/office/drawing/2014/main" id="{EF43D6A8-7EDA-3D48-55E9-C0054353008E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>
              <a:extLst>
                <a:ext uri="{FF2B5EF4-FFF2-40B4-BE49-F238E27FC236}">
                  <a16:creationId xmlns:a16="http://schemas.microsoft.com/office/drawing/2014/main" id="{37CAFACD-8BAC-629E-F0F0-B8B0F4FD3A74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>
              <a:extLst>
                <a:ext uri="{FF2B5EF4-FFF2-40B4-BE49-F238E27FC236}">
                  <a16:creationId xmlns:a16="http://schemas.microsoft.com/office/drawing/2014/main" id="{060B2BB5-A379-BD7A-D6A8-917EAAB05660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>
              <a:extLst>
                <a:ext uri="{FF2B5EF4-FFF2-40B4-BE49-F238E27FC236}">
                  <a16:creationId xmlns:a16="http://schemas.microsoft.com/office/drawing/2014/main" id="{D20905DA-FFE0-06B6-9A88-C3C2C896648B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>
              <a:extLst>
                <a:ext uri="{FF2B5EF4-FFF2-40B4-BE49-F238E27FC236}">
                  <a16:creationId xmlns:a16="http://schemas.microsoft.com/office/drawing/2014/main" id="{CEC0D014-6309-9DF0-3C0E-1B5AA70BACB4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>
              <a:extLst>
                <a:ext uri="{FF2B5EF4-FFF2-40B4-BE49-F238E27FC236}">
                  <a16:creationId xmlns:a16="http://schemas.microsoft.com/office/drawing/2014/main" id="{790A71B6-6812-D69C-69CC-1F296A164CDE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>
              <a:extLst>
                <a:ext uri="{FF2B5EF4-FFF2-40B4-BE49-F238E27FC236}">
                  <a16:creationId xmlns:a16="http://schemas.microsoft.com/office/drawing/2014/main" id="{24802DDC-6A1D-6444-3DAB-C8BC0D83476A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>
              <a:extLst>
                <a:ext uri="{FF2B5EF4-FFF2-40B4-BE49-F238E27FC236}">
                  <a16:creationId xmlns:a16="http://schemas.microsoft.com/office/drawing/2014/main" id="{5CCE6174-196A-238A-C5A0-5C4FDC731BD6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>
              <a:extLst>
                <a:ext uri="{FF2B5EF4-FFF2-40B4-BE49-F238E27FC236}">
                  <a16:creationId xmlns:a16="http://schemas.microsoft.com/office/drawing/2014/main" id="{3601E2E7-4691-EF5B-B117-21A7A0135B42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>
              <a:extLst>
                <a:ext uri="{FF2B5EF4-FFF2-40B4-BE49-F238E27FC236}">
                  <a16:creationId xmlns:a16="http://schemas.microsoft.com/office/drawing/2014/main" id="{CE13F065-758A-84CD-FC86-36DCD791E8C5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>
              <a:extLst>
                <a:ext uri="{FF2B5EF4-FFF2-40B4-BE49-F238E27FC236}">
                  <a16:creationId xmlns:a16="http://schemas.microsoft.com/office/drawing/2014/main" id="{9A49E229-33EA-9E1B-FD6D-010299DCCEC8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>
              <a:extLst>
                <a:ext uri="{FF2B5EF4-FFF2-40B4-BE49-F238E27FC236}">
                  <a16:creationId xmlns:a16="http://schemas.microsoft.com/office/drawing/2014/main" id="{5E406037-2122-5EBC-B7A1-DA5BB822448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>
              <a:extLst>
                <a:ext uri="{FF2B5EF4-FFF2-40B4-BE49-F238E27FC236}">
                  <a16:creationId xmlns:a16="http://schemas.microsoft.com/office/drawing/2014/main" id="{917122F7-7B35-1B2D-2181-5DEF5F5F4EDB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>
              <a:extLst>
                <a:ext uri="{FF2B5EF4-FFF2-40B4-BE49-F238E27FC236}">
                  <a16:creationId xmlns:a16="http://schemas.microsoft.com/office/drawing/2014/main" id="{B3A07F16-3D2F-B3BB-A4DB-5157EB84CBEE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>
              <a:extLst>
                <a:ext uri="{FF2B5EF4-FFF2-40B4-BE49-F238E27FC236}">
                  <a16:creationId xmlns:a16="http://schemas.microsoft.com/office/drawing/2014/main" id="{1F342465-F6B7-851C-DF51-1A2B1A5BB9EA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0;p14">
            <a:extLst>
              <a:ext uri="{FF2B5EF4-FFF2-40B4-BE49-F238E27FC236}">
                <a16:creationId xmlns:a16="http://schemas.microsoft.com/office/drawing/2014/main" id="{5BC713C8-12EE-A852-5BE9-740AD16746F4}"/>
              </a:ext>
            </a:extLst>
          </p:cNvPr>
          <p:cNvSpPr txBox="1"/>
          <p:nvPr/>
        </p:nvSpPr>
        <p:spPr>
          <a:xfrm>
            <a:off x="6003899" y="1506226"/>
            <a:ext cx="2276769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Pemrograman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E64B3417-A281-7BE5-7260-CD6C2BC62C44}"/>
              </a:ext>
            </a:extLst>
          </p:cNvPr>
          <p:cNvSpPr txBox="1"/>
          <p:nvPr/>
        </p:nvSpPr>
        <p:spPr>
          <a:xfrm>
            <a:off x="5843670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D" dirty="0"/>
              <a:t>proses </a:t>
            </a:r>
            <a:r>
              <a:rPr lang="en-ID" dirty="0" err="1"/>
              <a:t>menerjemahkan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dijalankan</a:t>
            </a:r>
            <a:r>
              <a:rPr lang="en-ID" dirty="0"/>
              <a:t> oleh computer.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kertas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oogle Shape;221;p14">
            <a:extLst>
              <a:ext uri="{FF2B5EF4-FFF2-40B4-BE49-F238E27FC236}">
                <a16:creationId xmlns:a16="http://schemas.microsoft.com/office/drawing/2014/main" id="{0E03A9A8-4CA0-7452-C21D-C976B33F8F5E}"/>
              </a:ext>
            </a:extLst>
          </p:cNvPr>
          <p:cNvGrpSpPr/>
          <p:nvPr/>
        </p:nvGrpSpPr>
        <p:grpSpPr>
          <a:xfrm>
            <a:off x="2973253" y="1555908"/>
            <a:ext cx="3502263" cy="2951424"/>
            <a:chOff x="2820853" y="1403508"/>
            <a:chExt cx="3502263" cy="2951424"/>
          </a:xfrm>
        </p:grpSpPr>
        <p:sp>
          <p:nvSpPr>
            <p:cNvPr id="5" name="Google Shape;222;p14">
              <a:extLst>
                <a:ext uri="{FF2B5EF4-FFF2-40B4-BE49-F238E27FC236}">
                  <a16:creationId xmlns:a16="http://schemas.microsoft.com/office/drawing/2014/main" id="{E5835C9E-D767-7777-ABA6-21266B5E4505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23;p14">
              <a:extLst>
                <a:ext uri="{FF2B5EF4-FFF2-40B4-BE49-F238E27FC236}">
                  <a16:creationId xmlns:a16="http://schemas.microsoft.com/office/drawing/2014/main" id="{2534968C-9994-2A24-5F6B-143304424237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4;p14">
              <a:extLst>
                <a:ext uri="{FF2B5EF4-FFF2-40B4-BE49-F238E27FC236}">
                  <a16:creationId xmlns:a16="http://schemas.microsoft.com/office/drawing/2014/main" id="{0C0A30EF-4961-8BBC-D49E-8844E0B2ACF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5;p14">
              <a:extLst>
                <a:ext uri="{FF2B5EF4-FFF2-40B4-BE49-F238E27FC236}">
                  <a16:creationId xmlns:a16="http://schemas.microsoft.com/office/drawing/2014/main" id="{B8392D89-94D7-C912-7B98-F01EDB703A7D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6;p14">
              <a:extLst>
                <a:ext uri="{FF2B5EF4-FFF2-40B4-BE49-F238E27FC236}">
                  <a16:creationId xmlns:a16="http://schemas.microsoft.com/office/drawing/2014/main" id="{58689B63-B6B8-CC54-95C7-85E42A59065F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7;p14">
              <a:extLst>
                <a:ext uri="{FF2B5EF4-FFF2-40B4-BE49-F238E27FC236}">
                  <a16:creationId xmlns:a16="http://schemas.microsoft.com/office/drawing/2014/main" id="{8C7AB4DB-52B6-41EE-328E-7C911CFE20C3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8;p14">
              <a:extLst>
                <a:ext uri="{FF2B5EF4-FFF2-40B4-BE49-F238E27FC236}">
                  <a16:creationId xmlns:a16="http://schemas.microsoft.com/office/drawing/2014/main" id="{A126EA15-239E-F979-DA39-6806C224AF8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9;p14">
              <a:extLst>
                <a:ext uri="{FF2B5EF4-FFF2-40B4-BE49-F238E27FC236}">
                  <a16:creationId xmlns:a16="http://schemas.microsoft.com/office/drawing/2014/main" id="{F34E1F73-13F3-348F-67D0-D128194A0420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0;p14">
              <a:extLst>
                <a:ext uri="{FF2B5EF4-FFF2-40B4-BE49-F238E27FC236}">
                  <a16:creationId xmlns:a16="http://schemas.microsoft.com/office/drawing/2014/main" id="{D3299D9A-5F87-D78B-2FE2-7F7273AF93B9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;p14">
              <a:extLst>
                <a:ext uri="{FF2B5EF4-FFF2-40B4-BE49-F238E27FC236}">
                  <a16:creationId xmlns:a16="http://schemas.microsoft.com/office/drawing/2014/main" id="{88CEA7E1-3319-69D7-B637-DA676EA2E5ED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2;p14">
              <a:extLst>
                <a:ext uri="{FF2B5EF4-FFF2-40B4-BE49-F238E27FC236}">
                  <a16:creationId xmlns:a16="http://schemas.microsoft.com/office/drawing/2014/main" id="{49346145-1F43-73B5-67E4-F4D27DD35374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3;p14">
              <a:extLst>
                <a:ext uri="{FF2B5EF4-FFF2-40B4-BE49-F238E27FC236}">
                  <a16:creationId xmlns:a16="http://schemas.microsoft.com/office/drawing/2014/main" id="{F7FC26A3-B4A2-D6B3-35F4-5AB60A0BA00D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4;p14">
              <a:extLst>
                <a:ext uri="{FF2B5EF4-FFF2-40B4-BE49-F238E27FC236}">
                  <a16:creationId xmlns:a16="http://schemas.microsoft.com/office/drawing/2014/main" id="{A0A67E92-055F-366D-F453-C1B23C8821E2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5;p14">
              <a:extLst>
                <a:ext uri="{FF2B5EF4-FFF2-40B4-BE49-F238E27FC236}">
                  <a16:creationId xmlns:a16="http://schemas.microsoft.com/office/drawing/2014/main" id="{BD9D4D01-023E-1234-2205-1C473C164A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6;p14">
              <a:extLst>
                <a:ext uri="{FF2B5EF4-FFF2-40B4-BE49-F238E27FC236}">
                  <a16:creationId xmlns:a16="http://schemas.microsoft.com/office/drawing/2014/main" id="{BE35350A-8AE5-290A-6518-13488CA3DACA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7;p14">
              <a:extLst>
                <a:ext uri="{FF2B5EF4-FFF2-40B4-BE49-F238E27FC236}">
                  <a16:creationId xmlns:a16="http://schemas.microsoft.com/office/drawing/2014/main" id="{73EC3B16-07E9-26AE-1F51-DD398AE3AD6F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8;p14">
              <a:extLst>
                <a:ext uri="{FF2B5EF4-FFF2-40B4-BE49-F238E27FC236}">
                  <a16:creationId xmlns:a16="http://schemas.microsoft.com/office/drawing/2014/main" id="{1B9F6561-912C-FBCC-CC5C-967F45E2D08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9;p14">
              <a:extLst>
                <a:ext uri="{FF2B5EF4-FFF2-40B4-BE49-F238E27FC236}">
                  <a16:creationId xmlns:a16="http://schemas.microsoft.com/office/drawing/2014/main" id="{6CFB8659-7AAD-28FD-2998-7DD8CD0F3AB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0;p14">
              <a:extLst>
                <a:ext uri="{FF2B5EF4-FFF2-40B4-BE49-F238E27FC236}">
                  <a16:creationId xmlns:a16="http://schemas.microsoft.com/office/drawing/2014/main" id="{1F608211-AFEA-2AE2-EC2A-A82ED7833AF5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1;p14">
              <a:extLst>
                <a:ext uri="{FF2B5EF4-FFF2-40B4-BE49-F238E27FC236}">
                  <a16:creationId xmlns:a16="http://schemas.microsoft.com/office/drawing/2014/main" id="{A44D01E7-EED1-6E14-7DAD-ADCDFD02E9C0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;p14">
              <a:extLst>
                <a:ext uri="{FF2B5EF4-FFF2-40B4-BE49-F238E27FC236}">
                  <a16:creationId xmlns:a16="http://schemas.microsoft.com/office/drawing/2014/main" id="{5242E7F1-56D2-1D65-7F1A-55C972C55044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3;p14">
              <a:extLst>
                <a:ext uri="{FF2B5EF4-FFF2-40B4-BE49-F238E27FC236}">
                  <a16:creationId xmlns:a16="http://schemas.microsoft.com/office/drawing/2014/main" id="{96740A05-C12A-7946-AE2E-13A3564B253E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4;p14">
              <a:extLst>
                <a:ext uri="{FF2B5EF4-FFF2-40B4-BE49-F238E27FC236}">
                  <a16:creationId xmlns:a16="http://schemas.microsoft.com/office/drawing/2014/main" id="{CE1FAEAA-E802-AFAD-1049-CBFE613556F1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5;p14">
              <a:extLst>
                <a:ext uri="{FF2B5EF4-FFF2-40B4-BE49-F238E27FC236}">
                  <a16:creationId xmlns:a16="http://schemas.microsoft.com/office/drawing/2014/main" id="{34A8B257-E26A-0BCE-E3AF-E435CFE9932C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6;p14">
              <a:extLst>
                <a:ext uri="{FF2B5EF4-FFF2-40B4-BE49-F238E27FC236}">
                  <a16:creationId xmlns:a16="http://schemas.microsoft.com/office/drawing/2014/main" id="{34BEBF28-10E6-EDDE-3172-418B59055B41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7;p14">
              <a:extLst>
                <a:ext uri="{FF2B5EF4-FFF2-40B4-BE49-F238E27FC236}">
                  <a16:creationId xmlns:a16="http://schemas.microsoft.com/office/drawing/2014/main" id="{C2F060A8-6A07-13F6-0A65-320F5313F9D3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8;p14">
              <a:extLst>
                <a:ext uri="{FF2B5EF4-FFF2-40B4-BE49-F238E27FC236}">
                  <a16:creationId xmlns:a16="http://schemas.microsoft.com/office/drawing/2014/main" id="{71CDA76E-23A6-8B5A-D0D0-A7945E478E3A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9;p14">
              <a:extLst>
                <a:ext uri="{FF2B5EF4-FFF2-40B4-BE49-F238E27FC236}">
                  <a16:creationId xmlns:a16="http://schemas.microsoft.com/office/drawing/2014/main" id="{DFA14FBB-C05F-D482-5912-3DFBC4242B3A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0;p14">
              <a:extLst>
                <a:ext uri="{FF2B5EF4-FFF2-40B4-BE49-F238E27FC236}">
                  <a16:creationId xmlns:a16="http://schemas.microsoft.com/office/drawing/2014/main" id="{53118FC5-2F61-6F4C-E894-34ECF076F8F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1;p14">
              <a:extLst>
                <a:ext uri="{FF2B5EF4-FFF2-40B4-BE49-F238E27FC236}">
                  <a16:creationId xmlns:a16="http://schemas.microsoft.com/office/drawing/2014/main" id="{233130FD-6E2C-6EB0-E0DC-93FFB46DB5D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2;p14">
              <a:extLst>
                <a:ext uri="{FF2B5EF4-FFF2-40B4-BE49-F238E27FC236}">
                  <a16:creationId xmlns:a16="http://schemas.microsoft.com/office/drawing/2014/main" id="{6D6D4602-27F8-2386-CEF6-8230E476BEE9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3;p14">
              <a:extLst>
                <a:ext uri="{FF2B5EF4-FFF2-40B4-BE49-F238E27FC236}">
                  <a16:creationId xmlns:a16="http://schemas.microsoft.com/office/drawing/2014/main" id="{2AA8F08E-52ED-E72B-4A48-3D92386BD6A6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4;p14">
              <a:extLst>
                <a:ext uri="{FF2B5EF4-FFF2-40B4-BE49-F238E27FC236}">
                  <a16:creationId xmlns:a16="http://schemas.microsoft.com/office/drawing/2014/main" id="{A0ECFC51-9EC1-61D0-F632-BF55F869838E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5;p14">
              <a:extLst>
                <a:ext uri="{FF2B5EF4-FFF2-40B4-BE49-F238E27FC236}">
                  <a16:creationId xmlns:a16="http://schemas.microsoft.com/office/drawing/2014/main" id="{04FC6317-D83F-CCA3-561F-9E1A076DE38C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6;p14">
              <a:extLst>
                <a:ext uri="{FF2B5EF4-FFF2-40B4-BE49-F238E27FC236}">
                  <a16:creationId xmlns:a16="http://schemas.microsoft.com/office/drawing/2014/main" id="{5F24EE24-6F48-0A05-99FB-FD24BA67E352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7;p14">
              <a:extLst>
                <a:ext uri="{FF2B5EF4-FFF2-40B4-BE49-F238E27FC236}">
                  <a16:creationId xmlns:a16="http://schemas.microsoft.com/office/drawing/2014/main" id="{998E6193-0381-0797-57AA-CD17F8E902C8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8;p14">
              <a:extLst>
                <a:ext uri="{FF2B5EF4-FFF2-40B4-BE49-F238E27FC236}">
                  <a16:creationId xmlns:a16="http://schemas.microsoft.com/office/drawing/2014/main" id="{9250E7A0-BD03-32DE-2755-866EAE11739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9;p14">
              <a:extLst>
                <a:ext uri="{FF2B5EF4-FFF2-40B4-BE49-F238E27FC236}">
                  <a16:creationId xmlns:a16="http://schemas.microsoft.com/office/drawing/2014/main" id="{6C94A03E-FB6C-EBB2-8B6B-7A86914A9E10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0;p14">
              <a:extLst>
                <a:ext uri="{FF2B5EF4-FFF2-40B4-BE49-F238E27FC236}">
                  <a16:creationId xmlns:a16="http://schemas.microsoft.com/office/drawing/2014/main" id="{0FA1AAF1-5740-018E-40B7-02C725D55E4E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1;p14">
              <a:extLst>
                <a:ext uri="{FF2B5EF4-FFF2-40B4-BE49-F238E27FC236}">
                  <a16:creationId xmlns:a16="http://schemas.microsoft.com/office/drawing/2014/main" id="{E5DA0C28-D7FA-7F45-05D7-CFF18CC1FB6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2;p14">
              <a:extLst>
                <a:ext uri="{FF2B5EF4-FFF2-40B4-BE49-F238E27FC236}">
                  <a16:creationId xmlns:a16="http://schemas.microsoft.com/office/drawing/2014/main" id="{8CC84175-6FF4-8251-DC0A-25F3E5735F7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3;p14">
              <a:extLst>
                <a:ext uri="{FF2B5EF4-FFF2-40B4-BE49-F238E27FC236}">
                  <a16:creationId xmlns:a16="http://schemas.microsoft.com/office/drawing/2014/main" id="{79DE964F-1A34-654C-944D-00ADECA6B74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4;p14">
              <a:extLst>
                <a:ext uri="{FF2B5EF4-FFF2-40B4-BE49-F238E27FC236}">
                  <a16:creationId xmlns:a16="http://schemas.microsoft.com/office/drawing/2014/main" id="{B1D4C971-1978-C1F7-DC45-35A0DBC1C9B6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5;p14">
              <a:extLst>
                <a:ext uri="{FF2B5EF4-FFF2-40B4-BE49-F238E27FC236}">
                  <a16:creationId xmlns:a16="http://schemas.microsoft.com/office/drawing/2014/main" id="{7D5908B7-05CB-59D1-3C83-176827A4FFAD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6;p14">
              <a:extLst>
                <a:ext uri="{FF2B5EF4-FFF2-40B4-BE49-F238E27FC236}">
                  <a16:creationId xmlns:a16="http://schemas.microsoft.com/office/drawing/2014/main" id="{05CF8925-69EB-ECE3-08FC-4A6F39E2B0A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7;p14">
              <a:extLst>
                <a:ext uri="{FF2B5EF4-FFF2-40B4-BE49-F238E27FC236}">
                  <a16:creationId xmlns:a16="http://schemas.microsoft.com/office/drawing/2014/main" id="{3B3D3E76-D15A-7EB6-A422-DD97A3437991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8;p14">
              <a:extLst>
                <a:ext uri="{FF2B5EF4-FFF2-40B4-BE49-F238E27FC236}">
                  <a16:creationId xmlns:a16="http://schemas.microsoft.com/office/drawing/2014/main" id="{C97FDA8E-4EEE-89C3-B4D1-8F5BDC64C9B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9;p14">
              <a:extLst>
                <a:ext uri="{FF2B5EF4-FFF2-40B4-BE49-F238E27FC236}">
                  <a16:creationId xmlns:a16="http://schemas.microsoft.com/office/drawing/2014/main" id="{D6EFBCE7-C641-B573-31D7-A2D4F23BB2DF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0;p14">
              <a:extLst>
                <a:ext uri="{FF2B5EF4-FFF2-40B4-BE49-F238E27FC236}">
                  <a16:creationId xmlns:a16="http://schemas.microsoft.com/office/drawing/2014/main" id="{DCF9C273-219D-D8B8-7231-D78981C4ECE6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1;p14">
              <a:extLst>
                <a:ext uri="{FF2B5EF4-FFF2-40B4-BE49-F238E27FC236}">
                  <a16:creationId xmlns:a16="http://schemas.microsoft.com/office/drawing/2014/main" id="{39E6A744-2F18-1713-E905-700CBBC26FF1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2;p14">
              <a:extLst>
                <a:ext uri="{FF2B5EF4-FFF2-40B4-BE49-F238E27FC236}">
                  <a16:creationId xmlns:a16="http://schemas.microsoft.com/office/drawing/2014/main" id="{7B8BB24F-F525-9409-B22F-E802A983481D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3;p14">
              <a:extLst>
                <a:ext uri="{FF2B5EF4-FFF2-40B4-BE49-F238E27FC236}">
                  <a16:creationId xmlns:a16="http://schemas.microsoft.com/office/drawing/2014/main" id="{ABE7D78B-85F0-C714-8429-57E21456EBC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4;p14">
              <a:extLst>
                <a:ext uri="{FF2B5EF4-FFF2-40B4-BE49-F238E27FC236}">
                  <a16:creationId xmlns:a16="http://schemas.microsoft.com/office/drawing/2014/main" id="{6D68E82B-44CF-39EB-70C9-83103F236EDF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5;p14">
              <a:extLst>
                <a:ext uri="{FF2B5EF4-FFF2-40B4-BE49-F238E27FC236}">
                  <a16:creationId xmlns:a16="http://schemas.microsoft.com/office/drawing/2014/main" id="{52678718-2E22-FE4E-89EC-A0CBEA2CFE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6;p14">
              <a:extLst>
                <a:ext uri="{FF2B5EF4-FFF2-40B4-BE49-F238E27FC236}">
                  <a16:creationId xmlns:a16="http://schemas.microsoft.com/office/drawing/2014/main" id="{6BD874A8-21F3-EDE3-3AC2-212C84F09105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7;p14">
              <a:extLst>
                <a:ext uri="{FF2B5EF4-FFF2-40B4-BE49-F238E27FC236}">
                  <a16:creationId xmlns:a16="http://schemas.microsoft.com/office/drawing/2014/main" id="{6AA76860-580F-C6E2-115F-22EE39B1D85D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8;p14">
              <a:extLst>
                <a:ext uri="{FF2B5EF4-FFF2-40B4-BE49-F238E27FC236}">
                  <a16:creationId xmlns:a16="http://schemas.microsoft.com/office/drawing/2014/main" id="{0B52252D-4FEE-4C0D-2478-56C6E2585BE4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79;p14">
              <a:extLst>
                <a:ext uri="{FF2B5EF4-FFF2-40B4-BE49-F238E27FC236}">
                  <a16:creationId xmlns:a16="http://schemas.microsoft.com/office/drawing/2014/main" id="{BBF7C11E-B7E4-91B1-2D8C-514F08161556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0;p14">
              <a:extLst>
                <a:ext uri="{FF2B5EF4-FFF2-40B4-BE49-F238E27FC236}">
                  <a16:creationId xmlns:a16="http://schemas.microsoft.com/office/drawing/2014/main" id="{8B13C355-1D0C-FB24-0D93-0C99C35D117A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81;p14">
              <a:extLst>
                <a:ext uri="{FF2B5EF4-FFF2-40B4-BE49-F238E27FC236}">
                  <a16:creationId xmlns:a16="http://schemas.microsoft.com/office/drawing/2014/main" id="{5C91B8F8-9D59-1DD3-17F5-8C331C570020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82;p14">
              <a:extLst>
                <a:ext uri="{FF2B5EF4-FFF2-40B4-BE49-F238E27FC236}">
                  <a16:creationId xmlns:a16="http://schemas.microsoft.com/office/drawing/2014/main" id="{78B45BB2-82AD-5A64-7555-99EC5B797A7E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83;p14">
              <a:extLst>
                <a:ext uri="{FF2B5EF4-FFF2-40B4-BE49-F238E27FC236}">
                  <a16:creationId xmlns:a16="http://schemas.microsoft.com/office/drawing/2014/main" id="{5DA027EC-BB9A-2043-1C6D-38B70E47AD47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84;p14">
              <a:extLst>
                <a:ext uri="{FF2B5EF4-FFF2-40B4-BE49-F238E27FC236}">
                  <a16:creationId xmlns:a16="http://schemas.microsoft.com/office/drawing/2014/main" id="{49AD8AF3-944F-168E-1842-A146D1DA656F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85;p14">
              <a:extLst>
                <a:ext uri="{FF2B5EF4-FFF2-40B4-BE49-F238E27FC236}">
                  <a16:creationId xmlns:a16="http://schemas.microsoft.com/office/drawing/2014/main" id="{2942B7C6-354B-D68E-F5D9-E3A7216F775E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86;p14">
              <a:extLst>
                <a:ext uri="{FF2B5EF4-FFF2-40B4-BE49-F238E27FC236}">
                  <a16:creationId xmlns:a16="http://schemas.microsoft.com/office/drawing/2014/main" id="{BD8352FA-E1CF-1243-1B63-94EC4073A21D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87;p14">
              <a:extLst>
                <a:ext uri="{FF2B5EF4-FFF2-40B4-BE49-F238E27FC236}">
                  <a16:creationId xmlns:a16="http://schemas.microsoft.com/office/drawing/2014/main" id="{091655A1-6DB6-089E-7613-3BDB4E000D5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88;p14">
              <a:extLst>
                <a:ext uri="{FF2B5EF4-FFF2-40B4-BE49-F238E27FC236}">
                  <a16:creationId xmlns:a16="http://schemas.microsoft.com/office/drawing/2014/main" id="{850EB7D5-A0E0-B950-3233-03C376ACE894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89;p14">
              <a:extLst>
                <a:ext uri="{FF2B5EF4-FFF2-40B4-BE49-F238E27FC236}">
                  <a16:creationId xmlns:a16="http://schemas.microsoft.com/office/drawing/2014/main" id="{E20B4C78-CF7C-15E7-CD46-F0295C65DA01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90;p14">
              <a:extLst>
                <a:ext uri="{FF2B5EF4-FFF2-40B4-BE49-F238E27FC236}">
                  <a16:creationId xmlns:a16="http://schemas.microsoft.com/office/drawing/2014/main" id="{039812FB-B1BE-4A42-AB47-A00B775F8B4C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91;p14">
              <a:extLst>
                <a:ext uri="{FF2B5EF4-FFF2-40B4-BE49-F238E27FC236}">
                  <a16:creationId xmlns:a16="http://schemas.microsoft.com/office/drawing/2014/main" id="{E6822CC4-C9C6-1A64-6E55-D033FEDF4C7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92;p14">
              <a:extLst>
                <a:ext uri="{FF2B5EF4-FFF2-40B4-BE49-F238E27FC236}">
                  <a16:creationId xmlns:a16="http://schemas.microsoft.com/office/drawing/2014/main" id="{75B29A05-8BF5-4652-5668-FD6FF65DE956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93;p14">
              <a:extLst>
                <a:ext uri="{FF2B5EF4-FFF2-40B4-BE49-F238E27FC236}">
                  <a16:creationId xmlns:a16="http://schemas.microsoft.com/office/drawing/2014/main" id="{F75AD29A-8ECC-B481-35B9-E462C152895A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94;p14">
              <a:extLst>
                <a:ext uri="{FF2B5EF4-FFF2-40B4-BE49-F238E27FC236}">
                  <a16:creationId xmlns:a16="http://schemas.microsoft.com/office/drawing/2014/main" id="{7A3E5345-84BE-2ECF-0DBF-B8401C029590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95;p14">
              <a:extLst>
                <a:ext uri="{FF2B5EF4-FFF2-40B4-BE49-F238E27FC236}">
                  <a16:creationId xmlns:a16="http://schemas.microsoft.com/office/drawing/2014/main" id="{AC69C03C-9C73-3DF6-6830-F154194B3FB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96;p14">
              <a:extLst>
                <a:ext uri="{FF2B5EF4-FFF2-40B4-BE49-F238E27FC236}">
                  <a16:creationId xmlns:a16="http://schemas.microsoft.com/office/drawing/2014/main" id="{BAA6FBDA-99F1-DD22-F34D-EE2C305A53C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97;p14">
              <a:extLst>
                <a:ext uri="{FF2B5EF4-FFF2-40B4-BE49-F238E27FC236}">
                  <a16:creationId xmlns:a16="http://schemas.microsoft.com/office/drawing/2014/main" id="{270DC62A-0187-508E-8CB2-CE998914D2F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98;p14">
              <a:extLst>
                <a:ext uri="{FF2B5EF4-FFF2-40B4-BE49-F238E27FC236}">
                  <a16:creationId xmlns:a16="http://schemas.microsoft.com/office/drawing/2014/main" id="{01D95766-0CA4-C44B-E3EC-28EC4479C98F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99;p14">
              <a:extLst>
                <a:ext uri="{FF2B5EF4-FFF2-40B4-BE49-F238E27FC236}">
                  <a16:creationId xmlns:a16="http://schemas.microsoft.com/office/drawing/2014/main" id="{80141B04-3E9D-8252-4E34-E8FD80297CA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00;p14">
              <a:extLst>
                <a:ext uri="{FF2B5EF4-FFF2-40B4-BE49-F238E27FC236}">
                  <a16:creationId xmlns:a16="http://schemas.microsoft.com/office/drawing/2014/main" id="{CB341899-7BF0-58B4-8C16-1F8981A8D89F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01;p14">
              <a:extLst>
                <a:ext uri="{FF2B5EF4-FFF2-40B4-BE49-F238E27FC236}">
                  <a16:creationId xmlns:a16="http://schemas.microsoft.com/office/drawing/2014/main" id="{3EBE2996-1BFC-519B-6275-482FB28B5886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02;p14">
              <a:extLst>
                <a:ext uri="{FF2B5EF4-FFF2-40B4-BE49-F238E27FC236}">
                  <a16:creationId xmlns:a16="http://schemas.microsoft.com/office/drawing/2014/main" id="{BF8907F2-2A12-2979-3E60-23487728C630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03;p14">
              <a:extLst>
                <a:ext uri="{FF2B5EF4-FFF2-40B4-BE49-F238E27FC236}">
                  <a16:creationId xmlns:a16="http://schemas.microsoft.com/office/drawing/2014/main" id="{2192E96A-3DBC-AC69-45D7-39C1306AEB08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04;p14">
              <a:extLst>
                <a:ext uri="{FF2B5EF4-FFF2-40B4-BE49-F238E27FC236}">
                  <a16:creationId xmlns:a16="http://schemas.microsoft.com/office/drawing/2014/main" id="{DE4E08F4-6208-81EA-2B4B-6072238AA43E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05;p14">
              <a:extLst>
                <a:ext uri="{FF2B5EF4-FFF2-40B4-BE49-F238E27FC236}">
                  <a16:creationId xmlns:a16="http://schemas.microsoft.com/office/drawing/2014/main" id="{3AEE5210-5AC9-BBE2-84A7-FB5DE19A4EFF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06;p14">
              <a:extLst>
                <a:ext uri="{FF2B5EF4-FFF2-40B4-BE49-F238E27FC236}">
                  <a16:creationId xmlns:a16="http://schemas.microsoft.com/office/drawing/2014/main" id="{80B2605B-B89F-8406-FB27-9B2FF9C8624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07;p14">
              <a:extLst>
                <a:ext uri="{FF2B5EF4-FFF2-40B4-BE49-F238E27FC236}">
                  <a16:creationId xmlns:a16="http://schemas.microsoft.com/office/drawing/2014/main" id="{19B7E0F1-E3CE-3D00-BD25-BFDC71B06DDC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08;p14">
              <a:extLst>
                <a:ext uri="{FF2B5EF4-FFF2-40B4-BE49-F238E27FC236}">
                  <a16:creationId xmlns:a16="http://schemas.microsoft.com/office/drawing/2014/main" id="{D292D297-0482-5ADD-EDD5-FEE4ECA8EBA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09;p14">
              <a:extLst>
                <a:ext uri="{FF2B5EF4-FFF2-40B4-BE49-F238E27FC236}">
                  <a16:creationId xmlns:a16="http://schemas.microsoft.com/office/drawing/2014/main" id="{E9BDAADF-FF49-5D07-9A53-71A6BEDF8F28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10;p14">
              <a:extLst>
                <a:ext uri="{FF2B5EF4-FFF2-40B4-BE49-F238E27FC236}">
                  <a16:creationId xmlns:a16="http://schemas.microsoft.com/office/drawing/2014/main" id="{9338FE95-7BE1-7AD7-0697-3E7A9CC7CA14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11;p14">
              <a:extLst>
                <a:ext uri="{FF2B5EF4-FFF2-40B4-BE49-F238E27FC236}">
                  <a16:creationId xmlns:a16="http://schemas.microsoft.com/office/drawing/2014/main" id="{40060E7B-B0F2-A419-8E11-A2D009C970E4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12;p14">
              <a:extLst>
                <a:ext uri="{FF2B5EF4-FFF2-40B4-BE49-F238E27FC236}">
                  <a16:creationId xmlns:a16="http://schemas.microsoft.com/office/drawing/2014/main" id="{35CFEDFF-9F9C-CFB1-B33D-5751F5346E7B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994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Tools/Shoftware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" name="Picture 3" descr="Bagaimana Cara Membuat Kode di Scratch? Ini Ulasannya | kumparan.com">
            <a:extLst>
              <a:ext uri="{FF2B5EF4-FFF2-40B4-BE49-F238E27FC236}">
                <a16:creationId xmlns:a16="http://schemas.microsoft.com/office/drawing/2014/main" id="{EAFA1B88-D983-FF33-BF01-E528116C3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75" r="21875"/>
          <a:stretch>
            <a:fillRect/>
          </a:stretch>
        </p:blipFill>
        <p:spPr>
          <a:xfrm>
            <a:off x="610549" y="1585408"/>
            <a:ext cx="2456106" cy="2456106"/>
          </a:xfrm>
          <a:prstGeom prst="rect">
            <a:avLst/>
          </a:prstGeom>
        </p:spPr>
      </p:pic>
      <p:pic>
        <p:nvPicPr>
          <p:cNvPr id="5" name="Picture 4" descr="Pedoman penggunaan ikon dan nama Visual Studio Code dan VS Code.">
            <a:extLst>
              <a:ext uri="{FF2B5EF4-FFF2-40B4-BE49-F238E27FC236}">
                <a16:creationId xmlns:a16="http://schemas.microsoft.com/office/drawing/2014/main" id="{66926545-22A2-DD98-5D90-F693D684A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88" y="1757476"/>
            <a:ext cx="1745428" cy="1745428"/>
          </a:xfrm>
          <a:prstGeom prst="rect">
            <a:avLst/>
          </a:prstGeom>
        </p:spPr>
      </p:pic>
      <p:pic>
        <p:nvPicPr>
          <p:cNvPr id="6" name="Picture 5" descr="Python Logo PNG Vector (SVG) Free Download">
            <a:extLst>
              <a:ext uri="{FF2B5EF4-FFF2-40B4-BE49-F238E27FC236}">
                <a16:creationId xmlns:a16="http://schemas.microsoft.com/office/drawing/2014/main" id="{72AE6DF7-B791-B9A8-D632-DA252D553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018" y="1422335"/>
            <a:ext cx="2782251" cy="278225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5"/>
          <p:cNvGrpSpPr/>
          <p:nvPr/>
        </p:nvGrpSpPr>
        <p:grpSpPr>
          <a:xfrm>
            <a:off x="457175" y="1025829"/>
            <a:ext cx="8238506" cy="3710630"/>
            <a:chOff x="713150" y="1387900"/>
            <a:chExt cx="6337800" cy="2854550"/>
          </a:xfrm>
        </p:grpSpPr>
        <p:sp>
          <p:nvSpPr>
            <p:cNvPr id="318" name="Google Shape;318;p15"/>
            <p:cNvSpPr/>
            <p:nvPr/>
          </p:nvSpPr>
          <p:spPr>
            <a:xfrm>
              <a:off x="4369350" y="25131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173" y="0"/>
                  </a:moveTo>
                  <a:cubicBezTo>
                    <a:pt x="28601" y="0"/>
                    <a:pt x="4999" y="635"/>
                    <a:pt x="3325" y="2293"/>
                  </a:cubicBezTo>
                  <a:cubicBezTo>
                    <a:pt x="0" y="5618"/>
                    <a:pt x="5162" y="27374"/>
                    <a:pt x="6936" y="27913"/>
                  </a:cubicBezTo>
                  <a:cubicBezTo>
                    <a:pt x="9502" y="28707"/>
                    <a:pt x="23688" y="28997"/>
                    <a:pt x="40484" y="28997"/>
                  </a:cubicBezTo>
                  <a:cubicBezTo>
                    <a:pt x="67222" y="28997"/>
                    <a:pt x="100574" y="28262"/>
                    <a:pt x="104191" y="27659"/>
                  </a:cubicBezTo>
                  <a:cubicBezTo>
                    <a:pt x="107263" y="27153"/>
                    <a:pt x="103431" y="3338"/>
                    <a:pt x="100866" y="1532"/>
                  </a:cubicBezTo>
                  <a:cubicBezTo>
                    <a:pt x="99580" y="643"/>
                    <a:pt x="75891" y="0"/>
                    <a:pt x="5217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560850" y="2534850"/>
              <a:ext cx="490100" cy="688025"/>
            </a:xfrm>
            <a:custGeom>
              <a:avLst/>
              <a:gdLst/>
              <a:ahLst/>
              <a:cxnLst/>
              <a:rect l="l" t="t" r="r" b="b"/>
              <a:pathLst>
                <a:path w="19604" h="27521" extrusionOk="0">
                  <a:moveTo>
                    <a:pt x="8392" y="0"/>
                  </a:moveTo>
                  <a:cubicBezTo>
                    <a:pt x="6682" y="6113"/>
                    <a:pt x="4371" y="22137"/>
                    <a:pt x="0" y="27521"/>
                  </a:cubicBezTo>
                  <a:cubicBezTo>
                    <a:pt x="8551" y="27299"/>
                    <a:pt x="14916" y="26982"/>
                    <a:pt x="16531" y="26729"/>
                  </a:cubicBezTo>
                  <a:cubicBezTo>
                    <a:pt x="19603" y="26222"/>
                    <a:pt x="15771" y="2439"/>
                    <a:pt x="13206" y="665"/>
                  </a:cubicBezTo>
                  <a:cubicBezTo>
                    <a:pt x="12858" y="412"/>
                    <a:pt x="11116" y="190"/>
                    <a:pt x="8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4177750" y="15088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586" y="0"/>
                  </a:moveTo>
                  <a:cubicBezTo>
                    <a:pt x="28872" y="0"/>
                    <a:pt x="4993" y="641"/>
                    <a:pt x="3326" y="2308"/>
                  </a:cubicBezTo>
                  <a:cubicBezTo>
                    <a:pt x="0" y="5634"/>
                    <a:pt x="5131" y="27358"/>
                    <a:pt x="6936" y="27929"/>
                  </a:cubicBezTo>
                  <a:cubicBezTo>
                    <a:pt x="9499" y="28710"/>
                    <a:pt x="23652" y="28997"/>
                    <a:pt x="40420" y="28997"/>
                  </a:cubicBezTo>
                  <a:cubicBezTo>
                    <a:pt x="67160" y="28997"/>
                    <a:pt x="100552" y="28266"/>
                    <a:pt x="104192" y="27643"/>
                  </a:cubicBezTo>
                  <a:cubicBezTo>
                    <a:pt x="107263" y="27137"/>
                    <a:pt x="103400" y="3322"/>
                    <a:pt x="100835" y="1517"/>
                  </a:cubicBezTo>
                  <a:cubicBezTo>
                    <a:pt x="99556" y="633"/>
                    <a:pt x="76152" y="0"/>
                    <a:pt x="5258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4245825" y="3517575"/>
              <a:ext cx="2681600" cy="724875"/>
            </a:xfrm>
            <a:custGeom>
              <a:avLst/>
              <a:gdLst/>
              <a:ahLst/>
              <a:cxnLst/>
              <a:rect l="l" t="t" r="r" b="b"/>
              <a:pathLst>
                <a:path w="107264" h="28995" extrusionOk="0">
                  <a:moveTo>
                    <a:pt x="52393" y="0"/>
                  </a:moveTo>
                  <a:cubicBezTo>
                    <a:pt x="28748" y="0"/>
                    <a:pt x="5005" y="642"/>
                    <a:pt x="3326" y="2304"/>
                  </a:cubicBezTo>
                  <a:cubicBezTo>
                    <a:pt x="1" y="5630"/>
                    <a:pt x="5163" y="27354"/>
                    <a:pt x="6936" y="27924"/>
                  </a:cubicBezTo>
                  <a:cubicBezTo>
                    <a:pt x="9508" y="28708"/>
                    <a:pt x="23747" y="28995"/>
                    <a:pt x="40589" y="28995"/>
                  </a:cubicBezTo>
                  <a:cubicBezTo>
                    <a:pt x="67309" y="28995"/>
                    <a:pt x="100579" y="28273"/>
                    <a:pt x="104192" y="27671"/>
                  </a:cubicBezTo>
                  <a:cubicBezTo>
                    <a:pt x="107264" y="27133"/>
                    <a:pt x="103432" y="3318"/>
                    <a:pt x="100867" y="1544"/>
                  </a:cubicBezTo>
                  <a:cubicBezTo>
                    <a:pt x="99584" y="642"/>
                    <a:pt x="76038" y="0"/>
                    <a:pt x="5239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437325" y="35387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17" y="27014"/>
                    <a:pt x="16532" y="26729"/>
                  </a:cubicBezTo>
                  <a:cubicBezTo>
                    <a:pt x="19604" y="26222"/>
                    <a:pt x="15772" y="2471"/>
                    <a:pt x="13207" y="697"/>
                  </a:cubicBezTo>
                  <a:cubicBezTo>
                    <a:pt x="12858" y="444"/>
                    <a:pt x="11117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3887175" y="1628325"/>
              <a:ext cx="486150" cy="486150"/>
            </a:xfrm>
            <a:custGeom>
              <a:avLst/>
              <a:gdLst/>
              <a:ahLst/>
              <a:cxnLst/>
              <a:rect l="l" t="t" r="r" b="b"/>
              <a:pathLst>
                <a:path w="19446" h="19446" extrusionOk="0">
                  <a:moveTo>
                    <a:pt x="9723" y="1"/>
                  </a:moveTo>
                  <a:cubicBezTo>
                    <a:pt x="4371" y="1"/>
                    <a:pt x="1" y="4371"/>
                    <a:pt x="1" y="9723"/>
                  </a:cubicBezTo>
                  <a:cubicBezTo>
                    <a:pt x="1" y="15075"/>
                    <a:pt x="4371" y="19445"/>
                    <a:pt x="9723" y="19445"/>
                  </a:cubicBezTo>
                  <a:cubicBezTo>
                    <a:pt x="15075" y="19445"/>
                    <a:pt x="19446" y="15075"/>
                    <a:pt x="19446" y="9723"/>
                  </a:cubicBezTo>
                  <a:cubicBezTo>
                    <a:pt x="19446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950525" y="1768050"/>
              <a:ext cx="225650" cy="193625"/>
            </a:xfrm>
            <a:custGeom>
              <a:avLst/>
              <a:gdLst/>
              <a:ahLst/>
              <a:cxnLst/>
              <a:rect l="l" t="t" r="r" b="b"/>
              <a:pathLst>
                <a:path w="9026" h="7745" extrusionOk="0">
                  <a:moveTo>
                    <a:pt x="4845" y="0"/>
                  </a:moveTo>
                  <a:cubicBezTo>
                    <a:pt x="4606" y="0"/>
                    <a:pt x="4363" y="16"/>
                    <a:pt x="4117" y="49"/>
                  </a:cubicBezTo>
                  <a:cubicBezTo>
                    <a:pt x="1774" y="365"/>
                    <a:pt x="0" y="2075"/>
                    <a:pt x="222" y="3912"/>
                  </a:cubicBezTo>
                  <a:cubicBezTo>
                    <a:pt x="317" y="4704"/>
                    <a:pt x="760" y="5401"/>
                    <a:pt x="1457" y="5907"/>
                  </a:cubicBezTo>
                  <a:lnTo>
                    <a:pt x="1014" y="7744"/>
                  </a:lnTo>
                  <a:lnTo>
                    <a:pt x="2819" y="6541"/>
                  </a:lnTo>
                  <a:cubicBezTo>
                    <a:pt x="3225" y="6663"/>
                    <a:pt x="3657" y="6719"/>
                    <a:pt x="4115" y="6719"/>
                  </a:cubicBezTo>
                  <a:cubicBezTo>
                    <a:pt x="4372" y="6719"/>
                    <a:pt x="4636" y="6702"/>
                    <a:pt x="4909" y="6667"/>
                  </a:cubicBezTo>
                  <a:cubicBezTo>
                    <a:pt x="7284" y="6382"/>
                    <a:pt x="9026" y="4641"/>
                    <a:pt x="8804" y="2804"/>
                  </a:cubicBezTo>
                  <a:cubicBezTo>
                    <a:pt x="8634" y="1186"/>
                    <a:pt x="6911" y="0"/>
                    <a:pt x="4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083525" y="1732100"/>
              <a:ext cx="226475" cy="200275"/>
            </a:xfrm>
            <a:custGeom>
              <a:avLst/>
              <a:gdLst/>
              <a:ahLst/>
              <a:cxnLst/>
              <a:rect l="l" t="t" r="r" b="b"/>
              <a:pathLst>
                <a:path w="9059" h="8011" extrusionOk="0">
                  <a:moveTo>
                    <a:pt x="4151" y="0"/>
                  </a:moveTo>
                  <a:cubicBezTo>
                    <a:pt x="2152" y="0"/>
                    <a:pt x="477" y="1103"/>
                    <a:pt x="254" y="2722"/>
                  </a:cubicBezTo>
                  <a:cubicBezTo>
                    <a:pt x="1" y="4558"/>
                    <a:pt x="1711" y="6300"/>
                    <a:pt x="4054" y="6680"/>
                  </a:cubicBezTo>
                  <a:cubicBezTo>
                    <a:pt x="4339" y="6716"/>
                    <a:pt x="4615" y="6734"/>
                    <a:pt x="4884" y="6734"/>
                  </a:cubicBezTo>
                  <a:cubicBezTo>
                    <a:pt x="5332" y="6734"/>
                    <a:pt x="5760" y="6684"/>
                    <a:pt x="6176" y="6585"/>
                  </a:cubicBezTo>
                  <a:lnTo>
                    <a:pt x="8108" y="8010"/>
                  </a:lnTo>
                  <a:lnTo>
                    <a:pt x="7538" y="5952"/>
                  </a:lnTo>
                  <a:cubicBezTo>
                    <a:pt x="8235" y="5477"/>
                    <a:pt x="8678" y="4812"/>
                    <a:pt x="8805" y="4020"/>
                  </a:cubicBezTo>
                  <a:cubicBezTo>
                    <a:pt x="9058" y="2183"/>
                    <a:pt x="7348" y="410"/>
                    <a:pt x="4973" y="62"/>
                  </a:cubicBezTo>
                  <a:cubicBezTo>
                    <a:pt x="4695" y="20"/>
                    <a:pt x="4420" y="0"/>
                    <a:pt x="4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084325" y="1771625"/>
              <a:ext cx="88700" cy="119575"/>
            </a:xfrm>
            <a:custGeom>
              <a:avLst/>
              <a:gdLst/>
              <a:ahLst/>
              <a:cxnLst/>
              <a:rect l="l" t="t" r="r" b="b"/>
              <a:pathLst>
                <a:path w="3548" h="4783" extrusionOk="0">
                  <a:moveTo>
                    <a:pt x="665" y="1"/>
                  </a:moveTo>
                  <a:cubicBezTo>
                    <a:pt x="412" y="381"/>
                    <a:pt x="222" y="792"/>
                    <a:pt x="190" y="1267"/>
                  </a:cubicBezTo>
                  <a:cubicBezTo>
                    <a:pt x="0" y="2724"/>
                    <a:pt x="1140" y="4149"/>
                    <a:pt x="2819" y="4783"/>
                  </a:cubicBezTo>
                  <a:cubicBezTo>
                    <a:pt x="3294" y="4149"/>
                    <a:pt x="3547" y="3421"/>
                    <a:pt x="3452" y="2661"/>
                  </a:cubicBezTo>
                  <a:cubicBezTo>
                    <a:pt x="3294" y="1362"/>
                    <a:pt x="2186" y="349"/>
                    <a:pt x="6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3953675" y="3636925"/>
              <a:ext cx="485375" cy="486150"/>
            </a:xfrm>
            <a:custGeom>
              <a:avLst/>
              <a:gdLst/>
              <a:ahLst/>
              <a:cxnLst/>
              <a:rect l="l" t="t" r="r" b="b"/>
              <a:pathLst>
                <a:path w="19415" h="19446" extrusionOk="0">
                  <a:moveTo>
                    <a:pt x="9723" y="1"/>
                  </a:moveTo>
                  <a:cubicBezTo>
                    <a:pt x="4340" y="1"/>
                    <a:pt x="1" y="4371"/>
                    <a:pt x="1" y="9723"/>
                  </a:cubicBezTo>
                  <a:cubicBezTo>
                    <a:pt x="1" y="15075"/>
                    <a:pt x="4340" y="19445"/>
                    <a:pt x="9723" y="19445"/>
                  </a:cubicBezTo>
                  <a:cubicBezTo>
                    <a:pt x="15075" y="19445"/>
                    <a:pt x="19414" y="15075"/>
                    <a:pt x="19414" y="9723"/>
                  </a:cubicBezTo>
                  <a:cubicBezTo>
                    <a:pt x="19414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63725" y="3741900"/>
              <a:ext cx="232000" cy="296800"/>
            </a:xfrm>
            <a:custGeom>
              <a:avLst/>
              <a:gdLst/>
              <a:ahLst/>
              <a:cxnLst/>
              <a:rect l="l" t="t" r="r" b="b"/>
              <a:pathLst>
                <a:path w="9280" h="11872" extrusionOk="0">
                  <a:moveTo>
                    <a:pt x="5062" y="1"/>
                  </a:moveTo>
                  <a:cubicBezTo>
                    <a:pt x="4809" y="1"/>
                    <a:pt x="4565" y="17"/>
                    <a:pt x="4340" y="45"/>
                  </a:cubicBezTo>
                  <a:cubicBezTo>
                    <a:pt x="2534" y="235"/>
                    <a:pt x="1521" y="1470"/>
                    <a:pt x="1331" y="2547"/>
                  </a:cubicBezTo>
                  <a:cubicBezTo>
                    <a:pt x="1331" y="2547"/>
                    <a:pt x="1331" y="4510"/>
                    <a:pt x="1046" y="4922"/>
                  </a:cubicBezTo>
                  <a:cubicBezTo>
                    <a:pt x="793" y="5334"/>
                    <a:pt x="1" y="6506"/>
                    <a:pt x="349" y="6696"/>
                  </a:cubicBezTo>
                  <a:cubicBezTo>
                    <a:pt x="465" y="6763"/>
                    <a:pt x="630" y="6787"/>
                    <a:pt x="805" y="6787"/>
                  </a:cubicBezTo>
                  <a:cubicBezTo>
                    <a:pt x="1203" y="6787"/>
                    <a:pt x="1648" y="6664"/>
                    <a:pt x="1648" y="6664"/>
                  </a:cubicBezTo>
                  <a:lnTo>
                    <a:pt x="1648" y="6664"/>
                  </a:lnTo>
                  <a:cubicBezTo>
                    <a:pt x="1648" y="6664"/>
                    <a:pt x="1426" y="8437"/>
                    <a:pt x="2313" y="8659"/>
                  </a:cubicBezTo>
                  <a:cubicBezTo>
                    <a:pt x="3231" y="8849"/>
                    <a:pt x="3801" y="8912"/>
                    <a:pt x="3801" y="8912"/>
                  </a:cubicBezTo>
                  <a:lnTo>
                    <a:pt x="3801" y="11509"/>
                  </a:lnTo>
                  <a:cubicBezTo>
                    <a:pt x="3801" y="11509"/>
                    <a:pt x="4579" y="11871"/>
                    <a:pt x="5584" y="11871"/>
                  </a:cubicBezTo>
                  <a:cubicBezTo>
                    <a:pt x="6124" y="11871"/>
                    <a:pt x="6730" y="11767"/>
                    <a:pt x="7316" y="11446"/>
                  </a:cubicBezTo>
                  <a:lnTo>
                    <a:pt x="7221" y="8659"/>
                  </a:lnTo>
                  <a:cubicBezTo>
                    <a:pt x="7221" y="8659"/>
                    <a:pt x="9280" y="8026"/>
                    <a:pt x="9185" y="4510"/>
                  </a:cubicBezTo>
                  <a:cubicBezTo>
                    <a:pt x="9102" y="825"/>
                    <a:pt x="6837" y="1"/>
                    <a:pt x="50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109650" y="3765975"/>
              <a:ext cx="146500" cy="84750"/>
            </a:xfrm>
            <a:custGeom>
              <a:avLst/>
              <a:gdLst/>
              <a:ahLst/>
              <a:cxnLst/>
              <a:rect l="l" t="t" r="r" b="b"/>
              <a:pathLst>
                <a:path w="5860" h="3390" extrusionOk="0">
                  <a:moveTo>
                    <a:pt x="2845" y="0"/>
                  </a:moveTo>
                  <a:cubicBezTo>
                    <a:pt x="2561" y="0"/>
                    <a:pt x="731" y="54"/>
                    <a:pt x="381" y="1426"/>
                  </a:cubicBezTo>
                  <a:cubicBezTo>
                    <a:pt x="1" y="2882"/>
                    <a:pt x="1394" y="3389"/>
                    <a:pt x="2883" y="3389"/>
                  </a:cubicBezTo>
                  <a:cubicBezTo>
                    <a:pt x="4529" y="3389"/>
                    <a:pt x="5860" y="3041"/>
                    <a:pt x="5860" y="2186"/>
                  </a:cubicBezTo>
                  <a:cubicBezTo>
                    <a:pt x="5860" y="1046"/>
                    <a:pt x="5575" y="32"/>
                    <a:pt x="2883" y="1"/>
                  </a:cubicBezTo>
                  <a:cubicBezTo>
                    <a:pt x="2883" y="1"/>
                    <a:pt x="2870" y="0"/>
                    <a:pt x="2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4185650" y="2633025"/>
              <a:ext cx="485375" cy="485350"/>
            </a:xfrm>
            <a:custGeom>
              <a:avLst/>
              <a:gdLst/>
              <a:ahLst/>
              <a:cxnLst/>
              <a:rect l="l" t="t" r="r" b="b"/>
              <a:pathLst>
                <a:path w="19415" h="19414" extrusionOk="0">
                  <a:moveTo>
                    <a:pt x="9723" y="0"/>
                  </a:moveTo>
                  <a:cubicBezTo>
                    <a:pt x="4340" y="0"/>
                    <a:pt x="1" y="4339"/>
                    <a:pt x="1" y="9691"/>
                  </a:cubicBezTo>
                  <a:cubicBezTo>
                    <a:pt x="1" y="15075"/>
                    <a:pt x="4340" y="19413"/>
                    <a:pt x="9723" y="19413"/>
                  </a:cubicBezTo>
                  <a:cubicBezTo>
                    <a:pt x="15075" y="19413"/>
                    <a:pt x="19414" y="15075"/>
                    <a:pt x="19414" y="9691"/>
                  </a:cubicBezTo>
                  <a:cubicBezTo>
                    <a:pt x="19414" y="4339"/>
                    <a:pt x="15075" y="0"/>
                    <a:pt x="97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257700" y="2823825"/>
              <a:ext cx="200350" cy="200325"/>
            </a:xfrm>
            <a:custGeom>
              <a:avLst/>
              <a:gdLst/>
              <a:ahLst/>
              <a:cxnLst/>
              <a:rect l="l" t="t" r="r" b="b"/>
              <a:pathLst>
                <a:path w="8014" h="8013" extrusionOk="0">
                  <a:moveTo>
                    <a:pt x="3991" y="2312"/>
                  </a:moveTo>
                  <a:cubicBezTo>
                    <a:pt x="4941" y="2312"/>
                    <a:pt x="5670" y="3072"/>
                    <a:pt x="5670" y="3991"/>
                  </a:cubicBezTo>
                  <a:cubicBezTo>
                    <a:pt x="5670" y="4941"/>
                    <a:pt x="4941" y="5669"/>
                    <a:pt x="3991" y="5669"/>
                  </a:cubicBezTo>
                  <a:cubicBezTo>
                    <a:pt x="3073" y="5669"/>
                    <a:pt x="2313" y="4909"/>
                    <a:pt x="2313" y="3991"/>
                  </a:cubicBezTo>
                  <a:cubicBezTo>
                    <a:pt x="2313" y="3072"/>
                    <a:pt x="3073" y="2312"/>
                    <a:pt x="3991" y="2312"/>
                  </a:cubicBezTo>
                  <a:close/>
                  <a:moveTo>
                    <a:pt x="3769" y="1"/>
                  </a:moveTo>
                  <a:cubicBezTo>
                    <a:pt x="3579" y="1"/>
                    <a:pt x="3453" y="127"/>
                    <a:pt x="3453" y="317"/>
                  </a:cubicBezTo>
                  <a:lnTo>
                    <a:pt x="3453" y="1489"/>
                  </a:lnTo>
                  <a:cubicBezTo>
                    <a:pt x="3136" y="1584"/>
                    <a:pt x="2883" y="1679"/>
                    <a:pt x="2629" y="1837"/>
                  </a:cubicBezTo>
                  <a:lnTo>
                    <a:pt x="1806" y="1014"/>
                  </a:lnTo>
                  <a:cubicBezTo>
                    <a:pt x="1743" y="951"/>
                    <a:pt x="1656" y="919"/>
                    <a:pt x="1568" y="919"/>
                  </a:cubicBezTo>
                  <a:cubicBezTo>
                    <a:pt x="1481" y="919"/>
                    <a:pt x="1394" y="951"/>
                    <a:pt x="1331" y="1014"/>
                  </a:cubicBezTo>
                  <a:lnTo>
                    <a:pt x="1014" y="1331"/>
                  </a:lnTo>
                  <a:cubicBezTo>
                    <a:pt x="888" y="1457"/>
                    <a:pt x="888" y="1679"/>
                    <a:pt x="1014" y="1806"/>
                  </a:cubicBezTo>
                  <a:lnTo>
                    <a:pt x="1838" y="2629"/>
                  </a:lnTo>
                  <a:cubicBezTo>
                    <a:pt x="1679" y="2882"/>
                    <a:pt x="1584" y="3136"/>
                    <a:pt x="1489" y="3452"/>
                  </a:cubicBezTo>
                  <a:lnTo>
                    <a:pt x="318" y="3452"/>
                  </a:lnTo>
                  <a:cubicBezTo>
                    <a:pt x="128" y="3452"/>
                    <a:pt x="1" y="3579"/>
                    <a:pt x="1" y="3769"/>
                  </a:cubicBezTo>
                  <a:lnTo>
                    <a:pt x="1" y="4244"/>
                  </a:lnTo>
                  <a:cubicBezTo>
                    <a:pt x="1" y="4403"/>
                    <a:pt x="128" y="4561"/>
                    <a:pt x="318" y="4561"/>
                  </a:cubicBezTo>
                  <a:lnTo>
                    <a:pt x="1489" y="4561"/>
                  </a:lnTo>
                  <a:cubicBezTo>
                    <a:pt x="1553" y="4846"/>
                    <a:pt x="1679" y="5131"/>
                    <a:pt x="1838" y="5353"/>
                  </a:cubicBezTo>
                  <a:lnTo>
                    <a:pt x="1014" y="6208"/>
                  </a:lnTo>
                  <a:cubicBezTo>
                    <a:pt x="888" y="6334"/>
                    <a:pt x="888" y="6524"/>
                    <a:pt x="1014" y="6651"/>
                  </a:cubicBezTo>
                  <a:lnTo>
                    <a:pt x="1331" y="6999"/>
                  </a:lnTo>
                  <a:cubicBezTo>
                    <a:pt x="1394" y="7063"/>
                    <a:pt x="1481" y="7094"/>
                    <a:pt x="1568" y="7094"/>
                  </a:cubicBezTo>
                  <a:cubicBezTo>
                    <a:pt x="1656" y="7094"/>
                    <a:pt x="1743" y="7063"/>
                    <a:pt x="1806" y="6999"/>
                  </a:cubicBezTo>
                  <a:lnTo>
                    <a:pt x="2629" y="6144"/>
                  </a:lnTo>
                  <a:cubicBezTo>
                    <a:pt x="2883" y="6303"/>
                    <a:pt x="3136" y="6429"/>
                    <a:pt x="3453" y="6493"/>
                  </a:cubicBezTo>
                  <a:lnTo>
                    <a:pt x="3453" y="7664"/>
                  </a:lnTo>
                  <a:cubicBezTo>
                    <a:pt x="3453" y="7854"/>
                    <a:pt x="3579" y="8013"/>
                    <a:pt x="3769" y="8013"/>
                  </a:cubicBezTo>
                  <a:lnTo>
                    <a:pt x="4245" y="8013"/>
                  </a:lnTo>
                  <a:cubicBezTo>
                    <a:pt x="4403" y="8013"/>
                    <a:pt x="4561" y="7854"/>
                    <a:pt x="4561" y="7664"/>
                  </a:cubicBezTo>
                  <a:lnTo>
                    <a:pt x="4561" y="6493"/>
                  </a:lnTo>
                  <a:cubicBezTo>
                    <a:pt x="4846" y="6429"/>
                    <a:pt x="5131" y="6303"/>
                    <a:pt x="5385" y="6144"/>
                  </a:cubicBezTo>
                  <a:lnTo>
                    <a:pt x="6208" y="6999"/>
                  </a:lnTo>
                  <a:cubicBezTo>
                    <a:pt x="6271" y="7063"/>
                    <a:pt x="6351" y="7094"/>
                    <a:pt x="6430" y="7094"/>
                  </a:cubicBezTo>
                  <a:cubicBezTo>
                    <a:pt x="6509" y="7094"/>
                    <a:pt x="6588" y="7063"/>
                    <a:pt x="6651" y="6999"/>
                  </a:cubicBezTo>
                  <a:lnTo>
                    <a:pt x="7000" y="6651"/>
                  </a:lnTo>
                  <a:cubicBezTo>
                    <a:pt x="7126" y="6524"/>
                    <a:pt x="7126" y="6334"/>
                    <a:pt x="7000" y="6208"/>
                  </a:cubicBezTo>
                  <a:lnTo>
                    <a:pt x="6176" y="5353"/>
                  </a:lnTo>
                  <a:cubicBezTo>
                    <a:pt x="6303" y="5131"/>
                    <a:pt x="6430" y="4846"/>
                    <a:pt x="6493" y="4561"/>
                  </a:cubicBezTo>
                  <a:lnTo>
                    <a:pt x="7696" y="4561"/>
                  </a:lnTo>
                  <a:cubicBezTo>
                    <a:pt x="7855" y="4561"/>
                    <a:pt x="8013" y="4403"/>
                    <a:pt x="8013" y="4244"/>
                  </a:cubicBezTo>
                  <a:lnTo>
                    <a:pt x="8013" y="3769"/>
                  </a:lnTo>
                  <a:cubicBezTo>
                    <a:pt x="8013" y="3579"/>
                    <a:pt x="7855" y="3452"/>
                    <a:pt x="7696" y="3452"/>
                  </a:cubicBezTo>
                  <a:lnTo>
                    <a:pt x="6493" y="3452"/>
                  </a:lnTo>
                  <a:cubicBezTo>
                    <a:pt x="6430" y="3136"/>
                    <a:pt x="6335" y="2882"/>
                    <a:pt x="6176" y="2629"/>
                  </a:cubicBezTo>
                  <a:lnTo>
                    <a:pt x="7000" y="1806"/>
                  </a:lnTo>
                  <a:cubicBezTo>
                    <a:pt x="7126" y="1679"/>
                    <a:pt x="7126" y="1457"/>
                    <a:pt x="7000" y="1331"/>
                  </a:cubicBezTo>
                  <a:lnTo>
                    <a:pt x="6651" y="1014"/>
                  </a:lnTo>
                  <a:cubicBezTo>
                    <a:pt x="6588" y="951"/>
                    <a:pt x="6509" y="919"/>
                    <a:pt x="6430" y="919"/>
                  </a:cubicBezTo>
                  <a:cubicBezTo>
                    <a:pt x="6351" y="919"/>
                    <a:pt x="6271" y="951"/>
                    <a:pt x="6208" y="1014"/>
                  </a:cubicBezTo>
                  <a:lnTo>
                    <a:pt x="5385" y="1837"/>
                  </a:lnTo>
                  <a:cubicBezTo>
                    <a:pt x="5131" y="1679"/>
                    <a:pt x="4846" y="1584"/>
                    <a:pt x="4561" y="1489"/>
                  </a:cubicBezTo>
                  <a:lnTo>
                    <a:pt x="4561" y="317"/>
                  </a:lnTo>
                  <a:cubicBezTo>
                    <a:pt x="4561" y="127"/>
                    <a:pt x="4403" y="1"/>
                    <a:pt x="42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331350" y="2897450"/>
              <a:ext cx="52275" cy="52275"/>
            </a:xfrm>
            <a:custGeom>
              <a:avLst/>
              <a:gdLst/>
              <a:ahLst/>
              <a:cxnLst/>
              <a:rect l="l" t="t" r="r" b="b"/>
              <a:pathLst>
                <a:path w="2091" h="209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cubicBezTo>
                    <a:pt x="0" y="1648"/>
                    <a:pt x="475" y="2091"/>
                    <a:pt x="1045" y="2091"/>
                  </a:cubicBezTo>
                  <a:cubicBezTo>
                    <a:pt x="1647" y="2091"/>
                    <a:pt x="2090" y="1648"/>
                    <a:pt x="2090" y="1046"/>
                  </a:cubicBezTo>
                  <a:cubicBezTo>
                    <a:pt x="2090" y="476"/>
                    <a:pt x="1647" y="1"/>
                    <a:pt x="10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424775" y="2740700"/>
              <a:ext cx="166275" cy="166275"/>
            </a:xfrm>
            <a:custGeom>
              <a:avLst/>
              <a:gdLst/>
              <a:ahLst/>
              <a:cxnLst/>
              <a:rect l="l" t="t" r="r" b="b"/>
              <a:pathLst>
                <a:path w="6651" h="6651" extrusionOk="0">
                  <a:moveTo>
                    <a:pt x="3325" y="1932"/>
                  </a:moveTo>
                  <a:cubicBezTo>
                    <a:pt x="4085" y="1932"/>
                    <a:pt x="4719" y="2566"/>
                    <a:pt x="4719" y="3326"/>
                  </a:cubicBezTo>
                  <a:cubicBezTo>
                    <a:pt x="4719" y="4117"/>
                    <a:pt x="4085" y="4719"/>
                    <a:pt x="3325" y="4719"/>
                  </a:cubicBezTo>
                  <a:cubicBezTo>
                    <a:pt x="2534" y="4719"/>
                    <a:pt x="1932" y="4117"/>
                    <a:pt x="1932" y="3326"/>
                  </a:cubicBezTo>
                  <a:cubicBezTo>
                    <a:pt x="1932" y="2566"/>
                    <a:pt x="2534" y="1932"/>
                    <a:pt x="3325" y="1932"/>
                  </a:cubicBezTo>
                  <a:close/>
                  <a:moveTo>
                    <a:pt x="3104" y="0"/>
                  </a:moveTo>
                  <a:cubicBezTo>
                    <a:pt x="2977" y="0"/>
                    <a:pt x="2850" y="127"/>
                    <a:pt x="2850" y="254"/>
                  </a:cubicBezTo>
                  <a:lnTo>
                    <a:pt x="2850" y="1267"/>
                  </a:lnTo>
                  <a:cubicBezTo>
                    <a:pt x="2597" y="1299"/>
                    <a:pt x="2375" y="1394"/>
                    <a:pt x="2185" y="1520"/>
                  </a:cubicBezTo>
                  <a:lnTo>
                    <a:pt x="1488" y="824"/>
                  </a:lnTo>
                  <a:cubicBezTo>
                    <a:pt x="1441" y="776"/>
                    <a:pt x="1370" y="752"/>
                    <a:pt x="1298" y="752"/>
                  </a:cubicBezTo>
                  <a:cubicBezTo>
                    <a:pt x="1227" y="752"/>
                    <a:pt x="1156" y="776"/>
                    <a:pt x="1108" y="824"/>
                  </a:cubicBezTo>
                  <a:lnTo>
                    <a:pt x="823" y="1109"/>
                  </a:lnTo>
                  <a:cubicBezTo>
                    <a:pt x="728" y="1235"/>
                    <a:pt x="728" y="1394"/>
                    <a:pt x="823" y="1489"/>
                  </a:cubicBezTo>
                  <a:lnTo>
                    <a:pt x="1520" y="2185"/>
                  </a:lnTo>
                  <a:cubicBezTo>
                    <a:pt x="1393" y="2407"/>
                    <a:pt x="1298" y="2629"/>
                    <a:pt x="1235" y="2851"/>
                  </a:cubicBezTo>
                  <a:lnTo>
                    <a:pt x="253" y="2851"/>
                  </a:lnTo>
                  <a:cubicBezTo>
                    <a:pt x="95" y="2851"/>
                    <a:pt x="0" y="2977"/>
                    <a:pt x="0" y="3136"/>
                  </a:cubicBezTo>
                  <a:lnTo>
                    <a:pt x="0" y="3516"/>
                  </a:lnTo>
                  <a:cubicBezTo>
                    <a:pt x="0" y="3674"/>
                    <a:pt x="95" y="3801"/>
                    <a:pt x="253" y="3801"/>
                  </a:cubicBezTo>
                  <a:lnTo>
                    <a:pt x="1235" y="3801"/>
                  </a:lnTo>
                  <a:cubicBezTo>
                    <a:pt x="1298" y="4022"/>
                    <a:pt x="1393" y="4244"/>
                    <a:pt x="1520" y="4466"/>
                  </a:cubicBezTo>
                  <a:lnTo>
                    <a:pt x="823" y="5162"/>
                  </a:lnTo>
                  <a:cubicBezTo>
                    <a:pt x="728" y="5257"/>
                    <a:pt x="728" y="5447"/>
                    <a:pt x="823" y="5542"/>
                  </a:cubicBezTo>
                  <a:lnTo>
                    <a:pt x="1108" y="5827"/>
                  </a:lnTo>
                  <a:cubicBezTo>
                    <a:pt x="1156" y="5875"/>
                    <a:pt x="1227" y="5899"/>
                    <a:pt x="1298" y="5899"/>
                  </a:cubicBezTo>
                  <a:cubicBezTo>
                    <a:pt x="1370" y="5899"/>
                    <a:pt x="1441" y="5875"/>
                    <a:pt x="1488" y="5827"/>
                  </a:cubicBezTo>
                  <a:lnTo>
                    <a:pt x="2185" y="5131"/>
                  </a:lnTo>
                  <a:cubicBezTo>
                    <a:pt x="2375" y="5257"/>
                    <a:pt x="2597" y="5352"/>
                    <a:pt x="2850" y="5416"/>
                  </a:cubicBezTo>
                  <a:lnTo>
                    <a:pt x="2850" y="6397"/>
                  </a:lnTo>
                  <a:cubicBezTo>
                    <a:pt x="2850" y="6524"/>
                    <a:pt x="2977" y="6651"/>
                    <a:pt x="3104" y="6651"/>
                  </a:cubicBezTo>
                  <a:lnTo>
                    <a:pt x="3515" y="6651"/>
                  </a:lnTo>
                  <a:cubicBezTo>
                    <a:pt x="3674" y="6651"/>
                    <a:pt x="3769" y="6524"/>
                    <a:pt x="3769" y="6397"/>
                  </a:cubicBezTo>
                  <a:lnTo>
                    <a:pt x="3769" y="5416"/>
                  </a:lnTo>
                  <a:cubicBezTo>
                    <a:pt x="4022" y="5352"/>
                    <a:pt x="4244" y="5257"/>
                    <a:pt x="4465" y="5131"/>
                  </a:cubicBezTo>
                  <a:lnTo>
                    <a:pt x="5162" y="5827"/>
                  </a:lnTo>
                  <a:cubicBezTo>
                    <a:pt x="5210" y="5875"/>
                    <a:pt x="5273" y="5899"/>
                    <a:pt x="5340" y="5899"/>
                  </a:cubicBezTo>
                  <a:cubicBezTo>
                    <a:pt x="5408" y="5899"/>
                    <a:pt x="5479" y="5875"/>
                    <a:pt x="5542" y="5827"/>
                  </a:cubicBezTo>
                  <a:lnTo>
                    <a:pt x="5795" y="5542"/>
                  </a:lnTo>
                  <a:cubicBezTo>
                    <a:pt x="5922" y="5447"/>
                    <a:pt x="5922" y="5257"/>
                    <a:pt x="5795" y="5162"/>
                  </a:cubicBezTo>
                  <a:lnTo>
                    <a:pt x="5099" y="4466"/>
                  </a:lnTo>
                  <a:cubicBezTo>
                    <a:pt x="5257" y="4244"/>
                    <a:pt x="5352" y="4022"/>
                    <a:pt x="5384" y="3801"/>
                  </a:cubicBezTo>
                  <a:lnTo>
                    <a:pt x="6366" y="3801"/>
                  </a:lnTo>
                  <a:cubicBezTo>
                    <a:pt x="6524" y="3801"/>
                    <a:pt x="6651" y="3674"/>
                    <a:pt x="6651" y="3516"/>
                  </a:cubicBezTo>
                  <a:lnTo>
                    <a:pt x="6651" y="3136"/>
                  </a:lnTo>
                  <a:cubicBezTo>
                    <a:pt x="6651" y="2977"/>
                    <a:pt x="6524" y="2851"/>
                    <a:pt x="6366" y="2851"/>
                  </a:cubicBezTo>
                  <a:lnTo>
                    <a:pt x="5384" y="2851"/>
                  </a:lnTo>
                  <a:cubicBezTo>
                    <a:pt x="5352" y="2629"/>
                    <a:pt x="5257" y="2407"/>
                    <a:pt x="5099" y="2185"/>
                  </a:cubicBezTo>
                  <a:lnTo>
                    <a:pt x="5795" y="1489"/>
                  </a:lnTo>
                  <a:cubicBezTo>
                    <a:pt x="5922" y="1394"/>
                    <a:pt x="5922" y="1235"/>
                    <a:pt x="5795" y="1109"/>
                  </a:cubicBezTo>
                  <a:lnTo>
                    <a:pt x="5542" y="824"/>
                  </a:lnTo>
                  <a:cubicBezTo>
                    <a:pt x="5479" y="776"/>
                    <a:pt x="5408" y="752"/>
                    <a:pt x="5340" y="752"/>
                  </a:cubicBezTo>
                  <a:cubicBezTo>
                    <a:pt x="5273" y="752"/>
                    <a:pt x="5210" y="776"/>
                    <a:pt x="5162" y="824"/>
                  </a:cubicBezTo>
                  <a:lnTo>
                    <a:pt x="4465" y="1520"/>
                  </a:lnTo>
                  <a:cubicBezTo>
                    <a:pt x="4244" y="1394"/>
                    <a:pt x="4022" y="1299"/>
                    <a:pt x="3769" y="1267"/>
                  </a:cubicBezTo>
                  <a:lnTo>
                    <a:pt x="3769" y="254"/>
                  </a:lnTo>
                  <a:cubicBezTo>
                    <a:pt x="3769" y="127"/>
                    <a:pt x="3674" y="0"/>
                    <a:pt x="3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88900" y="2804825"/>
              <a:ext cx="38025" cy="38025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17" y="1"/>
                    <a:pt x="0" y="349"/>
                    <a:pt x="0" y="761"/>
                  </a:cubicBezTo>
                  <a:cubicBezTo>
                    <a:pt x="0" y="1204"/>
                    <a:pt x="317" y="1521"/>
                    <a:pt x="760" y="1521"/>
                  </a:cubicBezTo>
                  <a:cubicBezTo>
                    <a:pt x="1172" y="1521"/>
                    <a:pt x="1520" y="1172"/>
                    <a:pt x="1520" y="761"/>
                  </a:cubicBezTo>
                  <a:cubicBezTo>
                    <a:pt x="1520" y="349"/>
                    <a:pt x="1172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789900" y="3097775"/>
              <a:ext cx="310375" cy="256750"/>
            </a:xfrm>
            <a:custGeom>
              <a:avLst/>
              <a:gdLst/>
              <a:ahLst/>
              <a:cxnLst/>
              <a:rect l="l" t="t" r="r" b="b"/>
              <a:pathLst>
                <a:path w="12415" h="10270" extrusionOk="0">
                  <a:moveTo>
                    <a:pt x="12415" y="0"/>
                  </a:moveTo>
                  <a:lnTo>
                    <a:pt x="3136" y="1393"/>
                  </a:lnTo>
                  <a:cubicBezTo>
                    <a:pt x="2692" y="2375"/>
                    <a:pt x="0" y="8107"/>
                    <a:pt x="190" y="8456"/>
                  </a:cubicBezTo>
                  <a:cubicBezTo>
                    <a:pt x="338" y="8702"/>
                    <a:pt x="4507" y="10270"/>
                    <a:pt x="7412" y="10270"/>
                  </a:cubicBezTo>
                  <a:cubicBezTo>
                    <a:pt x="8242" y="10270"/>
                    <a:pt x="8969" y="10141"/>
                    <a:pt x="9469" y="9817"/>
                  </a:cubicBezTo>
                  <a:cubicBezTo>
                    <a:pt x="11718" y="8361"/>
                    <a:pt x="12415" y="0"/>
                    <a:pt x="12415" y="0"/>
                  </a:cubicBezTo>
                  <a:close/>
                </a:path>
              </a:pathLst>
            </a:custGeom>
            <a:solidFill>
              <a:srgbClr val="FFA6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FD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8575" y="3322600"/>
              <a:ext cx="478225" cy="669050"/>
            </a:xfrm>
            <a:custGeom>
              <a:avLst/>
              <a:gdLst/>
              <a:ahLst/>
              <a:cxnLst/>
              <a:rect l="l" t="t" r="r" b="b"/>
              <a:pathLst>
                <a:path w="19129" h="26762" extrusionOk="0">
                  <a:moveTo>
                    <a:pt x="10767" y="1"/>
                  </a:moveTo>
                  <a:lnTo>
                    <a:pt x="0" y="6525"/>
                  </a:lnTo>
                  <a:cubicBezTo>
                    <a:pt x="0" y="6525"/>
                    <a:pt x="10197" y="20047"/>
                    <a:pt x="6460" y="26761"/>
                  </a:cubicBezTo>
                  <a:cubicBezTo>
                    <a:pt x="8044" y="26191"/>
                    <a:pt x="12636" y="18907"/>
                    <a:pt x="13903" y="18496"/>
                  </a:cubicBezTo>
                  <a:cubicBezTo>
                    <a:pt x="17418" y="17292"/>
                    <a:pt x="19128" y="16817"/>
                    <a:pt x="19128" y="1681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13100" y="1387900"/>
              <a:ext cx="608075" cy="934900"/>
            </a:xfrm>
            <a:custGeom>
              <a:avLst/>
              <a:gdLst/>
              <a:ahLst/>
              <a:cxnLst/>
              <a:rect l="l" t="t" r="r" b="b"/>
              <a:pathLst>
                <a:path w="24323" h="37396" extrusionOk="0">
                  <a:moveTo>
                    <a:pt x="11602" y="0"/>
                  </a:moveTo>
                  <a:cubicBezTo>
                    <a:pt x="11162" y="0"/>
                    <a:pt x="10728" y="197"/>
                    <a:pt x="10420" y="560"/>
                  </a:cubicBezTo>
                  <a:cubicBezTo>
                    <a:pt x="10008" y="1067"/>
                    <a:pt x="0" y="13608"/>
                    <a:pt x="6556" y="20607"/>
                  </a:cubicBezTo>
                  <a:cubicBezTo>
                    <a:pt x="8773" y="22982"/>
                    <a:pt x="11338" y="23995"/>
                    <a:pt x="13587" y="24945"/>
                  </a:cubicBezTo>
                  <a:cubicBezTo>
                    <a:pt x="17577" y="26560"/>
                    <a:pt x="20744" y="27827"/>
                    <a:pt x="21314" y="35998"/>
                  </a:cubicBezTo>
                  <a:cubicBezTo>
                    <a:pt x="21344" y="36783"/>
                    <a:pt x="22008" y="37396"/>
                    <a:pt x="22784" y="37396"/>
                  </a:cubicBezTo>
                  <a:cubicBezTo>
                    <a:pt x="22821" y="37396"/>
                    <a:pt x="22859" y="37394"/>
                    <a:pt x="22897" y="37391"/>
                  </a:cubicBezTo>
                  <a:cubicBezTo>
                    <a:pt x="22961" y="37391"/>
                    <a:pt x="23024" y="37391"/>
                    <a:pt x="23087" y="37360"/>
                  </a:cubicBezTo>
                  <a:cubicBezTo>
                    <a:pt x="23816" y="37233"/>
                    <a:pt x="24322" y="36568"/>
                    <a:pt x="24291" y="35808"/>
                  </a:cubicBezTo>
                  <a:cubicBezTo>
                    <a:pt x="23594" y="25769"/>
                    <a:pt x="19097" y="23932"/>
                    <a:pt x="14727" y="22158"/>
                  </a:cubicBezTo>
                  <a:cubicBezTo>
                    <a:pt x="12573" y="21272"/>
                    <a:pt x="10515" y="20448"/>
                    <a:pt x="8741" y="18548"/>
                  </a:cubicBezTo>
                  <a:cubicBezTo>
                    <a:pt x="4751" y="14336"/>
                    <a:pt x="10293" y="5501"/>
                    <a:pt x="12763" y="2429"/>
                  </a:cubicBezTo>
                  <a:cubicBezTo>
                    <a:pt x="13270" y="1795"/>
                    <a:pt x="13175" y="845"/>
                    <a:pt x="12541" y="339"/>
                  </a:cubicBezTo>
                  <a:cubicBezTo>
                    <a:pt x="12258" y="109"/>
                    <a:pt x="11928" y="0"/>
                    <a:pt x="1160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17300" y="2344750"/>
              <a:ext cx="330975" cy="184575"/>
            </a:xfrm>
            <a:custGeom>
              <a:avLst/>
              <a:gdLst/>
              <a:ahLst/>
              <a:cxnLst/>
              <a:rect l="l" t="t" r="r" b="b"/>
              <a:pathLst>
                <a:path w="13239" h="7383" extrusionOk="0">
                  <a:moveTo>
                    <a:pt x="9101" y="0"/>
                  </a:moveTo>
                  <a:cubicBezTo>
                    <a:pt x="6855" y="0"/>
                    <a:pt x="2510" y="1713"/>
                    <a:pt x="1362" y="2727"/>
                  </a:cubicBezTo>
                  <a:cubicBezTo>
                    <a:pt x="1" y="3899"/>
                    <a:pt x="317" y="7383"/>
                    <a:pt x="317" y="7383"/>
                  </a:cubicBezTo>
                  <a:lnTo>
                    <a:pt x="13238" y="3361"/>
                  </a:lnTo>
                  <a:cubicBezTo>
                    <a:pt x="13238" y="3361"/>
                    <a:pt x="11623" y="1017"/>
                    <a:pt x="10103" y="194"/>
                  </a:cubicBezTo>
                  <a:cubicBezTo>
                    <a:pt x="9864" y="60"/>
                    <a:pt x="9519" y="0"/>
                    <a:pt x="91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13650" y="2344625"/>
              <a:ext cx="134625" cy="105525"/>
            </a:xfrm>
            <a:custGeom>
              <a:avLst/>
              <a:gdLst/>
              <a:ahLst/>
              <a:cxnLst/>
              <a:rect l="l" t="t" r="r" b="b"/>
              <a:pathLst>
                <a:path w="5385" h="4221" extrusionOk="0">
                  <a:moveTo>
                    <a:pt x="1243" y="0"/>
                  </a:moveTo>
                  <a:cubicBezTo>
                    <a:pt x="878" y="0"/>
                    <a:pt x="456" y="47"/>
                    <a:pt x="0" y="136"/>
                  </a:cubicBezTo>
                  <a:cubicBezTo>
                    <a:pt x="1204" y="1339"/>
                    <a:pt x="2059" y="2891"/>
                    <a:pt x="2661" y="4221"/>
                  </a:cubicBezTo>
                  <a:lnTo>
                    <a:pt x="5384" y="3366"/>
                  </a:lnTo>
                  <a:cubicBezTo>
                    <a:pt x="5384" y="3366"/>
                    <a:pt x="3769" y="1022"/>
                    <a:pt x="2249" y="199"/>
                  </a:cubicBezTo>
                  <a:cubicBezTo>
                    <a:pt x="2011" y="63"/>
                    <a:pt x="1665" y="0"/>
                    <a:pt x="12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00375" y="2150200"/>
              <a:ext cx="338100" cy="133700"/>
            </a:xfrm>
            <a:custGeom>
              <a:avLst/>
              <a:gdLst/>
              <a:ahLst/>
              <a:cxnLst/>
              <a:rect l="l" t="t" r="r" b="b"/>
              <a:pathLst>
                <a:path w="13524" h="5348" extrusionOk="0">
                  <a:moveTo>
                    <a:pt x="7572" y="1"/>
                  </a:moveTo>
                  <a:cubicBezTo>
                    <a:pt x="5207" y="1"/>
                    <a:pt x="2445" y="368"/>
                    <a:pt x="1743" y="1230"/>
                  </a:cubicBezTo>
                  <a:cubicBezTo>
                    <a:pt x="634" y="2561"/>
                    <a:pt x="1" y="5347"/>
                    <a:pt x="1" y="5347"/>
                  </a:cubicBezTo>
                  <a:lnTo>
                    <a:pt x="13523" y="4271"/>
                  </a:lnTo>
                  <a:cubicBezTo>
                    <a:pt x="13523" y="4271"/>
                    <a:pt x="12478" y="914"/>
                    <a:pt x="10800" y="344"/>
                  </a:cubicBezTo>
                  <a:cubicBezTo>
                    <a:pt x="10173" y="123"/>
                    <a:pt x="8939" y="1"/>
                    <a:pt x="75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700375" y="2158775"/>
              <a:ext cx="95050" cy="125125"/>
            </a:xfrm>
            <a:custGeom>
              <a:avLst/>
              <a:gdLst/>
              <a:ahLst/>
              <a:cxnLst/>
              <a:rect l="l" t="t" r="r" b="b"/>
              <a:pathLst>
                <a:path w="3802" h="5005" extrusionOk="0">
                  <a:moveTo>
                    <a:pt x="3801" y="1"/>
                  </a:moveTo>
                  <a:lnTo>
                    <a:pt x="3801" y="1"/>
                  </a:lnTo>
                  <a:cubicBezTo>
                    <a:pt x="2819" y="191"/>
                    <a:pt x="2059" y="476"/>
                    <a:pt x="1743" y="887"/>
                  </a:cubicBezTo>
                  <a:cubicBezTo>
                    <a:pt x="634" y="2218"/>
                    <a:pt x="1" y="5004"/>
                    <a:pt x="1" y="5004"/>
                  </a:cubicBezTo>
                  <a:lnTo>
                    <a:pt x="2851" y="4783"/>
                  </a:lnTo>
                  <a:cubicBezTo>
                    <a:pt x="2914" y="3326"/>
                    <a:pt x="3136" y="1552"/>
                    <a:pt x="380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203975" y="2226400"/>
              <a:ext cx="212200" cy="240625"/>
            </a:xfrm>
            <a:custGeom>
              <a:avLst/>
              <a:gdLst/>
              <a:ahLst/>
              <a:cxnLst/>
              <a:rect l="l" t="t" r="r" b="b"/>
              <a:pathLst>
                <a:path w="8488" h="9625" extrusionOk="0">
                  <a:moveTo>
                    <a:pt x="5598" y="1"/>
                  </a:moveTo>
                  <a:cubicBezTo>
                    <a:pt x="5548" y="1"/>
                    <a:pt x="5497" y="7"/>
                    <a:pt x="5447" y="19"/>
                  </a:cubicBezTo>
                  <a:lnTo>
                    <a:pt x="665" y="938"/>
                  </a:lnTo>
                  <a:cubicBezTo>
                    <a:pt x="254" y="1001"/>
                    <a:pt x="0" y="1413"/>
                    <a:pt x="64" y="1793"/>
                  </a:cubicBezTo>
                  <a:lnTo>
                    <a:pt x="697" y="9013"/>
                  </a:lnTo>
                  <a:cubicBezTo>
                    <a:pt x="754" y="9383"/>
                    <a:pt x="1091" y="9625"/>
                    <a:pt x="1457" y="9625"/>
                  </a:cubicBezTo>
                  <a:cubicBezTo>
                    <a:pt x="1499" y="9625"/>
                    <a:pt x="1541" y="9621"/>
                    <a:pt x="1584" y="9615"/>
                  </a:cubicBezTo>
                  <a:lnTo>
                    <a:pt x="7823" y="8411"/>
                  </a:lnTo>
                  <a:cubicBezTo>
                    <a:pt x="8234" y="8348"/>
                    <a:pt x="8488" y="7936"/>
                    <a:pt x="8424" y="7525"/>
                  </a:cubicBezTo>
                  <a:lnTo>
                    <a:pt x="6302" y="589"/>
                  </a:lnTo>
                  <a:cubicBezTo>
                    <a:pt x="6247" y="259"/>
                    <a:pt x="5930" y="1"/>
                    <a:pt x="55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207925" y="2261700"/>
              <a:ext cx="208250" cy="205550"/>
            </a:xfrm>
            <a:custGeom>
              <a:avLst/>
              <a:gdLst/>
              <a:ahLst/>
              <a:cxnLst/>
              <a:rect l="l" t="t" r="r" b="b"/>
              <a:pathLst>
                <a:path w="8330" h="8222" extrusionOk="0">
                  <a:moveTo>
                    <a:pt x="6398" y="1"/>
                  </a:moveTo>
                  <a:cubicBezTo>
                    <a:pt x="5384" y="191"/>
                    <a:pt x="4118" y="412"/>
                    <a:pt x="3231" y="602"/>
                  </a:cubicBezTo>
                  <a:cubicBezTo>
                    <a:pt x="2249" y="792"/>
                    <a:pt x="1077" y="919"/>
                    <a:pt x="1" y="1394"/>
                  </a:cubicBezTo>
                  <a:lnTo>
                    <a:pt x="539" y="7601"/>
                  </a:lnTo>
                  <a:cubicBezTo>
                    <a:pt x="622" y="7959"/>
                    <a:pt x="920" y="8221"/>
                    <a:pt x="1267" y="8221"/>
                  </a:cubicBezTo>
                  <a:cubicBezTo>
                    <a:pt x="1319" y="8221"/>
                    <a:pt x="1372" y="8215"/>
                    <a:pt x="1426" y="8203"/>
                  </a:cubicBezTo>
                  <a:lnTo>
                    <a:pt x="7665" y="6999"/>
                  </a:lnTo>
                  <a:cubicBezTo>
                    <a:pt x="8076" y="6936"/>
                    <a:pt x="8330" y="6524"/>
                    <a:pt x="8266" y="6113"/>
                  </a:cubicBezTo>
                  <a:lnTo>
                    <a:pt x="639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384500" y="2233100"/>
              <a:ext cx="2357025" cy="1703500"/>
            </a:xfrm>
            <a:custGeom>
              <a:avLst/>
              <a:gdLst/>
              <a:ahLst/>
              <a:cxnLst/>
              <a:rect l="l" t="t" r="r" b="b"/>
              <a:pathLst>
                <a:path w="94281" h="68140" extrusionOk="0">
                  <a:moveTo>
                    <a:pt x="59223" y="1"/>
                  </a:moveTo>
                  <a:cubicBezTo>
                    <a:pt x="54028" y="1"/>
                    <a:pt x="46605" y="635"/>
                    <a:pt x="36326" y="2475"/>
                  </a:cubicBezTo>
                  <a:cubicBezTo>
                    <a:pt x="18275" y="6465"/>
                    <a:pt x="9186" y="10645"/>
                    <a:pt x="6716" y="13020"/>
                  </a:cubicBezTo>
                  <a:cubicBezTo>
                    <a:pt x="4277" y="15396"/>
                    <a:pt x="1554" y="32307"/>
                    <a:pt x="699" y="48965"/>
                  </a:cubicBezTo>
                  <a:cubicBezTo>
                    <a:pt x="0" y="63120"/>
                    <a:pt x="5271" y="68140"/>
                    <a:pt x="11158" y="68140"/>
                  </a:cubicBezTo>
                  <a:cubicBezTo>
                    <a:pt x="12212" y="68140"/>
                    <a:pt x="13285" y="67979"/>
                    <a:pt x="14348" y="67681"/>
                  </a:cubicBezTo>
                  <a:cubicBezTo>
                    <a:pt x="21315" y="65686"/>
                    <a:pt x="25527" y="41649"/>
                    <a:pt x="26731" y="38356"/>
                  </a:cubicBezTo>
                  <a:cubicBezTo>
                    <a:pt x="27174" y="37121"/>
                    <a:pt x="40348" y="34365"/>
                    <a:pt x="42565" y="33922"/>
                  </a:cubicBezTo>
                  <a:cubicBezTo>
                    <a:pt x="44359" y="33579"/>
                    <a:pt x="54085" y="31852"/>
                    <a:pt x="57815" y="31852"/>
                  </a:cubicBezTo>
                  <a:cubicBezTo>
                    <a:pt x="58563" y="31852"/>
                    <a:pt x="59070" y="31921"/>
                    <a:pt x="59223" y="32085"/>
                  </a:cubicBezTo>
                  <a:cubicBezTo>
                    <a:pt x="61493" y="34666"/>
                    <a:pt x="73934" y="54717"/>
                    <a:pt x="81218" y="54717"/>
                  </a:cubicBezTo>
                  <a:cubicBezTo>
                    <a:pt x="81352" y="54717"/>
                    <a:pt x="81483" y="54710"/>
                    <a:pt x="81613" y="54697"/>
                  </a:cubicBezTo>
                  <a:cubicBezTo>
                    <a:pt x="88802" y="53937"/>
                    <a:pt x="94281" y="47445"/>
                    <a:pt x="87313" y="32275"/>
                  </a:cubicBezTo>
                  <a:cubicBezTo>
                    <a:pt x="80315" y="17106"/>
                    <a:pt x="71511" y="2443"/>
                    <a:pt x="68344" y="1145"/>
                  </a:cubicBezTo>
                  <a:cubicBezTo>
                    <a:pt x="66835" y="526"/>
                    <a:pt x="63952" y="1"/>
                    <a:pt x="592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580825" y="2860225"/>
              <a:ext cx="270800" cy="249475"/>
            </a:xfrm>
            <a:custGeom>
              <a:avLst/>
              <a:gdLst/>
              <a:ahLst/>
              <a:cxnLst/>
              <a:rect l="l" t="t" r="r" b="b"/>
              <a:pathLst>
                <a:path w="10832" h="9979" extrusionOk="0">
                  <a:moveTo>
                    <a:pt x="5465" y="0"/>
                  </a:moveTo>
                  <a:cubicBezTo>
                    <a:pt x="5146" y="0"/>
                    <a:pt x="4823" y="31"/>
                    <a:pt x="4498" y="96"/>
                  </a:cubicBezTo>
                  <a:cubicBezTo>
                    <a:pt x="1774" y="603"/>
                    <a:pt x="1" y="3232"/>
                    <a:pt x="539" y="5923"/>
                  </a:cubicBezTo>
                  <a:cubicBezTo>
                    <a:pt x="985" y="8318"/>
                    <a:pt x="3071" y="9978"/>
                    <a:pt x="5398" y="9978"/>
                  </a:cubicBezTo>
                  <a:cubicBezTo>
                    <a:pt x="5717" y="9978"/>
                    <a:pt x="6041" y="9947"/>
                    <a:pt x="6366" y="9882"/>
                  </a:cubicBezTo>
                  <a:cubicBezTo>
                    <a:pt x="9090" y="9375"/>
                    <a:pt x="10832" y="6747"/>
                    <a:pt x="10325" y="4055"/>
                  </a:cubicBezTo>
                  <a:cubicBezTo>
                    <a:pt x="9852" y="1660"/>
                    <a:pt x="7787" y="0"/>
                    <a:pt x="546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12500" y="2889550"/>
              <a:ext cx="239125" cy="220175"/>
            </a:xfrm>
            <a:custGeom>
              <a:avLst/>
              <a:gdLst/>
              <a:ahLst/>
              <a:cxnLst/>
              <a:rect l="l" t="t" r="r" b="b"/>
              <a:pathLst>
                <a:path w="9565" h="880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07"/>
                    <a:pt x="7949" y="1140"/>
                    <a:pt x="8076" y="1805"/>
                  </a:cubicBezTo>
                  <a:cubicBezTo>
                    <a:pt x="8615" y="4497"/>
                    <a:pt x="6841" y="7126"/>
                    <a:pt x="4149" y="7632"/>
                  </a:cubicBezTo>
                  <a:cubicBezTo>
                    <a:pt x="3834" y="7690"/>
                    <a:pt x="3522" y="7718"/>
                    <a:pt x="3216" y="7718"/>
                  </a:cubicBezTo>
                  <a:cubicBezTo>
                    <a:pt x="2009" y="7718"/>
                    <a:pt x="884" y="7288"/>
                    <a:pt x="1" y="6556"/>
                  </a:cubicBezTo>
                  <a:lnTo>
                    <a:pt x="1" y="6556"/>
                  </a:lnTo>
                  <a:cubicBezTo>
                    <a:pt x="904" y="7938"/>
                    <a:pt x="2455" y="8807"/>
                    <a:pt x="4129" y="8807"/>
                  </a:cubicBezTo>
                  <a:cubicBezTo>
                    <a:pt x="4449" y="8807"/>
                    <a:pt x="4774" y="8775"/>
                    <a:pt x="5099" y="8709"/>
                  </a:cubicBezTo>
                  <a:cubicBezTo>
                    <a:pt x="7823" y="8202"/>
                    <a:pt x="9565" y="5574"/>
                    <a:pt x="9058" y="2882"/>
                  </a:cubicBezTo>
                  <a:cubicBezTo>
                    <a:pt x="8836" y="1710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18875" y="2557925"/>
              <a:ext cx="469525" cy="432300"/>
            </a:xfrm>
            <a:custGeom>
              <a:avLst/>
              <a:gdLst/>
              <a:ahLst/>
              <a:cxnLst/>
              <a:rect l="l" t="t" r="r" b="b"/>
              <a:pathLst>
                <a:path w="18781" h="17292" extrusionOk="0">
                  <a:moveTo>
                    <a:pt x="9391" y="1"/>
                  </a:moveTo>
                  <a:cubicBezTo>
                    <a:pt x="8853" y="1"/>
                    <a:pt x="8308" y="51"/>
                    <a:pt x="7760" y="154"/>
                  </a:cubicBezTo>
                  <a:cubicBezTo>
                    <a:pt x="3073" y="1073"/>
                    <a:pt x="1" y="5601"/>
                    <a:pt x="888" y="10288"/>
                  </a:cubicBezTo>
                  <a:cubicBezTo>
                    <a:pt x="1696" y="14416"/>
                    <a:pt x="5305" y="17291"/>
                    <a:pt x="9357" y="17291"/>
                  </a:cubicBezTo>
                  <a:cubicBezTo>
                    <a:pt x="9905" y="17291"/>
                    <a:pt x="10462" y="17238"/>
                    <a:pt x="11022" y="17129"/>
                  </a:cubicBezTo>
                  <a:cubicBezTo>
                    <a:pt x="15709" y="16210"/>
                    <a:pt x="18781" y="11682"/>
                    <a:pt x="17862" y="6995"/>
                  </a:cubicBezTo>
                  <a:cubicBezTo>
                    <a:pt x="17079" y="2855"/>
                    <a:pt x="13456" y="1"/>
                    <a:pt x="939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72725" y="2630650"/>
              <a:ext cx="414875" cy="359550"/>
            </a:xfrm>
            <a:custGeom>
              <a:avLst/>
              <a:gdLst/>
              <a:ahLst/>
              <a:cxnLst/>
              <a:rect l="l" t="t" r="r" b="b"/>
              <a:pathLst>
                <a:path w="16595" h="14382" extrusionOk="0">
                  <a:moveTo>
                    <a:pt x="13681" y="0"/>
                  </a:moveTo>
                  <a:lnTo>
                    <a:pt x="13681" y="0"/>
                  </a:lnTo>
                  <a:cubicBezTo>
                    <a:pt x="14283" y="919"/>
                    <a:pt x="14726" y="1964"/>
                    <a:pt x="14948" y="3104"/>
                  </a:cubicBezTo>
                  <a:cubicBezTo>
                    <a:pt x="15867" y="7791"/>
                    <a:pt x="12795" y="12320"/>
                    <a:pt x="8108" y="13238"/>
                  </a:cubicBezTo>
                  <a:cubicBezTo>
                    <a:pt x="7572" y="13336"/>
                    <a:pt x="7039" y="13384"/>
                    <a:pt x="6513" y="13384"/>
                  </a:cubicBezTo>
                  <a:cubicBezTo>
                    <a:pt x="3988" y="13384"/>
                    <a:pt x="1625" y="12291"/>
                    <a:pt x="0" y="10483"/>
                  </a:cubicBezTo>
                  <a:lnTo>
                    <a:pt x="0" y="10483"/>
                  </a:lnTo>
                  <a:cubicBezTo>
                    <a:pt x="1576" y="12860"/>
                    <a:pt x="4279" y="14381"/>
                    <a:pt x="7214" y="14381"/>
                  </a:cubicBezTo>
                  <a:cubicBezTo>
                    <a:pt x="7759" y="14381"/>
                    <a:pt x="8312" y="14329"/>
                    <a:pt x="8868" y="14220"/>
                  </a:cubicBezTo>
                  <a:cubicBezTo>
                    <a:pt x="13555" y="13301"/>
                    <a:pt x="16595" y="8773"/>
                    <a:pt x="15708" y="4086"/>
                  </a:cubicBezTo>
                  <a:cubicBezTo>
                    <a:pt x="15423" y="2502"/>
                    <a:pt x="14695" y="1109"/>
                    <a:pt x="136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84600" y="2739125"/>
              <a:ext cx="155200" cy="108900"/>
            </a:xfrm>
            <a:custGeom>
              <a:avLst/>
              <a:gdLst/>
              <a:ahLst/>
              <a:cxnLst/>
              <a:rect l="l" t="t" r="r" b="b"/>
              <a:pathLst>
                <a:path w="6208" h="4356" extrusionOk="0">
                  <a:moveTo>
                    <a:pt x="3864" y="0"/>
                  </a:moveTo>
                  <a:lnTo>
                    <a:pt x="824" y="570"/>
                  </a:lnTo>
                  <a:cubicBezTo>
                    <a:pt x="317" y="665"/>
                    <a:pt x="0" y="1140"/>
                    <a:pt x="95" y="1647"/>
                  </a:cubicBezTo>
                  <a:lnTo>
                    <a:pt x="475" y="3642"/>
                  </a:lnTo>
                  <a:cubicBezTo>
                    <a:pt x="559" y="4060"/>
                    <a:pt x="937" y="4355"/>
                    <a:pt x="1372" y="4355"/>
                  </a:cubicBezTo>
                  <a:cubicBezTo>
                    <a:pt x="1431" y="4355"/>
                    <a:pt x="1491" y="4350"/>
                    <a:pt x="1552" y="4339"/>
                  </a:cubicBezTo>
                  <a:lnTo>
                    <a:pt x="4561" y="3769"/>
                  </a:lnTo>
                  <a:lnTo>
                    <a:pt x="6208" y="1488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867475" y="2699900"/>
              <a:ext cx="155225" cy="108900"/>
            </a:xfrm>
            <a:custGeom>
              <a:avLst/>
              <a:gdLst/>
              <a:ahLst/>
              <a:cxnLst/>
              <a:rect l="l" t="t" r="r" b="b"/>
              <a:pathLst>
                <a:path w="6209" h="4356" extrusionOk="0">
                  <a:moveTo>
                    <a:pt x="4836" y="0"/>
                  </a:moveTo>
                  <a:cubicBezTo>
                    <a:pt x="4777" y="0"/>
                    <a:pt x="4717" y="6"/>
                    <a:pt x="4656" y="17"/>
                  </a:cubicBezTo>
                  <a:lnTo>
                    <a:pt x="1648" y="587"/>
                  </a:lnTo>
                  <a:lnTo>
                    <a:pt x="1" y="2836"/>
                  </a:lnTo>
                  <a:lnTo>
                    <a:pt x="2376" y="4356"/>
                  </a:lnTo>
                  <a:lnTo>
                    <a:pt x="5385" y="3786"/>
                  </a:lnTo>
                  <a:cubicBezTo>
                    <a:pt x="5891" y="3659"/>
                    <a:pt x="6208" y="3216"/>
                    <a:pt x="6113" y="2709"/>
                  </a:cubicBezTo>
                  <a:lnTo>
                    <a:pt x="5733" y="714"/>
                  </a:lnTo>
                  <a:cubicBezTo>
                    <a:pt x="5649" y="296"/>
                    <a:pt x="5271" y="0"/>
                    <a:pt x="4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92525" y="2768400"/>
              <a:ext cx="147275" cy="80375"/>
            </a:xfrm>
            <a:custGeom>
              <a:avLst/>
              <a:gdLst/>
              <a:ahLst/>
              <a:cxnLst/>
              <a:rect l="l" t="t" r="r" b="b"/>
              <a:pathLst>
                <a:path w="5891" h="3215" extrusionOk="0">
                  <a:moveTo>
                    <a:pt x="0" y="1616"/>
                  </a:moveTo>
                  <a:cubicBezTo>
                    <a:pt x="3" y="1628"/>
                    <a:pt x="5" y="1640"/>
                    <a:pt x="8" y="1652"/>
                  </a:cubicBezTo>
                  <a:lnTo>
                    <a:pt x="8" y="1652"/>
                  </a:lnTo>
                  <a:lnTo>
                    <a:pt x="0" y="1616"/>
                  </a:lnTo>
                  <a:close/>
                  <a:moveTo>
                    <a:pt x="5352" y="1"/>
                  </a:moveTo>
                  <a:lnTo>
                    <a:pt x="4085" y="1743"/>
                  </a:lnTo>
                  <a:lnTo>
                    <a:pt x="1077" y="2313"/>
                  </a:lnTo>
                  <a:cubicBezTo>
                    <a:pt x="1016" y="2324"/>
                    <a:pt x="956" y="2329"/>
                    <a:pt x="897" y="2329"/>
                  </a:cubicBezTo>
                  <a:cubicBezTo>
                    <a:pt x="474" y="2329"/>
                    <a:pt x="106" y="2051"/>
                    <a:pt x="8" y="1652"/>
                  </a:cubicBezTo>
                  <a:lnTo>
                    <a:pt x="8" y="1652"/>
                  </a:lnTo>
                  <a:lnTo>
                    <a:pt x="190" y="2471"/>
                  </a:lnTo>
                  <a:cubicBezTo>
                    <a:pt x="275" y="2893"/>
                    <a:pt x="659" y="3215"/>
                    <a:pt x="1077" y="3215"/>
                  </a:cubicBezTo>
                  <a:cubicBezTo>
                    <a:pt x="1129" y="3215"/>
                    <a:pt x="1182" y="3210"/>
                    <a:pt x="1235" y="3199"/>
                  </a:cubicBezTo>
                  <a:lnTo>
                    <a:pt x="4275" y="2598"/>
                  </a:lnTo>
                  <a:lnTo>
                    <a:pt x="5891" y="317"/>
                  </a:lnTo>
                  <a:lnTo>
                    <a:pt x="535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867475" y="2746250"/>
              <a:ext cx="155225" cy="62550"/>
            </a:xfrm>
            <a:custGeom>
              <a:avLst/>
              <a:gdLst/>
              <a:ahLst/>
              <a:cxnLst/>
              <a:rect l="l" t="t" r="r" b="b"/>
              <a:pathLst>
                <a:path w="6209" h="2502" extrusionOk="0">
                  <a:moveTo>
                    <a:pt x="5955" y="0"/>
                  </a:moveTo>
                  <a:lnTo>
                    <a:pt x="5959" y="24"/>
                  </a:lnTo>
                  <a:lnTo>
                    <a:pt x="5959" y="24"/>
                  </a:lnTo>
                  <a:cubicBezTo>
                    <a:pt x="5958" y="16"/>
                    <a:pt x="5956" y="8"/>
                    <a:pt x="5955" y="0"/>
                  </a:cubicBezTo>
                  <a:close/>
                  <a:moveTo>
                    <a:pt x="5959" y="24"/>
                  </a:moveTo>
                  <a:cubicBezTo>
                    <a:pt x="6039" y="492"/>
                    <a:pt x="5724" y="983"/>
                    <a:pt x="5226" y="1077"/>
                  </a:cubicBezTo>
                  <a:lnTo>
                    <a:pt x="2218" y="1647"/>
                  </a:lnTo>
                  <a:lnTo>
                    <a:pt x="381" y="475"/>
                  </a:lnTo>
                  <a:lnTo>
                    <a:pt x="1" y="982"/>
                  </a:lnTo>
                  <a:lnTo>
                    <a:pt x="2376" y="2502"/>
                  </a:lnTo>
                  <a:lnTo>
                    <a:pt x="5385" y="1932"/>
                  </a:lnTo>
                  <a:cubicBezTo>
                    <a:pt x="5891" y="1837"/>
                    <a:pt x="6208" y="1362"/>
                    <a:pt x="6113" y="855"/>
                  </a:cubicBezTo>
                  <a:lnTo>
                    <a:pt x="5959" y="24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777225" y="2607275"/>
              <a:ext cx="111675" cy="152450"/>
            </a:xfrm>
            <a:custGeom>
              <a:avLst/>
              <a:gdLst/>
              <a:ahLst/>
              <a:cxnLst/>
              <a:rect l="l" t="t" r="r" b="b"/>
              <a:pathLst>
                <a:path w="4467" h="6098" extrusionOk="0">
                  <a:moveTo>
                    <a:pt x="2989" y="0"/>
                  </a:moveTo>
                  <a:cubicBezTo>
                    <a:pt x="2933" y="0"/>
                    <a:pt x="2876" y="6"/>
                    <a:pt x="2819" y="17"/>
                  </a:cubicBezTo>
                  <a:lnTo>
                    <a:pt x="824" y="397"/>
                  </a:lnTo>
                  <a:cubicBezTo>
                    <a:pt x="317" y="492"/>
                    <a:pt x="1" y="967"/>
                    <a:pt x="96" y="1442"/>
                  </a:cubicBezTo>
                  <a:lnTo>
                    <a:pt x="697" y="4482"/>
                  </a:lnTo>
                  <a:lnTo>
                    <a:pt x="2978" y="6097"/>
                  </a:lnTo>
                  <a:lnTo>
                    <a:pt x="4466" y="3754"/>
                  </a:lnTo>
                  <a:lnTo>
                    <a:pt x="3864" y="714"/>
                  </a:lnTo>
                  <a:cubicBezTo>
                    <a:pt x="3781" y="296"/>
                    <a:pt x="3403" y="0"/>
                    <a:pt x="29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819200" y="2788200"/>
              <a:ext cx="110850" cy="152450"/>
            </a:xfrm>
            <a:custGeom>
              <a:avLst/>
              <a:gdLst/>
              <a:ahLst/>
              <a:cxnLst/>
              <a:rect l="l" t="t" r="r" b="b"/>
              <a:pathLst>
                <a:path w="4434" h="6098" extrusionOk="0">
                  <a:moveTo>
                    <a:pt x="1520" y="0"/>
                  </a:moveTo>
                  <a:lnTo>
                    <a:pt x="0" y="2344"/>
                  </a:lnTo>
                  <a:lnTo>
                    <a:pt x="570" y="5384"/>
                  </a:lnTo>
                  <a:cubicBezTo>
                    <a:pt x="654" y="5802"/>
                    <a:pt x="1032" y="6098"/>
                    <a:pt x="1467" y="6098"/>
                  </a:cubicBezTo>
                  <a:cubicBezTo>
                    <a:pt x="1526" y="6098"/>
                    <a:pt x="1586" y="6092"/>
                    <a:pt x="1647" y="6081"/>
                  </a:cubicBezTo>
                  <a:lnTo>
                    <a:pt x="3610" y="5701"/>
                  </a:lnTo>
                  <a:cubicBezTo>
                    <a:pt x="4117" y="5606"/>
                    <a:pt x="4434" y="5131"/>
                    <a:pt x="4339" y="4656"/>
                  </a:cubicBezTo>
                  <a:lnTo>
                    <a:pt x="3769" y="1616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828700" y="2607275"/>
              <a:ext cx="60200" cy="152450"/>
            </a:xfrm>
            <a:custGeom>
              <a:avLst/>
              <a:gdLst/>
              <a:ahLst/>
              <a:cxnLst/>
              <a:rect l="l" t="t" r="r" b="b"/>
              <a:pathLst>
                <a:path w="2408" h="6098" extrusionOk="0">
                  <a:moveTo>
                    <a:pt x="40" y="137"/>
                  </a:moveTo>
                  <a:cubicBezTo>
                    <a:pt x="27" y="139"/>
                    <a:pt x="13" y="141"/>
                    <a:pt x="0" y="144"/>
                  </a:cubicBezTo>
                  <a:lnTo>
                    <a:pt x="40" y="137"/>
                  </a:lnTo>
                  <a:close/>
                  <a:moveTo>
                    <a:pt x="929" y="0"/>
                  </a:moveTo>
                  <a:cubicBezTo>
                    <a:pt x="873" y="0"/>
                    <a:pt x="817" y="6"/>
                    <a:pt x="760" y="17"/>
                  </a:cubicBezTo>
                  <a:lnTo>
                    <a:pt x="40" y="137"/>
                  </a:lnTo>
                  <a:lnTo>
                    <a:pt x="40" y="137"/>
                  </a:lnTo>
                  <a:cubicBezTo>
                    <a:pt x="87" y="130"/>
                    <a:pt x="133" y="127"/>
                    <a:pt x="179" y="127"/>
                  </a:cubicBezTo>
                  <a:cubicBezTo>
                    <a:pt x="615" y="127"/>
                    <a:pt x="993" y="426"/>
                    <a:pt x="1077" y="872"/>
                  </a:cubicBezTo>
                  <a:lnTo>
                    <a:pt x="1647" y="3881"/>
                  </a:lnTo>
                  <a:lnTo>
                    <a:pt x="475" y="5781"/>
                  </a:lnTo>
                  <a:lnTo>
                    <a:pt x="919" y="6097"/>
                  </a:lnTo>
                  <a:lnTo>
                    <a:pt x="2407" y="3754"/>
                  </a:lnTo>
                  <a:lnTo>
                    <a:pt x="1805" y="745"/>
                  </a:lnTo>
                  <a:cubicBezTo>
                    <a:pt x="1722" y="299"/>
                    <a:pt x="1343" y="0"/>
                    <a:pt x="92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849275" y="2788200"/>
              <a:ext cx="80775" cy="146500"/>
            </a:xfrm>
            <a:custGeom>
              <a:avLst/>
              <a:gdLst/>
              <a:ahLst/>
              <a:cxnLst/>
              <a:rect l="l" t="t" r="r" b="b"/>
              <a:pathLst>
                <a:path w="3231" h="5860" extrusionOk="0">
                  <a:moveTo>
                    <a:pt x="317" y="0"/>
                  </a:moveTo>
                  <a:lnTo>
                    <a:pt x="1" y="444"/>
                  </a:lnTo>
                  <a:lnTo>
                    <a:pt x="1837" y="1774"/>
                  </a:lnTo>
                  <a:lnTo>
                    <a:pt x="2407" y="4782"/>
                  </a:lnTo>
                  <a:cubicBezTo>
                    <a:pt x="2500" y="5276"/>
                    <a:pt x="2201" y="5740"/>
                    <a:pt x="1717" y="5851"/>
                  </a:cubicBezTo>
                  <a:lnTo>
                    <a:pt x="1717" y="5851"/>
                  </a:lnTo>
                  <a:lnTo>
                    <a:pt x="2439" y="5701"/>
                  </a:lnTo>
                  <a:cubicBezTo>
                    <a:pt x="2914" y="5606"/>
                    <a:pt x="3231" y="5131"/>
                    <a:pt x="3136" y="4656"/>
                  </a:cubicBezTo>
                  <a:lnTo>
                    <a:pt x="2566" y="1616"/>
                  </a:lnTo>
                  <a:lnTo>
                    <a:pt x="317" y="0"/>
                  </a:lnTo>
                  <a:close/>
                  <a:moveTo>
                    <a:pt x="1717" y="5851"/>
                  </a:moveTo>
                  <a:lnTo>
                    <a:pt x="1679" y="5859"/>
                  </a:lnTo>
                  <a:cubicBezTo>
                    <a:pt x="1692" y="5857"/>
                    <a:pt x="1705" y="5854"/>
                    <a:pt x="1717" y="585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384500" y="2614025"/>
              <a:ext cx="668275" cy="1322575"/>
            </a:xfrm>
            <a:custGeom>
              <a:avLst/>
              <a:gdLst/>
              <a:ahLst/>
              <a:cxnLst/>
              <a:rect l="l" t="t" r="r" b="b"/>
              <a:pathLst>
                <a:path w="26731" h="52903" extrusionOk="0">
                  <a:moveTo>
                    <a:pt x="5544" y="0"/>
                  </a:moveTo>
                  <a:lnTo>
                    <a:pt x="5544" y="0"/>
                  </a:lnTo>
                  <a:cubicBezTo>
                    <a:pt x="3454" y="5574"/>
                    <a:pt x="1427" y="19730"/>
                    <a:pt x="699" y="33728"/>
                  </a:cubicBezTo>
                  <a:cubicBezTo>
                    <a:pt x="0" y="47883"/>
                    <a:pt x="5294" y="52903"/>
                    <a:pt x="11168" y="52903"/>
                  </a:cubicBezTo>
                  <a:cubicBezTo>
                    <a:pt x="12220" y="52903"/>
                    <a:pt x="13290" y="52742"/>
                    <a:pt x="14348" y="52444"/>
                  </a:cubicBezTo>
                  <a:cubicBezTo>
                    <a:pt x="21315" y="50449"/>
                    <a:pt x="25527" y="26412"/>
                    <a:pt x="26731" y="23119"/>
                  </a:cubicBezTo>
                  <a:cubicBezTo>
                    <a:pt x="7697" y="21408"/>
                    <a:pt x="5164" y="8266"/>
                    <a:pt x="5544" y="0"/>
                  </a:cubicBezTo>
                  <a:close/>
                </a:path>
              </a:pathLst>
            </a:custGeom>
            <a:solidFill>
              <a:srgbClr val="2A3F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865050" y="2284675"/>
              <a:ext cx="876475" cy="1316375"/>
            </a:xfrm>
            <a:custGeom>
              <a:avLst/>
              <a:gdLst/>
              <a:ahLst/>
              <a:cxnLst/>
              <a:rect l="l" t="t" r="r" b="b"/>
              <a:pathLst>
                <a:path w="35059" h="52655" extrusionOk="0">
                  <a:moveTo>
                    <a:pt x="10388" y="0"/>
                  </a:moveTo>
                  <a:lnTo>
                    <a:pt x="10388" y="0"/>
                  </a:lnTo>
                  <a:cubicBezTo>
                    <a:pt x="14284" y="8487"/>
                    <a:pt x="15550" y="21598"/>
                    <a:pt x="1" y="30086"/>
                  </a:cubicBezTo>
                  <a:cubicBezTo>
                    <a:pt x="2364" y="32729"/>
                    <a:pt x="14712" y="52654"/>
                    <a:pt x="21964" y="52654"/>
                  </a:cubicBezTo>
                  <a:cubicBezTo>
                    <a:pt x="22098" y="52654"/>
                    <a:pt x="22229" y="52648"/>
                    <a:pt x="22359" y="52634"/>
                  </a:cubicBezTo>
                  <a:cubicBezTo>
                    <a:pt x="29580" y="51874"/>
                    <a:pt x="35059" y="45382"/>
                    <a:pt x="28091" y="30212"/>
                  </a:cubicBezTo>
                  <a:cubicBezTo>
                    <a:pt x="21853" y="16721"/>
                    <a:pt x="14220" y="3642"/>
                    <a:pt x="103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3025" y="3055000"/>
              <a:ext cx="369750" cy="410950"/>
            </a:xfrm>
            <a:custGeom>
              <a:avLst/>
              <a:gdLst/>
              <a:ahLst/>
              <a:cxnLst/>
              <a:rect l="l" t="t" r="r" b="b"/>
              <a:pathLst>
                <a:path w="14790" h="16438" extrusionOk="0">
                  <a:moveTo>
                    <a:pt x="63" y="1"/>
                  </a:moveTo>
                  <a:lnTo>
                    <a:pt x="0" y="96"/>
                  </a:lnTo>
                  <a:cubicBezTo>
                    <a:pt x="0" y="96"/>
                    <a:pt x="4307" y="12985"/>
                    <a:pt x="11971" y="16437"/>
                  </a:cubicBezTo>
                  <a:cubicBezTo>
                    <a:pt x="13364" y="11307"/>
                    <a:pt x="14314" y="6778"/>
                    <a:pt x="14790" y="5511"/>
                  </a:cubicBezTo>
                  <a:cubicBezTo>
                    <a:pt x="7981" y="4878"/>
                    <a:pt x="3294" y="2788"/>
                    <a:pt x="6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03050" y="3160300"/>
              <a:ext cx="795700" cy="852900"/>
            </a:xfrm>
            <a:custGeom>
              <a:avLst/>
              <a:gdLst/>
              <a:ahLst/>
              <a:cxnLst/>
              <a:rect l="l" t="t" r="r" b="b"/>
              <a:pathLst>
                <a:path w="31828" h="34116" extrusionOk="0">
                  <a:moveTo>
                    <a:pt x="25505" y="0"/>
                  </a:moveTo>
                  <a:cubicBezTo>
                    <a:pt x="19801" y="0"/>
                    <a:pt x="10641" y="5226"/>
                    <a:pt x="10641" y="5226"/>
                  </a:cubicBezTo>
                  <a:cubicBezTo>
                    <a:pt x="8139" y="7000"/>
                    <a:pt x="7791" y="8963"/>
                    <a:pt x="8741" y="10863"/>
                  </a:cubicBezTo>
                  <a:cubicBezTo>
                    <a:pt x="9375" y="12162"/>
                    <a:pt x="10800" y="12383"/>
                    <a:pt x="10800" y="12383"/>
                  </a:cubicBezTo>
                  <a:cubicBezTo>
                    <a:pt x="9185" y="13112"/>
                    <a:pt x="7823" y="13713"/>
                    <a:pt x="7316" y="14632"/>
                  </a:cubicBezTo>
                  <a:cubicBezTo>
                    <a:pt x="5606" y="17704"/>
                    <a:pt x="8234" y="20047"/>
                    <a:pt x="8234" y="20047"/>
                  </a:cubicBezTo>
                  <a:cubicBezTo>
                    <a:pt x="8234" y="20047"/>
                    <a:pt x="3199" y="21314"/>
                    <a:pt x="4149" y="25209"/>
                  </a:cubicBezTo>
                  <a:cubicBezTo>
                    <a:pt x="4751" y="27679"/>
                    <a:pt x="7158" y="28059"/>
                    <a:pt x="7158" y="28059"/>
                  </a:cubicBezTo>
                  <a:cubicBezTo>
                    <a:pt x="5543" y="30656"/>
                    <a:pt x="0" y="30783"/>
                    <a:pt x="0" y="30783"/>
                  </a:cubicBezTo>
                  <a:cubicBezTo>
                    <a:pt x="431" y="33278"/>
                    <a:pt x="2115" y="34115"/>
                    <a:pt x="4422" y="34115"/>
                  </a:cubicBezTo>
                  <a:cubicBezTo>
                    <a:pt x="7035" y="34115"/>
                    <a:pt x="10448" y="33040"/>
                    <a:pt x="13745" y="32081"/>
                  </a:cubicBezTo>
                  <a:cubicBezTo>
                    <a:pt x="20110" y="30181"/>
                    <a:pt x="19192" y="24164"/>
                    <a:pt x="19192" y="24164"/>
                  </a:cubicBezTo>
                  <a:cubicBezTo>
                    <a:pt x="25621" y="22739"/>
                    <a:pt x="24417" y="16279"/>
                    <a:pt x="24417" y="16279"/>
                  </a:cubicBezTo>
                  <a:cubicBezTo>
                    <a:pt x="29041" y="13682"/>
                    <a:pt x="26888" y="8171"/>
                    <a:pt x="26888" y="8171"/>
                  </a:cubicBezTo>
                  <a:cubicBezTo>
                    <a:pt x="26888" y="8171"/>
                    <a:pt x="31828" y="5353"/>
                    <a:pt x="29294" y="1584"/>
                  </a:cubicBezTo>
                  <a:cubicBezTo>
                    <a:pt x="28531" y="442"/>
                    <a:pt x="27164" y="0"/>
                    <a:pt x="2550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898375" y="3161100"/>
              <a:ext cx="500375" cy="790175"/>
            </a:xfrm>
            <a:custGeom>
              <a:avLst/>
              <a:gdLst/>
              <a:ahLst/>
              <a:cxnLst/>
              <a:rect l="l" t="t" r="r" b="b"/>
              <a:pathLst>
                <a:path w="20015" h="31607" extrusionOk="0">
                  <a:moveTo>
                    <a:pt x="14346" y="1"/>
                  </a:moveTo>
                  <a:lnTo>
                    <a:pt x="14346" y="1"/>
                  </a:lnTo>
                  <a:cubicBezTo>
                    <a:pt x="15455" y="856"/>
                    <a:pt x="16785" y="2217"/>
                    <a:pt x="16785" y="3579"/>
                  </a:cubicBezTo>
                  <a:cubicBezTo>
                    <a:pt x="16785" y="5859"/>
                    <a:pt x="14156" y="8013"/>
                    <a:pt x="8867" y="9723"/>
                  </a:cubicBezTo>
                  <a:cubicBezTo>
                    <a:pt x="8867" y="9723"/>
                    <a:pt x="11939" y="8984"/>
                    <a:pt x="13482" y="8984"/>
                  </a:cubicBezTo>
                  <a:cubicBezTo>
                    <a:pt x="13909" y="8984"/>
                    <a:pt x="14218" y="9041"/>
                    <a:pt x="14314" y="9185"/>
                  </a:cubicBezTo>
                  <a:cubicBezTo>
                    <a:pt x="15138" y="10388"/>
                    <a:pt x="14473" y="14252"/>
                    <a:pt x="12161" y="15455"/>
                  </a:cubicBezTo>
                  <a:cubicBezTo>
                    <a:pt x="9849" y="16658"/>
                    <a:pt x="3515" y="18717"/>
                    <a:pt x="3515" y="18717"/>
                  </a:cubicBezTo>
                  <a:cubicBezTo>
                    <a:pt x="3515" y="18717"/>
                    <a:pt x="8899" y="17862"/>
                    <a:pt x="11464" y="17102"/>
                  </a:cubicBezTo>
                  <a:cubicBezTo>
                    <a:pt x="11480" y="17098"/>
                    <a:pt x="11496" y="17096"/>
                    <a:pt x="11511" y="17096"/>
                  </a:cubicBezTo>
                  <a:cubicBezTo>
                    <a:pt x="12106" y="17096"/>
                    <a:pt x="12232" y="20062"/>
                    <a:pt x="10039" y="21884"/>
                  </a:cubicBezTo>
                  <a:cubicBezTo>
                    <a:pt x="7822" y="23784"/>
                    <a:pt x="6461" y="23974"/>
                    <a:pt x="6461" y="23974"/>
                  </a:cubicBezTo>
                  <a:lnTo>
                    <a:pt x="0" y="26064"/>
                  </a:lnTo>
                  <a:cubicBezTo>
                    <a:pt x="0" y="26064"/>
                    <a:pt x="4329" y="25363"/>
                    <a:pt x="5625" y="25363"/>
                  </a:cubicBezTo>
                  <a:cubicBezTo>
                    <a:pt x="5786" y="25363"/>
                    <a:pt x="5901" y="25374"/>
                    <a:pt x="5954" y="25399"/>
                  </a:cubicBezTo>
                  <a:cubicBezTo>
                    <a:pt x="6619" y="25716"/>
                    <a:pt x="6334" y="28883"/>
                    <a:pt x="3104" y="31606"/>
                  </a:cubicBezTo>
                  <a:cubicBezTo>
                    <a:pt x="8171" y="29389"/>
                    <a:pt x="7411" y="24132"/>
                    <a:pt x="7411" y="24132"/>
                  </a:cubicBezTo>
                  <a:cubicBezTo>
                    <a:pt x="13808" y="22707"/>
                    <a:pt x="12604" y="16247"/>
                    <a:pt x="12604" y="16247"/>
                  </a:cubicBezTo>
                  <a:cubicBezTo>
                    <a:pt x="17228" y="13650"/>
                    <a:pt x="15075" y="8139"/>
                    <a:pt x="15075" y="8139"/>
                  </a:cubicBezTo>
                  <a:cubicBezTo>
                    <a:pt x="15075" y="8139"/>
                    <a:pt x="20015" y="5321"/>
                    <a:pt x="17481" y="1552"/>
                  </a:cubicBezTo>
                  <a:cubicBezTo>
                    <a:pt x="16816" y="571"/>
                    <a:pt x="15708" y="96"/>
                    <a:pt x="143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865050" y="2783450"/>
              <a:ext cx="274775" cy="467150"/>
            </a:xfrm>
            <a:custGeom>
              <a:avLst/>
              <a:gdLst/>
              <a:ahLst/>
              <a:cxnLst/>
              <a:rect l="l" t="t" r="r" b="b"/>
              <a:pathLst>
                <a:path w="10991" h="18686" extrusionOk="0">
                  <a:moveTo>
                    <a:pt x="10705" y="0"/>
                  </a:moveTo>
                  <a:lnTo>
                    <a:pt x="10705" y="0"/>
                  </a:lnTo>
                  <a:cubicBezTo>
                    <a:pt x="8773" y="3674"/>
                    <a:pt x="5385" y="7189"/>
                    <a:pt x="1" y="10135"/>
                  </a:cubicBezTo>
                  <a:cubicBezTo>
                    <a:pt x="919" y="11148"/>
                    <a:pt x="3263" y="14695"/>
                    <a:pt x="6240" y="18685"/>
                  </a:cubicBezTo>
                  <a:cubicBezTo>
                    <a:pt x="10990" y="12858"/>
                    <a:pt x="10768" y="1742"/>
                    <a:pt x="107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76025" y="2577900"/>
              <a:ext cx="157575" cy="79175"/>
            </a:xfrm>
            <a:custGeom>
              <a:avLst/>
              <a:gdLst/>
              <a:ahLst/>
              <a:cxnLst/>
              <a:rect l="l" t="t" r="r" b="b"/>
              <a:pathLst>
                <a:path w="6303" h="3167" extrusionOk="0">
                  <a:moveTo>
                    <a:pt x="5369" y="0"/>
                  </a:moveTo>
                  <a:cubicBezTo>
                    <a:pt x="5312" y="0"/>
                    <a:pt x="5253" y="7"/>
                    <a:pt x="5194" y="20"/>
                  </a:cubicBezTo>
                  <a:lnTo>
                    <a:pt x="665" y="875"/>
                  </a:lnTo>
                  <a:cubicBezTo>
                    <a:pt x="254" y="970"/>
                    <a:pt x="0" y="1319"/>
                    <a:pt x="64" y="1699"/>
                  </a:cubicBezTo>
                  <a:lnTo>
                    <a:pt x="254" y="2617"/>
                  </a:lnTo>
                  <a:cubicBezTo>
                    <a:pt x="310" y="2954"/>
                    <a:pt x="614" y="3166"/>
                    <a:pt x="969" y="3166"/>
                  </a:cubicBezTo>
                  <a:cubicBezTo>
                    <a:pt x="1015" y="3166"/>
                    <a:pt x="1062" y="3163"/>
                    <a:pt x="1109" y="3155"/>
                  </a:cubicBezTo>
                  <a:lnTo>
                    <a:pt x="5637" y="2269"/>
                  </a:lnTo>
                  <a:cubicBezTo>
                    <a:pt x="6049" y="2205"/>
                    <a:pt x="6302" y="1857"/>
                    <a:pt x="6239" y="1477"/>
                  </a:cubicBezTo>
                  <a:lnTo>
                    <a:pt x="6049" y="527"/>
                  </a:lnTo>
                  <a:cubicBezTo>
                    <a:pt x="5995" y="229"/>
                    <a:pt x="5708" y="0"/>
                    <a:pt x="536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302925" y="2718775"/>
              <a:ext cx="158375" cy="79225"/>
            </a:xfrm>
            <a:custGeom>
              <a:avLst/>
              <a:gdLst/>
              <a:ahLst/>
              <a:cxnLst/>
              <a:rect l="l" t="t" r="r" b="b"/>
              <a:pathLst>
                <a:path w="6335" h="3169" extrusionOk="0">
                  <a:moveTo>
                    <a:pt x="5384" y="0"/>
                  </a:moveTo>
                  <a:cubicBezTo>
                    <a:pt x="5322" y="0"/>
                    <a:pt x="5259" y="7"/>
                    <a:pt x="5195" y="22"/>
                  </a:cubicBezTo>
                  <a:lnTo>
                    <a:pt x="666" y="877"/>
                  </a:lnTo>
                  <a:cubicBezTo>
                    <a:pt x="286" y="972"/>
                    <a:pt x="1" y="1321"/>
                    <a:pt x="64" y="1701"/>
                  </a:cubicBezTo>
                  <a:lnTo>
                    <a:pt x="254" y="2619"/>
                  </a:lnTo>
                  <a:cubicBezTo>
                    <a:pt x="310" y="2956"/>
                    <a:pt x="640" y="3168"/>
                    <a:pt x="979" y="3168"/>
                  </a:cubicBezTo>
                  <a:cubicBezTo>
                    <a:pt x="1022" y="3168"/>
                    <a:pt x="1066" y="3165"/>
                    <a:pt x="1109" y="3158"/>
                  </a:cubicBezTo>
                  <a:lnTo>
                    <a:pt x="5638" y="2271"/>
                  </a:lnTo>
                  <a:cubicBezTo>
                    <a:pt x="6050" y="2207"/>
                    <a:pt x="6335" y="1827"/>
                    <a:pt x="6240" y="1479"/>
                  </a:cubicBezTo>
                  <a:lnTo>
                    <a:pt x="6081" y="529"/>
                  </a:lnTo>
                  <a:cubicBezTo>
                    <a:pt x="6001" y="208"/>
                    <a:pt x="5718" y="0"/>
                    <a:pt x="53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279175" y="2598975"/>
              <a:ext cx="154425" cy="58100"/>
            </a:xfrm>
            <a:custGeom>
              <a:avLst/>
              <a:gdLst/>
              <a:ahLst/>
              <a:cxnLst/>
              <a:rect l="l" t="t" r="r" b="b"/>
              <a:pathLst>
                <a:path w="6177" h="2324" extrusionOk="0">
                  <a:moveTo>
                    <a:pt x="1" y="1141"/>
                  </a:moveTo>
                  <a:cubicBezTo>
                    <a:pt x="3" y="1155"/>
                    <a:pt x="6" y="1168"/>
                    <a:pt x="9" y="1182"/>
                  </a:cubicBezTo>
                  <a:lnTo>
                    <a:pt x="9" y="1182"/>
                  </a:lnTo>
                  <a:lnTo>
                    <a:pt x="1" y="1141"/>
                  </a:lnTo>
                  <a:close/>
                  <a:moveTo>
                    <a:pt x="5986" y="1"/>
                  </a:moveTo>
                  <a:cubicBezTo>
                    <a:pt x="6050" y="349"/>
                    <a:pt x="5796" y="729"/>
                    <a:pt x="5385" y="792"/>
                  </a:cubicBezTo>
                  <a:lnTo>
                    <a:pt x="856" y="1679"/>
                  </a:lnTo>
                  <a:cubicBezTo>
                    <a:pt x="809" y="1686"/>
                    <a:pt x="762" y="1690"/>
                    <a:pt x="717" y="1690"/>
                  </a:cubicBezTo>
                  <a:cubicBezTo>
                    <a:pt x="376" y="1690"/>
                    <a:pt x="82" y="1495"/>
                    <a:pt x="9" y="1182"/>
                  </a:cubicBezTo>
                  <a:lnTo>
                    <a:pt x="9" y="1182"/>
                  </a:lnTo>
                  <a:lnTo>
                    <a:pt x="128" y="1774"/>
                  </a:lnTo>
                  <a:cubicBezTo>
                    <a:pt x="184" y="2111"/>
                    <a:pt x="488" y="2323"/>
                    <a:pt x="843" y="2323"/>
                  </a:cubicBezTo>
                  <a:cubicBezTo>
                    <a:pt x="889" y="2323"/>
                    <a:pt x="936" y="2320"/>
                    <a:pt x="983" y="2312"/>
                  </a:cubicBezTo>
                  <a:lnTo>
                    <a:pt x="5511" y="1426"/>
                  </a:lnTo>
                  <a:cubicBezTo>
                    <a:pt x="5923" y="1362"/>
                    <a:pt x="6176" y="982"/>
                    <a:pt x="6113" y="634"/>
                  </a:cubicBezTo>
                  <a:lnTo>
                    <a:pt x="59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06100" y="2739125"/>
              <a:ext cx="155200" cy="58875"/>
            </a:xfrm>
            <a:custGeom>
              <a:avLst/>
              <a:gdLst/>
              <a:ahLst/>
              <a:cxnLst/>
              <a:rect l="l" t="t" r="r" b="b"/>
              <a:pathLst>
                <a:path w="6208" h="2355" extrusionOk="0">
                  <a:moveTo>
                    <a:pt x="6018" y="0"/>
                  </a:moveTo>
                  <a:lnTo>
                    <a:pt x="6022" y="30"/>
                  </a:lnTo>
                  <a:lnTo>
                    <a:pt x="6022" y="30"/>
                  </a:lnTo>
                  <a:cubicBezTo>
                    <a:pt x="6021" y="20"/>
                    <a:pt x="6019" y="10"/>
                    <a:pt x="6018" y="0"/>
                  </a:cubicBezTo>
                  <a:close/>
                  <a:moveTo>
                    <a:pt x="1" y="1172"/>
                  </a:moveTo>
                  <a:cubicBezTo>
                    <a:pt x="3" y="1185"/>
                    <a:pt x="5" y="1197"/>
                    <a:pt x="8" y="1210"/>
                  </a:cubicBezTo>
                  <a:lnTo>
                    <a:pt x="8" y="1210"/>
                  </a:lnTo>
                  <a:lnTo>
                    <a:pt x="1" y="1172"/>
                  </a:lnTo>
                  <a:close/>
                  <a:moveTo>
                    <a:pt x="6022" y="30"/>
                  </a:moveTo>
                  <a:lnTo>
                    <a:pt x="6022" y="30"/>
                  </a:lnTo>
                  <a:cubicBezTo>
                    <a:pt x="6066" y="398"/>
                    <a:pt x="5785" y="731"/>
                    <a:pt x="5384" y="823"/>
                  </a:cubicBezTo>
                  <a:lnTo>
                    <a:pt x="856" y="1678"/>
                  </a:lnTo>
                  <a:cubicBezTo>
                    <a:pt x="796" y="1693"/>
                    <a:pt x="736" y="1700"/>
                    <a:pt x="677" y="1700"/>
                  </a:cubicBezTo>
                  <a:cubicBezTo>
                    <a:pt x="368" y="1700"/>
                    <a:pt x="78" y="1509"/>
                    <a:pt x="8" y="1210"/>
                  </a:cubicBezTo>
                  <a:lnTo>
                    <a:pt x="8" y="1210"/>
                  </a:lnTo>
                  <a:lnTo>
                    <a:pt x="127" y="1805"/>
                  </a:lnTo>
                  <a:cubicBezTo>
                    <a:pt x="183" y="2142"/>
                    <a:pt x="488" y="2354"/>
                    <a:pt x="843" y="2354"/>
                  </a:cubicBezTo>
                  <a:cubicBezTo>
                    <a:pt x="889" y="2354"/>
                    <a:pt x="935" y="2351"/>
                    <a:pt x="982" y="2344"/>
                  </a:cubicBezTo>
                  <a:lnTo>
                    <a:pt x="5511" y="1457"/>
                  </a:lnTo>
                  <a:cubicBezTo>
                    <a:pt x="5923" y="1393"/>
                    <a:pt x="6208" y="1013"/>
                    <a:pt x="6113" y="665"/>
                  </a:cubicBezTo>
                  <a:lnTo>
                    <a:pt x="6022" y="3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25525" y="1387900"/>
              <a:ext cx="219325" cy="463725"/>
            </a:xfrm>
            <a:custGeom>
              <a:avLst/>
              <a:gdLst/>
              <a:ahLst/>
              <a:cxnLst/>
              <a:rect l="l" t="t" r="r" b="b"/>
              <a:pathLst>
                <a:path w="8773" h="18549" extrusionOk="0">
                  <a:moveTo>
                    <a:pt x="7105" y="0"/>
                  </a:moveTo>
                  <a:cubicBezTo>
                    <a:pt x="6665" y="0"/>
                    <a:pt x="6231" y="197"/>
                    <a:pt x="5923" y="560"/>
                  </a:cubicBezTo>
                  <a:cubicBezTo>
                    <a:pt x="5638" y="909"/>
                    <a:pt x="1014" y="6704"/>
                    <a:pt x="0" y="12594"/>
                  </a:cubicBezTo>
                  <a:cubicBezTo>
                    <a:pt x="476" y="15223"/>
                    <a:pt x="2281" y="17535"/>
                    <a:pt x="4244" y="18548"/>
                  </a:cubicBezTo>
                  <a:cubicBezTo>
                    <a:pt x="254" y="14336"/>
                    <a:pt x="5796" y="5501"/>
                    <a:pt x="8266" y="2429"/>
                  </a:cubicBezTo>
                  <a:cubicBezTo>
                    <a:pt x="8773" y="1795"/>
                    <a:pt x="8678" y="845"/>
                    <a:pt x="8044" y="339"/>
                  </a:cubicBezTo>
                  <a:cubicBezTo>
                    <a:pt x="7761" y="109"/>
                    <a:pt x="7431" y="0"/>
                    <a:pt x="71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777175" y="2342750"/>
              <a:ext cx="180550" cy="165950"/>
            </a:xfrm>
            <a:custGeom>
              <a:avLst/>
              <a:gdLst/>
              <a:ahLst/>
              <a:cxnLst/>
              <a:rect l="l" t="t" r="r" b="b"/>
              <a:pathLst>
                <a:path w="7222" h="6638" extrusionOk="0">
                  <a:moveTo>
                    <a:pt x="3568" y="1"/>
                  </a:moveTo>
                  <a:cubicBezTo>
                    <a:pt x="3373" y="1"/>
                    <a:pt x="3176" y="17"/>
                    <a:pt x="2978" y="52"/>
                  </a:cubicBezTo>
                  <a:cubicBezTo>
                    <a:pt x="1172" y="401"/>
                    <a:pt x="1" y="2142"/>
                    <a:pt x="349" y="3948"/>
                  </a:cubicBezTo>
                  <a:cubicBezTo>
                    <a:pt x="656" y="5538"/>
                    <a:pt x="2045" y="6637"/>
                    <a:pt x="3585" y="6637"/>
                  </a:cubicBezTo>
                  <a:cubicBezTo>
                    <a:pt x="3792" y="6637"/>
                    <a:pt x="4002" y="6617"/>
                    <a:pt x="4213" y="6576"/>
                  </a:cubicBezTo>
                  <a:cubicBezTo>
                    <a:pt x="6018" y="6228"/>
                    <a:pt x="7221" y="4486"/>
                    <a:pt x="6873" y="2712"/>
                  </a:cubicBezTo>
                  <a:cubicBezTo>
                    <a:pt x="6563" y="1106"/>
                    <a:pt x="5149" y="1"/>
                    <a:pt x="356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796175" y="2363825"/>
              <a:ext cx="160750" cy="145525"/>
            </a:xfrm>
            <a:custGeom>
              <a:avLst/>
              <a:gdLst/>
              <a:ahLst/>
              <a:cxnLst/>
              <a:rect l="l" t="t" r="r" b="b"/>
              <a:pathLst>
                <a:path w="6430" h="5821" extrusionOk="0">
                  <a:moveTo>
                    <a:pt x="5036" y="1"/>
                  </a:moveTo>
                  <a:lnTo>
                    <a:pt x="5036" y="1"/>
                  </a:lnTo>
                  <a:cubicBezTo>
                    <a:pt x="5226" y="318"/>
                    <a:pt x="5385" y="698"/>
                    <a:pt x="5480" y="1109"/>
                  </a:cubicBezTo>
                  <a:cubicBezTo>
                    <a:pt x="5828" y="2914"/>
                    <a:pt x="4624" y="4656"/>
                    <a:pt x="2819" y="5005"/>
                  </a:cubicBezTo>
                  <a:cubicBezTo>
                    <a:pt x="2616" y="5042"/>
                    <a:pt x="2414" y="5059"/>
                    <a:pt x="2214" y="5059"/>
                  </a:cubicBezTo>
                  <a:cubicBezTo>
                    <a:pt x="1389" y="5059"/>
                    <a:pt x="613" y="4755"/>
                    <a:pt x="1" y="4245"/>
                  </a:cubicBezTo>
                  <a:lnTo>
                    <a:pt x="1" y="4245"/>
                  </a:lnTo>
                  <a:cubicBezTo>
                    <a:pt x="622" y="5216"/>
                    <a:pt x="1680" y="5820"/>
                    <a:pt x="2842" y="5820"/>
                  </a:cubicBezTo>
                  <a:cubicBezTo>
                    <a:pt x="3043" y="5820"/>
                    <a:pt x="3247" y="5802"/>
                    <a:pt x="3453" y="5765"/>
                  </a:cubicBezTo>
                  <a:cubicBezTo>
                    <a:pt x="5258" y="5416"/>
                    <a:pt x="6430" y="3675"/>
                    <a:pt x="6081" y="1869"/>
                  </a:cubicBezTo>
                  <a:cubicBezTo>
                    <a:pt x="5955" y="1109"/>
                    <a:pt x="5575" y="476"/>
                    <a:pt x="50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34975" y="2643375"/>
              <a:ext cx="180550" cy="166175"/>
            </a:xfrm>
            <a:custGeom>
              <a:avLst/>
              <a:gdLst/>
              <a:ahLst/>
              <a:cxnLst/>
              <a:rect l="l" t="t" r="r" b="b"/>
              <a:pathLst>
                <a:path w="7222" h="6647" extrusionOk="0">
                  <a:moveTo>
                    <a:pt x="3615" y="0"/>
                  </a:moveTo>
                  <a:cubicBezTo>
                    <a:pt x="3405" y="0"/>
                    <a:pt x="3192" y="20"/>
                    <a:pt x="2977" y="61"/>
                  </a:cubicBezTo>
                  <a:cubicBezTo>
                    <a:pt x="1172" y="410"/>
                    <a:pt x="1" y="2152"/>
                    <a:pt x="349" y="3957"/>
                  </a:cubicBezTo>
                  <a:cubicBezTo>
                    <a:pt x="656" y="5548"/>
                    <a:pt x="2045" y="6646"/>
                    <a:pt x="3606" y="6646"/>
                  </a:cubicBezTo>
                  <a:cubicBezTo>
                    <a:pt x="3817" y="6646"/>
                    <a:pt x="4030" y="6627"/>
                    <a:pt x="4244" y="6585"/>
                  </a:cubicBezTo>
                  <a:cubicBezTo>
                    <a:pt x="6018" y="6237"/>
                    <a:pt x="7221" y="4495"/>
                    <a:pt x="6873" y="2690"/>
                  </a:cubicBezTo>
                  <a:cubicBezTo>
                    <a:pt x="6566" y="1099"/>
                    <a:pt x="5176" y="0"/>
                    <a:pt x="36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54775" y="2663900"/>
              <a:ext cx="159950" cy="145775"/>
            </a:xfrm>
            <a:custGeom>
              <a:avLst/>
              <a:gdLst/>
              <a:ahLst/>
              <a:cxnLst/>
              <a:rect l="l" t="t" r="r" b="b"/>
              <a:pathLst>
                <a:path w="6398" h="5831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194" y="349"/>
                    <a:pt x="5352" y="729"/>
                    <a:pt x="5447" y="1141"/>
                  </a:cubicBezTo>
                  <a:cubicBezTo>
                    <a:pt x="5796" y="2946"/>
                    <a:pt x="4592" y="4687"/>
                    <a:pt x="2819" y="5036"/>
                  </a:cubicBezTo>
                  <a:cubicBezTo>
                    <a:pt x="2617" y="5073"/>
                    <a:pt x="2415" y="5090"/>
                    <a:pt x="2215" y="5090"/>
                  </a:cubicBezTo>
                  <a:cubicBezTo>
                    <a:pt x="1381" y="5090"/>
                    <a:pt x="588" y="4781"/>
                    <a:pt x="0" y="4244"/>
                  </a:cubicBezTo>
                  <a:lnTo>
                    <a:pt x="0" y="4244"/>
                  </a:lnTo>
                  <a:cubicBezTo>
                    <a:pt x="588" y="5206"/>
                    <a:pt x="1650" y="5830"/>
                    <a:pt x="2804" y="5830"/>
                  </a:cubicBezTo>
                  <a:cubicBezTo>
                    <a:pt x="3018" y="5830"/>
                    <a:pt x="3235" y="5809"/>
                    <a:pt x="3452" y="5764"/>
                  </a:cubicBezTo>
                  <a:cubicBezTo>
                    <a:pt x="5226" y="5416"/>
                    <a:pt x="6397" y="3674"/>
                    <a:pt x="6081" y="1869"/>
                  </a:cubicBezTo>
                  <a:cubicBezTo>
                    <a:pt x="5922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644175" y="2524600"/>
              <a:ext cx="180525" cy="166150"/>
            </a:xfrm>
            <a:custGeom>
              <a:avLst/>
              <a:gdLst/>
              <a:ahLst/>
              <a:cxnLst/>
              <a:rect l="l" t="t" r="r" b="b"/>
              <a:pathLst>
                <a:path w="7221" h="6646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0"/>
                    <a:pt x="0" y="2152"/>
                    <a:pt x="349" y="3926"/>
                  </a:cubicBezTo>
                  <a:cubicBezTo>
                    <a:pt x="656" y="5521"/>
                    <a:pt x="2052" y="6646"/>
                    <a:pt x="3618" y="6646"/>
                  </a:cubicBezTo>
                  <a:cubicBezTo>
                    <a:pt x="3825" y="6646"/>
                    <a:pt x="4034" y="6626"/>
                    <a:pt x="4244" y="6586"/>
                  </a:cubicBezTo>
                  <a:cubicBezTo>
                    <a:pt x="6049" y="6206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663975" y="254515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225" y="317"/>
                    <a:pt x="5384" y="697"/>
                    <a:pt x="5447" y="1109"/>
                  </a:cubicBezTo>
                  <a:cubicBezTo>
                    <a:pt x="5795" y="2914"/>
                    <a:pt x="4624" y="4655"/>
                    <a:pt x="2819" y="5004"/>
                  </a:cubicBezTo>
                  <a:cubicBezTo>
                    <a:pt x="2615" y="5041"/>
                    <a:pt x="2413" y="5059"/>
                    <a:pt x="2214" y="5059"/>
                  </a:cubicBezTo>
                  <a:cubicBezTo>
                    <a:pt x="1389" y="5059"/>
                    <a:pt x="612" y="4754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967200" y="2462050"/>
              <a:ext cx="180525" cy="166200"/>
            </a:xfrm>
            <a:custGeom>
              <a:avLst/>
              <a:gdLst/>
              <a:ahLst/>
              <a:cxnLst/>
              <a:rect l="l" t="t" r="r" b="b"/>
              <a:pathLst>
                <a:path w="7221" h="6648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1"/>
                    <a:pt x="0" y="2152"/>
                    <a:pt x="349" y="3958"/>
                  </a:cubicBezTo>
                  <a:cubicBezTo>
                    <a:pt x="656" y="5548"/>
                    <a:pt x="2045" y="6647"/>
                    <a:pt x="3606" y="6647"/>
                  </a:cubicBezTo>
                  <a:cubicBezTo>
                    <a:pt x="3816" y="6647"/>
                    <a:pt x="4030" y="6627"/>
                    <a:pt x="4244" y="6586"/>
                  </a:cubicBezTo>
                  <a:cubicBezTo>
                    <a:pt x="6049" y="6238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87000" y="248260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cubicBezTo>
                    <a:pt x="5225" y="349"/>
                    <a:pt x="5384" y="697"/>
                    <a:pt x="5447" y="1140"/>
                  </a:cubicBezTo>
                  <a:cubicBezTo>
                    <a:pt x="5795" y="2914"/>
                    <a:pt x="4624" y="4656"/>
                    <a:pt x="2819" y="5004"/>
                  </a:cubicBezTo>
                  <a:cubicBezTo>
                    <a:pt x="2595" y="5051"/>
                    <a:pt x="2373" y="5074"/>
                    <a:pt x="2154" y="5074"/>
                  </a:cubicBezTo>
                  <a:cubicBezTo>
                    <a:pt x="1351" y="5074"/>
                    <a:pt x="597" y="4767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025775" y="2511075"/>
              <a:ext cx="76825" cy="80000"/>
            </a:xfrm>
            <a:custGeom>
              <a:avLst/>
              <a:gdLst/>
              <a:ahLst/>
              <a:cxnLst/>
              <a:rect l="l" t="t" r="r" b="b"/>
              <a:pathLst>
                <a:path w="3073" h="3200" extrusionOk="0">
                  <a:moveTo>
                    <a:pt x="824" y="920"/>
                  </a:moveTo>
                  <a:lnTo>
                    <a:pt x="2028" y="1331"/>
                  </a:lnTo>
                  <a:lnTo>
                    <a:pt x="1046" y="2155"/>
                  </a:lnTo>
                  <a:lnTo>
                    <a:pt x="824" y="920"/>
                  </a:lnTo>
                  <a:close/>
                  <a:moveTo>
                    <a:pt x="343" y="0"/>
                  </a:moveTo>
                  <a:cubicBezTo>
                    <a:pt x="263" y="0"/>
                    <a:pt x="189" y="35"/>
                    <a:pt x="127" y="96"/>
                  </a:cubicBezTo>
                  <a:cubicBezTo>
                    <a:pt x="32" y="160"/>
                    <a:pt x="1" y="255"/>
                    <a:pt x="1" y="350"/>
                  </a:cubicBezTo>
                  <a:cubicBezTo>
                    <a:pt x="1" y="381"/>
                    <a:pt x="1" y="413"/>
                    <a:pt x="1" y="445"/>
                  </a:cubicBezTo>
                  <a:lnTo>
                    <a:pt x="476" y="2915"/>
                  </a:lnTo>
                  <a:cubicBezTo>
                    <a:pt x="507" y="3042"/>
                    <a:pt x="603" y="3137"/>
                    <a:pt x="698" y="3168"/>
                  </a:cubicBezTo>
                  <a:cubicBezTo>
                    <a:pt x="761" y="3200"/>
                    <a:pt x="793" y="3200"/>
                    <a:pt x="824" y="3200"/>
                  </a:cubicBezTo>
                  <a:cubicBezTo>
                    <a:pt x="919" y="3200"/>
                    <a:pt x="983" y="3168"/>
                    <a:pt x="1046" y="3105"/>
                  </a:cubicBezTo>
                  <a:lnTo>
                    <a:pt x="2946" y="1458"/>
                  </a:lnTo>
                  <a:cubicBezTo>
                    <a:pt x="3041" y="1395"/>
                    <a:pt x="3073" y="1300"/>
                    <a:pt x="3073" y="1205"/>
                  </a:cubicBezTo>
                  <a:cubicBezTo>
                    <a:pt x="3073" y="1173"/>
                    <a:pt x="3073" y="1141"/>
                    <a:pt x="3073" y="1110"/>
                  </a:cubicBezTo>
                  <a:cubicBezTo>
                    <a:pt x="3041" y="983"/>
                    <a:pt x="2978" y="888"/>
                    <a:pt x="2851" y="856"/>
                  </a:cubicBezTo>
                  <a:lnTo>
                    <a:pt x="476" y="33"/>
                  </a:lnTo>
                  <a:cubicBezTo>
                    <a:pt x="431" y="11"/>
                    <a:pt x="386" y="0"/>
                    <a:pt x="34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851600" y="2381925"/>
              <a:ext cx="32500" cy="84850"/>
            </a:xfrm>
            <a:custGeom>
              <a:avLst/>
              <a:gdLst/>
              <a:ahLst/>
              <a:cxnLst/>
              <a:rect l="l" t="t" r="r" b="b"/>
              <a:pathLst>
                <a:path w="1300" h="3394" extrusionOk="0">
                  <a:moveTo>
                    <a:pt x="376" y="0"/>
                  </a:moveTo>
                  <a:cubicBezTo>
                    <a:pt x="357" y="0"/>
                    <a:pt x="337" y="2"/>
                    <a:pt x="317" y="5"/>
                  </a:cubicBezTo>
                  <a:cubicBezTo>
                    <a:pt x="127" y="69"/>
                    <a:pt x="1" y="227"/>
                    <a:pt x="32" y="449"/>
                  </a:cubicBezTo>
                  <a:lnTo>
                    <a:pt x="571" y="3109"/>
                  </a:lnTo>
                  <a:cubicBezTo>
                    <a:pt x="602" y="3267"/>
                    <a:pt x="729" y="3394"/>
                    <a:pt x="919" y="3394"/>
                  </a:cubicBezTo>
                  <a:cubicBezTo>
                    <a:pt x="919" y="3394"/>
                    <a:pt x="951" y="3394"/>
                    <a:pt x="982" y="3362"/>
                  </a:cubicBezTo>
                  <a:cubicBezTo>
                    <a:pt x="1172" y="3331"/>
                    <a:pt x="1299" y="3141"/>
                    <a:pt x="1267" y="2951"/>
                  </a:cubicBezTo>
                  <a:lnTo>
                    <a:pt x="729" y="290"/>
                  </a:lnTo>
                  <a:cubicBezTo>
                    <a:pt x="701" y="120"/>
                    <a:pt x="545" y="0"/>
                    <a:pt x="37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824675" y="2408850"/>
              <a:ext cx="86325" cy="31025"/>
            </a:xfrm>
            <a:custGeom>
              <a:avLst/>
              <a:gdLst/>
              <a:ahLst/>
              <a:cxnLst/>
              <a:rect l="l" t="t" r="r" b="b"/>
              <a:pathLst>
                <a:path w="3453" h="1241" extrusionOk="0">
                  <a:moveTo>
                    <a:pt x="3068" y="0"/>
                  </a:moveTo>
                  <a:cubicBezTo>
                    <a:pt x="3049" y="0"/>
                    <a:pt x="3029" y="2"/>
                    <a:pt x="3009" y="5"/>
                  </a:cubicBezTo>
                  <a:lnTo>
                    <a:pt x="318" y="512"/>
                  </a:lnTo>
                  <a:cubicBezTo>
                    <a:pt x="128" y="575"/>
                    <a:pt x="1" y="733"/>
                    <a:pt x="64" y="955"/>
                  </a:cubicBezTo>
                  <a:cubicBezTo>
                    <a:pt x="96" y="1113"/>
                    <a:pt x="223" y="1240"/>
                    <a:pt x="413" y="1240"/>
                  </a:cubicBezTo>
                  <a:cubicBezTo>
                    <a:pt x="413" y="1240"/>
                    <a:pt x="444" y="1240"/>
                    <a:pt x="476" y="1208"/>
                  </a:cubicBezTo>
                  <a:lnTo>
                    <a:pt x="3136" y="702"/>
                  </a:lnTo>
                  <a:cubicBezTo>
                    <a:pt x="3326" y="670"/>
                    <a:pt x="3453" y="480"/>
                    <a:pt x="3421" y="290"/>
                  </a:cubicBezTo>
                  <a:cubicBezTo>
                    <a:pt x="3393" y="120"/>
                    <a:pt x="3237" y="0"/>
                    <a:pt x="3068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694050" y="2566650"/>
              <a:ext cx="82375" cy="79850"/>
            </a:xfrm>
            <a:custGeom>
              <a:avLst/>
              <a:gdLst/>
              <a:ahLst/>
              <a:cxnLst/>
              <a:rect l="l" t="t" r="r" b="b"/>
              <a:pathLst>
                <a:path w="3295" h="3194" extrusionOk="0">
                  <a:moveTo>
                    <a:pt x="1647" y="724"/>
                  </a:moveTo>
                  <a:cubicBezTo>
                    <a:pt x="2059" y="724"/>
                    <a:pt x="2439" y="1009"/>
                    <a:pt x="2534" y="1420"/>
                  </a:cubicBezTo>
                  <a:cubicBezTo>
                    <a:pt x="2566" y="1674"/>
                    <a:pt x="2534" y="1895"/>
                    <a:pt x="2376" y="2117"/>
                  </a:cubicBezTo>
                  <a:cubicBezTo>
                    <a:pt x="2249" y="2307"/>
                    <a:pt x="2059" y="2434"/>
                    <a:pt x="1806" y="2465"/>
                  </a:cubicBezTo>
                  <a:cubicBezTo>
                    <a:pt x="1746" y="2482"/>
                    <a:pt x="1685" y="2490"/>
                    <a:pt x="1622" y="2490"/>
                  </a:cubicBezTo>
                  <a:cubicBezTo>
                    <a:pt x="1453" y="2490"/>
                    <a:pt x="1280" y="2431"/>
                    <a:pt x="1141" y="2339"/>
                  </a:cubicBezTo>
                  <a:cubicBezTo>
                    <a:pt x="951" y="2212"/>
                    <a:pt x="824" y="1990"/>
                    <a:pt x="761" y="1769"/>
                  </a:cubicBezTo>
                  <a:cubicBezTo>
                    <a:pt x="729" y="1547"/>
                    <a:pt x="761" y="1294"/>
                    <a:pt x="919" y="1104"/>
                  </a:cubicBezTo>
                  <a:cubicBezTo>
                    <a:pt x="1046" y="914"/>
                    <a:pt x="1236" y="787"/>
                    <a:pt x="1489" y="724"/>
                  </a:cubicBezTo>
                  <a:close/>
                  <a:moveTo>
                    <a:pt x="1650" y="0"/>
                  </a:moveTo>
                  <a:cubicBezTo>
                    <a:pt x="1555" y="0"/>
                    <a:pt x="1458" y="9"/>
                    <a:pt x="1362" y="27"/>
                  </a:cubicBezTo>
                  <a:cubicBezTo>
                    <a:pt x="919" y="122"/>
                    <a:pt x="570" y="344"/>
                    <a:pt x="317" y="692"/>
                  </a:cubicBezTo>
                  <a:cubicBezTo>
                    <a:pt x="95" y="1072"/>
                    <a:pt x="0" y="1484"/>
                    <a:pt x="64" y="1895"/>
                  </a:cubicBezTo>
                  <a:cubicBezTo>
                    <a:pt x="159" y="2339"/>
                    <a:pt x="412" y="2687"/>
                    <a:pt x="761" y="2940"/>
                  </a:cubicBezTo>
                  <a:cubicBezTo>
                    <a:pt x="1014" y="3099"/>
                    <a:pt x="1331" y="3194"/>
                    <a:pt x="1647" y="3194"/>
                  </a:cubicBezTo>
                  <a:cubicBezTo>
                    <a:pt x="1742" y="3194"/>
                    <a:pt x="1837" y="3194"/>
                    <a:pt x="1964" y="3162"/>
                  </a:cubicBezTo>
                  <a:cubicBezTo>
                    <a:pt x="2376" y="3099"/>
                    <a:pt x="2724" y="2845"/>
                    <a:pt x="2977" y="2497"/>
                  </a:cubicBezTo>
                  <a:cubicBezTo>
                    <a:pt x="3231" y="2149"/>
                    <a:pt x="3294" y="1705"/>
                    <a:pt x="3231" y="1294"/>
                  </a:cubicBezTo>
                  <a:cubicBezTo>
                    <a:pt x="3090" y="535"/>
                    <a:pt x="2401" y="0"/>
                    <a:pt x="165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879325" y="2688900"/>
              <a:ext cx="91050" cy="71625"/>
            </a:xfrm>
            <a:custGeom>
              <a:avLst/>
              <a:gdLst/>
              <a:ahLst/>
              <a:cxnLst/>
              <a:rect l="l" t="t" r="r" b="b"/>
              <a:pathLst>
                <a:path w="3642" h="2865" extrusionOk="0">
                  <a:moveTo>
                    <a:pt x="2660" y="774"/>
                  </a:moveTo>
                  <a:lnTo>
                    <a:pt x="2850" y="1724"/>
                  </a:lnTo>
                  <a:lnTo>
                    <a:pt x="982" y="2072"/>
                  </a:lnTo>
                  <a:lnTo>
                    <a:pt x="792" y="1122"/>
                  </a:lnTo>
                  <a:lnTo>
                    <a:pt x="2660" y="774"/>
                  </a:lnTo>
                  <a:close/>
                  <a:moveTo>
                    <a:pt x="2965" y="1"/>
                  </a:moveTo>
                  <a:cubicBezTo>
                    <a:pt x="2938" y="1"/>
                    <a:pt x="2910" y="5"/>
                    <a:pt x="2882" y="14"/>
                  </a:cubicBezTo>
                  <a:lnTo>
                    <a:pt x="317" y="489"/>
                  </a:lnTo>
                  <a:cubicBezTo>
                    <a:pt x="127" y="521"/>
                    <a:pt x="0" y="711"/>
                    <a:pt x="32" y="901"/>
                  </a:cubicBezTo>
                  <a:lnTo>
                    <a:pt x="348" y="2579"/>
                  </a:lnTo>
                  <a:cubicBezTo>
                    <a:pt x="348" y="2674"/>
                    <a:pt x="412" y="2737"/>
                    <a:pt x="507" y="2801"/>
                  </a:cubicBezTo>
                  <a:cubicBezTo>
                    <a:pt x="538" y="2832"/>
                    <a:pt x="633" y="2864"/>
                    <a:pt x="697" y="2864"/>
                  </a:cubicBezTo>
                  <a:cubicBezTo>
                    <a:pt x="697" y="2864"/>
                    <a:pt x="728" y="2864"/>
                    <a:pt x="760" y="2832"/>
                  </a:cubicBezTo>
                  <a:lnTo>
                    <a:pt x="3325" y="2357"/>
                  </a:lnTo>
                  <a:cubicBezTo>
                    <a:pt x="3515" y="2326"/>
                    <a:pt x="3642" y="2136"/>
                    <a:pt x="3610" y="1946"/>
                  </a:cubicBezTo>
                  <a:lnTo>
                    <a:pt x="3294" y="267"/>
                  </a:lnTo>
                  <a:cubicBezTo>
                    <a:pt x="3262" y="204"/>
                    <a:pt x="3230" y="109"/>
                    <a:pt x="3135" y="46"/>
                  </a:cubicBezTo>
                  <a:cubicBezTo>
                    <a:pt x="3090" y="23"/>
                    <a:pt x="3030" y="1"/>
                    <a:pt x="296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036925" y="2965500"/>
              <a:ext cx="270775" cy="249250"/>
            </a:xfrm>
            <a:custGeom>
              <a:avLst/>
              <a:gdLst/>
              <a:ahLst/>
              <a:cxnLst/>
              <a:rect l="l" t="t" r="r" b="b"/>
              <a:pathLst>
                <a:path w="10831" h="9970" extrusionOk="0">
                  <a:moveTo>
                    <a:pt x="5444" y="1"/>
                  </a:moveTo>
                  <a:cubicBezTo>
                    <a:pt x="5122" y="1"/>
                    <a:pt x="4795" y="32"/>
                    <a:pt x="4465" y="97"/>
                  </a:cubicBezTo>
                  <a:cubicBezTo>
                    <a:pt x="1774" y="604"/>
                    <a:pt x="0" y="3233"/>
                    <a:pt x="539" y="5924"/>
                  </a:cubicBezTo>
                  <a:cubicBezTo>
                    <a:pt x="987" y="8307"/>
                    <a:pt x="3097" y="9969"/>
                    <a:pt x="5442" y="9969"/>
                  </a:cubicBezTo>
                  <a:cubicBezTo>
                    <a:pt x="5747" y="9969"/>
                    <a:pt x="6056" y="9941"/>
                    <a:pt x="6366" y="9883"/>
                  </a:cubicBezTo>
                  <a:cubicBezTo>
                    <a:pt x="9057" y="9345"/>
                    <a:pt x="10831" y="6748"/>
                    <a:pt x="10324" y="4024"/>
                  </a:cubicBezTo>
                  <a:cubicBezTo>
                    <a:pt x="9851" y="1658"/>
                    <a:pt x="7787" y="1"/>
                    <a:pt x="5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068575" y="2994050"/>
              <a:ext cx="239125" cy="220675"/>
            </a:xfrm>
            <a:custGeom>
              <a:avLst/>
              <a:gdLst/>
              <a:ahLst/>
              <a:cxnLst/>
              <a:rect l="l" t="t" r="r" b="b"/>
              <a:pathLst>
                <a:path w="9565" h="882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39"/>
                    <a:pt x="7950" y="1140"/>
                    <a:pt x="8077" y="1806"/>
                  </a:cubicBezTo>
                  <a:cubicBezTo>
                    <a:pt x="8615" y="4497"/>
                    <a:pt x="6841" y="7126"/>
                    <a:pt x="4118" y="7664"/>
                  </a:cubicBezTo>
                  <a:cubicBezTo>
                    <a:pt x="3810" y="7722"/>
                    <a:pt x="3503" y="7750"/>
                    <a:pt x="3200" y="7750"/>
                  </a:cubicBezTo>
                  <a:cubicBezTo>
                    <a:pt x="2010" y="7750"/>
                    <a:pt x="885" y="7320"/>
                    <a:pt x="1" y="6588"/>
                  </a:cubicBezTo>
                  <a:lnTo>
                    <a:pt x="1" y="6588"/>
                  </a:lnTo>
                  <a:cubicBezTo>
                    <a:pt x="914" y="7958"/>
                    <a:pt x="2489" y="8826"/>
                    <a:pt x="4183" y="8826"/>
                  </a:cubicBezTo>
                  <a:cubicBezTo>
                    <a:pt x="4486" y="8826"/>
                    <a:pt x="4792" y="8799"/>
                    <a:pt x="5100" y="8741"/>
                  </a:cubicBezTo>
                  <a:cubicBezTo>
                    <a:pt x="7791" y="8203"/>
                    <a:pt x="9565" y="5606"/>
                    <a:pt x="9058" y="2882"/>
                  </a:cubicBezTo>
                  <a:cubicBezTo>
                    <a:pt x="8837" y="1711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13150" y="2614075"/>
              <a:ext cx="914475" cy="1128975"/>
            </a:xfrm>
            <a:custGeom>
              <a:avLst/>
              <a:gdLst/>
              <a:ahLst/>
              <a:cxnLst/>
              <a:rect l="l" t="t" r="r" b="b"/>
              <a:pathLst>
                <a:path w="36579" h="45159" extrusionOk="0">
                  <a:moveTo>
                    <a:pt x="28947" y="0"/>
                  </a:moveTo>
                  <a:cubicBezTo>
                    <a:pt x="28319" y="0"/>
                    <a:pt x="27699" y="294"/>
                    <a:pt x="27173" y="980"/>
                  </a:cubicBezTo>
                  <a:cubicBezTo>
                    <a:pt x="25716" y="2880"/>
                    <a:pt x="26064" y="6744"/>
                    <a:pt x="21852" y="11716"/>
                  </a:cubicBezTo>
                  <a:cubicBezTo>
                    <a:pt x="18812" y="15294"/>
                    <a:pt x="20934" y="22357"/>
                    <a:pt x="16310" y="30084"/>
                  </a:cubicBezTo>
                  <a:cubicBezTo>
                    <a:pt x="11718" y="37811"/>
                    <a:pt x="0" y="45158"/>
                    <a:pt x="0" y="45158"/>
                  </a:cubicBezTo>
                  <a:lnTo>
                    <a:pt x="22929" y="45095"/>
                  </a:lnTo>
                  <a:cubicBezTo>
                    <a:pt x="36578" y="36354"/>
                    <a:pt x="29738" y="19855"/>
                    <a:pt x="29738" y="19855"/>
                  </a:cubicBezTo>
                  <a:cubicBezTo>
                    <a:pt x="35565" y="14661"/>
                    <a:pt x="32715" y="3862"/>
                    <a:pt x="31860" y="2215"/>
                  </a:cubicBezTo>
                  <a:cubicBezTo>
                    <a:pt x="31192" y="920"/>
                    <a:pt x="30059" y="0"/>
                    <a:pt x="2894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13150" y="3531625"/>
              <a:ext cx="908925" cy="682500"/>
            </a:xfrm>
            <a:custGeom>
              <a:avLst/>
              <a:gdLst/>
              <a:ahLst/>
              <a:cxnLst/>
              <a:rect l="l" t="t" r="r" b="b"/>
              <a:pathLst>
                <a:path w="36357" h="27300" extrusionOk="0">
                  <a:moveTo>
                    <a:pt x="10800" y="1"/>
                  </a:moveTo>
                  <a:cubicBezTo>
                    <a:pt x="7253" y="3421"/>
                    <a:pt x="3294" y="6239"/>
                    <a:pt x="1299" y="7601"/>
                  </a:cubicBezTo>
                  <a:lnTo>
                    <a:pt x="0" y="8456"/>
                  </a:lnTo>
                  <a:cubicBezTo>
                    <a:pt x="3864" y="21915"/>
                    <a:pt x="14188" y="27299"/>
                    <a:pt x="14188" y="27299"/>
                  </a:cubicBezTo>
                  <a:cubicBezTo>
                    <a:pt x="14505" y="27141"/>
                    <a:pt x="14790" y="26982"/>
                    <a:pt x="15107" y="26792"/>
                  </a:cubicBezTo>
                  <a:cubicBezTo>
                    <a:pt x="15202" y="26761"/>
                    <a:pt x="15297" y="26697"/>
                    <a:pt x="15392" y="26666"/>
                  </a:cubicBezTo>
                  <a:cubicBezTo>
                    <a:pt x="15613" y="26539"/>
                    <a:pt x="15867" y="26412"/>
                    <a:pt x="16088" y="26286"/>
                  </a:cubicBezTo>
                  <a:cubicBezTo>
                    <a:pt x="16183" y="26254"/>
                    <a:pt x="16278" y="26191"/>
                    <a:pt x="16373" y="26159"/>
                  </a:cubicBezTo>
                  <a:cubicBezTo>
                    <a:pt x="17007" y="25811"/>
                    <a:pt x="17672" y="25494"/>
                    <a:pt x="18337" y="25177"/>
                  </a:cubicBezTo>
                  <a:cubicBezTo>
                    <a:pt x="18400" y="25146"/>
                    <a:pt x="18464" y="25114"/>
                    <a:pt x="18527" y="25082"/>
                  </a:cubicBezTo>
                  <a:cubicBezTo>
                    <a:pt x="18812" y="24956"/>
                    <a:pt x="19097" y="24829"/>
                    <a:pt x="19382" y="24671"/>
                  </a:cubicBezTo>
                  <a:cubicBezTo>
                    <a:pt x="19445" y="24639"/>
                    <a:pt x="19509" y="24639"/>
                    <a:pt x="19540" y="24607"/>
                  </a:cubicBezTo>
                  <a:cubicBezTo>
                    <a:pt x="20237" y="24291"/>
                    <a:pt x="20965" y="23942"/>
                    <a:pt x="21662" y="23626"/>
                  </a:cubicBezTo>
                  <a:cubicBezTo>
                    <a:pt x="21694" y="23626"/>
                    <a:pt x="21725" y="23626"/>
                    <a:pt x="21757" y="23594"/>
                  </a:cubicBezTo>
                  <a:cubicBezTo>
                    <a:pt x="22074" y="23467"/>
                    <a:pt x="22390" y="23309"/>
                    <a:pt x="22707" y="23182"/>
                  </a:cubicBezTo>
                  <a:cubicBezTo>
                    <a:pt x="27521" y="21060"/>
                    <a:pt x="32366" y="19224"/>
                    <a:pt x="36357" y="17830"/>
                  </a:cubicBezTo>
                  <a:cubicBezTo>
                    <a:pt x="36008" y="17323"/>
                    <a:pt x="35755" y="16722"/>
                    <a:pt x="35596" y="15930"/>
                  </a:cubicBezTo>
                  <a:lnTo>
                    <a:pt x="35723" y="15930"/>
                  </a:lnTo>
                  <a:cubicBezTo>
                    <a:pt x="33665" y="15392"/>
                    <a:pt x="31733" y="14125"/>
                    <a:pt x="30308" y="11876"/>
                  </a:cubicBezTo>
                  <a:lnTo>
                    <a:pt x="30308" y="11876"/>
                  </a:lnTo>
                  <a:cubicBezTo>
                    <a:pt x="31163" y="15233"/>
                    <a:pt x="28439" y="17260"/>
                    <a:pt x="24101" y="19350"/>
                  </a:cubicBezTo>
                  <a:cubicBezTo>
                    <a:pt x="24101" y="19350"/>
                    <a:pt x="22287" y="20180"/>
                    <a:pt x="19933" y="20180"/>
                  </a:cubicBezTo>
                  <a:cubicBezTo>
                    <a:pt x="17045" y="20180"/>
                    <a:pt x="13343" y="18931"/>
                    <a:pt x="11180" y="13365"/>
                  </a:cubicBezTo>
                  <a:cubicBezTo>
                    <a:pt x="9596" y="9280"/>
                    <a:pt x="9945" y="4181"/>
                    <a:pt x="108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288725" y="2630650"/>
              <a:ext cx="133825" cy="240800"/>
            </a:xfrm>
            <a:custGeom>
              <a:avLst/>
              <a:gdLst/>
              <a:ahLst/>
              <a:cxnLst/>
              <a:rect l="l" t="t" r="r" b="b"/>
              <a:pathLst>
                <a:path w="5353" h="9632" extrusionOk="0">
                  <a:moveTo>
                    <a:pt x="4466" y="0"/>
                  </a:moveTo>
                  <a:cubicBezTo>
                    <a:pt x="4340" y="95"/>
                    <a:pt x="4245" y="190"/>
                    <a:pt x="4150" y="317"/>
                  </a:cubicBezTo>
                  <a:cubicBezTo>
                    <a:pt x="2851" y="1996"/>
                    <a:pt x="2978" y="5289"/>
                    <a:pt x="1" y="9533"/>
                  </a:cubicBezTo>
                  <a:cubicBezTo>
                    <a:pt x="180" y="9575"/>
                    <a:pt x="476" y="9631"/>
                    <a:pt x="841" y="9631"/>
                  </a:cubicBezTo>
                  <a:cubicBezTo>
                    <a:pt x="1570" y="9631"/>
                    <a:pt x="2577" y="9406"/>
                    <a:pt x="3484" y="8393"/>
                  </a:cubicBezTo>
                  <a:cubicBezTo>
                    <a:pt x="4783" y="6968"/>
                    <a:pt x="5353" y="3516"/>
                    <a:pt x="5195" y="1774"/>
                  </a:cubicBezTo>
                  <a:cubicBezTo>
                    <a:pt x="5131" y="887"/>
                    <a:pt x="4783" y="317"/>
                    <a:pt x="446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829475" y="3305975"/>
              <a:ext cx="163025" cy="138025"/>
            </a:xfrm>
            <a:custGeom>
              <a:avLst/>
              <a:gdLst/>
              <a:ahLst/>
              <a:cxnLst/>
              <a:rect l="l" t="t" r="r" b="b"/>
              <a:pathLst>
                <a:path w="6521" h="5521" extrusionOk="0">
                  <a:moveTo>
                    <a:pt x="4547" y="1"/>
                  </a:moveTo>
                  <a:cubicBezTo>
                    <a:pt x="4541" y="1"/>
                    <a:pt x="4535" y="1"/>
                    <a:pt x="4530" y="1"/>
                  </a:cubicBezTo>
                  <a:cubicBezTo>
                    <a:pt x="2819" y="33"/>
                    <a:pt x="1141" y="1426"/>
                    <a:pt x="1141" y="1426"/>
                  </a:cubicBezTo>
                  <a:cubicBezTo>
                    <a:pt x="1" y="2218"/>
                    <a:pt x="1046" y="5290"/>
                    <a:pt x="1774" y="5480"/>
                  </a:cubicBezTo>
                  <a:cubicBezTo>
                    <a:pt x="1880" y="5508"/>
                    <a:pt x="2007" y="5521"/>
                    <a:pt x="2151" y="5521"/>
                  </a:cubicBezTo>
                  <a:cubicBezTo>
                    <a:pt x="3294" y="5521"/>
                    <a:pt x="5451" y="4698"/>
                    <a:pt x="5733" y="4276"/>
                  </a:cubicBezTo>
                  <a:cubicBezTo>
                    <a:pt x="6521" y="3268"/>
                    <a:pt x="5772" y="1"/>
                    <a:pt x="454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783575" y="3510250"/>
              <a:ext cx="159850" cy="128775"/>
            </a:xfrm>
            <a:custGeom>
              <a:avLst/>
              <a:gdLst/>
              <a:ahLst/>
              <a:cxnLst/>
              <a:rect l="l" t="t" r="r" b="b"/>
              <a:pathLst>
                <a:path w="6394" h="5151" extrusionOk="0">
                  <a:moveTo>
                    <a:pt x="4356" y="0"/>
                  </a:moveTo>
                  <a:cubicBezTo>
                    <a:pt x="4350" y="0"/>
                    <a:pt x="4344" y="0"/>
                    <a:pt x="4339" y="1"/>
                  </a:cubicBezTo>
                  <a:cubicBezTo>
                    <a:pt x="2629" y="64"/>
                    <a:pt x="1140" y="1141"/>
                    <a:pt x="1140" y="1141"/>
                  </a:cubicBezTo>
                  <a:cubicBezTo>
                    <a:pt x="0" y="1932"/>
                    <a:pt x="1108" y="4941"/>
                    <a:pt x="1900" y="5099"/>
                  </a:cubicBezTo>
                  <a:cubicBezTo>
                    <a:pt x="2047" y="5135"/>
                    <a:pt x="2234" y="5151"/>
                    <a:pt x="2446" y="5151"/>
                  </a:cubicBezTo>
                  <a:cubicBezTo>
                    <a:pt x="3556" y="5151"/>
                    <a:pt x="5345" y="4711"/>
                    <a:pt x="5637" y="4339"/>
                  </a:cubicBezTo>
                  <a:cubicBezTo>
                    <a:pt x="6394" y="3330"/>
                    <a:pt x="5581" y="0"/>
                    <a:pt x="435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20225" y="3700250"/>
              <a:ext cx="159875" cy="129275"/>
            </a:xfrm>
            <a:custGeom>
              <a:avLst/>
              <a:gdLst/>
              <a:ahLst/>
              <a:cxnLst/>
              <a:rect l="l" t="t" r="r" b="b"/>
              <a:pathLst>
                <a:path w="6395" h="5171" extrusionOk="0">
                  <a:moveTo>
                    <a:pt x="4357" y="1"/>
                  </a:moveTo>
                  <a:cubicBezTo>
                    <a:pt x="4351" y="1"/>
                    <a:pt x="4345" y="1"/>
                    <a:pt x="4339" y="1"/>
                  </a:cubicBezTo>
                  <a:cubicBezTo>
                    <a:pt x="2629" y="64"/>
                    <a:pt x="1141" y="1141"/>
                    <a:pt x="1141" y="1141"/>
                  </a:cubicBezTo>
                  <a:cubicBezTo>
                    <a:pt x="0" y="1933"/>
                    <a:pt x="1109" y="4941"/>
                    <a:pt x="1901" y="5131"/>
                  </a:cubicBezTo>
                  <a:cubicBezTo>
                    <a:pt x="2031" y="5158"/>
                    <a:pt x="2192" y="5171"/>
                    <a:pt x="2374" y="5171"/>
                  </a:cubicBezTo>
                  <a:cubicBezTo>
                    <a:pt x="3477" y="5171"/>
                    <a:pt x="5339" y="4720"/>
                    <a:pt x="5638" y="4340"/>
                  </a:cubicBezTo>
                  <a:cubicBezTo>
                    <a:pt x="6394" y="3331"/>
                    <a:pt x="5582" y="1"/>
                    <a:pt x="435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619675" y="3945525"/>
              <a:ext cx="132250" cy="67525"/>
            </a:xfrm>
            <a:custGeom>
              <a:avLst/>
              <a:gdLst/>
              <a:ahLst/>
              <a:cxnLst/>
              <a:rect l="l" t="t" r="r" b="b"/>
              <a:pathLst>
                <a:path w="5290" h="2701" extrusionOk="0">
                  <a:moveTo>
                    <a:pt x="1776" y="1"/>
                  </a:moveTo>
                  <a:cubicBezTo>
                    <a:pt x="1518" y="1"/>
                    <a:pt x="1288" y="13"/>
                    <a:pt x="1109" y="39"/>
                  </a:cubicBezTo>
                  <a:cubicBezTo>
                    <a:pt x="571" y="102"/>
                    <a:pt x="191" y="672"/>
                    <a:pt x="1" y="1116"/>
                  </a:cubicBezTo>
                  <a:cubicBezTo>
                    <a:pt x="773" y="2274"/>
                    <a:pt x="2089" y="2700"/>
                    <a:pt x="3710" y="2700"/>
                  </a:cubicBezTo>
                  <a:cubicBezTo>
                    <a:pt x="4084" y="2700"/>
                    <a:pt x="4474" y="2677"/>
                    <a:pt x="4878" y="2636"/>
                  </a:cubicBezTo>
                  <a:cubicBezTo>
                    <a:pt x="5131" y="1908"/>
                    <a:pt x="5289" y="894"/>
                    <a:pt x="4846" y="577"/>
                  </a:cubicBezTo>
                  <a:cubicBezTo>
                    <a:pt x="4265" y="198"/>
                    <a:pt x="2796" y="1"/>
                    <a:pt x="1776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08775" y="3110425"/>
              <a:ext cx="405375" cy="650825"/>
            </a:xfrm>
            <a:custGeom>
              <a:avLst/>
              <a:gdLst/>
              <a:ahLst/>
              <a:cxnLst/>
              <a:rect l="l" t="t" r="r" b="b"/>
              <a:pathLst>
                <a:path w="16215" h="26033" extrusionOk="0">
                  <a:moveTo>
                    <a:pt x="9913" y="1"/>
                  </a:moveTo>
                  <a:cubicBezTo>
                    <a:pt x="9913" y="1"/>
                    <a:pt x="11939" y="7855"/>
                    <a:pt x="9913" y="14093"/>
                  </a:cubicBezTo>
                  <a:cubicBezTo>
                    <a:pt x="7854" y="20332"/>
                    <a:pt x="4972" y="23436"/>
                    <a:pt x="0" y="26033"/>
                  </a:cubicBezTo>
                  <a:cubicBezTo>
                    <a:pt x="0" y="26033"/>
                    <a:pt x="3199" y="25906"/>
                    <a:pt x="5067" y="24576"/>
                  </a:cubicBezTo>
                  <a:cubicBezTo>
                    <a:pt x="16215" y="15582"/>
                    <a:pt x="9913" y="2"/>
                    <a:pt x="991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04025" y="2629850"/>
              <a:ext cx="423600" cy="1138525"/>
            </a:xfrm>
            <a:custGeom>
              <a:avLst/>
              <a:gdLst/>
              <a:ahLst/>
              <a:cxnLst/>
              <a:rect l="l" t="t" r="r" b="b"/>
              <a:pathLst>
                <a:path w="16944" h="45541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11559" y="1267"/>
                    <a:pt x="12826" y="4498"/>
                    <a:pt x="12700" y="9343"/>
                  </a:cubicBezTo>
                  <a:cubicBezTo>
                    <a:pt x="12510" y="15582"/>
                    <a:pt x="7981" y="19129"/>
                    <a:pt x="7981" y="19129"/>
                  </a:cubicBezTo>
                  <a:cubicBezTo>
                    <a:pt x="7981" y="19129"/>
                    <a:pt x="10514" y="22391"/>
                    <a:pt x="10071" y="29611"/>
                  </a:cubicBezTo>
                  <a:cubicBezTo>
                    <a:pt x="9469" y="38890"/>
                    <a:pt x="4561" y="42152"/>
                    <a:pt x="0" y="45541"/>
                  </a:cubicBezTo>
                  <a:lnTo>
                    <a:pt x="3294" y="44464"/>
                  </a:lnTo>
                  <a:cubicBezTo>
                    <a:pt x="16943" y="35723"/>
                    <a:pt x="10103" y="19224"/>
                    <a:pt x="10103" y="19224"/>
                  </a:cubicBezTo>
                  <a:cubicBezTo>
                    <a:pt x="15930" y="14030"/>
                    <a:pt x="13080" y="3231"/>
                    <a:pt x="12225" y="1584"/>
                  </a:cubicBezTo>
                  <a:cubicBezTo>
                    <a:pt x="11908" y="951"/>
                    <a:pt x="11464" y="381"/>
                    <a:pt x="1095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683025" y="3309150"/>
              <a:ext cx="247025" cy="552650"/>
            </a:xfrm>
            <a:custGeom>
              <a:avLst/>
              <a:gdLst/>
              <a:ahLst/>
              <a:cxnLst/>
              <a:rect l="l" t="t" r="r" b="b"/>
              <a:pathLst>
                <a:path w="9881" h="22106" extrusionOk="0">
                  <a:moveTo>
                    <a:pt x="6556" y="1"/>
                  </a:moveTo>
                  <a:cubicBezTo>
                    <a:pt x="4877" y="1552"/>
                    <a:pt x="4719" y="3263"/>
                    <a:pt x="5542" y="4909"/>
                  </a:cubicBezTo>
                  <a:cubicBezTo>
                    <a:pt x="6176" y="6208"/>
                    <a:pt x="7632" y="6429"/>
                    <a:pt x="7632" y="6429"/>
                  </a:cubicBezTo>
                  <a:cubicBezTo>
                    <a:pt x="5986" y="7158"/>
                    <a:pt x="4624" y="7759"/>
                    <a:pt x="4117" y="8678"/>
                  </a:cubicBezTo>
                  <a:cubicBezTo>
                    <a:pt x="2439" y="11750"/>
                    <a:pt x="5035" y="14093"/>
                    <a:pt x="5035" y="14093"/>
                  </a:cubicBezTo>
                  <a:cubicBezTo>
                    <a:pt x="5035" y="14093"/>
                    <a:pt x="0" y="15360"/>
                    <a:pt x="950" y="19255"/>
                  </a:cubicBezTo>
                  <a:cubicBezTo>
                    <a:pt x="1552" y="21725"/>
                    <a:pt x="3990" y="22105"/>
                    <a:pt x="3990" y="22105"/>
                  </a:cubicBezTo>
                  <a:cubicBezTo>
                    <a:pt x="3990" y="22105"/>
                    <a:pt x="1869" y="21029"/>
                    <a:pt x="1520" y="18875"/>
                  </a:cubicBezTo>
                  <a:cubicBezTo>
                    <a:pt x="1203" y="16912"/>
                    <a:pt x="2407" y="15993"/>
                    <a:pt x="3927" y="15202"/>
                  </a:cubicBezTo>
                  <a:cubicBezTo>
                    <a:pt x="5415" y="14410"/>
                    <a:pt x="8772" y="13745"/>
                    <a:pt x="8772" y="13745"/>
                  </a:cubicBezTo>
                  <a:lnTo>
                    <a:pt x="8772" y="13745"/>
                  </a:lnTo>
                  <a:cubicBezTo>
                    <a:pt x="8772" y="13745"/>
                    <a:pt x="7126" y="13907"/>
                    <a:pt x="6225" y="13907"/>
                  </a:cubicBezTo>
                  <a:cubicBezTo>
                    <a:pt x="6150" y="13907"/>
                    <a:pt x="6081" y="13906"/>
                    <a:pt x="6017" y="13903"/>
                  </a:cubicBezTo>
                  <a:cubicBezTo>
                    <a:pt x="5320" y="13872"/>
                    <a:pt x="4497" y="12985"/>
                    <a:pt x="4180" y="11338"/>
                  </a:cubicBezTo>
                  <a:cubicBezTo>
                    <a:pt x="3864" y="9691"/>
                    <a:pt x="4497" y="8678"/>
                    <a:pt x="6492" y="7601"/>
                  </a:cubicBezTo>
                  <a:cubicBezTo>
                    <a:pt x="8519" y="6493"/>
                    <a:pt x="9881" y="6049"/>
                    <a:pt x="9881" y="6049"/>
                  </a:cubicBezTo>
                  <a:lnTo>
                    <a:pt x="9881" y="6049"/>
                  </a:lnTo>
                  <a:cubicBezTo>
                    <a:pt x="9450" y="6156"/>
                    <a:pt x="9053" y="6209"/>
                    <a:pt x="8690" y="6209"/>
                  </a:cubicBezTo>
                  <a:cubicBezTo>
                    <a:pt x="7211" y="6209"/>
                    <a:pt x="6279" y="5327"/>
                    <a:pt x="5795" y="3548"/>
                  </a:cubicBezTo>
                  <a:cubicBezTo>
                    <a:pt x="5447" y="2312"/>
                    <a:pt x="5986" y="951"/>
                    <a:pt x="655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368450" y="15301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48" y="27014"/>
                    <a:pt x="16564" y="26729"/>
                  </a:cubicBezTo>
                  <a:cubicBezTo>
                    <a:pt x="19604" y="26222"/>
                    <a:pt x="15772" y="2471"/>
                    <a:pt x="13238" y="697"/>
                  </a:cubicBezTo>
                  <a:cubicBezTo>
                    <a:pt x="12890" y="444"/>
                    <a:pt x="11148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337079" y="11931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337075" y="15400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5712050" y="25250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712050" y="2871900"/>
            <a:ext cx="257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337075" y="38569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5337075" y="42038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59775" y="2621950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3178575" y="2137375"/>
              <a:ext cx="386400" cy="341300"/>
            </a:xfrm>
            <a:custGeom>
              <a:avLst/>
              <a:gdLst/>
              <a:ahLst/>
              <a:cxnLst/>
              <a:rect l="l" t="t" r="r" b="b"/>
              <a:pathLst>
                <a:path w="15456" h="13652" extrusionOk="0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avLst/>
              <a:gdLst/>
              <a:ahLst/>
              <a:cxnLst/>
              <a:rect l="l" t="t" r="r" b="b"/>
              <a:pathLst>
                <a:path w="93709" h="20681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avLst/>
              <a:gdLst/>
              <a:ahLst/>
              <a:cxnLst/>
              <a:rect l="l" t="t" r="r" b="b"/>
              <a:pathLst>
                <a:path w="350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avLst/>
              <a:gdLst/>
              <a:ahLst/>
              <a:cxnLst/>
              <a:rect l="l" t="t" r="r" b="b"/>
              <a:pathLst>
                <a:path w="381" h="373" extrusionOk="0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avLst/>
              <a:gdLst/>
              <a:ahLst/>
              <a:cxnLst/>
              <a:rect l="l" t="t" r="r" b="b"/>
              <a:pathLst>
                <a:path w="349" h="381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avLst/>
              <a:gdLst/>
              <a:ahLst/>
              <a:cxnLst/>
              <a:rect l="l" t="t" r="r" b="b"/>
              <a:pathLst>
                <a:path w="350" h="349" extrusionOk="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avLst/>
              <a:gdLst/>
              <a:ahLst/>
              <a:cxnLst/>
              <a:rect l="l" t="t" r="r" b="b"/>
              <a:pathLst>
                <a:path w="412" h="349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fill="none" extrusionOk="0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avLst/>
              <a:gdLst/>
              <a:ahLst/>
              <a:cxnLst/>
              <a:rect l="l" t="t" r="r" b="b"/>
              <a:pathLst>
                <a:path w="130478" h="23246" extrusionOk="0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059775" y="1652875"/>
              <a:ext cx="340475" cy="340450"/>
            </a:xfrm>
            <a:custGeom>
              <a:avLst/>
              <a:gdLst/>
              <a:ahLst/>
              <a:cxnLst/>
              <a:rect l="l" t="t" r="r" b="b"/>
              <a:pathLst>
                <a:path w="13619" h="13618" extrusionOk="0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avLst/>
              <a:gdLst/>
              <a:ahLst/>
              <a:cxnLst/>
              <a:rect l="l" t="t" r="r" b="b"/>
              <a:pathLst>
                <a:path w="93678" h="20712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avLst/>
              <a:gdLst/>
              <a:ahLst/>
              <a:cxnLst/>
              <a:rect l="l" t="t" r="r" b="b"/>
              <a:pathLst>
                <a:path w="7443" h="8235" extrusionOk="0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avLst/>
              <a:gdLst/>
              <a:ahLst/>
              <a:cxnLst/>
              <a:rect l="l" t="t" r="r" b="b"/>
              <a:pathLst>
                <a:path w="2439" h="4471" extrusionOk="0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201550" y="3106475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avLst/>
              <a:gdLst/>
              <a:ahLst/>
              <a:cxnLst/>
              <a:rect l="l" t="t" r="r" b="b"/>
              <a:pathLst>
                <a:path w="93709" h="20680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298925" y="3161100"/>
              <a:ext cx="146500" cy="232800"/>
            </a:xfrm>
            <a:custGeom>
              <a:avLst/>
              <a:gdLst/>
              <a:ahLst/>
              <a:cxnLst/>
              <a:rect l="l" t="t" r="r" b="b"/>
              <a:pathLst>
                <a:path w="5860" h="9312" extrusionOk="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avLst/>
              <a:gdLst/>
              <a:ahLst/>
              <a:cxnLst/>
              <a:rect l="l" t="t" r="r" b="b"/>
              <a:pathLst>
                <a:path w="2060" h="3136" extrusionOk="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4059775" y="3591000"/>
              <a:ext cx="340475" cy="341275"/>
            </a:xfrm>
            <a:custGeom>
              <a:avLst/>
              <a:gdLst/>
              <a:ahLst/>
              <a:cxnLst/>
              <a:rect l="l" t="t" r="r" b="b"/>
              <a:pathLst>
                <a:path w="13619" h="13651" extrusionOk="0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avLst/>
              <a:gdLst/>
              <a:ahLst/>
              <a:cxnLst/>
              <a:rect l="l" t="t" r="r" b="b"/>
              <a:pathLst>
                <a:path w="1205" h="4215" extrusionOk="0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avLst/>
              <a:gdLst/>
              <a:ahLst/>
              <a:cxnLst/>
              <a:rect l="l" t="t" r="r" b="b"/>
              <a:pathLst>
                <a:path w="1173" h="4215" extrusionOk="0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fill="none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fill="none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fill="none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avLst/>
              <a:gdLst/>
              <a:ahLst/>
              <a:cxnLst/>
              <a:rect l="l" t="t" r="r" b="b"/>
              <a:pathLst>
                <a:path w="130509" h="23246" extrusionOk="0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3201550" y="4076325"/>
              <a:ext cx="340475" cy="340475"/>
            </a:xfrm>
            <a:custGeom>
              <a:avLst/>
              <a:gdLst/>
              <a:ahLst/>
              <a:cxnLst/>
              <a:rect l="l" t="t" r="r" b="b"/>
              <a:pathLst>
                <a:path w="13619" h="13619" extrusionOk="0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avLst/>
              <a:gdLst/>
              <a:ahLst/>
              <a:cxnLst/>
              <a:rect l="l" t="t" r="r" b="b"/>
              <a:pathLst>
                <a:path w="93709" h="20713" extrusionOk="0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avLst/>
              <a:gdLst/>
              <a:ahLst/>
              <a:cxnLst/>
              <a:rect l="l" t="t" r="r" b="b"/>
              <a:pathLst>
                <a:path w="3104" h="3105" extrusionOk="0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avLst/>
              <a:gdLst/>
              <a:ahLst/>
              <a:cxnLst/>
              <a:rect l="l" t="t" r="r" b="b"/>
              <a:pathLst>
                <a:path w="9026" h="8995" extrusionOk="0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4113625" y="2679450"/>
              <a:ext cx="232775" cy="225950"/>
            </a:xfrm>
            <a:custGeom>
              <a:avLst/>
              <a:gdLst/>
              <a:ahLst/>
              <a:cxnLst/>
              <a:rect l="l" t="t" r="r" b="b"/>
              <a:pathLst>
                <a:path w="9311" h="9038" extrusionOk="0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6"/>
            <p:cNvSpPr/>
            <p:nvPr/>
          </p:nvSpPr>
          <p:spPr>
            <a:xfrm>
              <a:off x="4113625" y="2675775"/>
              <a:ext cx="232775" cy="229625"/>
            </a:xfrm>
            <a:custGeom>
              <a:avLst/>
              <a:gdLst/>
              <a:ahLst/>
              <a:cxnLst/>
              <a:rect l="l" t="t" r="r" b="b"/>
              <a:pathLst>
                <a:path w="9311" h="9185" fill="none" extrusionOk="0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605775" y="1836700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605775" y="30607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3" name="Google Shape;1463;p16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776500" y="120844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9963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2835945" y="1170426"/>
            <a:ext cx="3472122" cy="3420902"/>
            <a:chOff x="2690100" y="1887225"/>
            <a:chExt cx="2255650" cy="2222375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avLst/>
              <a:gdLst/>
              <a:ahLst/>
              <a:cxnLst/>
              <a:rect l="l" t="t" r="r" b="b"/>
              <a:pathLst>
                <a:path w="32968" h="33919" extrusionOk="0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avLst/>
              <a:gdLst/>
              <a:ahLst/>
              <a:cxnLst/>
              <a:rect l="l" t="t" r="r" b="b"/>
              <a:pathLst>
                <a:path w="31163" h="48993" extrusionOk="0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avLst/>
              <a:gdLst/>
              <a:ahLst/>
              <a:cxnLst/>
              <a:rect l="l" t="t" r="r" b="b"/>
              <a:pathLst>
                <a:path w="63815" h="35660" extrusionOk="0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avLst/>
              <a:gdLst/>
              <a:ahLst/>
              <a:cxnLst/>
              <a:rect l="l" t="t" r="r" b="b"/>
              <a:pathLst>
                <a:path w="14126" h="12858" extrusionOk="0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avLst/>
              <a:gdLst/>
              <a:ahLst/>
              <a:cxnLst/>
              <a:rect l="l" t="t" r="r" b="b"/>
              <a:pathLst>
                <a:path w="14157" h="12858" extrusionOk="0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93925" y="2619575"/>
              <a:ext cx="1535200" cy="1490025"/>
            </a:xfrm>
            <a:custGeom>
              <a:avLst/>
              <a:gdLst/>
              <a:ahLst/>
              <a:cxnLst/>
              <a:rect l="l" t="t" r="r" b="b"/>
              <a:pathLst>
                <a:path w="61408" h="59601" extrusionOk="0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2" name="Google Shape;1482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83" name="Google Shape;1483;p17"/>
          <p:cNvSpPr txBox="1"/>
          <p:nvPr/>
        </p:nvSpPr>
        <p:spPr>
          <a:xfrm>
            <a:off x="457198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Mars</a:t>
            </a:r>
            <a:endParaRPr sz="1800">
              <a:solidFill>
                <a:srgbClr val="22283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4" name="Google Shape;1484;p17"/>
          <p:cNvSpPr txBox="1"/>
          <p:nvPr/>
        </p:nvSpPr>
        <p:spPr>
          <a:xfrm>
            <a:off x="457198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5" name="Google Shape;1485;p17"/>
          <p:cNvSpPr txBox="1"/>
          <p:nvPr/>
        </p:nvSpPr>
        <p:spPr>
          <a:xfrm>
            <a:off x="457207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A365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Earth</a:t>
            </a:r>
            <a:endParaRPr sz="1800">
              <a:solidFill>
                <a:srgbClr val="F2A365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6" name="Google Shape;1486;p17"/>
          <p:cNvSpPr txBox="1"/>
          <p:nvPr/>
        </p:nvSpPr>
        <p:spPr>
          <a:xfrm>
            <a:off x="457200" y="3530275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7" name="Google Shape;1487;p17"/>
          <p:cNvSpPr txBox="1"/>
          <p:nvPr/>
        </p:nvSpPr>
        <p:spPr>
          <a:xfrm>
            <a:off x="6604225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CEC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Jupiter</a:t>
            </a:r>
            <a:endParaRPr sz="1800">
              <a:solidFill>
                <a:srgbClr val="CECEC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8" name="Google Shape;1488;p17"/>
          <p:cNvSpPr txBox="1"/>
          <p:nvPr/>
        </p:nvSpPr>
        <p:spPr>
          <a:xfrm>
            <a:off x="6604223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9" name="Google Shape;1489;p17"/>
          <p:cNvSpPr txBox="1"/>
          <p:nvPr/>
        </p:nvSpPr>
        <p:spPr>
          <a:xfrm>
            <a:off x="6604232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475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Neptune</a:t>
            </a:r>
            <a:endParaRPr sz="1800">
              <a:solidFill>
                <a:srgbClr val="30475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90" name="Google Shape;1490;p17"/>
          <p:cNvSpPr txBox="1"/>
          <p:nvPr/>
        </p:nvSpPr>
        <p:spPr>
          <a:xfrm>
            <a:off x="6604232" y="3530273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1" name="Google Shape;1491;p17"/>
          <p:cNvSpPr txBox="1"/>
          <p:nvPr/>
        </p:nvSpPr>
        <p:spPr>
          <a:xfrm>
            <a:off x="5341600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2" name="Google Shape;1492;p17"/>
          <p:cNvSpPr txBox="1"/>
          <p:nvPr/>
        </p:nvSpPr>
        <p:spPr>
          <a:xfrm>
            <a:off x="3081425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3" name="Google Shape;1493;p17"/>
          <p:cNvSpPr txBox="1"/>
          <p:nvPr/>
        </p:nvSpPr>
        <p:spPr>
          <a:xfrm>
            <a:off x="5351938" y="177357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4" name="Google Shape;1494;p17"/>
          <p:cNvSpPr txBox="1"/>
          <p:nvPr/>
        </p:nvSpPr>
        <p:spPr>
          <a:xfrm>
            <a:off x="3091763" y="18443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2685444" y="539949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2" name="Google Shape;1542;p18"/>
          <p:cNvSpPr txBox="1"/>
          <p:nvPr/>
        </p:nvSpPr>
        <p:spPr>
          <a:xfrm>
            <a:off x="6008575" y="744725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6008582" y="10881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6008582" y="1764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6008582" y="2119304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this planet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6008582" y="27616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6008582" y="3116800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Mercury is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8" name="Google Shape;1548;p18"/>
          <p:cNvSpPr txBox="1"/>
          <p:nvPr/>
        </p:nvSpPr>
        <p:spPr>
          <a:xfrm>
            <a:off x="6008575" y="3759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6008582" y="41143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6079325" y="1088125"/>
            <a:ext cx="2976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6079325" y="2119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6079325" y="31168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6079325" y="4114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9"/>
          <p:cNvGrpSpPr/>
          <p:nvPr/>
        </p:nvGrpSpPr>
        <p:grpSpPr>
          <a:xfrm>
            <a:off x="2830657" y="1324001"/>
            <a:ext cx="3496980" cy="3381105"/>
            <a:chOff x="2205550" y="1416550"/>
            <a:chExt cx="3190675" cy="3084950"/>
          </a:xfrm>
        </p:grpSpPr>
        <p:sp>
          <p:nvSpPr>
            <p:cNvPr id="1559" name="Google Shape;1559;p19"/>
            <p:cNvSpPr/>
            <p:nvPr/>
          </p:nvSpPr>
          <p:spPr>
            <a:xfrm>
              <a:off x="3142175" y="2075650"/>
              <a:ext cx="630225" cy="296925"/>
            </a:xfrm>
            <a:custGeom>
              <a:avLst/>
              <a:gdLst/>
              <a:ahLst/>
              <a:cxnLst/>
              <a:rect l="l" t="t" r="r" b="b"/>
              <a:pathLst>
                <a:path w="25209" h="11877" extrusionOk="0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647325" y="1417225"/>
              <a:ext cx="1125875" cy="893600"/>
            </a:xfrm>
            <a:custGeom>
              <a:avLst/>
              <a:gdLst/>
              <a:ahLst/>
              <a:cxnLst/>
              <a:rect l="l" t="t" r="r" b="b"/>
              <a:pathLst>
                <a:path w="45035" h="35744" extrusionOk="0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050325" y="2004400"/>
              <a:ext cx="722075" cy="368175"/>
            </a:xfrm>
            <a:custGeom>
              <a:avLst/>
              <a:gdLst/>
              <a:ahLst/>
              <a:cxnLst/>
              <a:rect l="l" t="t" r="r" b="b"/>
              <a:pathLst>
                <a:path w="28883" h="14727" extrusionOk="0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951350" y="3125475"/>
              <a:ext cx="395900" cy="552650"/>
            </a:xfrm>
            <a:custGeom>
              <a:avLst/>
              <a:gdLst/>
              <a:ahLst/>
              <a:cxnLst/>
              <a:rect l="l" t="t" r="r" b="b"/>
              <a:pathLst>
                <a:path w="15836" h="22106" extrusionOk="0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277600" y="3149225"/>
              <a:ext cx="1018975" cy="1122400"/>
            </a:xfrm>
            <a:custGeom>
              <a:avLst/>
              <a:gdLst/>
              <a:ahLst/>
              <a:cxnLst/>
              <a:rect l="l" t="t" r="r" b="b"/>
              <a:pathLst>
                <a:path w="40759" h="44896" extrusionOk="0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848425" y="3125475"/>
              <a:ext cx="498025" cy="661900"/>
            </a:xfrm>
            <a:custGeom>
              <a:avLst/>
              <a:gdLst/>
              <a:ahLst/>
              <a:cxnLst/>
              <a:rect l="l" t="t" r="r" b="b"/>
              <a:pathLst>
                <a:path w="19921" h="26476" extrusionOk="0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820675" y="1416550"/>
              <a:ext cx="1144075" cy="886350"/>
            </a:xfrm>
            <a:custGeom>
              <a:avLst/>
              <a:gdLst/>
              <a:ahLst/>
              <a:cxnLst/>
              <a:rect l="l" t="t" r="r" b="b"/>
              <a:pathLst>
                <a:path w="45763" h="35454" extrusionOk="0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821475" y="2075650"/>
              <a:ext cx="631825" cy="296125"/>
            </a:xfrm>
            <a:custGeom>
              <a:avLst/>
              <a:gdLst/>
              <a:ahLst/>
              <a:cxnLst/>
              <a:rect l="l" t="t" r="r" b="b"/>
              <a:pathLst>
                <a:path w="25273" h="11845" extrusionOk="0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820675" y="2002850"/>
              <a:ext cx="727625" cy="368925"/>
            </a:xfrm>
            <a:custGeom>
              <a:avLst/>
              <a:gdLst/>
              <a:ahLst/>
              <a:cxnLst/>
              <a:rect l="l" t="t" r="r" b="b"/>
              <a:pathLst>
                <a:path w="29105" h="14757" extrusionOk="0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2853975" y="2412125"/>
              <a:ext cx="308800" cy="654000"/>
            </a:xfrm>
            <a:custGeom>
              <a:avLst/>
              <a:gdLst/>
              <a:ahLst/>
              <a:cxnLst/>
              <a:rect l="l" t="t" r="r" b="b"/>
              <a:pathLst>
                <a:path w="12352" h="26160" extrusionOk="0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2205550" y="2031350"/>
              <a:ext cx="820250" cy="1178150"/>
            </a:xfrm>
            <a:custGeom>
              <a:avLst/>
              <a:gdLst/>
              <a:ahLst/>
              <a:cxnLst/>
              <a:rect l="l" t="t" r="r" b="b"/>
              <a:pathLst>
                <a:path w="32810" h="47126" extrusionOk="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2757375" y="2335325"/>
              <a:ext cx="368975" cy="759300"/>
            </a:xfrm>
            <a:custGeom>
              <a:avLst/>
              <a:gdLst/>
              <a:ahLst/>
              <a:cxnLst/>
              <a:rect l="l" t="t" r="r" b="b"/>
              <a:pathLst>
                <a:path w="14759" h="30372" extrusionOk="0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4439800" y="2415300"/>
              <a:ext cx="308800" cy="653200"/>
            </a:xfrm>
            <a:custGeom>
              <a:avLst/>
              <a:gdLst/>
              <a:ahLst/>
              <a:cxnLst/>
              <a:rect l="l" t="t" r="r" b="b"/>
              <a:pathLst>
                <a:path w="12352" h="26128" extrusionOk="0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4570450" y="2031675"/>
              <a:ext cx="825775" cy="1177825"/>
            </a:xfrm>
            <a:custGeom>
              <a:avLst/>
              <a:gdLst/>
              <a:ahLst/>
              <a:cxnLst/>
              <a:rect l="l" t="t" r="r" b="b"/>
              <a:pathLst>
                <a:path w="33031" h="47113" extrusionOk="0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4475425" y="2340075"/>
              <a:ext cx="394325" cy="760100"/>
            </a:xfrm>
            <a:custGeom>
              <a:avLst/>
              <a:gdLst/>
              <a:ahLst/>
              <a:cxnLst/>
              <a:rect l="l" t="t" r="r" b="b"/>
              <a:pathLst>
                <a:path w="15773" h="30404" extrusionOk="0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4247425" y="3125475"/>
              <a:ext cx="394300" cy="551850"/>
            </a:xfrm>
            <a:custGeom>
              <a:avLst/>
              <a:gdLst/>
              <a:ahLst/>
              <a:cxnLst/>
              <a:rect l="l" t="t" r="r" b="b"/>
              <a:pathLst>
                <a:path w="15772" h="22074" extrusionOk="0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4299675" y="3155550"/>
              <a:ext cx="1016600" cy="1116075"/>
            </a:xfrm>
            <a:custGeom>
              <a:avLst/>
              <a:gdLst/>
              <a:ahLst/>
              <a:cxnLst/>
              <a:rect l="l" t="t" r="r" b="b"/>
              <a:pathLst>
                <a:path w="40664" h="44643" extrusionOk="0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4247425" y="3124675"/>
              <a:ext cx="522550" cy="675375"/>
            </a:xfrm>
            <a:custGeom>
              <a:avLst/>
              <a:gdLst/>
              <a:ahLst/>
              <a:cxnLst/>
              <a:rect l="l" t="t" r="r" b="b"/>
              <a:pathLst>
                <a:path w="20902" h="27015" extrusionOk="0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405800" y="2900625"/>
              <a:ext cx="781475" cy="1600875"/>
            </a:xfrm>
            <a:custGeom>
              <a:avLst/>
              <a:gdLst/>
              <a:ahLst/>
              <a:cxnLst/>
              <a:rect l="l" t="t" r="r" b="b"/>
              <a:pathLst>
                <a:path w="31259" h="64035" extrusionOk="0">
                  <a:moveTo>
                    <a:pt x="4693" y="0"/>
                  </a:moveTo>
                  <a:cubicBezTo>
                    <a:pt x="2092" y="0"/>
                    <a:pt x="1" y="2110"/>
                    <a:pt x="1" y="4719"/>
                  </a:cubicBezTo>
                  <a:lnTo>
                    <a:pt x="1" y="59285"/>
                  </a:lnTo>
                  <a:cubicBezTo>
                    <a:pt x="1" y="61913"/>
                    <a:pt x="2123" y="64035"/>
                    <a:pt x="4751" y="64035"/>
                  </a:cubicBezTo>
                  <a:lnTo>
                    <a:pt x="26508" y="64035"/>
                  </a:lnTo>
                  <a:cubicBezTo>
                    <a:pt x="29105" y="64035"/>
                    <a:pt x="31227" y="61913"/>
                    <a:pt x="31227" y="59285"/>
                  </a:cubicBezTo>
                  <a:lnTo>
                    <a:pt x="31258" y="4751"/>
                  </a:lnTo>
                  <a:cubicBezTo>
                    <a:pt x="31258" y="2122"/>
                    <a:pt x="29136" y="0"/>
                    <a:pt x="26508" y="0"/>
                  </a:cubicBezTo>
                  <a:lnTo>
                    <a:pt x="4751" y="0"/>
                  </a:lnTo>
                  <a:cubicBezTo>
                    <a:pt x="4732" y="0"/>
                    <a:pt x="4713" y="0"/>
                    <a:pt x="4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441450" y="2948125"/>
              <a:ext cx="709400" cy="1497975"/>
            </a:xfrm>
            <a:custGeom>
              <a:avLst/>
              <a:gdLst/>
              <a:ahLst/>
              <a:cxnLst/>
              <a:rect l="l" t="t" r="r" b="b"/>
              <a:pathLst>
                <a:path w="28376" h="59919" extrusionOk="0">
                  <a:moveTo>
                    <a:pt x="3325" y="1"/>
                  </a:moveTo>
                  <a:cubicBezTo>
                    <a:pt x="1520" y="1"/>
                    <a:pt x="32" y="1489"/>
                    <a:pt x="32" y="3326"/>
                  </a:cubicBezTo>
                  <a:lnTo>
                    <a:pt x="0" y="56593"/>
                  </a:lnTo>
                  <a:cubicBezTo>
                    <a:pt x="0" y="58398"/>
                    <a:pt x="1489" y="59886"/>
                    <a:pt x="3325" y="59886"/>
                  </a:cubicBezTo>
                  <a:lnTo>
                    <a:pt x="25050" y="59918"/>
                  </a:lnTo>
                  <a:cubicBezTo>
                    <a:pt x="26887" y="59918"/>
                    <a:pt x="28376" y="58430"/>
                    <a:pt x="28376" y="56593"/>
                  </a:cubicBezTo>
                  <a:lnTo>
                    <a:pt x="28376" y="3326"/>
                  </a:lnTo>
                  <a:cubicBezTo>
                    <a:pt x="28376" y="1521"/>
                    <a:pt x="26887" y="32"/>
                    <a:pt x="25050" y="32"/>
                  </a:cubicBezTo>
                  <a:lnTo>
                    <a:pt x="20838" y="32"/>
                  </a:lnTo>
                  <a:cubicBezTo>
                    <a:pt x="20268" y="32"/>
                    <a:pt x="19825" y="507"/>
                    <a:pt x="19825" y="1077"/>
                  </a:cubicBezTo>
                  <a:lnTo>
                    <a:pt x="19825" y="1869"/>
                  </a:lnTo>
                  <a:cubicBezTo>
                    <a:pt x="19825" y="2439"/>
                    <a:pt x="19350" y="2914"/>
                    <a:pt x="18780" y="2914"/>
                  </a:cubicBezTo>
                  <a:lnTo>
                    <a:pt x="10578" y="2914"/>
                  </a:lnTo>
                  <a:cubicBezTo>
                    <a:pt x="10007" y="2914"/>
                    <a:pt x="9532" y="2439"/>
                    <a:pt x="9532" y="1837"/>
                  </a:cubicBezTo>
                  <a:lnTo>
                    <a:pt x="9532" y="1077"/>
                  </a:lnTo>
                  <a:cubicBezTo>
                    <a:pt x="9532" y="476"/>
                    <a:pt x="9089" y="1"/>
                    <a:pt x="8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569700" y="3242650"/>
              <a:ext cx="23775" cy="29325"/>
            </a:xfrm>
            <a:custGeom>
              <a:avLst/>
              <a:gdLst/>
              <a:ahLst/>
              <a:cxnLst/>
              <a:rect l="l" t="t" r="r" b="b"/>
              <a:pathLst>
                <a:path w="951" h="1173" extrusionOk="0">
                  <a:moveTo>
                    <a:pt x="0" y="0"/>
                  </a:moveTo>
                  <a:lnTo>
                    <a:pt x="0" y="95"/>
                  </a:lnTo>
                  <a:lnTo>
                    <a:pt x="412" y="95"/>
                  </a:lnTo>
                  <a:lnTo>
                    <a:pt x="412" y="1172"/>
                  </a:lnTo>
                  <a:lnTo>
                    <a:pt x="539" y="1172"/>
                  </a:lnTo>
                  <a:lnTo>
                    <a:pt x="539" y="95"/>
                  </a:lnTo>
                  <a:lnTo>
                    <a:pt x="951" y="9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593450" y="3249775"/>
              <a:ext cx="21400" cy="22200"/>
            </a:xfrm>
            <a:custGeom>
              <a:avLst/>
              <a:gdLst/>
              <a:ahLst/>
              <a:cxnLst/>
              <a:rect l="l" t="t" r="r" b="b"/>
              <a:pathLst>
                <a:path w="856" h="888" extrusionOk="0">
                  <a:moveTo>
                    <a:pt x="444" y="95"/>
                  </a:moveTo>
                  <a:cubicBezTo>
                    <a:pt x="602" y="95"/>
                    <a:pt x="729" y="222"/>
                    <a:pt x="729" y="380"/>
                  </a:cubicBezTo>
                  <a:lnTo>
                    <a:pt x="127" y="380"/>
                  </a:lnTo>
                  <a:cubicBezTo>
                    <a:pt x="127" y="222"/>
                    <a:pt x="254" y="95"/>
                    <a:pt x="444" y="95"/>
                  </a:cubicBezTo>
                  <a:close/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97"/>
                    <a:pt x="191" y="887"/>
                    <a:pt x="476" y="887"/>
                  </a:cubicBezTo>
                  <a:cubicBezTo>
                    <a:pt x="602" y="887"/>
                    <a:pt x="729" y="855"/>
                    <a:pt x="792" y="760"/>
                  </a:cubicBezTo>
                  <a:lnTo>
                    <a:pt x="729" y="665"/>
                  </a:lnTo>
                  <a:cubicBezTo>
                    <a:pt x="666" y="760"/>
                    <a:pt x="571" y="792"/>
                    <a:pt x="476" y="792"/>
                  </a:cubicBezTo>
                  <a:cubicBezTo>
                    <a:pt x="286" y="792"/>
                    <a:pt x="127" y="665"/>
                    <a:pt x="127" y="475"/>
                  </a:cubicBezTo>
                  <a:lnTo>
                    <a:pt x="856" y="475"/>
                  </a:lnTo>
                  <a:cubicBezTo>
                    <a:pt x="856" y="475"/>
                    <a:pt x="856" y="444"/>
                    <a:pt x="856" y="444"/>
                  </a:cubicBezTo>
                  <a:cubicBezTo>
                    <a:pt x="856" y="190"/>
                    <a:pt x="666" y="0"/>
                    <a:pt x="4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617200" y="3249775"/>
              <a:ext cx="20600" cy="22200"/>
            </a:xfrm>
            <a:custGeom>
              <a:avLst/>
              <a:gdLst/>
              <a:ahLst/>
              <a:cxnLst/>
              <a:rect l="l" t="t" r="r" b="b"/>
              <a:pathLst>
                <a:path w="824" h="888" extrusionOk="0">
                  <a:moveTo>
                    <a:pt x="1" y="0"/>
                  </a:moveTo>
                  <a:lnTo>
                    <a:pt x="349" y="412"/>
                  </a:lnTo>
                  <a:lnTo>
                    <a:pt x="1" y="887"/>
                  </a:lnTo>
                  <a:lnTo>
                    <a:pt x="127" y="887"/>
                  </a:lnTo>
                  <a:lnTo>
                    <a:pt x="412" y="507"/>
                  </a:lnTo>
                  <a:lnTo>
                    <a:pt x="697" y="887"/>
                  </a:lnTo>
                  <a:lnTo>
                    <a:pt x="824" y="887"/>
                  </a:lnTo>
                  <a:lnTo>
                    <a:pt x="476" y="412"/>
                  </a:lnTo>
                  <a:lnTo>
                    <a:pt x="792" y="0"/>
                  </a:lnTo>
                  <a:lnTo>
                    <a:pt x="666" y="0"/>
                  </a:lnTo>
                  <a:lnTo>
                    <a:pt x="412" y="34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639375" y="3245025"/>
              <a:ext cx="15075" cy="26950"/>
            </a:xfrm>
            <a:custGeom>
              <a:avLst/>
              <a:gdLst/>
              <a:ahLst/>
              <a:cxnLst/>
              <a:rect l="l" t="t" r="r" b="b"/>
              <a:pathLst>
                <a:path w="603" h="1078" extrusionOk="0">
                  <a:moveTo>
                    <a:pt x="159" y="0"/>
                  </a:moveTo>
                  <a:lnTo>
                    <a:pt x="159" y="190"/>
                  </a:lnTo>
                  <a:lnTo>
                    <a:pt x="0" y="190"/>
                  </a:lnTo>
                  <a:lnTo>
                    <a:pt x="0" y="285"/>
                  </a:lnTo>
                  <a:lnTo>
                    <a:pt x="159" y="285"/>
                  </a:lnTo>
                  <a:lnTo>
                    <a:pt x="159" y="824"/>
                  </a:lnTo>
                  <a:cubicBezTo>
                    <a:pt x="159" y="982"/>
                    <a:pt x="254" y="1077"/>
                    <a:pt x="412" y="1077"/>
                  </a:cubicBezTo>
                  <a:cubicBezTo>
                    <a:pt x="475" y="1077"/>
                    <a:pt x="570" y="1077"/>
                    <a:pt x="602" y="1014"/>
                  </a:cubicBezTo>
                  <a:lnTo>
                    <a:pt x="570" y="950"/>
                  </a:lnTo>
                  <a:cubicBezTo>
                    <a:pt x="539" y="950"/>
                    <a:pt x="475" y="982"/>
                    <a:pt x="444" y="982"/>
                  </a:cubicBezTo>
                  <a:cubicBezTo>
                    <a:pt x="349" y="982"/>
                    <a:pt x="285" y="919"/>
                    <a:pt x="285" y="824"/>
                  </a:cubicBezTo>
                  <a:lnTo>
                    <a:pt x="285" y="285"/>
                  </a:lnTo>
                  <a:lnTo>
                    <a:pt x="539" y="285"/>
                  </a:lnTo>
                  <a:lnTo>
                    <a:pt x="539" y="190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526150" y="33946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526150" y="38174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3526150" y="42394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3708250" y="34089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3708250" y="35007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3708250" y="3447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3708250" y="347542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3708250" y="36203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3708250" y="37121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3708250" y="36591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3708250" y="3686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3708250" y="3830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3708250" y="39227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3708250" y="3869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3708250" y="38974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3708250" y="40415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3708250" y="41341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3708250" y="40810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3708250" y="4108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3708250" y="4252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3708250" y="43439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3708250" y="42916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3708250" y="43186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4022575" y="3070850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4022575" y="308667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1"/>
                  </a:moveTo>
                  <a:lnTo>
                    <a:pt x="2470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4022575" y="310252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991700" y="3227600"/>
              <a:ext cx="55425" cy="56050"/>
            </a:xfrm>
            <a:custGeom>
              <a:avLst/>
              <a:gdLst/>
              <a:ahLst/>
              <a:cxnLst/>
              <a:rect l="l" t="t" r="r" b="b"/>
              <a:pathLst>
                <a:path w="2217" h="2242" extrusionOk="0">
                  <a:moveTo>
                    <a:pt x="855" y="191"/>
                  </a:moveTo>
                  <a:cubicBezTo>
                    <a:pt x="1203" y="191"/>
                    <a:pt x="1520" y="476"/>
                    <a:pt x="1520" y="856"/>
                  </a:cubicBezTo>
                  <a:cubicBezTo>
                    <a:pt x="1520" y="1236"/>
                    <a:pt x="1203" y="1552"/>
                    <a:pt x="855" y="1552"/>
                  </a:cubicBezTo>
                  <a:cubicBezTo>
                    <a:pt x="475" y="1552"/>
                    <a:pt x="158" y="1236"/>
                    <a:pt x="158" y="856"/>
                  </a:cubicBezTo>
                  <a:cubicBezTo>
                    <a:pt x="158" y="476"/>
                    <a:pt x="475" y="191"/>
                    <a:pt x="855" y="191"/>
                  </a:cubicBezTo>
                  <a:close/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11"/>
                    <a:pt x="855" y="1711"/>
                  </a:cubicBezTo>
                  <a:cubicBezTo>
                    <a:pt x="1045" y="1711"/>
                    <a:pt x="1235" y="1647"/>
                    <a:pt x="1393" y="1521"/>
                  </a:cubicBezTo>
                  <a:lnTo>
                    <a:pt x="2090" y="2218"/>
                  </a:lnTo>
                  <a:cubicBezTo>
                    <a:pt x="2106" y="2233"/>
                    <a:pt x="2122" y="2241"/>
                    <a:pt x="2138" y="2241"/>
                  </a:cubicBezTo>
                  <a:cubicBezTo>
                    <a:pt x="2154" y="2241"/>
                    <a:pt x="2169" y="2233"/>
                    <a:pt x="2185" y="2218"/>
                  </a:cubicBezTo>
                  <a:cubicBezTo>
                    <a:pt x="2217" y="2186"/>
                    <a:pt x="2217" y="2123"/>
                    <a:pt x="2185" y="2091"/>
                  </a:cubicBezTo>
                  <a:lnTo>
                    <a:pt x="1489" y="1394"/>
                  </a:lnTo>
                  <a:cubicBezTo>
                    <a:pt x="1615" y="1236"/>
                    <a:pt x="1679" y="1046"/>
                    <a:pt x="1679" y="856"/>
                  </a:cubicBezTo>
                  <a:cubicBezTo>
                    <a:pt x="1679" y="381"/>
                    <a:pt x="1298" y="1"/>
                    <a:pt x="8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502400" y="3202275"/>
              <a:ext cx="580350" cy="107700"/>
            </a:xfrm>
            <a:custGeom>
              <a:avLst/>
              <a:gdLst/>
              <a:ahLst/>
              <a:cxnLst/>
              <a:rect l="l" t="t" r="r" b="b"/>
              <a:pathLst>
                <a:path w="23214" h="4308" fill="none" extrusionOk="0">
                  <a:moveTo>
                    <a:pt x="21536" y="4307"/>
                  </a:moveTo>
                  <a:lnTo>
                    <a:pt x="1679" y="4307"/>
                  </a:lnTo>
                  <a:cubicBezTo>
                    <a:pt x="761" y="4307"/>
                    <a:pt x="1" y="3547"/>
                    <a:pt x="1" y="2629"/>
                  </a:cubicBezTo>
                  <a:lnTo>
                    <a:pt x="1" y="1710"/>
                  </a:lnTo>
                  <a:cubicBezTo>
                    <a:pt x="1" y="760"/>
                    <a:pt x="761" y="0"/>
                    <a:pt x="1679" y="0"/>
                  </a:cubicBezTo>
                  <a:lnTo>
                    <a:pt x="21536" y="0"/>
                  </a:lnTo>
                  <a:cubicBezTo>
                    <a:pt x="22454" y="0"/>
                    <a:pt x="23214" y="760"/>
                    <a:pt x="23214" y="1710"/>
                  </a:cubicBezTo>
                  <a:lnTo>
                    <a:pt x="23214" y="2629"/>
                  </a:lnTo>
                  <a:cubicBezTo>
                    <a:pt x="23214" y="3547"/>
                    <a:pt x="22454" y="4307"/>
                    <a:pt x="21536" y="4307"/>
                  </a:cubicBezTo>
                  <a:close/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528525" y="3070250"/>
              <a:ext cx="42775" cy="48925"/>
            </a:xfrm>
            <a:custGeom>
              <a:avLst/>
              <a:gdLst/>
              <a:ahLst/>
              <a:cxnLst/>
              <a:rect l="l" t="t" r="r" b="b"/>
              <a:pathLst>
                <a:path w="1711" h="1957" extrusionOk="0">
                  <a:moveTo>
                    <a:pt x="856" y="183"/>
                  </a:moveTo>
                  <a:lnTo>
                    <a:pt x="1584" y="848"/>
                  </a:lnTo>
                  <a:lnTo>
                    <a:pt x="1584" y="1798"/>
                  </a:lnTo>
                  <a:lnTo>
                    <a:pt x="1172" y="1798"/>
                  </a:lnTo>
                  <a:lnTo>
                    <a:pt x="1172" y="1323"/>
                  </a:lnTo>
                  <a:cubicBezTo>
                    <a:pt x="1172" y="1291"/>
                    <a:pt x="1141" y="1259"/>
                    <a:pt x="1109" y="1259"/>
                  </a:cubicBezTo>
                  <a:lnTo>
                    <a:pt x="634" y="1259"/>
                  </a:lnTo>
                  <a:cubicBezTo>
                    <a:pt x="602" y="1259"/>
                    <a:pt x="571" y="1291"/>
                    <a:pt x="571" y="1323"/>
                  </a:cubicBezTo>
                  <a:lnTo>
                    <a:pt x="571" y="1798"/>
                  </a:lnTo>
                  <a:lnTo>
                    <a:pt x="159" y="1798"/>
                  </a:lnTo>
                  <a:lnTo>
                    <a:pt x="159" y="848"/>
                  </a:lnTo>
                  <a:lnTo>
                    <a:pt x="856" y="183"/>
                  </a:lnTo>
                  <a:close/>
                  <a:moveTo>
                    <a:pt x="840" y="1"/>
                  </a:moveTo>
                  <a:cubicBezTo>
                    <a:pt x="824" y="1"/>
                    <a:pt x="808" y="8"/>
                    <a:pt x="792" y="24"/>
                  </a:cubicBezTo>
                  <a:lnTo>
                    <a:pt x="32" y="784"/>
                  </a:lnTo>
                  <a:cubicBezTo>
                    <a:pt x="32" y="784"/>
                    <a:pt x="1" y="784"/>
                    <a:pt x="1" y="816"/>
                  </a:cubicBezTo>
                  <a:lnTo>
                    <a:pt x="1" y="1893"/>
                  </a:lnTo>
                  <a:cubicBezTo>
                    <a:pt x="1" y="1924"/>
                    <a:pt x="64" y="1956"/>
                    <a:pt x="96" y="1956"/>
                  </a:cubicBezTo>
                  <a:lnTo>
                    <a:pt x="634" y="1956"/>
                  </a:lnTo>
                  <a:cubicBezTo>
                    <a:pt x="697" y="1956"/>
                    <a:pt x="729" y="1924"/>
                    <a:pt x="729" y="1893"/>
                  </a:cubicBezTo>
                  <a:lnTo>
                    <a:pt x="729" y="1386"/>
                  </a:lnTo>
                  <a:lnTo>
                    <a:pt x="1014" y="1386"/>
                  </a:lnTo>
                  <a:lnTo>
                    <a:pt x="1014" y="1893"/>
                  </a:lnTo>
                  <a:cubicBezTo>
                    <a:pt x="1014" y="1924"/>
                    <a:pt x="1046" y="1956"/>
                    <a:pt x="1109" y="1956"/>
                  </a:cubicBezTo>
                  <a:lnTo>
                    <a:pt x="1647" y="1956"/>
                  </a:lnTo>
                  <a:cubicBezTo>
                    <a:pt x="1679" y="1956"/>
                    <a:pt x="1711" y="1924"/>
                    <a:pt x="1711" y="1893"/>
                  </a:cubicBezTo>
                  <a:lnTo>
                    <a:pt x="1711" y="816"/>
                  </a:lnTo>
                  <a:cubicBezTo>
                    <a:pt x="1711" y="816"/>
                    <a:pt x="1711" y="784"/>
                    <a:pt x="1711" y="784"/>
                  </a:cubicBezTo>
                  <a:lnTo>
                    <a:pt x="887" y="24"/>
                  </a:lnTo>
                  <a:cubicBezTo>
                    <a:pt x="872" y="8"/>
                    <a:pt x="856" y="1"/>
                    <a:pt x="84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9"/>
          <p:cNvSpPr txBox="1"/>
          <p:nvPr/>
        </p:nvSpPr>
        <p:spPr>
          <a:xfrm>
            <a:off x="533400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7" name="Google Shape;1617;p19"/>
          <p:cNvSpPr txBox="1"/>
          <p:nvPr/>
        </p:nvSpPr>
        <p:spPr>
          <a:xfrm>
            <a:off x="533400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8" name="Google Shape;1618;p19"/>
          <p:cNvSpPr txBox="1"/>
          <p:nvPr/>
        </p:nvSpPr>
        <p:spPr>
          <a:xfrm>
            <a:off x="533400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9" name="Google Shape;1619;p19"/>
          <p:cNvSpPr txBox="1"/>
          <p:nvPr/>
        </p:nvSpPr>
        <p:spPr>
          <a:xfrm>
            <a:off x="533400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0" name="Google Shape;1620;p19"/>
          <p:cNvSpPr txBox="1"/>
          <p:nvPr/>
        </p:nvSpPr>
        <p:spPr>
          <a:xfrm>
            <a:off x="533409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533409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6577498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6577498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6577498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77498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6577507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6577507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37078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3" name="Google Shape;1633;p19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4" name="Google Shape;1634;p19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avLst/>
            <a:gdLst/>
            <a:ahLst/>
            <a:cxnLst/>
            <a:rect l="l" t="t" r="r" b="b"/>
            <a:pathLst>
              <a:path w="138173" h="2377" extrusionOk="0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4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avLst/>
            <a:gdLst/>
            <a:ahLst/>
            <a:cxnLst/>
            <a:rect l="l" t="t" r="r" b="b"/>
            <a:pathLst>
              <a:path w="52160" h="30245" extrusionOk="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avLst/>
            <a:gdLst/>
            <a:ahLst/>
            <a:cxnLst/>
            <a:rect l="l" t="t" r="r" b="b"/>
            <a:pathLst>
              <a:path w="13429" h="30245" extrusionOk="0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1672168" cy="971210"/>
          </a:xfrm>
          <a:custGeom>
            <a:avLst/>
            <a:gdLst/>
            <a:ahLst/>
            <a:cxnLst/>
            <a:rect l="l" t="t" r="r" b="b"/>
            <a:pathLst>
              <a:path w="521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80" y="2927178"/>
            <a:ext cx="1672168" cy="971178"/>
          </a:xfrm>
          <a:custGeom>
            <a:avLst/>
            <a:gdLst/>
            <a:ahLst/>
            <a:cxnLst/>
            <a:rect l="l" t="t" r="r" b="b"/>
            <a:pathLst>
              <a:path w="521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avLst/>
            <a:gdLst/>
            <a:ahLst/>
            <a:cxnLst/>
            <a:rect l="l" t="t" r="r" b="b"/>
            <a:pathLst>
              <a:path w="134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2" name="Google Shape;1712;p21"/>
          <p:cNvSpPr txBox="1"/>
          <p:nvPr/>
        </p:nvSpPr>
        <p:spPr>
          <a:xfrm>
            <a:off x="5587375" y="41187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3" name="Google Shape;1713;p21"/>
          <p:cNvSpPr txBox="1"/>
          <p:nvPr/>
        </p:nvSpPr>
        <p:spPr>
          <a:xfrm>
            <a:off x="5587375" y="776075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5587375" y="208855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5587375" y="245275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6" name="Google Shape;1716;p21"/>
          <p:cNvSpPr txBox="1"/>
          <p:nvPr/>
        </p:nvSpPr>
        <p:spPr>
          <a:xfrm>
            <a:off x="5587375" y="377440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7" name="Google Shape;1717;p21"/>
          <p:cNvSpPr txBox="1"/>
          <p:nvPr/>
        </p:nvSpPr>
        <p:spPr>
          <a:xfrm>
            <a:off x="5587375" y="413860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8" name="Google Shape;1718;p21"/>
          <p:cNvSpPr txBox="1"/>
          <p:nvPr/>
        </p:nvSpPr>
        <p:spPr>
          <a:xfrm>
            <a:off x="7448550" y="29317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9" name="Google Shape;1719;p21"/>
          <p:cNvSpPr txBox="1"/>
          <p:nvPr/>
        </p:nvSpPr>
        <p:spPr>
          <a:xfrm>
            <a:off x="7448550" y="32959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0" name="Google Shape;1720;p21"/>
          <p:cNvSpPr txBox="1"/>
          <p:nvPr/>
        </p:nvSpPr>
        <p:spPr>
          <a:xfrm>
            <a:off x="7448550" y="12545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1" name="Google Shape;1721;p21"/>
          <p:cNvSpPr txBox="1"/>
          <p:nvPr/>
        </p:nvSpPr>
        <p:spPr>
          <a:xfrm>
            <a:off x="7448550" y="16187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727" name="Google Shape;1727;p22"/>
            <p:cNvSpPr/>
            <p:nvPr/>
          </p:nvSpPr>
          <p:spPr>
            <a:xfrm>
              <a:off x="2574500" y="3484925"/>
              <a:ext cx="1156725" cy="927925"/>
            </a:xfrm>
            <a:custGeom>
              <a:avLst/>
              <a:gdLst/>
              <a:ahLst/>
              <a:cxnLst/>
              <a:rect l="l" t="t" r="r" b="b"/>
              <a:pathLst>
                <a:path w="46269" h="37117" extrusionOk="0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3870550" y="3484925"/>
              <a:ext cx="1156750" cy="927925"/>
            </a:xfrm>
            <a:custGeom>
              <a:avLst/>
              <a:gdLst/>
              <a:ahLst/>
              <a:cxnLst/>
              <a:rect l="l" t="t" r="r" b="b"/>
              <a:pathLst>
                <a:path w="46270" h="37117" extrusionOk="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525325" y="2289425"/>
              <a:ext cx="733150" cy="1335650"/>
            </a:xfrm>
            <a:custGeom>
              <a:avLst/>
              <a:gdLst/>
              <a:ahLst/>
              <a:cxnLst/>
              <a:rect l="l" t="t" r="r" b="b"/>
              <a:pathLst>
                <a:path w="29326" h="53426" extrusionOk="0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3870550" y="1501650"/>
              <a:ext cx="1156750" cy="928725"/>
            </a:xfrm>
            <a:custGeom>
              <a:avLst/>
              <a:gdLst/>
              <a:ahLst/>
              <a:cxnLst/>
              <a:rect l="l" t="t" r="r" b="b"/>
              <a:pathLst>
                <a:path w="46270" h="37149" extrusionOk="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2575300" y="1501650"/>
              <a:ext cx="1156725" cy="928725"/>
            </a:xfrm>
            <a:custGeom>
              <a:avLst/>
              <a:gdLst/>
              <a:ahLst/>
              <a:cxnLst/>
              <a:rect l="l" t="t" r="r" b="b"/>
              <a:pathLst>
                <a:path w="46269" h="37149" extrusionOk="0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dirty="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2344100" y="2289425"/>
              <a:ext cx="732375" cy="1335650"/>
            </a:xfrm>
            <a:custGeom>
              <a:avLst/>
              <a:gdLst/>
              <a:ahLst/>
              <a:cxnLst/>
              <a:rect l="l" t="t" r="r" b="b"/>
              <a:pathLst>
                <a:path w="29295" h="53426" extrusionOk="0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3497650" y="3270350"/>
              <a:ext cx="1600" cy="3200"/>
            </a:xfrm>
            <a:custGeom>
              <a:avLst/>
              <a:gdLst/>
              <a:ahLst/>
              <a:cxnLst/>
              <a:rect l="l" t="t" r="r" b="b"/>
              <a:pathLst>
                <a:path w="64" h="128" extrusionOk="0">
                  <a:moveTo>
                    <a:pt x="1" y="1"/>
                  </a:moveTo>
                  <a:cubicBezTo>
                    <a:pt x="9" y="19"/>
                    <a:pt x="18" y="34"/>
                    <a:pt x="26" y="47"/>
                  </a:cubicBezTo>
                  <a:lnTo>
                    <a:pt x="26" y="47"/>
                  </a:lnTo>
                  <a:cubicBezTo>
                    <a:pt x="20" y="30"/>
                    <a:pt x="13" y="13"/>
                    <a:pt x="1" y="1"/>
                  </a:cubicBezTo>
                  <a:close/>
                  <a:moveTo>
                    <a:pt x="26" y="47"/>
                  </a:moveTo>
                  <a:cubicBezTo>
                    <a:pt x="37" y="76"/>
                    <a:pt x="44" y="108"/>
                    <a:pt x="64" y="128"/>
                  </a:cubicBezTo>
                  <a:cubicBezTo>
                    <a:pt x="64" y="105"/>
                    <a:pt x="47" y="82"/>
                    <a:pt x="26" y="47"/>
                  </a:cubicBezTo>
                  <a:close/>
                </a:path>
              </a:pathLst>
            </a:custGeom>
            <a:solidFill>
              <a:srgbClr val="ECF2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512700" y="2485750"/>
              <a:ext cx="577975" cy="980200"/>
            </a:xfrm>
            <a:custGeom>
              <a:avLst/>
              <a:gdLst/>
              <a:ahLst/>
              <a:cxnLst/>
              <a:rect l="l" t="t" r="r" b="b"/>
              <a:pathLst>
                <a:path w="23119" h="39208" extrusionOk="0">
                  <a:moveTo>
                    <a:pt x="11559" y="7348"/>
                  </a:moveTo>
                  <a:cubicBezTo>
                    <a:pt x="16595" y="7348"/>
                    <a:pt x="20649" y="11433"/>
                    <a:pt x="20649" y="16437"/>
                  </a:cubicBezTo>
                  <a:cubicBezTo>
                    <a:pt x="20649" y="21472"/>
                    <a:pt x="16563" y="25526"/>
                    <a:pt x="11559" y="25526"/>
                  </a:cubicBezTo>
                  <a:cubicBezTo>
                    <a:pt x="6556" y="25526"/>
                    <a:pt x="2470" y="21472"/>
                    <a:pt x="2470" y="16437"/>
                  </a:cubicBezTo>
                  <a:cubicBezTo>
                    <a:pt x="2470" y="11433"/>
                    <a:pt x="6556" y="7348"/>
                    <a:pt x="11559" y="7348"/>
                  </a:cubicBezTo>
                  <a:close/>
                  <a:moveTo>
                    <a:pt x="4846" y="31543"/>
                  </a:moveTo>
                  <a:lnTo>
                    <a:pt x="4846" y="34615"/>
                  </a:lnTo>
                  <a:lnTo>
                    <a:pt x="4371" y="34615"/>
                  </a:lnTo>
                  <a:lnTo>
                    <a:pt x="4371" y="31543"/>
                  </a:lnTo>
                  <a:close/>
                  <a:moveTo>
                    <a:pt x="6239" y="30656"/>
                  </a:moveTo>
                  <a:lnTo>
                    <a:pt x="6239" y="34615"/>
                  </a:lnTo>
                  <a:lnTo>
                    <a:pt x="5764" y="34615"/>
                  </a:lnTo>
                  <a:lnTo>
                    <a:pt x="5764" y="30656"/>
                  </a:lnTo>
                  <a:close/>
                  <a:moveTo>
                    <a:pt x="7633" y="31480"/>
                  </a:moveTo>
                  <a:lnTo>
                    <a:pt x="7633" y="34615"/>
                  </a:lnTo>
                  <a:lnTo>
                    <a:pt x="7157" y="34615"/>
                  </a:lnTo>
                  <a:lnTo>
                    <a:pt x="7157" y="31480"/>
                  </a:lnTo>
                  <a:close/>
                  <a:moveTo>
                    <a:pt x="9026" y="30055"/>
                  </a:moveTo>
                  <a:lnTo>
                    <a:pt x="9026" y="34615"/>
                  </a:lnTo>
                  <a:lnTo>
                    <a:pt x="8551" y="34615"/>
                  </a:lnTo>
                  <a:lnTo>
                    <a:pt x="8551" y="30055"/>
                  </a:lnTo>
                  <a:close/>
                  <a:moveTo>
                    <a:pt x="10419" y="29136"/>
                  </a:moveTo>
                  <a:lnTo>
                    <a:pt x="10419" y="34615"/>
                  </a:lnTo>
                  <a:lnTo>
                    <a:pt x="9944" y="34615"/>
                  </a:lnTo>
                  <a:lnTo>
                    <a:pt x="9944" y="29136"/>
                  </a:lnTo>
                  <a:close/>
                  <a:moveTo>
                    <a:pt x="11813" y="29991"/>
                  </a:moveTo>
                  <a:lnTo>
                    <a:pt x="11813" y="34615"/>
                  </a:lnTo>
                  <a:lnTo>
                    <a:pt x="11306" y="34615"/>
                  </a:lnTo>
                  <a:lnTo>
                    <a:pt x="11306" y="29991"/>
                  </a:lnTo>
                  <a:close/>
                  <a:moveTo>
                    <a:pt x="13206" y="31353"/>
                  </a:moveTo>
                  <a:lnTo>
                    <a:pt x="13206" y="34615"/>
                  </a:lnTo>
                  <a:lnTo>
                    <a:pt x="12700" y="34615"/>
                  </a:lnTo>
                  <a:lnTo>
                    <a:pt x="12700" y="31353"/>
                  </a:lnTo>
                  <a:close/>
                  <a:moveTo>
                    <a:pt x="14600" y="32335"/>
                  </a:moveTo>
                  <a:lnTo>
                    <a:pt x="14600" y="34615"/>
                  </a:lnTo>
                  <a:lnTo>
                    <a:pt x="14093" y="34615"/>
                  </a:lnTo>
                  <a:lnTo>
                    <a:pt x="14093" y="32335"/>
                  </a:lnTo>
                  <a:close/>
                  <a:moveTo>
                    <a:pt x="15961" y="31702"/>
                  </a:moveTo>
                  <a:lnTo>
                    <a:pt x="15961" y="34615"/>
                  </a:lnTo>
                  <a:lnTo>
                    <a:pt x="15486" y="34615"/>
                  </a:lnTo>
                  <a:lnTo>
                    <a:pt x="15486" y="31702"/>
                  </a:lnTo>
                  <a:close/>
                  <a:moveTo>
                    <a:pt x="17355" y="30656"/>
                  </a:moveTo>
                  <a:lnTo>
                    <a:pt x="17355" y="34615"/>
                  </a:lnTo>
                  <a:lnTo>
                    <a:pt x="16880" y="34615"/>
                  </a:lnTo>
                  <a:lnTo>
                    <a:pt x="16880" y="30656"/>
                  </a:lnTo>
                  <a:close/>
                  <a:moveTo>
                    <a:pt x="18748" y="31353"/>
                  </a:moveTo>
                  <a:lnTo>
                    <a:pt x="18748" y="34615"/>
                  </a:lnTo>
                  <a:lnTo>
                    <a:pt x="18273" y="34615"/>
                  </a:lnTo>
                  <a:lnTo>
                    <a:pt x="18273" y="31353"/>
                  </a:lnTo>
                  <a:close/>
                  <a:moveTo>
                    <a:pt x="64" y="1"/>
                  </a:moveTo>
                  <a:lnTo>
                    <a:pt x="64" y="1"/>
                  </a:lnTo>
                  <a:cubicBezTo>
                    <a:pt x="32" y="128"/>
                    <a:pt x="0" y="286"/>
                    <a:pt x="0" y="444"/>
                  </a:cubicBezTo>
                  <a:lnTo>
                    <a:pt x="0" y="37275"/>
                  </a:lnTo>
                  <a:lnTo>
                    <a:pt x="32" y="37275"/>
                  </a:lnTo>
                  <a:cubicBezTo>
                    <a:pt x="32" y="38352"/>
                    <a:pt x="887" y="39207"/>
                    <a:pt x="1932" y="39207"/>
                  </a:cubicBezTo>
                  <a:lnTo>
                    <a:pt x="21187" y="39207"/>
                  </a:lnTo>
                  <a:cubicBezTo>
                    <a:pt x="22264" y="39207"/>
                    <a:pt x="23119" y="38352"/>
                    <a:pt x="23119" y="37275"/>
                  </a:cubicBezTo>
                  <a:lnTo>
                    <a:pt x="23119" y="666"/>
                  </a:lnTo>
                  <a:cubicBezTo>
                    <a:pt x="23119" y="698"/>
                    <a:pt x="23119" y="761"/>
                    <a:pt x="23087" y="824"/>
                  </a:cubicBezTo>
                  <a:lnTo>
                    <a:pt x="23087" y="3073"/>
                  </a:lnTo>
                  <a:lnTo>
                    <a:pt x="32" y="3073"/>
                  </a:lnTo>
                  <a:lnTo>
                    <a:pt x="32" y="793"/>
                  </a:lnTo>
                  <a:cubicBezTo>
                    <a:pt x="32" y="508"/>
                    <a:pt x="32" y="223"/>
                    <a:pt x="6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089075" y="2487350"/>
              <a:ext cx="1600" cy="14275"/>
            </a:xfrm>
            <a:custGeom>
              <a:avLst/>
              <a:gdLst/>
              <a:ahLst/>
              <a:cxnLst/>
              <a:rect l="l" t="t" r="r" b="b"/>
              <a:pathLst>
                <a:path w="64" h="57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033650" y="2449350"/>
              <a:ext cx="17450" cy="800"/>
            </a:xfrm>
            <a:custGeom>
              <a:avLst/>
              <a:gdLst/>
              <a:ahLst/>
              <a:cxnLst/>
              <a:rect l="l" t="t" r="r" b="b"/>
              <a:pathLst>
                <a:path w="698" h="32" extrusionOk="0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13475" y="2449350"/>
              <a:ext cx="577200" cy="113225"/>
            </a:xfrm>
            <a:custGeom>
              <a:avLst/>
              <a:gdLst/>
              <a:ahLst/>
              <a:cxnLst/>
              <a:rect l="l" t="t" r="r" b="b"/>
              <a:pathLst>
                <a:path w="23088" h="4529" extrusionOk="0">
                  <a:moveTo>
                    <a:pt x="19921" y="855"/>
                  </a:moveTo>
                  <a:cubicBezTo>
                    <a:pt x="20839" y="855"/>
                    <a:pt x="21663" y="1330"/>
                    <a:pt x="22169" y="2027"/>
                  </a:cubicBezTo>
                  <a:lnTo>
                    <a:pt x="21884" y="2249"/>
                  </a:lnTo>
                  <a:cubicBezTo>
                    <a:pt x="21441" y="1615"/>
                    <a:pt x="20713" y="1204"/>
                    <a:pt x="19921" y="1204"/>
                  </a:cubicBezTo>
                  <a:cubicBezTo>
                    <a:pt x="19097" y="1204"/>
                    <a:pt x="18369" y="1615"/>
                    <a:pt x="17926" y="2249"/>
                  </a:cubicBezTo>
                  <a:lnTo>
                    <a:pt x="17641" y="2059"/>
                  </a:lnTo>
                  <a:cubicBezTo>
                    <a:pt x="18147" y="1330"/>
                    <a:pt x="18971" y="855"/>
                    <a:pt x="19921" y="855"/>
                  </a:cubicBezTo>
                  <a:close/>
                  <a:moveTo>
                    <a:pt x="19921" y="1679"/>
                  </a:moveTo>
                  <a:cubicBezTo>
                    <a:pt x="20554" y="1679"/>
                    <a:pt x="21156" y="1995"/>
                    <a:pt x="21504" y="2502"/>
                  </a:cubicBezTo>
                  <a:lnTo>
                    <a:pt x="21251" y="2692"/>
                  </a:lnTo>
                  <a:cubicBezTo>
                    <a:pt x="20934" y="2280"/>
                    <a:pt x="20459" y="2027"/>
                    <a:pt x="19921" y="2027"/>
                  </a:cubicBezTo>
                  <a:cubicBezTo>
                    <a:pt x="19351" y="2027"/>
                    <a:pt x="18876" y="2280"/>
                    <a:pt x="18559" y="2692"/>
                  </a:cubicBezTo>
                  <a:lnTo>
                    <a:pt x="18274" y="2502"/>
                  </a:lnTo>
                  <a:cubicBezTo>
                    <a:pt x="18654" y="1995"/>
                    <a:pt x="19224" y="1679"/>
                    <a:pt x="19921" y="1679"/>
                  </a:cubicBezTo>
                  <a:close/>
                  <a:moveTo>
                    <a:pt x="19889" y="2344"/>
                  </a:moveTo>
                  <a:cubicBezTo>
                    <a:pt x="20332" y="2344"/>
                    <a:pt x="20744" y="2565"/>
                    <a:pt x="20966" y="2882"/>
                  </a:cubicBezTo>
                  <a:lnTo>
                    <a:pt x="20681" y="3072"/>
                  </a:lnTo>
                  <a:cubicBezTo>
                    <a:pt x="20522" y="2850"/>
                    <a:pt x="20237" y="2692"/>
                    <a:pt x="19921" y="2692"/>
                  </a:cubicBezTo>
                  <a:cubicBezTo>
                    <a:pt x="19572" y="2692"/>
                    <a:pt x="19287" y="2850"/>
                    <a:pt x="19097" y="3104"/>
                  </a:cubicBezTo>
                  <a:lnTo>
                    <a:pt x="18844" y="2882"/>
                  </a:lnTo>
                  <a:cubicBezTo>
                    <a:pt x="19066" y="2565"/>
                    <a:pt x="19446" y="2344"/>
                    <a:pt x="19889" y="2344"/>
                  </a:cubicBezTo>
                  <a:close/>
                  <a:moveTo>
                    <a:pt x="19921" y="3104"/>
                  </a:moveTo>
                  <a:cubicBezTo>
                    <a:pt x="20079" y="3104"/>
                    <a:pt x="20237" y="3199"/>
                    <a:pt x="20364" y="3325"/>
                  </a:cubicBezTo>
                  <a:lnTo>
                    <a:pt x="19921" y="3642"/>
                  </a:lnTo>
                  <a:lnTo>
                    <a:pt x="19477" y="3325"/>
                  </a:lnTo>
                  <a:cubicBezTo>
                    <a:pt x="19572" y="3199"/>
                    <a:pt x="19731" y="3104"/>
                    <a:pt x="19921" y="3104"/>
                  </a:cubicBezTo>
                  <a:close/>
                  <a:moveTo>
                    <a:pt x="1901" y="0"/>
                  </a:moveTo>
                  <a:cubicBezTo>
                    <a:pt x="1014" y="0"/>
                    <a:pt x="254" y="602"/>
                    <a:pt x="33" y="1457"/>
                  </a:cubicBezTo>
                  <a:cubicBezTo>
                    <a:pt x="1" y="1710"/>
                    <a:pt x="1" y="1964"/>
                    <a:pt x="1" y="2249"/>
                  </a:cubicBezTo>
                  <a:lnTo>
                    <a:pt x="1" y="4529"/>
                  </a:lnTo>
                  <a:lnTo>
                    <a:pt x="23088" y="4529"/>
                  </a:lnTo>
                  <a:lnTo>
                    <a:pt x="23088" y="2280"/>
                  </a:lnTo>
                  <a:cubicBezTo>
                    <a:pt x="23088" y="2217"/>
                    <a:pt x="23088" y="2154"/>
                    <a:pt x="23088" y="2122"/>
                  </a:cubicBezTo>
                  <a:lnTo>
                    <a:pt x="23088" y="2090"/>
                  </a:lnTo>
                  <a:cubicBezTo>
                    <a:pt x="23088" y="1869"/>
                    <a:pt x="23056" y="1679"/>
                    <a:pt x="23024" y="1520"/>
                  </a:cubicBezTo>
                  <a:cubicBezTo>
                    <a:pt x="22866" y="760"/>
                    <a:pt x="22264" y="159"/>
                    <a:pt x="21504" y="32"/>
                  </a:cubicBezTo>
                  <a:cubicBezTo>
                    <a:pt x="21283" y="0"/>
                    <a:pt x="21061" y="0"/>
                    <a:pt x="20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3571886" y="2669248"/>
              <a:ext cx="460383" cy="459598"/>
            </a:xfrm>
            <a:custGeom>
              <a:avLst/>
              <a:gdLst/>
              <a:ahLst/>
              <a:cxnLst/>
              <a:rect l="l" t="t" r="r" b="b"/>
              <a:pathLst>
                <a:path w="18179" h="18148" extrusionOk="0">
                  <a:moveTo>
                    <a:pt x="9184" y="1869"/>
                  </a:moveTo>
                  <a:cubicBezTo>
                    <a:pt x="10325" y="1869"/>
                    <a:pt x="11243" y="2819"/>
                    <a:pt x="11243" y="3959"/>
                  </a:cubicBezTo>
                  <a:lnTo>
                    <a:pt x="11243" y="5575"/>
                  </a:lnTo>
                  <a:lnTo>
                    <a:pt x="10103" y="5575"/>
                  </a:lnTo>
                  <a:lnTo>
                    <a:pt x="10103" y="5986"/>
                  </a:lnTo>
                  <a:lnTo>
                    <a:pt x="11243" y="5986"/>
                  </a:lnTo>
                  <a:lnTo>
                    <a:pt x="11243" y="6525"/>
                  </a:lnTo>
                  <a:lnTo>
                    <a:pt x="10103" y="6525"/>
                  </a:lnTo>
                  <a:lnTo>
                    <a:pt x="10103" y="6936"/>
                  </a:lnTo>
                  <a:lnTo>
                    <a:pt x="11243" y="6936"/>
                  </a:lnTo>
                  <a:lnTo>
                    <a:pt x="11243" y="7443"/>
                  </a:lnTo>
                  <a:lnTo>
                    <a:pt x="10103" y="7443"/>
                  </a:lnTo>
                  <a:lnTo>
                    <a:pt x="10103" y="7855"/>
                  </a:lnTo>
                  <a:lnTo>
                    <a:pt x="11243" y="7855"/>
                  </a:lnTo>
                  <a:lnTo>
                    <a:pt x="11243" y="9280"/>
                  </a:lnTo>
                  <a:cubicBezTo>
                    <a:pt x="11243" y="10420"/>
                    <a:pt x="10325" y="11338"/>
                    <a:pt x="9184" y="11338"/>
                  </a:cubicBezTo>
                  <a:lnTo>
                    <a:pt x="8994" y="11338"/>
                  </a:lnTo>
                  <a:cubicBezTo>
                    <a:pt x="7854" y="11338"/>
                    <a:pt x="6936" y="10420"/>
                    <a:pt x="6936" y="9280"/>
                  </a:cubicBezTo>
                  <a:lnTo>
                    <a:pt x="6936" y="7855"/>
                  </a:lnTo>
                  <a:lnTo>
                    <a:pt x="8171" y="7855"/>
                  </a:lnTo>
                  <a:lnTo>
                    <a:pt x="8171" y="7443"/>
                  </a:lnTo>
                  <a:lnTo>
                    <a:pt x="6936" y="7443"/>
                  </a:lnTo>
                  <a:lnTo>
                    <a:pt x="6936" y="6936"/>
                  </a:lnTo>
                  <a:lnTo>
                    <a:pt x="8171" y="6936"/>
                  </a:lnTo>
                  <a:lnTo>
                    <a:pt x="8171" y="6525"/>
                  </a:lnTo>
                  <a:lnTo>
                    <a:pt x="6936" y="6525"/>
                  </a:lnTo>
                  <a:lnTo>
                    <a:pt x="6936" y="5986"/>
                  </a:lnTo>
                  <a:lnTo>
                    <a:pt x="8171" y="5986"/>
                  </a:lnTo>
                  <a:lnTo>
                    <a:pt x="8171" y="5575"/>
                  </a:lnTo>
                  <a:lnTo>
                    <a:pt x="6936" y="5575"/>
                  </a:lnTo>
                  <a:lnTo>
                    <a:pt x="6936" y="3959"/>
                  </a:lnTo>
                  <a:cubicBezTo>
                    <a:pt x="6936" y="2819"/>
                    <a:pt x="7854" y="1869"/>
                    <a:pt x="8994" y="1869"/>
                  </a:cubicBezTo>
                  <a:close/>
                  <a:moveTo>
                    <a:pt x="12478" y="5036"/>
                  </a:moveTo>
                  <a:cubicBezTo>
                    <a:pt x="12668" y="5036"/>
                    <a:pt x="12826" y="5163"/>
                    <a:pt x="12826" y="5353"/>
                  </a:cubicBezTo>
                  <a:lnTo>
                    <a:pt x="12826" y="9153"/>
                  </a:lnTo>
                  <a:cubicBezTo>
                    <a:pt x="12826" y="11117"/>
                    <a:pt x="11338" y="12700"/>
                    <a:pt x="9406" y="12858"/>
                  </a:cubicBezTo>
                  <a:lnTo>
                    <a:pt x="9406" y="16120"/>
                  </a:lnTo>
                  <a:cubicBezTo>
                    <a:pt x="9406" y="16310"/>
                    <a:pt x="9279" y="16469"/>
                    <a:pt x="9089" y="16469"/>
                  </a:cubicBezTo>
                  <a:cubicBezTo>
                    <a:pt x="8899" y="16469"/>
                    <a:pt x="8773" y="16310"/>
                    <a:pt x="8773" y="16120"/>
                  </a:cubicBezTo>
                  <a:lnTo>
                    <a:pt x="8773" y="12858"/>
                  </a:lnTo>
                  <a:cubicBezTo>
                    <a:pt x="6873" y="12700"/>
                    <a:pt x="5384" y="11117"/>
                    <a:pt x="5384" y="9153"/>
                  </a:cubicBezTo>
                  <a:lnTo>
                    <a:pt x="5384" y="5353"/>
                  </a:lnTo>
                  <a:cubicBezTo>
                    <a:pt x="5384" y="5163"/>
                    <a:pt x="5511" y="5036"/>
                    <a:pt x="5701" y="5036"/>
                  </a:cubicBezTo>
                  <a:cubicBezTo>
                    <a:pt x="5891" y="5036"/>
                    <a:pt x="6018" y="5163"/>
                    <a:pt x="6018" y="5353"/>
                  </a:cubicBezTo>
                  <a:lnTo>
                    <a:pt x="6018" y="9153"/>
                  </a:lnTo>
                  <a:cubicBezTo>
                    <a:pt x="6018" y="10863"/>
                    <a:pt x="7411" y="12225"/>
                    <a:pt x="9089" y="12225"/>
                  </a:cubicBezTo>
                  <a:cubicBezTo>
                    <a:pt x="10768" y="12225"/>
                    <a:pt x="12161" y="10863"/>
                    <a:pt x="12161" y="9153"/>
                  </a:cubicBezTo>
                  <a:lnTo>
                    <a:pt x="12161" y="5353"/>
                  </a:lnTo>
                  <a:cubicBezTo>
                    <a:pt x="12161" y="5163"/>
                    <a:pt x="12320" y="5036"/>
                    <a:pt x="12478" y="5036"/>
                  </a:cubicBezTo>
                  <a:close/>
                  <a:moveTo>
                    <a:pt x="9089" y="1"/>
                  </a:moveTo>
                  <a:cubicBezTo>
                    <a:pt x="4086" y="1"/>
                    <a:pt x="0" y="4054"/>
                    <a:pt x="0" y="9058"/>
                  </a:cubicBezTo>
                  <a:cubicBezTo>
                    <a:pt x="0" y="14093"/>
                    <a:pt x="4086" y="18147"/>
                    <a:pt x="9089" y="18147"/>
                  </a:cubicBezTo>
                  <a:cubicBezTo>
                    <a:pt x="14125" y="18147"/>
                    <a:pt x="18179" y="14093"/>
                    <a:pt x="18179" y="9058"/>
                  </a:cubicBezTo>
                  <a:cubicBezTo>
                    <a:pt x="18179" y="4054"/>
                    <a:pt x="14093" y="1"/>
                    <a:pt x="9089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3747825" y="2716950"/>
              <a:ext cx="107700" cy="236750"/>
            </a:xfrm>
            <a:custGeom>
              <a:avLst/>
              <a:gdLst/>
              <a:ahLst/>
              <a:cxnLst/>
              <a:rect l="l" t="t" r="r" b="b"/>
              <a:pathLst>
                <a:path w="4308" h="9470" extrusionOk="0">
                  <a:moveTo>
                    <a:pt x="2059" y="0"/>
                  </a:moveTo>
                  <a:cubicBezTo>
                    <a:pt x="919" y="0"/>
                    <a:pt x="1" y="950"/>
                    <a:pt x="1" y="2090"/>
                  </a:cubicBezTo>
                  <a:lnTo>
                    <a:pt x="1" y="3706"/>
                  </a:lnTo>
                  <a:lnTo>
                    <a:pt x="1236" y="3706"/>
                  </a:lnTo>
                  <a:lnTo>
                    <a:pt x="1236" y="4117"/>
                  </a:lnTo>
                  <a:lnTo>
                    <a:pt x="1" y="4117"/>
                  </a:lnTo>
                  <a:lnTo>
                    <a:pt x="1" y="4656"/>
                  </a:lnTo>
                  <a:lnTo>
                    <a:pt x="1236" y="4656"/>
                  </a:lnTo>
                  <a:lnTo>
                    <a:pt x="1236" y="5067"/>
                  </a:lnTo>
                  <a:lnTo>
                    <a:pt x="1" y="5067"/>
                  </a:lnTo>
                  <a:lnTo>
                    <a:pt x="1" y="5574"/>
                  </a:lnTo>
                  <a:lnTo>
                    <a:pt x="1236" y="5574"/>
                  </a:lnTo>
                  <a:lnTo>
                    <a:pt x="1236" y="5986"/>
                  </a:lnTo>
                  <a:lnTo>
                    <a:pt x="1" y="5986"/>
                  </a:lnTo>
                  <a:lnTo>
                    <a:pt x="1" y="7411"/>
                  </a:lnTo>
                  <a:cubicBezTo>
                    <a:pt x="1" y="8551"/>
                    <a:pt x="919" y="9469"/>
                    <a:pt x="2059" y="9469"/>
                  </a:cubicBezTo>
                  <a:lnTo>
                    <a:pt x="2249" y="9469"/>
                  </a:lnTo>
                  <a:cubicBezTo>
                    <a:pt x="3390" y="9469"/>
                    <a:pt x="4308" y="8551"/>
                    <a:pt x="4308" y="7411"/>
                  </a:cubicBezTo>
                  <a:lnTo>
                    <a:pt x="4308" y="5986"/>
                  </a:lnTo>
                  <a:lnTo>
                    <a:pt x="3168" y="5986"/>
                  </a:lnTo>
                  <a:lnTo>
                    <a:pt x="3168" y="5574"/>
                  </a:lnTo>
                  <a:lnTo>
                    <a:pt x="4308" y="5574"/>
                  </a:lnTo>
                  <a:lnTo>
                    <a:pt x="4308" y="5067"/>
                  </a:lnTo>
                  <a:lnTo>
                    <a:pt x="3168" y="5067"/>
                  </a:lnTo>
                  <a:lnTo>
                    <a:pt x="3168" y="4656"/>
                  </a:lnTo>
                  <a:lnTo>
                    <a:pt x="4308" y="4656"/>
                  </a:lnTo>
                  <a:lnTo>
                    <a:pt x="4308" y="4117"/>
                  </a:lnTo>
                  <a:lnTo>
                    <a:pt x="3168" y="4117"/>
                  </a:lnTo>
                  <a:lnTo>
                    <a:pt x="3168" y="3706"/>
                  </a:lnTo>
                  <a:lnTo>
                    <a:pt x="4308" y="3706"/>
                  </a:lnTo>
                  <a:lnTo>
                    <a:pt x="4308" y="2090"/>
                  </a:lnTo>
                  <a:cubicBezTo>
                    <a:pt x="4308" y="950"/>
                    <a:pt x="3390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3801675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389" y="0"/>
                  </a:moveTo>
                  <a:cubicBezTo>
                    <a:pt x="3231" y="0"/>
                    <a:pt x="3072" y="127"/>
                    <a:pt x="3072" y="317"/>
                  </a:cubicBezTo>
                  <a:lnTo>
                    <a:pt x="3072" y="4117"/>
                  </a:lnTo>
                  <a:cubicBezTo>
                    <a:pt x="3072" y="5827"/>
                    <a:pt x="1679" y="7189"/>
                    <a:pt x="0" y="7189"/>
                  </a:cubicBezTo>
                  <a:cubicBezTo>
                    <a:pt x="190" y="7189"/>
                    <a:pt x="317" y="7347"/>
                    <a:pt x="317" y="7506"/>
                  </a:cubicBezTo>
                  <a:lnTo>
                    <a:pt x="317" y="7822"/>
                  </a:lnTo>
                  <a:cubicBezTo>
                    <a:pt x="2217" y="7664"/>
                    <a:pt x="3737" y="6081"/>
                    <a:pt x="3737" y="4117"/>
                  </a:cubicBezTo>
                  <a:lnTo>
                    <a:pt x="3737" y="317"/>
                  </a:lnTo>
                  <a:cubicBezTo>
                    <a:pt x="3737" y="127"/>
                    <a:pt x="3579" y="0"/>
                    <a:pt x="3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3708250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117"/>
                  </a:lnTo>
                  <a:cubicBezTo>
                    <a:pt x="32" y="6081"/>
                    <a:pt x="1521" y="7664"/>
                    <a:pt x="3421" y="7822"/>
                  </a:cubicBezTo>
                  <a:lnTo>
                    <a:pt x="3421" y="7506"/>
                  </a:lnTo>
                  <a:cubicBezTo>
                    <a:pt x="3421" y="7347"/>
                    <a:pt x="3547" y="7189"/>
                    <a:pt x="3737" y="7189"/>
                  </a:cubicBezTo>
                  <a:cubicBezTo>
                    <a:pt x="2059" y="7189"/>
                    <a:pt x="666" y="5827"/>
                    <a:pt x="666" y="4117"/>
                  </a:cubicBezTo>
                  <a:lnTo>
                    <a:pt x="666" y="317"/>
                  </a:lnTo>
                  <a:cubicBezTo>
                    <a:pt x="666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3793750" y="2975850"/>
              <a:ext cx="15875" cy="106100"/>
            </a:xfrm>
            <a:custGeom>
              <a:avLst/>
              <a:gdLst/>
              <a:ahLst/>
              <a:cxnLst/>
              <a:rect l="l" t="t" r="r" b="b"/>
              <a:pathLst>
                <a:path w="635" h="4244" extrusionOk="0">
                  <a:moveTo>
                    <a:pt x="317" y="0"/>
                  </a:moveTo>
                  <a:cubicBezTo>
                    <a:pt x="127" y="0"/>
                    <a:pt x="1" y="158"/>
                    <a:pt x="1" y="317"/>
                  </a:cubicBezTo>
                  <a:lnTo>
                    <a:pt x="1" y="633"/>
                  </a:lnTo>
                  <a:lnTo>
                    <a:pt x="1" y="3895"/>
                  </a:lnTo>
                  <a:cubicBezTo>
                    <a:pt x="1" y="4085"/>
                    <a:pt x="127" y="4244"/>
                    <a:pt x="317" y="4244"/>
                  </a:cubicBezTo>
                  <a:cubicBezTo>
                    <a:pt x="507" y="4244"/>
                    <a:pt x="634" y="4085"/>
                    <a:pt x="634" y="3895"/>
                  </a:cubicBezTo>
                  <a:lnTo>
                    <a:pt x="634" y="633"/>
                  </a:lnTo>
                  <a:lnTo>
                    <a:pt x="634" y="317"/>
                  </a:lnTo>
                  <a:cubicBezTo>
                    <a:pt x="634" y="158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3621950" y="3274325"/>
              <a:ext cx="11900" cy="76025"/>
            </a:xfrm>
            <a:custGeom>
              <a:avLst/>
              <a:gdLst/>
              <a:ahLst/>
              <a:cxnLst/>
              <a:rect l="l" t="t" r="r" b="b"/>
              <a:pathLst>
                <a:path w="476" h="3041" extrusionOk="0">
                  <a:moveTo>
                    <a:pt x="1" y="0"/>
                  </a:moveTo>
                  <a:lnTo>
                    <a:pt x="1" y="3040"/>
                  </a:lnTo>
                  <a:lnTo>
                    <a:pt x="476" y="304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3656800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0" y="0"/>
                  </a:moveTo>
                  <a:lnTo>
                    <a:pt x="0" y="3959"/>
                  </a:lnTo>
                  <a:lnTo>
                    <a:pt x="475" y="3959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3691625" y="3272725"/>
              <a:ext cx="11900" cy="78425"/>
            </a:xfrm>
            <a:custGeom>
              <a:avLst/>
              <a:gdLst/>
              <a:ahLst/>
              <a:cxnLst/>
              <a:rect l="l" t="t" r="r" b="b"/>
              <a:pathLst>
                <a:path w="476" h="3137" extrusionOk="0">
                  <a:moveTo>
                    <a:pt x="0" y="1"/>
                  </a:moveTo>
                  <a:lnTo>
                    <a:pt x="0" y="3136"/>
                  </a:lnTo>
                  <a:lnTo>
                    <a:pt x="476" y="313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3726450" y="3237100"/>
              <a:ext cx="11900" cy="113250"/>
            </a:xfrm>
            <a:custGeom>
              <a:avLst/>
              <a:gdLst/>
              <a:ahLst/>
              <a:cxnLst/>
              <a:rect l="l" t="t" r="r" b="b"/>
              <a:pathLst>
                <a:path w="476" h="4530" extrusionOk="0">
                  <a:moveTo>
                    <a:pt x="1" y="1"/>
                  </a:moveTo>
                  <a:lnTo>
                    <a:pt x="1" y="4529"/>
                  </a:lnTo>
                  <a:lnTo>
                    <a:pt x="476" y="452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3760500" y="3214150"/>
              <a:ext cx="12700" cy="136200"/>
            </a:xfrm>
            <a:custGeom>
              <a:avLst/>
              <a:gdLst/>
              <a:ahLst/>
              <a:cxnLst/>
              <a:rect l="l" t="t" r="r" b="b"/>
              <a:pathLst>
                <a:path w="508" h="5448" extrusionOk="0">
                  <a:moveTo>
                    <a:pt x="1" y="0"/>
                  </a:moveTo>
                  <a:lnTo>
                    <a:pt x="1" y="5447"/>
                  </a:lnTo>
                  <a:lnTo>
                    <a:pt x="507" y="544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795350" y="3235525"/>
              <a:ext cx="12675" cy="115625"/>
            </a:xfrm>
            <a:custGeom>
              <a:avLst/>
              <a:gdLst/>
              <a:ahLst/>
              <a:cxnLst/>
              <a:rect l="l" t="t" r="r" b="b"/>
              <a:pathLst>
                <a:path w="507" h="4625" extrusionOk="0">
                  <a:moveTo>
                    <a:pt x="0" y="0"/>
                  </a:moveTo>
                  <a:lnTo>
                    <a:pt x="0" y="4624"/>
                  </a:lnTo>
                  <a:lnTo>
                    <a:pt x="507" y="462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3830175" y="3268775"/>
              <a:ext cx="12700" cy="81575"/>
            </a:xfrm>
            <a:custGeom>
              <a:avLst/>
              <a:gdLst/>
              <a:ahLst/>
              <a:cxnLst/>
              <a:rect l="l" t="t" r="r" b="b"/>
              <a:pathLst>
                <a:path w="508" h="3263" extrusionOk="0">
                  <a:moveTo>
                    <a:pt x="1" y="0"/>
                  </a:moveTo>
                  <a:lnTo>
                    <a:pt x="1" y="3262"/>
                  </a:lnTo>
                  <a:lnTo>
                    <a:pt x="507" y="326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3865025" y="3294100"/>
              <a:ext cx="11900" cy="57050"/>
            </a:xfrm>
            <a:custGeom>
              <a:avLst/>
              <a:gdLst/>
              <a:ahLst/>
              <a:cxnLst/>
              <a:rect l="l" t="t" r="r" b="b"/>
              <a:pathLst>
                <a:path w="476" h="2282" extrusionOk="0">
                  <a:moveTo>
                    <a:pt x="0" y="1"/>
                  </a:moveTo>
                  <a:lnTo>
                    <a:pt x="0" y="2281"/>
                  </a:lnTo>
                  <a:lnTo>
                    <a:pt x="475" y="2281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3899850" y="3278275"/>
              <a:ext cx="11900" cy="72875"/>
            </a:xfrm>
            <a:custGeom>
              <a:avLst/>
              <a:gdLst/>
              <a:ahLst/>
              <a:cxnLst/>
              <a:rect l="l" t="t" r="r" b="b"/>
              <a:pathLst>
                <a:path w="476" h="2915" extrusionOk="0">
                  <a:moveTo>
                    <a:pt x="0" y="1"/>
                  </a:moveTo>
                  <a:lnTo>
                    <a:pt x="0" y="2914"/>
                  </a:lnTo>
                  <a:lnTo>
                    <a:pt x="475" y="291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3934675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1" y="0"/>
                  </a:moveTo>
                  <a:lnTo>
                    <a:pt x="1" y="3959"/>
                  </a:lnTo>
                  <a:lnTo>
                    <a:pt x="476" y="395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3969525" y="3268775"/>
              <a:ext cx="11900" cy="81575"/>
            </a:xfrm>
            <a:custGeom>
              <a:avLst/>
              <a:gdLst/>
              <a:ahLst/>
              <a:cxnLst/>
              <a:rect l="l" t="t" r="r" b="b"/>
              <a:pathLst>
                <a:path w="476" h="3263" extrusionOk="0">
                  <a:moveTo>
                    <a:pt x="0" y="0"/>
                  </a:moveTo>
                  <a:lnTo>
                    <a:pt x="0" y="3262"/>
                  </a:lnTo>
                  <a:lnTo>
                    <a:pt x="475" y="3262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4000400" y="2526925"/>
              <a:ext cx="22200" cy="13500"/>
            </a:xfrm>
            <a:custGeom>
              <a:avLst/>
              <a:gdLst/>
              <a:ahLst/>
              <a:cxnLst/>
              <a:rect l="l" t="t" r="r" b="b"/>
              <a:pathLst>
                <a:path w="888" h="540" extrusionOk="0">
                  <a:moveTo>
                    <a:pt x="444" y="1"/>
                  </a:moveTo>
                  <a:cubicBezTo>
                    <a:pt x="254" y="1"/>
                    <a:pt x="95" y="96"/>
                    <a:pt x="0" y="222"/>
                  </a:cubicBezTo>
                  <a:lnTo>
                    <a:pt x="444" y="539"/>
                  </a:lnTo>
                  <a:lnTo>
                    <a:pt x="887" y="222"/>
                  </a:lnTo>
                  <a:cubicBezTo>
                    <a:pt x="760" y="96"/>
                    <a:pt x="602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3984575" y="2507925"/>
              <a:ext cx="53050" cy="19025"/>
            </a:xfrm>
            <a:custGeom>
              <a:avLst/>
              <a:gdLst/>
              <a:ahLst/>
              <a:cxnLst/>
              <a:rect l="l" t="t" r="r" b="b"/>
              <a:pathLst>
                <a:path w="2122" h="761" extrusionOk="0">
                  <a:moveTo>
                    <a:pt x="1077" y="1"/>
                  </a:moveTo>
                  <a:cubicBezTo>
                    <a:pt x="633" y="1"/>
                    <a:pt x="222" y="222"/>
                    <a:pt x="0" y="539"/>
                  </a:cubicBezTo>
                  <a:lnTo>
                    <a:pt x="285" y="761"/>
                  </a:lnTo>
                  <a:cubicBezTo>
                    <a:pt x="443" y="507"/>
                    <a:pt x="728" y="349"/>
                    <a:pt x="1077" y="349"/>
                  </a:cubicBezTo>
                  <a:cubicBezTo>
                    <a:pt x="1393" y="349"/>
                    <a:pt x="1678" y="507"/>
                    <a:pt x="1869" y="729"/>
                  </a:cubicBezTo>
                  <a:lnTo>
                    <a:pt x="2122" y="539"/>
                  </a:lnTo>
                  <a:cubicBezTo>
                    <a:pt x="1900" y="222"/>
                    <a:pt x="1488" y="1"/>
                    <a:pt x="10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3954475" y="2470725"/>
              <a:ext cx="113250" cy="34850"/>
            </a:xfrm>
            <a:custGeom>
              <a:avLst/>
              <a:gdLst/>
              <a:ahLst/>
              <a:cxnLst/>
              <a:rect l="l" t="t" r="r" b="b"/>
              <a:pathLst>
                <a:path w="4530" h="1394" extrusionOk="0">
                  <a:moveTo>
                    <a:pt x="2281" y="0"/>
                  </a:moveTo>
                  <a:cubicBezTo>
                    <a:pt x="1331" y="0"/>
                    <a:pt x="507" y="475"/>
                    <a:pt x="1" y="1204"/>
                  </a:cubicBezTo>
                  <a:lnTo>
                    <a:pt x="286" y="1394"/>
                  </a:lnTo>
                  <a:cubicBezTo>
                    <a:pt x="729" y="760"/>
                    <a:pt x="1457" y="349"/>
                    <a:pt x="2281" y="349"/>
                  </a:cubicBezTo>
                  <a:cubicBezTo>
                    <a:pt x="3073" y="349"/>
                    <a:pt x="3801" y="760"/>
                    <a:pt x="4244" y="1362"/>
                  </a:cubicBezTo>
                  <a:lnTo>
                    <a:pt x="4529" y="1172"/>
                  </a:lnTo>
                  <a:cubicBezTo>
                    <a:pt x="4023" y="475"/>
                    <a:pt x="3199" y="0"/>
                    <a:pt x="22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3970300" y="2491300"/>
              <a:ext cx="80800" cy="25375"/>
            </a:xfrm>
            <a:custGeom>
              <a:avLst/>
              <a:gdLst/>
              <a:ahLst/>
              <a:cxnLst/>
              <a:rect l="l" t="t" r="r" b="b"/>
              <a:pathLst>
                <a:path w="3232" h="1015" extrusionOk="0">
                  <a:moveTo>
                    <a:pt x="1648" y="1"/>
                  </a:moveTo>
                  <a:cubicBezTo>
                    <a:pt x="951" y="1"/>
                    <a:pt x="381" y="317"/>
                    <a:pt x="1" y="824"/>
                  </a:cubicBezTo>
                  <a:lnTo>
                    <a:pt x="286" y="1014"/>
                  </a:lnTo>
                  <a:cubicBezTo>
                    <a:pt x="603" y="602"/>
                    <a:pt x="1078" y="349"/>
                    <a:pt x="1616" y="349"/>
                  </a:cubicBezTo>
                  <a:cubicBezTo>
                    <a:pt x="2186" y="349"/>
                    <a:pt x="2661" y="602"/>
                    <a:pt x="2978" y="1014"/>
                  </a:cubicBezTo>
                  <a:lnTo>
                    <a:pt x="3231" y="824"/>
                  </a:lnTo>
                  <a:cubicBezTo>
                    <a:pt x="2883" y="317"/>
                    <a:pt x="2281" y="1"/>
                    <a:pt x="1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3499225" y="2435100"/>
              <a:ext cx="604925" cy="1044300"/>
            </a:xfrm>
            <a:custGeom>
              <a:avLst/>
              <a:gdLst/>
              <a:ahLst/>
              <a:cxnLst/>
              <a:rect l="l" t="t" r="r" b="b"/>
              <a:pathLst>
                <a:path w="24197" h="41772" extrusionOk="0">
                  <a:moveTo>
                    <a:pt x="21726" y="570"/>
                  </a:moveTo>
                  <a:cubicBezTo>
                    <a:pt x="21853" y="570"/>
                    <a:pt x="21948" y="570"/>
                    <a:pt x="22074" y="602"/>
                  </a:cubicBezTo>
                  <a:cubicBezTo>
                    <a:pt x="22834" y="729"/>
                    <a:pt x="23436" y="1330"/>
                    <a:pt x="23594" y="2090"/>
                  </a:cubicBezTo>
                  <a:cubicBezTo>
                    <a:pt x="23626" y="2217"/>
                    <a:pt x="23658" y="2344"/>
                    <a:pt x="23658" y="2470"/>
                  </a:cubicBezTo>
                  <a:lnTo>
                    <a:pt x="23658" y="2660"/>
                  </a:lnTo>
                  <a:lnTo>
                    <a:pt x="23658" y="2692"/>
                  </a:lnTo>
                  <a:lnTo>
                    <a:pt x="23658" y="39301"/>
                  </a:lnTo>
                  <a:cubicBezTo>
                    <a:pt x="23658" y="40378"/>
                    <a:pt x="22771" y="41233"/>
                    <a:pt x="21726" y="41233"/>
                  </a:cubicBezTo>
                  <a:lnTo>
                    <a:pt x="2471" y="41233"/>
                  </a:lnTo>
                  <a:cubicBezTo>
                    <a:pt x="1426" y="41233"/>
                    <a:pt x="539" y="40378"/>
                    <a:pt x="539" y="39301"/>
                  </a:cubicBezTo>
                  <a:lnTo>
                    <a:pt x="539" y="2470"/>
                  </a:lnTo>
                  <a:cubicBezTo>
                    <a:pt x="539" y="2312"/>
                    <a:pt x="571" y="2154"/>
                    <a:pt x="603" y="2027"/>
                  </a:cubicBezTo>
                  <a:cubicBezTo>
                    <a:pt x="824" y="1172"/>
                    <a:pt x="1584" y="570"/>
                    <a:pt x="2471" y="570"/>
                  </a:cubicBezTo>
                  <a:close/>
                  <a:moveTo>
                    <a:pt x="2471" y="0"/>
                  </a:moveTo>
                  <a:cubicBezTo>
                    <a:pt x="1109" y="0"/>
                    <a:pt x="1" y="1109"/>
                    <a:pt x="1" y="2470"/>
                  </a:cubicBezTo>
                  <a:lnTo>
                    <a:pt x="1" y="3009"/>
                  </a:lnTo>
                  <a:lnTo>
                    <a:pt x="1" y="17861"/>
                  </a:lnTo>
                  <a:lnTo>
                    <a:pt x="1" y="26634"/>
                  </a:lnTo>
                  <a:lnTo>
                    <a:pt x="1" y="32682"/>
                  </a:lnTo>
                  <a:lnTo>
                    <a:pt x="1" y="33538"/>
                  </a:lnTo>
                  <a:lnTo>
                    <a:pt x="1" y="35216"/>
                  </a:lnTo>
                  <a:lnTo>
                    <a:pt x="1" y="39301"/>
                  </a:lnTo>
                  <a:cubicBezTo>
                    <a:pt x="1" y="40663"/>
                    <a:pt x="1109" y="41771"/>
                    <a:pt x="2471" y="41771"/>
                  </a:cubicBezTo>
                  <a:lnTo>
                    <a:pt x="21726" y="41771"/>
                  </a:lnTo>
                  <a:cubicBezTo>
                    <a:pt x="23088" y="41771"/>
                    <a:pt x="24196" y="40663"/>
                    <a:pt x="24196" y="39301"/>
                  </a:cubicBezTo>
                  <a:lnTo>
                    <a:pt x="24196" y="34456"/>
                  </a:lnTo>
                  <a:lnTo>
                    <a:pt x="24196" y="31479"/>
                  </a:lnTo>
                  <a:lnTo>
                    <a:pt x="24196" y="30276"/>
                  </a:lnTo>
                  <a:lnTo>
                    <a:pt x="24196" y="25779"/>
                  </a:lnTo>
                  <a:lnTo>
                    <a:pt x="24196" y="14251"/>
                  </a:lnTo>
                  <a:lnTo>
                    <a:pt x="24196" y="6682"/>
                  </a:lnTo>
                  <a:lnTo>
                    <a:pt x="24196" y="2470"/>
                  </a:lnTo>
                  <a:cubicBezTo>
                    <a:pt x="24196" y="2059"/>
                    <a:pt x="24101" y="1647"/>
                    <a:pt x="23911" y="1299"/>
                  </a:cubicBezTo>
                  <a:cubicBezTo>
                    <a:pt x="23468" y="539"/>
                    <a:pt x="22676" y="0"/>
                    <a:pt x="21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9" name="Google Shape;175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0" name="Google Shape;1760;p22"/>
          <p:cNvSpPr txBox="1"/>
          <p:nvPr/>
        </p:nvSpPr>
        <p:spPr>
          <a:xfrm>
            <a:off x="643450" y="131021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1" name="Google Shape;1761;p22"/>
          <p:cNvSpPr txBox="1"/>
          <p:nvPr/>
        </p:nvSpPr>
        <p:spPr>
          <a:xfrm>
            <a:off x="643448" y="1657064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2" name="Google Shape;1762;p22"/>
          <p:cNvSpPr txBox="1"/>
          <p:nvPr/>
        </p:nvSpPr>
        <p:spPr>
          <a:xfrm>
            <a:off x="629826" y="2488417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6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3" name="Google Shape;1763;p22"/>
          <p:cNvSpPr txBox="1"/>
          <p:nvPr/>
        </p:nvSpPr>
        <p:spPr>
          <a:xfrm>
            <a:off x="629826" y="2835268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4" name="Google Shape;1764;p22"/>
          <p:cNvSpPr txBox="1"/>
          <p:nvPr/>
        </p:nvSpPr>
        <p:spPr>
          <a:xfrm>
            <a:off x="635050" y="3666622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A36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600">
              <a:solidFill>
                <a:srgbClr val="F2A36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5" name="Google Shape;1765;p22"/>
          <p:cNvSpPr txBox="1"/>
          <p:nvPr/>
        </p:nvSpPr>
        <p:spPr>
          <a:xfrm>
            <a:off x="635050" y="4013473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6" name="Google Shape;1766;p22"/>
          <p:cNvSpPr txBox="1"/>
          <p:nvPr/>
        </p:nvSpPr>
        <p:spPr>
          <a:xfrm>
            <a:off x="6709825" y="1310225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7" name="Google Shape;1767;p22"/>
          <p:cNvSpPr txBox="1"/>
          <p:nvPr/>
        </p:nvSpPr>
        <p:spPr>
          <a:xfrm>
            <a:off x="6709825" y="165706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8" name="Google Shape;1768;p22"/>
          <p:cNvSpPr txBox="1"/>
          <p:nvPr/>
        </p:nvSpPr>
        <p:spPr>
          <a:xfrm>
            <a:off x="6709825" y="248843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9" name="Google Shape;1769;p22"/>
          <p:cNvSpPr txBox="1"/>
          <p:nvPr/>
        </p:nvSpPr>
        <p:spPr>
          <a:xfrm>
            <a:off x="6709825" y="2835282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0" name="Google Shape;1770;p22"/>
          <p:cNvSpPr txBox="1"/>
          <p:nvPr/>
        </p:nvSpPr>
        <p:spPr>
          <a:xfrm>
            <a:off x="6709825" y="401347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1" name="Google Shape;1771;p22"/>
          <p:cNvSpPr txBox="1"/>
          <p:nvPr/>
        </p:nvSpPr>
        <p:spPr>
          <a:xfrm>
            <a:off x="6709825" y="3666629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3F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600">
              <a:solidFill>
                <a:srgbClr val="2A3F5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23"/>
          <p:cNvGrpSpPr/>
          <p:nvPr/>
        </p:nvGrpSpPr>
        <p:grpSpPr>
          <a:xfrm>
            <a:off x="1201904" y="800101"/>
            <a:ext cx="575077" cy="576079"/>
            <a:chOff x="1107345" y="411530"/>
            <a:chExt cx="621974" cy="623058"/>
          </a:xfrm>
        </p:grpSpPr>
        <p:sp>
          <p:nvSpPr>
            <p:cNvPr id="1777" name="Google Shape;1777;p23"/>
            <p:cNvSpPr/>
            <p:nvPr/>
          </p:nvSpPr>
          <p:spPr>
            <a:xfrm>
              <a:off x="1252097" y="531428"/>
              <a:ext cx="172686" cy="384108"/>
            </a:xfrm>
            <a:custGeom>
              <a:avLst/>
              <a:gdLst/>
              <a:ahLst/>
              <a:cxnLst/>
              <a:rect l="l" t="t" r="r" b="b"/>
              <a:pathLst>
                <a:path w="5100" h="11344" extrusionOk="0">
                  <a:moveTo>
                    <a:pt x="3930" y="0"/>
                  </a:moveTo>
                  <a:cubicBezTo>
                    <a:pt x="3653" y="0"/>
                    <a:pt x="3371" y="82"/>
                    <a:pt x="3073" y="196"/>
                  </a:cubicBezTo>
                  <a:cubicBezTo>
                    <a:pt x="2724" y="292"/>
                    <a:pt x="2566" y="545"/>
                    <a:pt x="2408" y="735"/>
                  </a:cubicBezTo>
                  <a:cubicBezTo>
                    <a:pt x="2281" y="893"/>
                    <a:pt x="2154" y="1052"/>
                    <a:pt x="1996" y="1147"/>
                  </a:cubicBezTo>
                  <a:cubicBezTo>
                    <a:pt x="1901" y="1210"/>
                    <a:pt x="1806" y="1242"/>
                    <a:pt x="1679" y="1242"/>
                  </a:cubicBezTo>
                  <a:cubicBezTo>
                    <a:pt x="1616" y="1273"/>
                    <a:pt x="1521" y="1305"/>
                    <a:pt x="1457" y="1337"/>
                  </a:cubicBezTo>
                  <a:cubicBezTo>
                    <a:pt x="1046" y="1463"/>
                    <a:pt x="729" y="1875"/>
                    <a:pt x="666" y="2350"/>
                  </a:cubicBezTo>
                  <a:cubicBezTo>
                    <a:pt x="634" y="2730"/>
                    <a:pt x="697" y="3110"/>
                    <a:pt x="887" y="3458"/>
                  </a:cubicBezTo>
                  <a:cubicBezTo>
                    <a:pt x="919" y="3522"/>
                    <a:pt x="951" y="3585"/>
                    <a:pt x="982" y="3617"/>
                  </a:cubicBezTo>
                  <a:cubicBezTo>
                    <a:pt x="982" y="3617"/>
                    <a:pt x="951" y="3617"/>
                    <a:pt x="951" y="3648"/>
                  </a:cubicBezTo>
                  <a:cubicBezTo>
                    <a:pt x="919" y="3680"/>
                    <a:pt x="887" y="3712"/>
                    <a:pt x="856" y="3743"/>
                  </a:cubicBezTo>
                  <a:cubicBezTo>
                    <a:pt x="317" y="4218"/>
                    <a:pt x="1" y="4820"/>
                    <a:pt x="64" y="5422"/>
                  </a:cubicBezTo>
                  <a:cubicBezTo>
                    <a:pt x="64" y="5675"/>
                    <a:pt x="191" y="5897"/>
                    <a:pt x="286" y="6119"/>
                  </a:cubicBezTo>
                  <a:cubicBezTo>
                    <a:pt x="412" y="6340"/>
                    <a:pt x="539" y="6562"/>
                    <a:pt x="507" y="6784"/>
                  </a:cubicBezTo>
                  <a:cubicBezTo>
                    <a:pt x="476" y="6879"/>
                    <a:pt x="444" y="6974"/>
                    <a:pt x="381" y="7037"/>
                  </a:cubicBezTo>
                  <a:lnTo>
                    <a:pt x="349" y="7132"/>
                  </a:lnTo>
                  <a:cubicBezTo>
                    <a:pt x="1" y="7924"/>
                    <a:pt x="191" y="8905"/>
                    <a:pt x="824" y="9507"/>
                  </a:cubicBezTo>
                  <a:lnTo>
                    <a:pt x="856" y="9539"/>
                  </a:lnTo>
                  <a:cubicBezTo>
                    <a:pt x="919" y="9602"/>
                    <a:pt x="982" y="9665"/>
                    <a:pt x="982" y="9729"/>
                  </a:cubicBezTo>
                  <a:cubicBezTo>
                    <a:pt x="1014" y="9792"/>
                    <a:pt x="1014" y="9824"/>
                    <a:pt x="1014" y="9887"/>
                  </a:cubicBezTo>
                  <a:lnTo>
                    <a:pt x="1014" y="9951"/>
                  </a:lnTo>
                  <a:cubicBezTo>
                    <a:pt x="1077" y="10362"/>
                    <a:pt x="1299" y="10711"/>
                    <a:pt x="1679" y="10932"/>
                  </a:cubicBezTo>
                  <a:cubicBezTo>
                    <a:pt x="1996" y="11091"/>
                    <a:pt x="2313" y="11122"/>
                    <a:pt x="2598" y="11154"/>
                  </a:cubicBezTo>
                  <a:cubicBezTo>
                    <a:pt x="2724" y="11154"/>
                    <a:pt x="2851" y="11186"/>
                    <a:pt x="3009" y="11217"/>
                  </a:cubicBezTo>
                  <a:cubicBezTo>
                    <a:pt x="3073" y="11217"/>
                    <a:pt x="3136" y="11249"/>
                    <a:pt x="3199" y="11249"/>
                  </a:cubicBezTo>
                  <a:cubicBezTo>
                    <a:pt x="3358" y="11281"/>
                    <a:pt x="3484" y="11312"/>
                    <a:pt x="3643" y="11344"/>
                  </a:cubicBezTo>
                  <a:lnTo>
                    <a:pt x="3769" y="11344"/>
                  </a:lnTo>
                  <a:cubicBezTo>
                    <a:pt x="3991" y="11344"/>
                    <a:pt x="4181" y="11281"/>
                    <a:pt x="4339" y="11217"/>
                  </a:cubicBezTo>
                  <a:cubicBezTo>
                    <a:pt x="4561" y="11059"/>
                    <a:pt x="4719" y="10742"/>
                    <a:pt x="4783" y="10331"/>
                  </a:cubicBezTo>
                  <a:cubicBezTo>
                    <a:pt x="4941" y="9380"/>
                    <a:pt x="5004" y="8304"/>
                    <a:pt x="4909" y="7069"/>
                  </a:cubicBezTo>
                  <a:cubicBezTo>
                    <a:pt x="4909" y="6784"/>
                    <a:pt x="4878" y="6530"/>
                    <a:pt x="4719" y="6277"/>
                  </a:cubicBezTo>
                  <a:cubicBezTo>
                    <a:pt x="4561" y="6087"/>
                    <a:pt x="4308" y="5960"/>
                    <a:pt x="4023" y="5960"/>
                  </a:cubicBezTo>
                  <a:cubicBezTo>
                    <a:pt x="3769" y="5960"/>
                    <a:pt x="3516" y="6087"/>
                    <a:pt x="3358" y="6309"/>
                  </a:cubicBezTo>
                  <a:cubicBezTo>
                    <a:pt x="3326" y="6340"/>
                    <a:pt x="3326" y="6435"/>
                    <a:pt x="3389" y="6467"/>
                  </a:cubicBezTo>
                  <a:cubicBezTo>
                    <a:pt x="3413" y="6491"/>
                    <a:pt x="3442" y="6501"/>
                    <a:pt x="3470" y="6501"/>
                  </a:cubicBezTo>
                  <a:cubicBezTo>
                    <a:pt x="3516" y="6501"/>
                    <a:pt x="3560" y="6474"/>
                    <a:pt x="3579" y="6435"/>
                  </a:cubicBezTo>
                  <a:cubicBezTo>
                    <a:pt x="3674" y="6309"/>
                    <a:pt x="3864" y="6214"/>
                    <a:pt x="4054" y="6214"/>
                  </a:cubicBezTo>
                  <a:cubicBezTo>
                    <a:pt x="4213" y="6214"/>
                    <a:pt x="4403" y="6309"/>
                    <a:pt x="4498" y="6435"/>
                  </a:cubicBezTo>
                  <a:cubicBezTo>
                    <a:pt x="4624" y="6625"/>
                    <a:pt x="4656" y="6847"/>
                    <a:pt x="4656" y="7069"/>
                  </a:cubicBezTo>
                  <a:cubicBezTo>
                    <a:pt x="4751" y="8304"/>
                    <a:pt x="4688" y="9349"/>
                    <a:pt x="4561" y="10299"/>
                  </a:cubicBezTo>
                  <a:cubicBezTo>
                    <a:pt x="4498" y="10647"/>
                    <a:pt x="4371" y="10869"/>
                    <a:pt x="4181" y="10996"/>
                  </a:cubicBezTo>
                  <a:cubicBezTo>
                    <a:pt x="4062" y="11067"/>
                    <a:pt x="3908" y="11102"/>
                    <a:pt x="3771" y="11102"/>
                  </a:cubicBezTo>
                  <a:cubicBezTo>
                    <a:pt x="3726" y="11102"/>
                    <a:pt x="3682" y="11099"/>
                    <a:pt x="3643" y="11091"/>
                  </a:cubicBezTo>
                  <a:cubicBezTo>
                    <a:pt x="3516" y="11091"/>
                    <a:pt x="3389" y="11059"/>
                    <a:pt x="3263" y="11027"/>
                  </a:cubicBezTo>
                  <a:lnTo>
                    <a:pt x="3041" y="10964"/>
                  </a:lnTo>
                  <a:cubicBezTo>
                    <a:pt x="2914" y="10964"/>
                    <a:pt x="2756" y="10932"/>
                    <a:pt x="2629" y="10932"/>
                  </a:cubicBezTo>
                  <a:cubicBezTo>
                    <a:pt x="2344" y="10901"/>
                    <a:pt x="2059" y="10869"/>
                    <a:pt x="1806" y="10711"/>
                  </a:cubicBezTo>
                  <a:cubicBezTo>
                    <a:pt x="1489" y="10552"/>
                    <a:pt x="1331" y="10267"/>
                    <a:pt x="1267" y="9951"/>
                  </a:cubicBezTo>
                  <a:lnTo>
                    <a:pt x="1267" y="9887"/>
                  </a:lnTo>
                  <a:cubicBezTo>
                    <a:pt x="1267" y="9824"/>
                    <a:pt x="1267" y="9729"/>
                    <a:pt x="1236" y="9634"/>
                  </a:cubicBezTo>
                  <a:cubicBezTo>
                    <a:pt x="1172" y="9539"/>
                    <a:pt x="1109" y="9444"/>
                    <a:pt x="1014" y="9380"/>
                  </a:cubicBezTo>
                  <a:lnTo>
                    <a:pt x="982" y="9349"/>
                  </a:lnTo>
                  <a:cubicBezTo>
                    <a:pt x="444" y="8810"/>
                    <a:pt x="254" y="7955"/>
                    <a:pt x="571" y="7259"/>
                  </a:cubicBezTo>
                  <a:lnTo>
                    <a:pt x="634" y="7164"/>
                  </a:lnTo>
                  <a:cubicBezTo>
                    <a:pt x="666" y="7069"/>
                    <a:pt x="729" y="6974"/>
                    <a:pt x="729" y="6847"/>
                  </a:cubicBezTo>
                  <a:cubicBezTo>
                    <a:pt x="792" y="6530"/>
                    <a:pt x="634" y="6245"/>
                    <a:pt x="507" y="5992"/>
                  </a:cubicBezTo>
                  <a:cubicBezTo>
                    <a:pt x="412" y="5802"/>
                    <a:pt x="317" y="5612"/>
                    <a:pt x="286" y="5422"/>
                  </a:cubicBezTo>
                  <a:cubicBezTo>
                    <a:pt x="286" y="4915"/>
                    <a:pt x="539" y="4345"/>
                    <a:pt x="1014" y="3933"/>
                  </a:cubicBezTo>
                  <a:cubicBezTo>
                    <a:pt x="1046" y="3902"/>
                    <a:pt x="1077" y="3870"/>
                    <a:pt x="1109" y="3838"/>
                  </a:cubicBezTo>
                  <a:cubicBezTo>
                    <a:pt x="1236" y="3743"/>
                    <a:pt x="1331" y="3648"/>
                    <a:pt x="1204" y="3458"/>
                  </a:cubicBezTo>
                  <a:cubicBezTo>
                    <a:pt x="1172" y="3458"/>
                    <a:pt x="1141" y="3395"/>
                    <a:pt x="1109" y="3332"/>
                  </a:cubicBezTo>
                  <a:cubicBezTo>
                    <a:pt x="951" y="3047"/>
                    <a:pt x="887" y="2730"/>
                    <a:pt x="919" y="2413"/>
                  </a:cubicBezTo>
                  <a:cubicBezTo>
                    <a:pt x="982" y="2002"/>
                    <a:pt x="1204" y="1685"/>
                    <a:pt x="1552" y="1558"/>
                  </a:cubicBezTo>
                  <a:cubicBezTo>
                    <a:pt x="1616" y="1558"/>
                    <a:pt x="1679" y="1527"/>
                    <a:pt x="1743" y="1527"/>
                  </a:cubicBezTo>
                  <a:cubicBezTo>
                    <a:pt x="1869" y="1495"/>
                    <a:pt x="1996" y="1463"/>
                    <a:pt x="2123" y="1400"/>
                  </a:cubicBezTo>
                  <a:cubicBezTo>
                    <a:pt x="2344" y="1273"/>
                    <a:pt x="2471" y="1083"/>
                    <a:pt x="2598" y="893"/>
                  </a:cubicBezTo>
                  <a:cubicBezTo>
                    <a:pt x="2756" y="703"/>
                    <a:pt x="2883" y="513"/>
                    <a:pt x="3168" y="418"/>
                  </a:cubicBezTo>
                  <a:cubicBezTo>
                    <a:pt x="3462" y="345"/>
                    <a:pt x="3718" y="271"/>
                    <a:pt x="3966" y="271"/>
                  </a:cubicBezTo>
                  <a:cubicBezTo>
                    <a:pt x="4038" y="271"/>
                    <a:pt x="4110" y="277"/>
                    <a:pt x="4181" y="292"/>
                  </a:cubicBezTo>
                  <a:cubicBezTo>
                    <a:pt x="4466" y="355"/>
                    <a:pt x="4751" y="608"/>
                    <a:pt x="4719" y="925"/>
                  </a:cubicBezTo>
                  <a:cubicBezTo>
                    <a:pt x="4719" y="1305"/>
                    <a:pt x="4751" y="1685"/>
                    <a:pt x="4751" y="2065"/>
                  </a:cubicBezTo>
                  <a:cubicBezTo>
                    <a:pt x="4783" y="2825"/>
                    <a:pt x="4846" y="3648"/>
                    <a:pt x="4719" y="4377"/>
                  </a:cubicBezTo>
                  <a:cubicBezTo>
                    <a:pt x="4688" y="4567"/>
                    <a:pt x="4656" y="4757"/>
                    <a:pt x="4561" y="4852"/>
                  </a:cubicBezTo>
                  <a:cubicBezTo>
                    <a:pt x="4476" y="4937"/>
                    <a:pt x="4345" y="4967"/>
                    <a:pt x="4213" y="4967"/>
                  </a:cubicBezTo>
                  <a:cubicBezTo>
                    <a:pt x="4099" y="4967"/>
                    <a:pt x="3984" y="4945"/>
                    <a:pt x="3896" y="4915"/>
                  </a:cubicBezTo>
                  <a:cubicBezTo>
                    <a:pt x="3801" y="4915"/>
                    <a:pt x="3738" y="4947"/>
                    <a:pt x="3738" y="5010"/>
                  </a:cubicBezTo>
                  <a:cubicBezTo>
                    <a:pt x="3706" y="5105"/>
                    <a:pt x="3738" y="5169"/>
                    <a:pt x="3833" y="5169"/>
                  </a:cubicBezTo>
                  <a:cubicBezTo>
                    <a:pt x="3980" y="5203"/>
                    <a:pt x="4112" y="5220"/>
                    <a:pt x="4228" y="5220"/>
                  </a:cubicBezTo>
                  <a:cubicBezTo>
                    <a:pt x="4437" y="5220"/>
                    <a:pt x="4598" y="5164"/>
                    <a:pt x="4719" y="5042"/>
                  </a:cubicBezTo>
                  <a:cubicBezTo>
                    <a:pt x="4909" y="4852"/>
                    <a:pt x="4941" y="4598"/>
                    <a:pt x="4973" y="4408"/>
                  </a:cubicBezTo>
                  <a:cubicBezTo>
                    <a:pt x="5099" y="3648"/>
                    <a:pt x="5068" y="2825"/>
                    <a:pt x="5004" y="2033"/>
                  </a:cubicBezTo>
                  <a:cubicBezTo>
                    <a:pt x="5004" y="1685"/>
                    <a:pt x="4973" y="1273"/>
                    <a:pt x="4973" y="925"/>
                  </a:cubicBezTo>
                  <a:cubicBezTo>
                    <a:pt x="5036" y="482"/>
                    <a:pt x="4656" y="101"/>
                    <a:pt x="4244" y="38"/>
                  </a:cubicBezTo>
                  <a:cubicBezTo>
                    <a:pt x="4140" y="12"/>
                    <a:pt x="4035" y="0"/>
                    <a:pt x="39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1271397" y="646010"/>
              <a:ext cx="104052" cy="36840"/>
            </a:xfrm>
            <a:custGeom>
              <a:avLst/>
              <a:gdLst/>
              <a:ahLst/>
              <a:cxnLst/>
              <a:rect l="l" t="t" r="r" b="b"/>
              <a:pathLst>
                <a:path w="3073" h="1088" extrusionOk="0">
                  <a:moveTo>
                    <a:pt x="1443" y="0"/>
                  </a:moveTo>
                  <a:cubicBezTo>
                    <a:pt x="912" y="0"/>
                    <a:pt x="401" y="216"/>
                    <a:pt x="64" y="581"/>
                  </a:cubicBezTo>
                  <a:cubicBezTo>
                    <a:pt x="1" y="644"/>
                    <a:pt x="1" y="708"/>
                    <a:pt x="64" y="771"/>
                  </a:cubicBezTo>
                  <a:cubicBezTo>
                    <a:pt x="90" y="784"/>
                    <a:pt x="117" y="792"/>
                    <a:pt x="143" y="792"/>
                  </a:cubicBezTo>
                  <a:cubicBezTo>
                    <a:pt x="180" y="792"/>
                    <a:pt x="217" y="777"/>
                    <a:pt x="254" y="739"/>
                  </a:cubicBezTo>
                  <a:cubicBezTo>
                    <a:pt x="530" y="436"/>
                    <a:pt x="975" y="252"/>
                    <a:pt x="1399" y="252"/>
                  </a:cubicBezTo>
                  <a:cubicBezTo>
                    <a:pt x="1461" y="252"/>
                    <a:pt x="1523" y="256"/>
                    <a:pt x="1584" y="264"/>
                  </a:cubicBezTo>
                  <a:cubicBezTo>
                    <a:pt x="2091" y="328"/>
                    <a:pt x="2566" y="613"/>
                    <a:pt x="2788" y="1024"/>
                  </a:cubicBezTo>
                  <a:cubicBezTo>
                    <a:pt x="2819" y="1088"/>
                    <a:pt x="2851" y="1088"/>
                    <a:pt x="2914" y="1088"/>
                  </a:cubicBezTo>
                  <a:lnTo>
                    <a:pt x="2978" y="1088"/>
                  </a:lnTo>
                  <a:cubicBezTo>
                    <a:pt x="3041" y="1056"/>
                    <a:pt x="3073" y="961"/>
                    <a:pt x="3009" y="898"/>
                  </a:cubicBezTo>
                  <a:cubicBezTo>
                    <a:pt x="2756" y="423"/>
                    <a:pt x="2218" y="74"/>
                    <a:pt x="1648" y="11"/>
                  </a:cubicBezTo>
                  <a:cubicBezTo>
                    <a:pt x="1579" y="4"/>
                    <a:pt x="1511" y="0"/>
                    <a:pt x="14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333598" y="869791"/>
              <a:ext cx="48284" cy="25395"/>
            </a:xfrm>
            <a:custGeom>
              <a:avLst/>
              <a:gdLst/>
              <a:ahLst/>
              <a:cxnLst/>
              <a:rect l="l" t="t" r="r" b="b"/>
              <a:pathLst>
                <a:path w="1426" h="750" extrusionOk="0">
                  <a:moveTo>
                    <a:pt x="152" y="0"/>
                  </a:moveTo>
                  <a:cubicBezTo>
                    <a:pt x="122" y="0"/>
                    <a:pt x="90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54" y="559"/>
                    <a:pt x="666" y="749"/>
                    <a:pt x="1109" y="749"/>
                  </a:cubicBezTo>
                  <a:lnTo>
                    <a:pt x="1299" y="749"/>
                  </a:lnTo>
                  <a:cubicBezTo>
                    <a:pt x="1362" y="718"/>
                    <a:pt x="1426" y="654"/>
                    <a:pt x="1394" y="591"/>
                  </a:cubicBezTo>
                  <a:cubicBezTo>
                    <a:pt x="1394" y="539"/>
                    <a:pt x="1352" y="487"/>
                    <a:pt x="1285" y="487"/>
                  </a:cubicBezTo>
                  <a:cubicBezTo>
                    <a:pt x="1269" y="487"/>
                    <a:pt x="1253" y="490"/>
                    <a:pt x="1236" y="496"/>
                  </a:cubicBezTo>
                  <a:cubicBezTo>
                    <a:pt x="1187" y="504"/>
                    <a:pt x="1137" y="508"/>
                    <a:pt x="1087" y="508"/>
                  </a:cubicBezTo>
                  <a:cubicBezTo>
                    <a:pt x="753" y="508"/>
                    <a:pt x="419" y="328"/>
                    <a:pt x="254" y="53"/>
                  </a:cubicBezTo>
                  <a:cubicBezTo>
                    <a:pt x="235" y="15"/>
                    <a:pt x="195" y="0"/>
                    <a:pt x="1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359332" y="550931"/>
              <a:ext cx="39718" cy="31117"/>
            </a:xfrm>
            <a:custGeom>
              <a:avLst/>
              <a:gdLst/>
              <a:ahLst/>
              <a:cxnLst/>
              <a:rect l="l" t="t" r="r" b="b"/>
              <a:pathLst>
                <a:path w="1173" h="919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32" y="254"/>
                    <a:pt x="127" y="254"/>
                  </a:cubicBezTo>
                  <a:cubicBezTo>
                    <a:pt x="476" y="286"/>
                    <a:pt x="792" y="539"/>
                    <a:pt x="887" y="824"/>
                  </a:cubicBezTo>
                  <a:cubicBezTo>
                    <a:pt x="919" y="887"/>
                    <a:pt x="951" y="919"/>
                    <a:pt x="1014" y="919"/>
                  </a:cubicBezTo>
                  <a:lnTo>
                    <a:pt x="1046" y="919"/>
                  </a:lnTo>
                  <a:cubicBezTo>
                    <a:pt x="1141" y="887"/>
                    <a:pt x="1172" y="824"/>
                    <a:pt x="1141" y="761"/>
                  </a:cubicBezTo>
                  <a:cubicBezTo>
                    <a:pt x="1014" y="349"/>
                    <a:pt x="602" y="32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299298" y="682545"/>
              <a:ext cx="82585" cy="48555"/>
            </a:xfrm>
            <a:custGeom>
              <a:avLst/>
              <a:gdLst/>
              <a:ahLst/>
              <a:cxnLst/>
              <a:rect l="l" t="t" r="r" b="b"/>
              <a:pathLst>
                <a:path w="2439" h="1434" extrusionOk="0">
                  <a:moveTo>
                    <a:pt x="161" y="0"/>
                  </a:moveTo>
                  <a:cubicBezTo>
                    <a:pt x="150" y="0"/>
                    <a:pt x="138" y="3"/>
                    <a:pt x="127" y="9"/>
                  </a:cubicBezTo>
                  <a:cubicBezTo>
                    <a:pt x="32" y="40"/>
                    <a:pt x="0" y="104"/>
                    <a:pt x="32" y="167"/>
                  </a:cubicBezTo>
                  <a:cubicBezTo>
                    <a:pt x="158" y="579"/>
                    <a:pt x="475" y="959"/>
                    <a:pt x="950" y="1181"/>
                  </a:cubicBezTo>
                  <a:cubicBezTo>
                    <a:pt x="1299" y="1339"/>
                    <a:pt x="1710" y="1434"/>
                    <a:pt x="2154" y="1434"/>
                  </a:cubicBezTo>
                  <a:lnTo>
                    <a:pt x="2312" y="1434"/>
                  </a:lnTo>
                  <a:cubicBezTo>
                    <a:pt x="2375" y="1434"/>
                    <a:pt x="2439" y="1371"/>
                    <a:pt x="2439" y="1307"/>
                  </a:cubicBezTo>
                  <a:cubicBezTo>
                    <a:pt x="2439" y="1244"/>
                    <a:pt x="2375" y="1181"/>
                    <a:pt x="2312" y="1181"/>
                  </a:cubicBezTo>
                  <a:lnTo>
                    <a:pt x="2217" y="1149"/>
                  </a:lnTo>
                  <a:cubicBezTo>
                    <a:pt x="2185" y="1149"/>
                    <a:pt x="2154" y="1149"/>
                    <a:pt x="2122" y="1181"/>
                  </a:cubicBezTo>
                  <a:cubicBezTo>
                    <a:pt x="1710" y="1149"/>
                    <a:pt x="1330" y="1086"/>
                    <a:pt x="1045" y="927"/>
                  </a:cubicBezTo>
                  <a:cubicBezTo>
                    <a:pt x="665" y="737"/>
                    <a:pt x="380" y="420"/>
                    <a:pt x="285" y="104"/>
                  </a:cubicBezTo>
                  <a:cubicBezTo>
                    <a:pt x="259" y="52"/>
                    <a:pt x="212" y="0"/>
                    <a:pt x="1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1294998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758" y="0"/>
                  </a:moveTo>
                  <a:cubicBezTo>
                    <a:pt x="1726" y="0"/>
                    <a:pt x="1695" y="16"/>
                    <a:pt x="1679" y="48"/>
                  </a:cubicBezTo>
                  <a:cubicBezTo>
                    <a:pt x="1386" y="341"/>
                    <a:pt x="960" y="503"/>
                    <a:pt x="534" y="503"/>
                  </a:cubicBezTo>
                  <a:cubicBezTo>
                    <a:pt x="408" y="503"/>
                    <a:pt x="282" y="488"/>
                    <a:pt x="159" y="460"/>
                  </a:cubicBezTo>
                  <a:cubicBezTo>
                    <a:pt x="95" y="460"/>
                    <a:pt x="32" y="491"/>
                    <a:pt x="32" y="586"/>
                  </a:cubicBezTo>
                  <a:cubicBezTo>
                    <a:pt x="0" y="650"/>
                    <a:pt x="32" y="713"/>
                    <a:pt x="127" y="713"/>
                  </a:cubicBezTo>
                  <a:cubicBezTo>
                    <a:pt x="254" y="745"/>
                    <a:pt x="380" y="776"/>
                    <a:pt x="507" y="776"/>
                  </a:cubicBezTo>
                  <a:cubicBezTo>
                    <a:pt x="1014" y="776"/>
                    <a:pt x="1521" y="586"/>
                    <a:pt x="1837" y="238"/>
                  </a:cubicBezTo>
                  <a:cubicBezTo>
                    <a:pt x="1901" y="175"/>
                    <a:pt x="1901" y="111"/>
                    <a:pt x="1837" y="48"/>
                  </a:cubicBezTo>
                  <a:cubicBezTo>
                    <a:pt x="1821" y="16"/>
                    <a:pt x="1790" y="0"/>
                    <a:pt x="175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328248" y="786631"/>
              <a:ext cx="55767" cy="38837"/>
            </a:xfrm>
            <a:custGeom>
              <a:avLst/>
              <a:gdLst/>
              <a:ahLst/>
              <a:cxnLst/>
              <a:rect l="l" t="t" r="r" b="b"/>
              <a:pathLst>
                <a:path w="1647" h="1147" extrusionOk="0">
                  <a:moveTo>
                    <a:pt x="1393" y="1"/>
                  </a:moveTo>
                  <a:cubicBezTo>
                    <a:pt x="772" y="1"/>
                    <a:pt x="180" y="425"/>
                    <a:pt x="32" y="988"/>
                  </a:cubicBezTo>
                  <a:cubicBezTo>
                    <a:pt x="0" y="1052"/>
                    <a:pt x="32" y="1115"/>
                    <a:pt x="127" y="1147"/>
                  </a:cubicBezTo>
                  <a:lnTo>
                    <a:pt x="159" y="1147"/>
                  </a:lnTo>
                  <a:cubicBezTo>
                    <a:pt x="190" y="1147"/>
                    <a:pt x="254" y="1083"/>
                    <a:pt x="285" y="1052"/>
                  </a:cubicBezTo>
                  <a:cubicBezTo>
                    <a:pt x="407" y="597"/>
                    <a:pt x="906" y="258"/>
                    <a:pt x="1420" y="258"/>
                  </a:cubicBezTo>
                  <a:cubicBezTo>
                    <a:pt x="1443" y="258"/>
                    <a:pt x="1466" y="259"/>
                    <a:pt x="1489" y="260"/>
                  </a:cubicBezTo>
                  <a:cubicBezTo>
                    <a:pt x="1500" y="266"/>
                    <a:pt x="1512" y="268"/>
                    <a:pt x="1523" y="268"/>
                  </a:cubicBezTo>
                  <a:cubicBezTo>
                    <a:pt x="1573" y="268"/>
                    <a:pt x="1615" y="217"/>
                    <a:pt x="1615" y="165"/>
                  </a:cubicBezTo>
                  <a:cubicBezTo>
                    <a:pt x="1647" y="70"/>
                    <a:pt x="1584" y="7"/>
                    <a:pt x="1520" y="7"/>
                  </a:cubicBezTo>
                  <a:cubicBezTo>
                    <a:pt x="1478" y="3"/>
                    <a:pt x="1435" y="1"/>
                    <a:pt x="13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70065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7" y="0"/>
                  </a:moveTo>
                  <a:cubicBezTo>
                    <a:pt x="64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cubicBezTo>
                    <a:pt x="349" y="285"/>
                    <a:pt x="539" y="444"/>
                    <a:pt x="634" y="539"/>
                  </a:cubicBezTo>
                  <a:cubicBezTo>
                    <a:pt x="1077" y="1045"/>
                    <a:pt x="1109" y="1267"/>
                    <a:pt x="1077" y="1932"/>
                  </a:cubicBezTo>
                  <a:cubicBezTo>
                    <a:pt x="1077" y="1996"/>
                    <a:pt x="1109" y="2059"/>
                    <a:pt x="1204" y="2059"/>
                  </a:cubicBezTo>
                  <a:cubicBezTo>
                    <a:pt x="1267" y="2059"/>
                    <a:pt x="1330" y="1996"/>
                    <a:pt x="1330" y="1932"/>
                  </a:cubicBezTo>
                  <a:cubicBezTo>
                    <a:pt x="1394" y="1204"/>
                    <a:pt x="1330" y="950"/>
                    <a:pt x="824" y="380"/>
                  </a:cubicBezTo>
                  <a:cubicBezTo>
                    <a:pt x="634" y="159"/>
                    <a:pt x="380" y="32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1304648" y="571010"/>
              <a:ext cx="78318" cy="47506"/>
            </a:xfrm>
            <a:custGeom>
              <a:avLst/>
              <a:gdLst/>
              <a:ahLst/>
              <a:cxnLst/>
              <a:rect l="l" t="t" r="r" b="b"/>
              <a:pathLst>
                <a:path w="2313" h="1403" extrusionOk="0">
                  <a:moveTo>
                    <a:pt x="726" y="0"/>
                  </a:moveTo>
                  <a:cubicBezTo>
                    <a:pt x="523" y="0"/>
                    <a:pt x="309" y="33"/>
                    <a:pt x="95" y="104"/>
                  </a:cubicBezTo>
                  <a:cubicBezTo>
                    <a:pt x="32" y="104"/>
                    <a:pt x="0" y="199"/>
                    <a:pt x="0" y="263"/>
                  </a:cubicBezTo>
                  <a:cubicBezTo>
                    <a:pt x="24" y="309"/>
                    <a:pt x="64" y="338"/>
                    <a:pt x="121" y="338"/>
                  </a:cubicBezTo>
                  <a:cubicBezTo>
                    <a:pt x="142" y="338"/>
                    <a:pt x="165" y="334"/>
                    <a:pt x="191" y="326"/>
                  </a:cubicBezTo>
                  <a:cubicBezTo>
                    <a:pt x="349" y="273"/>
                    <a:pt x="513" y="248"/>
                    <a:pt x="674" y="248"/>
                  </a:cubicBezTo>
                  <a:cubicBezTo>
                    <a:pt x="898" y="248"/>
                    <a:pt x="1114" y="297"/>
                    <a:pt x="1299" y="389"/>
                  </a:cubicBezTo>
                  <a:cubicBezTo>
                    <a:pt x="1647" y="548"/>
                    <a:pt x="1837" y="928"/>
                    <a:pt x="2059" y="1339"/>
                  </a:cubicBezTo>
                  <a:cubicBezTo>
                    <a:pt x="2059" y="1371"/>
                    <a:pt x="2122" y="1403"/>
                    <a:pt x="2154" y="1403"/>
                  </a:cubicBezTo>
                  <a:lnTo>
                    <a:pt x="2217" y="1403"/>
                  </a:lnTo>
                  <a:cubicBezTo>
                    <a:pt x="2281" y="1371"/>
                    <a:pt x="2312" y="1276"/>
                    <a:pt x="2281" y="1244"/>
                  </a:cubicBezTo>
                  <a:cubicBezTo>
                    <a:pt x="2091" y="864"/>
                    <a:pt x="1869" y="389"/>
                    <a:pt x="1394" y="136"/>
                  </a:cubicBezTo>
                  <a:cubicBezTo>
                    <a:pt x="1203" y="49"/>
                    <a:pt x="973" y="0"/>
                    <a:pt x="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267131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45" y="1"/>
                  </a:moveTo>
                  <a:cubicBezTo>
                    <a:pt x="129" y="1"/>
                    <a:pt x="112" y="5"/>
                    <a:pt x="95" y="13"/>
                  </a:cubicBezTo>
                  <a:cubicBezTo>
                    <a:pt x="32" y="45"/>
                    <a:pt x="0" y="140"/>
                    <a:pt x="32" y="203"/>
                  </a:cubicBezTo>
                  <a:cubicBezTo>
                    <a:pt x="253" y="678"/>
                    <a:pt x="633" y="1090"/>
                    <a:pt x="1077" y="1343"/>
                  </a:cubicBezTo>
                  <a:cubicBezTo>
                    <a:pt x="1108" y="1375"/>
                    <a:pt x="1140" y="1375"/>
                    <a:pt x="1172" y="1375"/>
                  </a:cubicBezTo>
                  <a:cubicBezTo>
                    <a:pt x="1203" y="1375"/>
                    <a:pt x="1235" y="1343"/>
                    <a:pt x="1267" y="1312"/>
                  </a:cubicBezTo>
                  <a:cubicBezTo>
                    <a:pt x="1299" y="1248"/>
                    <a:pt x="1299" y="1153"/>
                    <a:pt x="1235" y="1122"/>
                  </a:cubicBezTo>
                  <a:cubicBezTo>
                    <a:pt x="792" y="868"/>
                    <a:pt x="475" y="520"/>
                    <a:pt x="253" y="77"/>
                  </a:cubicBezTo>
                  <a:cubicBezTo>
                    <a:pt x="230" y="30"/>
                    <a:pt x="190" y="1"/>
                    <a:pt x="1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277831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27" y="0"/>
                  </a:moveTo>
                  <a:cubicBezTo>
                    <a:pt x="101" y="0"/>
                    <a:pt x="77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86" y="496"/>
                    <a:pt x="634" y="686"/>
                    <a:pt x="1014" y="718"/>
                  </a:cubicBezTo>
                  <a:lnTo>
                    <a:pt x="1046" y="718"/>
                  </a:lnTo>
                  <a:cubicBezTo>
                    <a:pt x="1109" y="718"/>
                    <a:pt x="1173" y="655"/>
                    <a:pt x="1173" y="591"/>
                  </a:cubicBezTo>
                  <a:cubicBezTo>
                    <a:pt x="1173" y="496"/>
                    <a:pt x="1109" y="465"/>
                    <a:pt x="1046" y="433"/>
                  </a:cubicBezTo>
                  <a:cubicBezTo>
                    <a:pt x="729" y="433"/>
                    <a:pt x="444" y="274"/>
                    <a:pt x="222" y="53"/>
                  </a:cubicBezTo>
                  <a:cubicBezTo>
                    <a:pt x="204" y="16"/>
                    <a:pt x="164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390449" y="679328"/>
              <a:ext cx="30034" cy="61422"/>
            </a:xfrm>
            <a:custGeom>
              <a:avLst/>
              <a:gdLst/>
              <a:ahLst/>
              <a:cxnLst/>
              <a:rect l="l" t="t" r="r" b="b"/>
              <a:pathLst>
                <a:path w="887" h="1814" extrusionOk="0">
                  <a:moveTo>
                    <a:pt x="725" y="0"/>
                  </a:moveTo>
                  <a:cubicBezTo>
                    <a:pt x="675" y="0"/>
                    <a:pt x="628" y="52"/>
                    <a:pt x="602" y="104"/>
                  </a:cubicBezTo>
                  <a:cubicBezTo>
                    <a:pt x="602" y="199"/>
                    <a:pt x="602" y="294"/>
                    <a:pt x="570" y="357"/>
                  </a:cubicBezTo>
                  <a:lnTo>
                    <a:pt x="538" y="389"/>
                  </a:lnTo>
                  <a:cubicBezTo>
                    <a:pt x="507" y="452"/>
                    <a:pt x="475" y="484"/>
                    <a:pt x="475" y="547"/>
                  </a:cubicBezTo>
                  <a:cubicBezTo>
                    <a:pt x="443" y="642"/>
                    <a:pt x="475" y="737"/>
                    <a:pt x="475" y="801"/>
                  </a:cubicBezTo>
                  <a:cubicBezTo>
                    <a:pt x="507" y="959"/>
                    <a:pt x="538" y="1117"/>
                    <a:pt x="475" y="1276"/>
                  </a:cubicBezTo>
                  <a:cubicBezTo>
                    <a:pt x="443" y="1434"/>
                    <a:pt x="285" y="1529"/>
                    <a:pt x="127" y="1561"/>
                  </a:cubicBezTo>
                  <a:cubicBezTo>
                    <a:pt x="63" y="1561"/>
                    <a:pt x="0" y="1624"/>
                    <a:pt x="0" y="1687"/>
                  </a:cubicBezTo>
                  <a:cubicBezTo>
                    <a:pt x="32" y="1751"/>
                    <a:pt x="63" y="1814"/>
                    <a:pt x="158" y="1814"/>
                  </a:cubicBezTo>
                  <a:cubicBezTo>
                    <a:pt x="412" y="1782"/>
                    <a:pt x="665" y="1592"/>
                    <a:pt x="728" y="1339"/>
                  </a:cubicBezTo>
                  <a:cubicBezTo>
                    <a:pt x="792" y="1149"/>
                    <a:pt x="760" y="927"/>
                    <a:pt x="728" y="737"/>
                  </a:cubicBezTo>
                  <a:cubicBezTo>
                    <a:pt x="728" y="706"/>
                    <a:pt x="728" y="642"/>
                    <a:pt x="728" y="611"/>
                  </a:cubicBezTo>
                  <a:cubicBezTo>
                    <a:pt x="728" y="579"/>
                    <a:pt x="760" y="547"/>
                    <a:pt x="760" y="515"/>
                  </a:cubicBezTo>
                  <a:cubicBezTo>
                    <a:pt x="760" y="515"/>
                    <a:pt x="792" y="484"/>
                    <a:pt x="792" y="452"/>
                  </a:cubicBezTo>
                  <a:cubicBezTo>
                    <a:pt x="855" y="357"/>
                    <a:pt x="855" y="230"/>
                    <a:pt x="887" y="135"/>
                  </a:cubicBezTo>
                  <a:cubicBezTo>
                    <a:pt x="887" y="72"/>
                    <a:pt x="823" y="9"/>
                    <a:pt x="760" y="9"/>
                  </a:cubicBezTo>
                  <a:cubicBezTo>
                    <a:pt x="748" y="3"/>
                    <a:pt x="737" y="0"/>
                    <a:pt x="72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1411882" y="530954"/>
              <a:ext cx="173736" cy="384582"/>
            </a:xfrm>
            <a:custGeom>
              <a:avLst/>
              <a:gdLst/>
              <a:ahLst/>
              <a:cxnLst/>
              <a:rect l="l" t="t" r="r" b="b"/>
              <a:pathLst>
                <a:path w="5131" h="11358" extrusionOk="0">
                  <a:moveTo>
                    <a:pt x="1106" y="0"/>
                  </a:moveTo>
                  <a:cubicBezTo>
                    <a:pt x="1022" y="0"/>
                    <a:pt x="939" y="7"/>
                    <a:pt x="855" y="20"/>
                  </a:cubicBezTo>
                  <a:cubicBezTo>
                    <a:pt x="475" y="115"/>
                    <a:pt x="64" y="464"/>
                    <a:pt x="127" y="907"/>
                  </a:cubicBezTo>
                  <a:cubicBezTo>
                    <a:pt x="127" y="1287"/>
                    <a:pt x="95" y="1667"/>
                    <a:pt x="95" y="2047"/>
                  </a:cubicBezTo>
                  <a:cubicBezTo>
                    <a:pt x="32" y="2839"/>
                    <a:pt x="0" y="3631"/>
                    <a:pt x="127" y="4391"/>
                  </a:cubicBezTo>
                  <a:cubicBezTo>
                    <a:pt x="159" y="4581"/>
                    <a:pt x="190" y="4866"/>
                    <a:pt x="380" y="5024"/>
                  </a:cubicBezTo>
                  <a:cubicBezTo>
                    <a:pt x="512" y="5155"/>
                    <a:pt x="703" y="5226"/>
                    <a:pt x="934" y="5226"/>
                  </a:cubicBezTo>
                  <a:cubicBezTo>
                    <a:pt x="1038" y="5226"/>
                    <a:pt x="1150" y="5212"/>
                    <a:pt x="1267" y="5183"/>
                  </a:cubicBezTo>
                  <a:cubicBezTo>
                    <a:pt x="1362" y="5151"/>
                    <a:pt x="1394" y="5088"/>
                    <a:pt x="1362" y="5024"/>
                  </a:cubicBezTo>
                  <a:cubicBezTo>
                    <a:pt x="1362" y="4972"/>
                    <a:pt x="1320" y="4921"/>
                    <a:pt x="1270" y="4921"/>
                  </a:cubicBezTo>
                  <a:cubicBezTo>
                    <a:pt x="1259" y="4921"/>
                    <a:pt x="1247" y="4923"/>
                    <a:pt x="1235" y="4929"/>
                  </a:cubicBezTo>
                  <a:cubicBezTo>
                    <a:pt x="1145" y="4942"/>
                    <a:pt x="1044" y="4955"/>
                    <a:pt x="943" y="4955"/>
                  </a:cubicBezTo>
                  <a:cubicBezTo>
                    <a:pt x="797" y="4955"/>
                    <a:pt x="651" y="4928"/>
                    <a:pt x="539" y="4834"/>
                  </a:cubicBezTo>
                  <a:cubicBezTo>
                    <a:pt x="444" y="4739"/>
                    <a:pt x="412" y="4549"/>
                    <a:pt x="380" y="4359"/>
                  </a:cubicBezTo>
                  <a:cubicBezTo>
                    <a:pt x="254" y="3631"/>
                    <a:pt x="317" y="2839"/>
                    <a:pt x="349" y="2047"/>
                  </a:cubicBezTo>
                  <a:cubicBezTo>
                    <a:pt x="349" y="1667"/>
                    <a:pt x="380" y="1287"/>
                    <a:pt x="380" y="907"/>
                  </a:cubicBezTo>
                  <a:cubicBezTo>
                    <a:pt x="317" y="591"/>
                    <a:pt x="634" y="337"/>
                    <a:pt x="919" y="274"/>
                  </a:cubicBezTo>
                  <a:cubicBezTo>
                    <a:pt x="988" y="260"/>
                    <a:pt x="1058" y="254"/>
                    <a:pt x="1128" y="254"/>
                  </a:cubicBezTo>
                  <a:cubicBezTo>
                    <a:pt x="1377" y="254"/>
                    <a:pt x="1635" y="333"/>
                    <a:pt x="1932" y="432"/>
                  </a:cubicBezTo>
                  <a:cubicBezTo>
                    <a:pt x="2217" y="527"/>
                    <a:pt x="2344" y="686"/>
                    <a:pt x="2502" y="907"/>
                  </a:cubicBezTo>
                  <a:cubicBezTo>
                    <a:pt x="2629" y="1066"/>
                    <a:pt x="2756" y="1256"/>
                    <a:pt x="2977" y="1382"/>
                  </a:cubicBezTo>
                  <a:cubicBezTo>
                    <a:pt x="3104" y="1446"/>
                    <a:pt x="3231" y="1477"/>
                    <a:pt x="3357" y="1509"/>
                  </a:cubicBezTo>
                  <a:cubicBezTo>
                    <a:pt x="3421" y="1509"/>
                    <a:pt x="3484" y="1541"/>
                    <a:pt x="3547" y="1572"/>
                  </a:cubicBezTo>
                  <a:cubicBezTo>
                    <a:pt x="3864" y="1699"/>
                    <a:pt x="4117" y="2016"/>
                    <a:pt x="4181" y="2396"/>
                  </a:cubicBezTo>
                  <a:cubicBezTo>
                    <a:pt x="4212" y="2712"/>
                    <a:pt x="4149" y="3029"/>
                    <a:pt x="3991" y="3346"/>
                  </a:cubicBezTo>
                  <a:cubicBezTo>
                    <a:pt x="3959" y="3409"/>
                    <a:pt x="3927" y="3441"/>
                    <a:pt x="3896" y="3472"/>
                  </a:cubicBezTo>
                  <a:cubicBezTo>
                    <a:pt x="3769" y="3662"/>
                    <a:pt x="3864" y="3726"/>
                    <a:pt x="3991" y="3852"/>
                  </a:cubicBezTo>
                  <a:cubicBezTo>
                    <a:pt x="4022" y="3852"/>
                    <a:pt x="4054" y="3884"/>
                    <a:pt x="4086" y="3947"/>
                  </a:cubicBezTo>
                  <a:cubicBezTo>
                    <a:pt x="4561" y="4359"/>
                    <a:pt x="4814" y="4897"/>
                    <a:pt x="4782" y="5404"/>
                  </a:cubicBezTo>
                  <a:cubicBezTo>
                    <a:pt x="4782" y="5594"/>
                    <a:pt x="4687" y="5784"/>
                    <a:pt x="4592" y="6006"/>
                  </a:cubicBezTo>
                  <a:cubicBezTo>
                    <a:pt x="4434" y="6259"/>
                    <a:pt x="4307" y="6513"/>
                    <a:pt x="4339" y="6829"/>
                  </a:cubicBezTo>
                  <a:cubicBezTo>
                    <a:pt x="4371" y="6956"/>
                    <a:pt x="4434" y="7051"/>
                    <a:pt x="4466" y="7178"/>
                  </a:cubicBezTo>
                  <a:lnTo>
                    <a:pt x="4497" y="7241"/>
                  </a:lnTo>
                  <a:cubicBezTo>
                    <a:pt x="4814" y="7938"/>
                    <a:pt x="4656" y="8824"/>
                    <a:pt x="4117" y="9331"/>
                  </a:cubicBezTo>
                  <a:lnTo>
                    <a:pt x="4086" y="9363"/>
                  </a:lnTo>
                  <a:cubicBezTo>
                    <a:pt x="3991" y="9426"/>
                    <a:pt x="3927" y="9521"/>
                    <a:pt x="3864" y="9648"/>
                  </a:cubicBezTo>
                  <a:cubicBezTo>
                    <a:pt x="3832" y="9711"/>
                    <a:pt x="3832" y="9806"/>
                    <a:pt x="3832" y="9901"/>
                  </a:cubicBezTo>
                  <a:lnTo>
                    <a:pt x="3801" y="9933"/>
                  </a:lnTo>
                  <a:cubicBezTo>
                    <a:pt x="3769" y="10281"/>
                    <a:pt x="3611" y="10535"/>
                    <a:pt x="3294" y="10693"/>
                  </a:cubicBezTo>
                  <a:cubicBezTo>
                    <a:pt x="3041" y="10851"/>
                    <a:pt x="2756" y="10883"/>
                    <a:pt x="2471" y="10915"/>
                  </a:cubicBezTo>
                  <a:cubicBezTo>
                    <a:pt x="2344" y="10915"/>
                    <a:pt x="2186" y="10946"/>
                    <a:pt x="2059" y="10978"/>
                  </a:cubicBezTo>
                  <a:cubicBezTo>
                    <a:pt x="1996" y="10978"/>
                    <a:pt x="1901" y="11010"/>
                    <a:pt x="1837" y="11010"/>
                  </a:cubicBezTo>
                  <a:cubicBezTo>
                    <a:pt x="1711" y="11041"/>
                    <a:pt x="1584" y="11073"/>
                    <a:pt x="1426" y="11073"/>
                  </a:cubicBezTo>
                  <a:cubicBezTo>
                    <a:pt x="1383" y="11083"/>
                    <a:pt x="1330" y="11091"/>
                    <a:pt x="1273" y="11091"/>
                  </a:cubicBezTo>
                  <a:cubicBezTo>
                    <a:pt x="1158" y="11091"/>
                    <a:pt x="1024" y="11062"/>
                    <a:pt x="919" y="10978"/>
                  </a:cubicBezTo>
                  <a:cubicBezTo>
                    <a:pt x="729" y="10883"/>
                    <a:pt x="602" y="10630"/>
                    <a:pt x="539" y="10281"/>
                  </a:cubicBezTo>
                  <a:cubicBezTo>
                    <a:pt x="412" y="9331"/>
                    <a:pt x="349" y="8286"/>
                    <a:pt x="444" y="7083"/>
                  </a:cubicBezTo>
                  <a:cubicBezTo>
                    <a:pt x="444" y="6829"/>
                    <a:pt x="475" y="6608"/>
                    <a:pt x="602" y="6449"/>
                  </a:cubicBezTo>
                  <a:cubicBezTo>
                    <a:pt x="697" y="6291"/>
                    <a:pt x="887" y="6196"/>
                    <a:pt x="1045" y="6196"/>
                  </a:cubicBezTo>
                  <a:cubicBezTo>
                    <a:pt x="1235" y="6196"/>
                    <a:pt x="1426" y="6291"/>
                    <a:pt x="1521" y="6449"/>
                  </a:cubicBezTo>
                  <a:cubicBezTo>
                    <a:pt x="1543" y="6472"/>
                    <a:pt x="1597" y="6494"/>
                    <a:pt x="1649" y="6494"/>
                  </a:cubicBezTo>
                  <a:cubicBezTo>
                    <a:pt x="1671" y="6494"/>
                    <a:pt x="1692" y="6490"/>
                    <a:pt x="1711" y="6481"/>
                  </a:cubicBezTo>
                  <a:cubicBezTo>
                    <a:pt x="1742" y="6418"/>
                    <a:pt x="1774" y="6354"/>
                    <a:pt x="1742" y="6291"/>
                  </a:cubicBezTo>
                  <a:cubicBezTo>
                    <a:pt x="1584" y="6069"/>
                    <a:pt x="1330" y="5943"/>
                    <a:pt x="1045" y="5943"/>
                  </a:cubicBezTo>
                  <a:cubicBezTo>
                    <a:pt x="792" y="5943"/>
                    <a:pt x="539" y="6069"/>
                    <a:pt x="380" y="6291"/>
                  </a:cubicBezTo>
                  <a:cubicBezTo>
                    <a:pt x="222" y="6513"/>
                    <a:pt x="190" y="6798"/>
                    <a:pt x="190" y="7051"/>
                  </a:cubicBezTo>
                  <a:cubicBezTo>
                    <a:pt x="95" y="8286"/>
                    <a:pt x="159" y="9363"/>
                    <a:pt x="285" y="10313"/>
                  </a:cubicBezTo>
                  <a:cubicBezTo>
                    <a:pt x="380" y="10756"/>
                    <a:pt x="507" y="11041"/>
                    <a:pt x="760" y="11200"/>
                  </a:cubicBezTo>
                  <a:cubicBezTo>
                    <a:pt x="919" y="11295"/>
                    <a:pt x="1109" y="11358"/>
                    <a:pt x="1330" y="11358"/>
                  </a:cubicBezTo>
                  <a:cubicBezTo>
                    <a:pt x="1362" y="11358"/>
                    <a:pt x="1426" y="11358"/>
                    <a:pt x="1457" y="11326"/>
                  </a:cubicBezTo>
                  <a:cubicBezTo>
                    <a:pt x="1616" y="11326"/>
                    <a:pt x="1742" y="11295"/>
                    <a:pt x="1901" y="11263"/>
                  </a:cubicBezTo>
                  <a:cubicBezTo>
                    <a:pt x="1964" y="11231"/>
                    <a:pt x="2027" y="11231"/>
                    <a:pt x="2122" y="11200"/>
                  </a:cubicBezTo>
                  <a:cubicBezTo>
                    <a:pt x="2249" y="11168"/>
                    <a:pt x="2376" y="11168"/>
                    <a:pt x="2502" y="11168"/>
                  </a:cubicBezTo>
                  <a:cubicBezTo>
                    <a:pt x="2819" y="11136"/>
                    <a:pt x="3136" y="11073"/>
                    <a:pt x="3421" y="10915"/>
                  </a:cubicBezTo>
                  <a:cubicBezTo>
                    <a:pt x="3801" y="10725"/>
                    <a:pt x="4022" y="10376"/>
                    <a:pt x="4086" y="9965"/>
                  </a:cubicBezTo>
                  <a:lnTo>
                    <a:pt x="4086" y="9901"/>
                  </a:lnTo>
                  <a:cubicBezTo>
                    <a:pt x="4086" y="9838"/>
                    <a:pt x="4086" y="9775"/>
                    <a:pt x="4117" y="9743"/>
                  </a:cubicBezTo>
                  <a:cubicBezTo>
                    <a:pt x="4149" y="9679"/>
                    <a:pt x="4212" y="9616"/>
                    <a:pt x="4276" y="9553"/>
                  </a:cubicBezTo>
                  <a:lnTo>
                    <a:pt x="4307" y="9521"/>
                  </a:lnTo>
                  <a:cubicBezTo>
                    <a:pt x="4909" y="8919"/>
                    <a:pt x="5131" y="7906"/>
                    <a:pt x="4751" y="7146"/>
                  </a:cubicBezTo>
                  <a:lnTo>
                    <a:pt x="4719" y="7051"/>
                  </a:lnTo>
                  <a:cubicBezTo>
                    <a:pt x="4656" y="6956"/>
                    <a:pt x="4624" y="6861"/>
                    <a:pt x="4624" y="6798"/>
                  </a:cubicBezTo>
                  <a:cubicBezTo>
                    <a:pt x="4561" y="6576"/>
                    <a:pt x="4687" y="6354"/>
                    <a:pt x="4814" y="6101"/>
                  </a:cubicBezTo>
                  <a:cubicBezTo>
                    <a:pt x="4941" y="5911"/>
                    <a:pt x="5036" y="5689"/>
                    <a:pt x="5067" y="5436"/>
                  </a:cubicBezTo>
                  <a:cubicBezTo>
                    <a:pt x="5099" y="4834"/>
                    <a:pt x="4814" y="4201"/>
                    <a:pt x="4276" y="3726"/>
                  </a:cubicBezTo>
                  <a:cubicBezTo>
                    <a:pt x="4212" y="3694"/>
                    <a:pt x="4181" y="3662"/>
                    <a:pt x="4149" y="3631"/>
                  </a:cubicBezTo>
                  <a:cubicBezTo>
                    <a:pt x="4149" y="3631"/>
                    <a:pt x="4117" y="3631"/>
                    <a:pt x="4117" y="3599"/>
                  </a:cubicBezTo>
                  <a:cubicBezTo>
                    <a:pt x="4149" y="3567"/>
                    <a:pt x="4181" y="3536"/>
                    <a:pt x="4212" y="3472"/>
                  </a:cubicBezTo>
                  <a:cubicBezTo>
                    <a:pt x="4402" y="3124"/>
                    <a:pt x="4497" y="2744"/>
                    <a:pt x="4434" y="2364"/>
                  </a:cubicBezTo>
                  <a:cubicBezTo>
                    <a:pt x="4371" y="1889"/>
                    <a:pt x="4054" y="1477"/>
                    <a:pt x="3642" y="1319"/>
                  </a:cubicBezTo>
                  <a:cubicBezTo>
                    <a:pt x="3579" y="1287"/>
                    <a:pt x="3484" y="1287"/>
                    <a:pt x="3421" y="1256"/>
                  </a:cubicBezTo>
                  <a:cubicBezTo>
                    <a:pt x="3294" y="1224"/>
                    <a:pt x="3199" y="1192"/>
                    <a:pt x="3136" y="1161"/>
                  </a:cubicBezTo>
                  <a:cubicBezTo>
                    <a:pt x="2946" y="1066"/>
                    <a:pt x="2819" y="907"/>
                    <a:pt x="2692" y="749"/>
                  </a:cubicBezTo>
                  <a:cubicBezTo>
                    <a:pt x="2566" y="527"/>
                    <a:pt x="2376" y="306"/>
                    <a:pt x="2027" y="179"/>
                  </a:cubicBezTo>
                  <a:cubicBezTo>
                    <a:pt x="1706" y="80"/>
                    <a:pt x="1404" y="0"/>
                    <a:pt x="11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1462266" y="646010"/>
              <a:ext cx="103002" cy="36840"/>
            </a:xfrm>
            <a:custGeom>
              <a:avLst/>
              <a:gdLst/>
              <a:ahLst/>
              <a:cxnLst/>
              <a:rect l="l" t="t" r="r" b="b"/>
              <a:pathLst>
                <a:path w="3042" h="1088" extrusionOk="0">
                  <a:moveTo>
                    <a:pt x="1620" y="0"/>
                  </a:moveTo>
                  <a:cubicBezTo>
                    <a:pt x="1555" y="0"/>
                    <a:pt x="1491" y="4"/>
                    <a:pt x="1426" y="11"/>
                  </a:cubicBezTo>
                  <a:cubicBezTo>
                    <a:pt x="824" y="74"/>
                    <a:pt x="286" y="423"/>
                    <a:pt x="33" y="898"/>
                  </a:cubicBezTo>
                  <a:cubicBezTo>
                    <a:pt x="1" y="961"/>
                    <a:pt x="1" y="1056"/>
                    <a:pt x="64" y="1088"/>
                  </a:cubicBezTo>
                  <a:lnTo>
                    <a:pt x="128" y="1088"/>
                  </a:lnTo>
                  <a:cubicBezTo>
                    <a:pt x="191" y="1088"/>
                    <a:pt x="223" y="1088"/>
                    <a:pt x="254" y="1024"/>
                  </a:cubicBezTo>
                  <a:cubicBezTo>
                    <a:pt x="476" y="613"/>
                    <a:pt x="951" y="328"/>
                    <a:pt x="1458" y="264"/>
                  </a:cubicBezTo>
                  <a:cubicBezTo>
                    <a:pt x="1518" y="256"/>
                    <a:pt x="1580" y="252"/>
                    <a:pt x="1643" y="252"/>
                  </a:cubicBezTo>
                  <a:cubicBezTo>
                    <a:pt x="2067" y="252"/>
                    <a:pt x="2512" y="436"/>
                    <a:pt x="2788" y="739"/>
                  </a:cubicBezTo>
                  <a:cubicBezTo>
                    <a:pt x="2825" y="777"/>
                    <a:pt x="2873" y="792"/>
                    <a:pt x="2913" y="792"/>
                  </a:cubicBezTo>
                  <a:cubicBezTo>
                    <a:pt x="2941" y="792"/>
                    <a:pt x="2965" y="784"/>
                    <a:pt x="2978" y="771"/>
                  </a:cubicBezTo>
                  <a:cubicBezTo>
                    <a:pt x="3041" y="708"/>
                    <a:pt x="3041" y="644"/>
                    <a:pt x="2978" y="581"/>
                  </a:cubicBezTo>
                  <a:cubicBezTo>
                    <a:pt x="2641" y="216"/>
                    <a:pt x="2129" y="0"/>
                    <a:pt x="16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455833" y="869791"/>
              <a:ext cx="47235" cy="25395"/>
            </a:xfrm>
            <a:custGeom>
              <a:avLst/>
              <a:gdLst/>
              <a:ahLst/>
              <a:cxnLst/>
              <a:rect l="l" t="t" r="r" b="b"/>
              <a:pathLst>
                <a:path w="1395" h="750" extrusionOk="0">
                  <a:moveTo>
                    <a:pt x="1243" y="0"/>
                  </a:moveTo>
                  <a:cubicBezTo>
                    <a:pt x="1200" y="0"/>
                    <a:pt x="1159" y="15"/>
                    <a:pt x="1141" y="53"/>
                  </a:cubicBezTo>
                  <a:cubicBezTo>
                    <a:pt x="975" y="328"/>
                    <a:pt x="642" y="508"/>
                    <a:pt x="307" y="508"/>
                  </a:cubicBezTo>
                  <a:cubicBezTo>
                    <a:pt x="258" y="508"/>
                    <a:pt x="208" y="504"/>
                    <a:pt x="159" y="496"/>
                  </a:cubicBezTo>
                  <a:cubicBezTo>
                    <a:pt x="142" y="490"/>
                    <a:pt x="125" y="487"/>
                    <a:pt x="110" y="487"/>
                  </a:cubicBezTo>
                  <a:cubicBezTo>
                    <a:pt x="43" y="487"/>
                    <a:pt x="1" y="539"/>
                    <a:pt x="1" y="591"/>
                  </a:cubicBezTo>
                  <a:cubicBezTo>
                    <a:pt x="1" y="654"/>
                    <a:pt x="32" y="749"/>
                    <a:pt x="96" y="749"/>
                  </a:cubicBezTo>
                  <a:lnTo>
                    <a:pt x="318" y="749"/>
                  </a:lnTo>
                  <a:cubicBezTo>
                    <a:pt x="729" y="749"/>
                    <a:pt x="1173" y="528"/>
                    <a:pt x="1363" y="211"/>
                  </a:cubicBezTo>
                  <a:cubicBezTo>
                    <a:pt x="1394" y="148"/>
                    <a:pt x="1394" y="53"/>
                    <a:pt x="1331" y="21"/>
                  </a:cubicBezTo>
                  <a:cubicBezTo>
                    <a:pt x="1305" y="8"/>
                    <a:pt x="1273" y="0"/>
                    <a:pt x="12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438699" y="550931"/>
              <a:ext cx="38634" cy="31117"/>
            </a:xfrm>
            <a:custGeom>
              <a:avLst/>
              <a:gdLst/>
              <a:ahLst/>
              <a:cxnLst/>
              <a:rect l="l" t="t" r="r" b="b"/>
              <a:pathLst>
                <a:path w="1141" h="919" extrusionOk="0">
                  <a:moveTo>
                    <a:pt x="1014" y="1"/>
                  </a:moveTo>
                  <a:cubicBezTo>
                    <a:pt x="570" y="32"/>
                    <a:pt x="158" y="349"/>
                    <a:pt x="0" y="761"/>
                  </a:cubicBezTo>
                  <a:cubicBezTo>
                    <a:pt x="0" y="824"/>
                    <a:pt x="32" y="887"/>
                    <a:pt x="95" y="919"/>
                  </a:cubicBezTo>
                  <a:lnTo>
                    <a:pt x="127" y="919"/>
                  </a:lnTo>
                  <a:cubicBezTo>
                    <a:pt x="190" y="919"/>
                    <a:pt x="253" y="887"/>
                    <a:pt x="253" y="824"/>
                  </a:cubicBezTo>
                  <a:cubicBezTo>
                    <a:pt x="348" y="539"/>
                    <a:pt x="697" y="286"/>
                    <a:pt x="1045" y="254"/>
                  </a:cubicBezTo>
                  <a:cubicBezTo>
                    <a:pt x="1109" y="254"/>
                    <a:pt x="1140" y="191"/>
                    <a:pt x="1140" y="127"/>
                  </a:cubicBezTo>
                  <a:cubicBezTo>
                    <a:pt x="1140" y="64"/>
                    <a:pt x="1077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454783" y="682410"/>
              <a:ext cx="82585" cy="48691"/>
            </a:xfrm>
            <a:custGeom>
              <a:avLst/>
              <a:gdLst/>
              <a:ahLst/>
              <a:cxnLst/>
              <a:rect l="l" t="t" r="r" b="b"/>
              <a:pathLst>
                <a:path w="2439" h="1438" extrusionOk="0">
                  <a:moveTo>
                    <a:pt x="2292" y="1"/>
                  </a:moveTo>
                  <a:cubicBezTo>
                    <a:pt x="2239" y="1"/>
                    <a:pt x="2185" y="37"/>
                    <a:pt x="2185" y="108"/>
                  </a:cubicBezTo>
                  <a:cubicBezTo>
                    <a:pt x="2090" y="424"/>
                    <a:pt x="1774" y="741"/>
                    <a:pt x="1394" y="931"/>
                  </a:cubicBezTo>
                  <a:cubicBezTo>
                    <a:pt x="1109" y="1090"/>
                    <a:pt x="729" y="1153"/>
                    <a:pt x="349" y="1153"/>
                  </a:cubicBezTo>
                  <a:cubicBezTo>
                    <a:pt x="327" y="1153"/>
                    <a:pt x="292" y="1139"/>
                    <a:pt x="262" y="1139"/>
                  </a:cubicBezTo>
                  <a:cubicBezTo>
                    <a:pt x="246" y="1139"/>
                    <a:pt x="232" y="1142"/>
                    <a:pt x="222" y="1153"/>
                  </a:cubicBezTo>
                  <a:lnTo>
                    <a:pt x="127" y="1153"/>
                  </a:lnTo>
                  <a:cubicBezTo>
                    <a:pt x="63" y="1185"/>
                    <a:pt x="0" y="1248"/>
                    <a:pt x="32" y="1311"/>
                  </a:cubicBezTo>
                  <a:cubicBezTo>
                    <a:pt x="32" y="1375"/>
                    <a:pt x="63" y="1406"/>
                    <a:pt x="127" y="1438"/>
                  </a:cubicBezTo>
                  <a:lnTo>
                    <a:pt x="285" y="1438"/>
                  </a:lnTo>
                  <a:cubicBezTo>
                    <a:pt x="760" y="1438"/>
                    <a:pt x="1172" y="1343"/>
                    <a:pt x="1520" y="1185"/>
                  </a:cubicBezTo>
                  <a:cubicBezTo>
                    <a:pt x="1964" y="963"/>
                    <a:pt x="2312" y="583"/>
                    <a:pt x="2439" y="171"/>
                  </a:cubicBezTo>
                  <a:cubicBezTo>
                    <a:pt x="2439" y="108"/>
                    <a:pt x="2407" y="13"/>
                    <a:pt x="2344" y="13"/>
                  </a:cubicBezTo>
                  <a:cubicBezTo>
                    <a:pt x="2328" y="5"/>
                    <a:pt x="2310" y="1"/>
                    <a:pt x="22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1477300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43" y="0"/>
                  </a:moveTo>
                  <a:cubicBezTo>
                    <a:pt x="111" y="0"/>
                    <a:pt x="79" y="16"/>
                    <a:pt x="64" y="48"/>
                  </a:cubicBezTo>
                  <a:cubicBezTo>
                    <a:pt x="0" y="80"/>
                    <a:pt x="0" y="175"/>
                    <a:pt x="64" y="238"/>
                  </a:cubicBezTo>
                  <a:cubicBezTo>
                    <a:pt x="380" y="586"/>
                    <a:pt x="887" y="776"/>
                    <a:pt x="1394" y="776"/>
                  </a:cubicBezTo>
                  <a:cubicBezTo>
                    <a:pt x="1520" y="776"/>
                    <a:pt x="1647" y="745"/>
                    <a:pt x="1774" y="713"/>
                  </a:cubicBezTo>
                  <a:cubicBezTo>
                    <a:pt x="1869" y="713"/>
                    <a:pt x="1900" y="650"/>
                    <a:pt x="1869" y="586"/>
                  </a:cubicBezTo>
                  <a:cubicBezTo>
                    <a:pt x="1869" y="491"/>
                    <a:pt x="1805" y="460"/>
                    <a:pt x="1742" y="460"/>
                  </a:cubicBezTo>
                  <a:cubicBezTo>
                    <a:pt x="1619" y="488"/>
                    <a:pt x="1493" y="503"/>
                    <a:pt x="1367" y="503"/>
                  </a:cubicBezTo>
                  <a:cubicBezTo>
                    <a:pt x="941" y="503"/>
                    <a:pt x="515" y="341"/>
                    <a:pt x="222" y="48"/>
                  </a:cubicBezTo>
                  <a:cubicBezTo>
                    <a:pt x="206" y="16"/>
                    <a:pt x="174" y="0"/>
                    <a:pt x="1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453699" y="786631"/>
              <a:ext cx="54718" cy="38837"/>
            </a:xfrm>
            <a:custGeom>
              <a:avLst/>
              <a:gdLst/>
              <a:ahLst/>
              <a:cxnLst/>
              <a:rect l="l" t="t" r="r" b="b"/>
              <a:pathLst>
                <a:path w="1616" h="1147" extrusionOk="0">
                  <a:moveTo>
                    <a:pt x="249" y="1"/>
                  </a:moveTo>
                  <a:cubicBezTo>
                    <a:pt x="208" y="1"/>
                    <a:pt x="168" y="3"/>
                    <a:pt x="127" y="7"/>
                  </a:cubicBezTo>
                  <a:cubicBezTo>
                    <a:pt x="32" y="7"/>
                    <a:pt x="0" y="70"/>
                    <a:pt x="0" y="133"/>
                  </a:cubicBezTo>
                  <a:cubicBezTo>
                    <a:pt x="0" y="228"/>
                    <a:pt x="64" y="260"/>
                    <a:pt x="127" y="260"/>
                  </a:cubicBezTo>
                  <a:cubicBezTo>
                    <a:pt x="150" y="259"/>
                    <a:pt x="173" y="258"/>
                    <a:pt x="195" y="258"/>
                  </a:cubicBezTo>
                  <a:cubicBezTo>
                    <a:pt x="710" y="258"/>
                    <a:pt x="1211" y="597"/>
                    <a:pt x="1362" y="1052"/>
                  </a:cubicBezTo>
                  <a:cubicBezTo>
                    <a:pt x="1362" y="1083"/>
                    <a:pt x="1426" y="1147"/>
                    <a:pt x="1489" y="1147"/>
                  </a:cubicBezTo>
                  <a:cubicBezTo>
                    <a:pt x="1489" y="1147"/>
                    <a:pt x="1489" y="1147"/>
                    <a:pt x="1521" y="1115"/>
                  </a:cubicBezTo>
                  <a:cubicBezTo>
                    <a:pt x="1584" y="1115"/>
                    <a:pt x="1616" y="1020"/>
                    <a:pt x="1616" y="957"/>
                  </a:cubicBezTo>
                  <a:cubicBezTo>
                    <a:pt x="1438" y="423"/>
                    <a:pt x="844" y="1"/>
                    <a:pt x="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1419399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67" y="0"/>
                  </a:moveTo>
                  <a:cubicBezTo>
                    <a:pt x="1013" y="0"/>
                    <a:pt x="760" y="127"/>
                    <a:pt x="570" y="380"/>
                  </a:cubicBezTo>
                  <a:cubicBezTo>
                    <a:pt x="63" y="950"/>
                    <a:pt x="0" y="1204"/>
                    <a:pt x="63" y="1932"/>
                  </a:cubicBezTo>
                  <a:cubicBezTo>
                    <a:pt x="63" y="1996"/>
                    <a:pt x="127" y="2059"/>
                    <a:pt x="190" y="2059"/>
                  </a:cubicBezTo>
                  <a:lnTo>
                    <a:pt x="222" y="2059"/>
                  </a:lnTo>
                  <a:cubicBezTo>
                    <a:pt x="285" y="2059"/>
                    <a:pt x="317" y="1996"/>
                    <a:pt x="317" y="1932"/>
                  </a:cubicBezTo>
                  <a:cubicBezTo>
                    <a:pt x="285" y="1267"/>
                    <a:pt x="317" y="1045"/>
                    <a:pt x="760" y="539"/>
                  </a:cubicBezTo>
                  <a:cubicBezTo>
                    <a:pt x="855" y="444"/>
                    <a:pt x="1045" y="285"/>
                    <a:pt x="1267" y="254"/>
                  </a:cubicBezTo>
                  <a:cubicBezTo>
                    <a:pt x="1330" y="254"/>
                    <a:pt x="1394" y="222"/>
                    <a:pt x="1394" y="127"/>
                  </a:cubicBezTo>
                  <a:cubicBezTo>
                    <a:pt x="1394" y="64"/>
                    <a:pt x="1330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1453699" y="570469"/>
              <a:ext cx="78318" cy="48047"/>
            </a:xfrm>
            <a:custGeom>
              <a:avLst/>
              <a:gdLst/>
              <a:ahLst/>
              <a:cxnLst/>
              <a:rect l="l" t="t" r="r" b="b"/>
              <a:pathLst>
                <a:path w="2313" h="1419" extrusionOk="0">
                  <a:moveTo>
                    <a:pt x="1588" y="0"/>
                  </a:moveTo>
                  <a:cubicBezTo>
                    <a:pt x="1341" y="0"/>
                    <a:pt x="1111" y="47"/>
                    <a:pt x="919" y="152"/>
                  </a:cubicBezTo>
                  <a:cubicBezTo>
                    <a:pt x="444" y="405"/>
                    <a:pt x="191" y="880"/>
                    <a:pt x="32" y="1229"/>
                  </a:cubicBezTo>
                  <a:cubicBezTo>
                    <a:pt x="0" y="1292"/>
                    <a:pt x="32" y="1387"/>
                    <a:pt x="95" y="1419"/>
                  </a:cubicBezTo>
                  <a:lnTo>
                    <a:pt x="159" y="1419"/>
                  </a:lnTo>
                  <a:cubicBezTo>
                    <a:pt x="191" y="1419"/>
                    <a:pt x="254" y="1387"/>
                    <a:pt x="254" y="1355"/>
                  </a:cubicBezTo>
                  <a:cubicBezTo>
                    <a:pt x="476" y="944"/>
                    <a:pt x="666" y="564"/>
                    <a:pt x="1046" y="374"/>
                  </a:cubicBezTo>
                  <a:cubicBezTo>
                    <a:pt x="1206" y="302"/>
                    <a:pt x="1406" y="261"/>
                    <a:pt x="1623" y="261"/>
                  </a:cubicBezTo>
                  <a:cubicBezTo>
                    <a:pt x="1793" y="261"/>
                    <a:pt x="1973" y="286"/>
                    <a:pt x="2154" y="342"/>
                  </a:cubicBezTo>
                  <a:cubicBezTo>
                    <a:pt x="2171" y="350"/>
                    <a:pt x="2188" y="354"/>
                    <a:pt x="2204" y="354"/>
                  </a:cubicBezTo>
                  <a:cubicBezTo>
                    <a:pt x="2249" y="354"/>
                    <a:pt x="2289" y="325"/>
                    <a:pt x="2312" y="279"/>
                  </a:cubicBezTo>
                  <a:cubicBezTo>
                    <a:pt x="2312" y="184"/>
                    <a:pt x="2281" y="120"/>
                    <a:pt x="2217" y="89"/>
                  </a:cubicBezTo>
                  <a:cubicBezTo>
                    <a:pt x="2004" y="32"/>
                    <a:pt x="1790" y="0"/>
                    <a:pt x="15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525550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180" y="1"/>
                  </a:moveTo>
                  <a:cubicBezTo>
                    <a:pt x="1126" y="1"/>
                    <a:pt x="1069" y="30"/>
                    <a:pt x="1045" y="77"/>
                  </a:cubicBezTo>
                  <a:cubicBezTo>
                    <a:pt x="855" y="520"/>
                    <a:pt x="507" y="900"/>
                    <a:pt x="95" y="1122"/>
                  </a:cubicBezTo>
                  <a:cubicBezTo>
                    <a:pt x="32" y="1153"/>
                    <a:pt x="0" y="1248"/>
                    <a:pt x="32" y="1312"/>
                  </a:cubicBezTo>
                  <a:cubicBezTo>
                    <a:pt x="64" y="1343"/>
                    <a:pt x="95" y="1375"/>
                    <a:pt x="159" y="1375"/>
                  </a:cubicBezTo>
                  <a:cubicBezTo>
                    <a:pt x="159" y="1375"/>
                    <a:pt x="190" y="1375"/>
                    <a:pt x="222" y="1343"/>
                  </a:cubicBezTo>
                  <a:cubicBezTo>
                    <a:pt x="665" y="1090"/>
                    <a:pt x="1045" y="678"/>
                    <a:pt x="1299" y="203"/>
                  </a:cubicBezTo>
                  <a:cubicBezTo>
                    <a:pt x="1299" y="140"/>
                    <a:pt x="1299" y="45"/>
                    <a:pt x="1235" y="13"/>
                  </a:cubicBezTo>
                  <a:cubicBezTo>
                    <a:pt x="1218" y="5"/>
                    <a:pt x="1199" y="1"/>
                    <a:pt x="118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519117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046" y="0"/>
                  </a:moveTo>
                  <a:cubicBezTo>
                    <a:pt x="1009" y="0"/>
                    <a:pt x="969" y="16"/>
                    <a:pt x="950" y="53"/>
                  </a:cubicBezTo>
                  <a:cubicBezTo>
                    <a:pt x="760" y="274"/>
                    <a:pt x="444" y="433"/>
                    <a:pt x="127" y="433"/>
                  </a:cubicBezTo>
                  <a:cubicBezTo>
                    <a:pt x="64" y="465"/>
                    <a:pt x="0" y="496"/>
                    <a:pt x="0" y="591"/>
                  </a:cubicBezTo>
                  <a:cubicBezTo>
                    <a:pt x="32" y="655"/>
                    <a:pt x="95" y="718"/>
                    <a:pt x="159" y="718"/>
                  </a:cubicBezTo>
                  <a:cubicBezTo>
                    <a:pt x="539" y="686"/>
                    <a:pt x="919" y="496"/>
                    <a:pt x="1140" y="211"/>
                  </a:cubicBezTo>
                  <a:cubicBezTo>
                    <a:pt x="1172" y="148"/>
                    <a:pt x="1172" y="53"/>
                    <a:pt x="1109" y="21"/>
                  </a:cubicBezTo>
                  <a:cubicBezTo>
                    <a:pt x="1096" y="8"/>
                    <a:pt x="1072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1416182" y="679599"/>
              <a:ext cx="30034" cy="61151"/>
            </a:xfrm>
            <a:custGeom>
              <a:avLst/>
              <a:gdLst/>
              <a:ahLst/>
              <a:cxnLst/>
              <a:rect l="l" t="t" r="r" b="b"/>
              <a:pathLst>
                <a:path w="887" h="1806" extrusionOk="0">
                  <a:moveTo>
                    <a:pt x="127" y="1"/>
                  </a:moveTo>
                  <a:cubicBezTo>
                    <a:pt x="63" y="1"/>
                    <a:pt x="0" y="64"/>
                    <a:pt x="32" y="159"/>
                  </a:cubicBezTo>
                  <a:cubicBezTo>
                    <a:pt x="32" y="254"/>
                    <a:pt x="63" y="349"/>
                    <a:pt x="95" y="476"/>
                  </a:cubicBezTo>
                  <a:cubicBezTo>
                    <a:pt x="127" y="476"/>
                    <a:pt x="127" y="507"/>
                    <a:pt x="127" y="507"/>
                  </a:cubicBezTo>
                  <a:cubicBezTo>
                    <a:pt x="158" y="539"/>
                    <a:pt x="158" y="571"/>
                    <a:pt x="158" y="603"/>
                  </a:cubicBezTo>
                  <a:cubicBezTo>
                    <a:pt x="190" y="634"/>
                    <a:pt x="158" y="698"/>
                    <a:pt x="158" y="729"/>
                  </a:cubicBezTo>
                  <a:cubicBezTo>
                    <a:pt x="127" y="919"/>
                    <a:pt x="95" y="1141"/>
                    <a:pt x="158" y="1363"/>
                  </a:cubicBezTo>
                  <a:cubicBezTo>
                    <a:pt x="253" y="1584"/>
                    <a:pt x="475" y="1774"/>
                    <a:pt x="728" y="1806"/>
                  </a:cubicBezTo>
                  <a:lnTo>
                    <a:pt x="760" y="1806"/>
                  </a:lnTo>
                  <a:cubicBezTo>
                    <a:pt x="823" y="1806"/>
                    <a:pt x="887" y="1743"/>
                    <a:pt x="887" y="1679"/>
                  </a:cubicBezTo>
                  <a:cubicBezTo>
                    <a:pt x="887" y="1616"/>
                    <a:pt x="823" y="1553"/>
                    <a:pt x="760" y="1553"/>
                  </a:cubicBezTo>
                  <a:cubicBezTo>
                    <a:pt x="602" y="1553"/>
                    <a:pt x="443" y="1426"/>
                    <a:pt x="412" y="1268"/>
                  </a:cubicBezTo>
                  <a:cubicBezTo>
                    <a:pt x="348" y="1141"/>
                    <a:pt x="380" y="951"/>
                    <a:pt x="412" y="793"/>
                  </a:cubicBezTo>
                  <a:cubicBezTo>
                    <a:pt x="443" y="729"/>
                    <a:pt x="443" y="634"/>
                    <a:pt x="412" y="539"/>
                  </a:cubicBezTo>
                  <a:cubicBezTo>
                    <a:pt x="412" y="507"/>
                    <a:pt x="380" y="444"/>
                    <a:pt x="348" y="412"/>
                  </a:cubicBezTo>
                  <a:lnTo>
                    <a:pt x="348" y="349"/>
                  </a:lnTo>
                  <a:cubicBezTo>
                    <a:pt x="317" y="286"/>
                    <a:pt x="285" y="191"/>
                    <a:pt x="285" y="96"/>
                  </a:cubicBezTo>
                  <a:cubicBezTo>
                    <a:pt x="285" y="32"/>
                    <a:pt x="190" y="1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10734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49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49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23"/>
          <p:cNvGrpSpPr/>
          <p:nvPr/>
        </p:nvGrpSpPr>
        <p:grpSpPr>
          <a:xfrm>
            <a:off x="1201904" y="2201024"/>
            <a:ext cx="575077" cy="576079"/>
            <a:chOff x="1107345" y="1926697"/>
            <a:chExt cx="621974" cy="623058"/>
          </a:xfrm>
        </p:grpSpPr>
        <p:sp>
          <p:nvSpPr>
            <p:cNvPr id="1803" name="Google Shape;1803;p23"/>
            <p:cNvSpPr/>
            <p:nvPr/>
          </p:nvSpPr>
          <p:spPr>
            <a:xfrm>
              <a:off x="1212413" y="2022758"/>
              <a:ext cx="427889" cy="427279"/>
            </a:xfrm>
            <a:custGeom>
              <a:avLst/>
              <a:gdLst/>
              <a:ahLst/>
              <a:cxnLst/>
              <a:rect l="l" t="t" r="r" b="b"/>
              <a:pathLst>
                <a:path w="12637" h="12619" extrusionOk="0">
                  <a:moveTo>
                    <a:pt x="4815" y="299"/>
                  </a:moveTo>
                  <a:lnTo>
                    <a:pt x="6303" y="1724"/>
                  </a:lnTo>
                  <a:cubicBezTo>
                    <a:pt x="6335" y="1724"/>
                    <a:pt x="6366" y="1756"/>
                    <a:pt x="6398" y="1756"/>
                  </a:cubicBezTo>
                  <a:lnTo>
                    <a:pt x="6525" y="1756"/>
                  </a:lnTo>
                  <a:cubicBezTo>
                    <a:pt x="6556" y="1756"/>
                    <a:pt x="6588" y="1756"/>
                    <a:pt x="6620" y="1724"/>
                  </a:cubicBezTo>
                  <a:lnTo>
                    <a:pt x="8235" y="426"/>
                  </a:lnTo>
                  <a:lnTo>
                    <a:pt x="9502" y="996"/>
                  </a:lnTo>
                  <a:lnTo>
                    <a:pt x="9565" y="3054"/>
                  </a:lnTo>
                  <a:cubicBezTo>
                    <a:pt x="9565" y="3086"/>
                    <a:pt x="9565" y="3117"/>
                    <a:pt x="9597" y="3149"/>
                  </a:cubicBezTo>
                  <a:lnTo>
                    <a:pt x="9692" y="3244"/>
                  </a:lnTo>
                  <a:cubicBezTo>
                    <a:pt x="9723" y="3276"/>
                    <a:pt x="9755" y="3276"/>
                    <a:pt x="9787" y="3276"/>
                  </a:cubicBezTo>
                  <a:lnTo>
                    <a:pt x="11845" y="3497"/>
                  </a:lnTo>
                  <a:lnTo>
                    <a:pt x="12320" y="4828"/>
                  </a:lnTo>
                  <a:lnTo>
                    <a:pt x="10990" y="6253"/>
                  </a:lnTo>
                  <a:cubicBezTo>
                    <a:pt x="10958" y="6284"/>
                    <a:pt x="10927" y="6284"/>
                    <a:pt x="10927" y="6316"/>
                  </a:cubicBezTo>
                  <a:lnTo>
                    <a:pt x="10927" y="6633"/>
                  </a:lnTo>
                  <a:cubicBezTo>
                    <a:pt x="10927" y="6664"/>
                    <a:pt x="10927" y="6696"/>
                    <a:pt x="10958" y="6696"/>
                  </a:cubicBezTo>
                  <a:lnTo>
                    <a:pt x="12194" y="8248"/>
                  </a:lnTo>
                  <a:lnTo>
                    <a:pt x="11623" y="9515"/>
                  </a:lnTo>
                  <a:lnTo>
                    <a:pt x="9660" y="9578"/>
                  </a:lnTo>
                  <a:cubicBezTo>
                    <a:pt x="9628" y="9578"/>
                    <a:pt x="9597" y="9578"/>
                    <a:pt x="9565" y="9610"/>
                  </a:cubicBezTo>
                  <a:lnTo>
                    <a:pt x="9343" y="9800"/>
                  </a:lnTo>
                  <a:cubicBezTo>
                    <a:pt x="9343" y="9831"/>
                    <a:pt x="9312" y="9863"/>
                    <a:pt x="9312" y="9895"/>
                  </a:cubicBezTo>
                  <a:lnTo>
                    <a:pt x="9122" y="11858"/>
                  </a:lnTo>
                  <a:lnTo>
                    <a:pt x="7792" y="12333"/>
                  </a:lnTo>
                  <a:lnTo>
                    <a:pt x="6366" y="10971"/>
                  </a:lnTo>
                  <a:cubicBezTo>
                    <a:pt x="6335" y="10971"/>
                    <a:pt x="6303" y="10940"/>
                    <a:pt x="6271" y="10940"/>
                  </a:cubicBezTo>
                  <a:lnTo>
                    <a:pt x="5986" y="10940"/>
                  </a:lnTo>
                  <a:cubicBezTo>
                    <a:pt x="5955" y="10940"/>
                    <a:pt x="5923" y="10940"/>
                    <a:pt x="5891" y="10971"/>
                  </a:cubicBezTo>
                  <a:lnTo>
                    <a:pt x="4371" y="12206"/>
                  </a:lnTo>
                  <a:lnTo>
                    <a:pt x="3105" y="11636"/>
                  </a:lnTo>
                  <a:lnTo>
                    <a:pt x="3041" y="9673"/>
                  </a:lnTo>
                  <a:cubicBezTo>
                    <a:pt x="3041" y="9641"/>
                    <a:pt x="3010" y="9610"/>
                    <a:pt x="3010" y="9578"/>
                  </a:cubicBezTo>
                  <a:lnTo>
                    <a:pt x="2819" y="9356"/>
                  </a:lnTo>
                  <a:cubicBezTo>
                    <a:pt x="2788" y="9356"/>
                    <a:pt x="2756" y="9325"/>
                    <a:pt x="2724" y="9325"/>
                  </a:cubicBezTo>
                  <a:lnTo>
                    <a:pt x="761" y="9135"/>
                  </a:lnTo>
                  <a:lnTo>
                    <a:pt x="286" y="7804"/>
                  </a:lnTo>
                  <a:lnTo>
                    <a:pt x="1616" y="6379"/>
                  </a:lnTo>
                  <a:cubicBezTo>
                    <a:pt x="1648" y="6348"/>
                    <a:pt x="1648" y="6316"/>
                    <a:pt x="1648" y="6284"/>
                  </a:cubicBezTo>
                  <a:lnTo>
                    <a:pt x="1679" y="5999"/>
                  </a:lnTo>
                  <a:cubicBezTo>
                    <a:pt x="1679" y="5968"/>
                    <a:pt x="1679" y="5936"/>
                    <a:pt x="1648" y="5936"/>
                  </a:cubicBezTo>
                  <a:lnTo>
                    <a:pt x="413" y="4384"/>
                  </a:lnTo>
                  <a:lnTo>
                    <a:pt x="983" y="3117"/>
                  </a:lnTo>
                  <a:lnTo>
                    <a:pt x="3073" y="3054"/>
                  </a:lnTo>
                  <a:cubicBezTo>
                    <a:pt x="3105" y="3054"/>
                    <a:pt x="3105" y="3022"/>
                    <a:pt x="3136" y="3022"/>
                  </a:cubicBezTo>
                  <a:lnTo>
                    <a:pt x="3231" y="2927"/>
                  </a:lnTo>
                  <a:cubicBezTo>
                    <a:pt x="3263" y="2896"/>
                    <a:pt x="3263" y="2864"/>
                    <a:pt x="3263" y="2832"/>
                  </a:cubicBezTo>
                  <a:lnTo>
                    <a:pt x="3485" y="774"/>
                  </a:lnTo>
                  <a:lnTo>
                    <a:pt x="4815" y="299"/>
                  </a:lnTo>
                  <a:close/>
                  <a:moveTo>
                    <a:pt x="4838" y="1"/>
                  </a:moveTo>
                  <a:cubicBezTo>
                    <a:pt x="4820" y="1"/>
                    <a:pt x="4802" y="5"/>
                    <a:pt x="4783" y="14"/>
                  </a:cubicBezTo>
                  <a:lnTo>
                    <a:pt x="3326" y="552"/>
                  </a:lnTo>
                  <a:cubicBezTo>
                    <a:pt x="3295" y="584"/>
                    <a:pt x="3263" y="616"/>
                    <a:pt x="3263" y="679"/>
                  </a:cubicBezTo>
                  <a:lnTo>
                    <a:pt x="3041" y="2769"/>
                  </a:lnTo>
                  <a:lnTo>
                    <a:pt x="3010" y="2801"/>
                  </a:lnTo>
                  <a:lnTo>
                    <a:pt x="888" y="2864"/>
                  </a:lnTo>
                  <a:cubicBezTo>
                    <a:pt x="856" y="2864"/>
                    <a:pt x="793" y="2896"/>
                    <a:pt x="793" y="2927"/>
                  </a:cubicBezTo>
                  <a:lnTo>
                    <a:pt x="128" y="4353"/>
                  </a:lnTo>
                  <a:cubicBezTo>
                    <a:pt x="128" y="4384"/>
                    <a:pt x="128" y="4448"/>
                    <a:pt x="159" y="4479"/>
                  </a:cubicBezTo>
                  <a:lnTo>
                    <a:pt x="1426" y="6031"/>
                  </a:lnTo>
                  <a:lnTo>
                    <a:pt x="1426" y="6221"/>
                  </a:lnTo>
                  <a:lnTo>
                    <a:pt x="33" y="7678"/>
                  </a:lnTo>
                  <a:cubicBezTo>
                    <a:pt x="1" y="7741"/>
                    <a:pt x="1" y="7773"/>
                    <a:pt x="1" y="7836"/>
                  </a:cubicBezTo>
                  <a:lnTo>
                    <a:pt x="571" y="9293"/>
                  </a:lnTo>
                  <a:cubicBezTo>
                    <a:pt x="571" y="9325"/>
                    <a:pt x="603" y="9356"/>
                    <a:pt x="666" y="9356"/>
                  </a:cubicBezTo>
                  <a:lnTo>
                    <a:pt x="2661" y="9578"/>
                  </a:lnTo>
                  <a:lnTo>
                    <a:pt x="2788" y="9705"/>
                  </a:lnTo>
                  <a:lnTo>
                    <a:pt x="2851" y="11731"/>
                  </a:lnTo>
                  <a:cubicBezTo>
                    <a:pt x="2851" y="11763"/>
                    <a:pt x="2883" y="11826"/>
                    <a:pt x="2915" y="11826"/>
                  </a:cubicBezTo>
                  <a:lnTo>
                    <a:pt x="4340" y="12491"/>
                  </a:lnTo>
                  <a:cubicBezTo>
                    <a:pt x="4371" y="12491"/>
                    <a:pt x="4435" y="12491"/>
                    <a:pt x="4466" y="12460"/>
                  </a:cubicBezTo>
                  <a:lnTo>
                    <a:pt x="6050" y="11193"/>
                  </a:lnTo>
                  <a:lnTo>
                    <a:pt x="6240" y="11193"/>
                  </a:lnTo>
                  <a:lnTo>
                    <a:pt x="7697" y="12586"/>
                  </a:lnTo>
                  <a:cubicBezTo>
                    <a:pt x="7697" y="12618"/>
                    <a:pt x="7728" y="12618"/>
                    <a:pt x="7760" y="12618"/>
                  </a:cubicBezTo>
                  <a:lnTo>
                    <a:pt x="7823" y="12618"/>
                  </a:lnTo>
                  <a:lnTo>
                    <a:pt x="9280" y="12080"/>
                  </a:lnTo>
                  <a:cubicBezTo>
                    <a:pt x="9343" y="12048"/>
                    <a:pt x="9375" y="12016"/>
                    <a:pt x="9375" y="11953"/>
                  </a:cubicBezTo>
                  <a:lnTo>
                    <a:pt x="9565" y="9958"/>
                  </a:lnTo>
                  <a:lnTo>
                    <a:pt x="9723" y="9831"/>
                  </a:lnTo>
                  <a:lnTo>
                    <a:pt x="11719" y="9768"/>
                  </a:lnTo>
                  <a:cubicBezTo>
                    <a:pt x="11782" y="9768"/>
                    <a:pt x="11814" y="9736"/>
                    <a:pt x="11845" y="9705"/>
                  </a:cubicBezTo>
                  <a:lnTo>
                    <a:pt x="12479" y="8279"/>
                  </a:lnTo>
                  <a:cubicBezTo>
                    <a:pt x="12510" y="8248"/>
                    <a:pt x="12510" y="8184"/>
                    <a:pt x="12479" y="8153"/>
                  </a:cubicBezTo>
                  <a:lnTo>
                    <a:pt x="11212" y="6569"/>
                  </a:lnTo>
                  <a:lnTo>
                    <a:pt x="11212" y="6379"/>
                  </a:lnTo>
                  <a:lnTo>
                    <a:pt x="12574" y="4923"/>
                  </a:lnTo>
                  <a:cubicBezTo>
                    <a:pt x="12605" y="4891"/>
                    <a:pt x="12637" y="4859"/>
                    <a:pt x="12605" y="4796"/>
                  </a:cubicBezTo>
                  <a:lnTo>
                    <a:pt x="12067" y="3339"/>
                  </a:lnTo>
                  <a:cubicBezTo>
                    <a:pt x="12035" y="3307"/>
                    <a:pt x="12004" y="3276"/>
                    <a:pt x="11972" y="3244"/>
                  </a:cubicBezTo>
                  <a:lnTo>
                    <a:pt x="9850" y="3022"/>
                  </a:lnTo>
                  <a:lnTo>
                    <a:pt x="9818" y="3022"/>
                  </a:lnTo>
                  <a:lnTo>
                    <a:pt x="9787" y="901"/>
                  </a:lnTo>
                  <a:cubicBezTo>
                    <a:pt x="9787" y="837"/>
                    <a:pt x="9755" y="806"/>
                    <a:pt x="9692" y="774"/>
                  </a:cubicBezTo>
                  <a:lnTo>
                    <a:pt x="8267" y="141"/>
                  </a:lnTo>
                  <a:cubicBezTo>
                    <a:pt x="8257" y="131"/>
                    <a:pt x="8245" y="127"/>
                    <a:pt x="8232" y="127"/>
                  </a:cubicBezTo>
                  <a:cubicBezTo>
                    <a:pt x="8201" y="127"/>
                    <a:pt x="8162" y="150"/>
                    <a:pt x="8140" y="172"/>
                  </a:cubicBezTo>
                  <a:lnTo>
                    <a:pt x="6493" y="1502"/>
                  </a:lnTo>
                  <a:lnTo>
                    <a:pt x="6461" y="1502"/>
                  </a:lnTo>
                  <a:lnTo>
                    <a:pt x="4941" y="46"/>
                  </a:lnTo>
                  <a:cubicBezTo>
                    <a:pt x="4919" y="23"/>
                    <a:pt x="4881" y="1"/>
                    <a:pt x="483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327165" y="2140726"/>
              <a:ext cx="208070" cy="191343"/>
            </a:xfrm>
            <a:custGeom>
              <a:avLst/>
              <a:gdLst/>
              <a:ahLst/>
              <a:cxnLst/>
              <a:rect l="l" t="t" r="r" b="b"/>
              <a:pathLst>
                <a:path w="6145" h="5651" extrusionOk="0">
                  <a:moveTo>
                    <a:pt x="2914" y="267"/>
                  </a:moveTo>
                  <a:cubicBezTo>
                    <a:pt x="3294" y="267"/>
                    <a:pt x="3642" y="330"/>
                    <a:pt x="3991" y="489"/>
                  </a:cubicBezTo>
                  <a:cubicBezTo>
                    <a:pt x="5289" y="1059"/>
                    <a:pt x="5859" y="2610"/>
                    <a:pt x="5258" y="3909"/>
                  </a:cubicBezTo>
                  <a:cubicBezTo>
                    <a:pt x="4973" y="4510"/>
                    <a:pt x="4466" y="4986"/>
                    <a:pt x="3801" y="5239"/>
                  </a:cubicBezTo>
                  <a:cubicBezTo>
                    <a:pt x="3504" y="5343"/>
                    <a:pt x="3193" y="5398"/>
                    <a:pt x="2882" y="5398"/>
                  </a:cubicBezTo>
                  <a:cubicBezTo>
                    <a:pt x="2528" y="5398"/>
                    <a:pt x="2174" y="5327"/>
                    <a:pt x="1837" y="5176"/>
                  </a:cubicBezTo>
                  <a:cubicBezTo>
                    <a:pt x="1204" y="4890"/>
                    <a:pt x="729" y="4384"/>
                    <a:pt x="507" y="3719"/>
                  </a:cubicBezTo>
                  <a:cubicBezTo>
                    <a:pt x="254" y="3085"/>
                    <a:pt x="286" y="2389"/>
                    <a:pt x="571" y="1755"/>
                  </a:cubicBezTo>
                  <a:cubicBezTo>
                    <a:pt x="856" y="1122"/>
                    <a:pt x="1362" y="647"/>
                    <a:pt x="2027" y="425"/>
                  </a:cubicBezTo>
                  <a:cubicBezTo>
                    <a:pt x="2312" y="299"/>
                    <a:pt x="2629" y="267"/>
                    <a:pt x="2914" y="267"/>
                  </a:cubicBezTo>
                  <a:close/>
                  <a:moveTo>
                    <a:pt x="2924" y="0"/>
                  </a:moveTo>
                  <a:cubicBezTo>
                    <a:pt x="2588" y="0"/>
                    <a:pt x="2250" y="56"/>
                    <a:pt x="1932" y="172"/>
                  </a:cubicBezTo>
                  <a:cubicBezTo>
                    <a:pt x="1204" y="425"/>
                    <a:pt x="666" y="964"/>
                    <a:pt x="349" y="1660"/>
                  </a:cubicBezTo>
                  <a:cubicBezTo>
                    <a:pt x="32" y="2325"/>
                    <a:pt x="1" y="3117"/>
                    <a:pt x="254" y="3814"/>
                  </a:cubicBezTo>
                  <a:cubicBezTo>
                    <a:pt x="539" y="4510"/>
                    <a:pt x="1046" y="5081"/>
                    <a:pt x="1742" y="5397"/>
                  </a:cubicBezTo>
                  <a:cubicBezTo>
                    <a:pt x="2122" y="5587"/>
                    <a:pt x="2502" y="5651"/>
                    <a:pt x="2914" y="5651"/>
                  </a:cubicBezTo>
                  <a:cubicBezTo>
                    <a:pt x="3262" y="5651"/>
                    <a:pt x="3579" y="5587"/>
                    <a:pt x="3896" y="5492"/>
                  </a:cubicBezTo>
                  <a:cubicBezTo>
                    <a:pt x="4624" y="5207"/>
                    <a:pt x="5194" y="4700"/>
                    <a:pt x="5479" y="4004"/>
                  </a:cubicBezTo>
                  <a:cubicBezTo>
                    <a:pt x="6144" y="2579"/>
                    <a:pt x="5511" y="900"/>
                    <a:pt x="4086" y="235"/>
                  </a:cubicBezTo>
                  <a:cubicBezTo>
                    <a:pt x="3724" y="80"/>
                    <a:pt x="3325" y="0"/>
                    <a:pt x="29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10734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07"/>
                  </a:moveTo>
                  <a:cubicBezTo>
                    <a:pt x="13966" y="507"/>
                    <a:pt x="17862" y="4403"/>
                    <a:pt x="17862" y="9185"/>
                  </a:cubicBezTo>
                  <a:cubicBezTo>
                    <a:pt x="17862" y="13967"/>
                    <a:pt x="13966" y="17862"/>
                    <a:pt x="9184" y="17862"/>
                  </a:cubicBezTo>
                  <a:cubicBezTo>
                    <a:pt x="4402" y="17862"/>
                    <a:pt x="507" y="13967"/>
                    <a:pt x="507" y="9185"/>
                  </a:cubicBezTo>
                  <a:cubicBezTo>
                    <a:pt x="507" y="4403"/>
                    <a:pt x="4402" y="507"/>
                    <a:pt x="9184" y="507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18"/>
                    <a:pt x="0" y="9185"/>
                  </a:cubicBezTo>
                  <a:cubicBezTo>
                    <a:pt x="0" y="14252"/>
                    <a:pt x="4117" y="18400"/>
                    <a:pt x="9184" y="18400"/>
                  </a:cubicBezTo>
                  <a:cubicBezTo>
                    <a:pt x="14251" y="18400"/>
                    <a:pt x="18368" y="14252"/>
                    <a:pt x="18368" y="9185"/>
                  </a:cubicBezTo>
                  <a:cubicBezTo>
                    <a:pt x="18368" y="4118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23"/>
          <p:cNvGrpSpPr/>
          <p:nvPr/>
        </p:nvGrpSpPr>
        <p:grpSpPr>
          <a:xfrm>
            <a:off x="1201904" y="3600977"/>
            <a:ext cx="575077" cy="576048"/>
            <a:chOff x="1107345" y="3440815"/>
            <a:chExt cx="621974" cy="623024"/>
          </a:xfrm>
        </p:grpSpPr>
        <p:sp>
          <p:nvSpPr>
            <p:cNvPr id="1807" name="Google Shape;1807;p23"/>
            <p:cNvSpPr/>
            <p:nvPr/>
          </p:nvSpPr>
          <p:spPr>
            <a:xfrm>
              <a:off x="1248880" y="3704584"/>
              <a:ext cx="264887" cy="182336"/>
            </a:xfrm>
            <a:custGeom>
              <a:avLst/>
              <a:gdLst/>
              <a:ahLst/>
              <a:cxnLst/>
              <a:rect l="l" t="t" r="r" b="b"/>
              <a:pathLst>
                <a:path w="7823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1244614" y="3700318"/>
              <a:ext cx="273453" cy="190903"/>
            </a:xfrm>
            <a:custGeom>
              <a:avLst/>
              <a:gdLst/>
              <a:ahLst/>
              <a:cxnLst/>
              <a:rect l="l" t="t" r="r" b="b"/>
              <a:pathLst>
                <a:path w="8076" h="5638" extrusionOk="0">
                  <a:moveTo>
                    <a:pt x="7822" y="253"/>
                  </a:moveTo>
                  <a:lnTo>
                    <a:pt x="7822" y="5384"/>
                  </a:lnTo>
                  <a:lnTo>
                    <a:pt x="253" y="5384"/>
                  </a:lnTo>
                  <a:lnTo>
                    <a:pt x="253" y="253"/>
                  </a:lnTo>
                  <a:close/>
                  <a:moveTo>
                    <a:pt x="127" y="0"/>
                  </a:moveTo>
                  <a:cubicBezTo>
                    <a:pt x="32" y="0"/>
                    <a:pt x="0" y="63"/>
                    <a:pt x="0" y="127"/>
                  </a:cubicBezTo>
                  <a:lnTo>
                    <a:pt x="0" y="5510"/>
                  </a:lnTo>
                  <a:cubicBezTo>
                    <a:pt x="0" y="5574"/>
                    <a:pt x="32" y="5637"/>
                    <a:pt x="127" y="5637"/>
                  </a:cubicBezTo>
                  <a:lnTo>
                    <a:pt x="7949" y="5637"/>
                  </a:lnTo>
                  <a:cubicBezTo>
                    <a:pt x="8012" y="5637"/>
                    <a:pt x="8076" y="5574"/>
                    <a:pt x="8076" y="5510"/>
                  </a:cubicBezTo>
                  <a:lnTo>
                    <a:pt x="8076" y="127"/>
                  </a:lnTo>
                  <a:cubicBezTo>
                    <a:pt x="8076" y="63"/>
                    <a:pt x="8012" y="0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1293914" y="3659550"/>
              <a:ext cx="264921" cy="182336"/>
            </a:xfrm>
            <a:custGeom>
              <a:avLst/>
              <a:gdLst/>
              <a:ahLst/>
              <a:cxnLst/>
              <a:rect l="l" t="t" r="r" b="b"/>
              <a:pathLst>
                <a:path w="7824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1289648" y="3655250"/>
              <a:ext cx="273453" cy="190937"/>
            </a:xfrm>
            <a:custGeom>
              <a:avLst/>
              <a:gdLst/>
              <a:ahLst/>
              <a:cxnLst/>
              <a:rect l="l" t="t" r="r" b="b"/>
              <a:pathLst>
                <a:path w="8076" h="5639" extrusionOk="0">
                  <a:moveTo>
                    <a:pt x="7822" y="254"/>
                  </a:moveTo>
                  <a:lnTo>
                    <a:pt x="7822" y="5385"/>
                  </a:lnTo>
                  <a:lnTo>
                    <a:pt x="253" y="5385"/>
                  </a:lnTo>
                  <a:lnTo>
                    <a:pt x="253" y="254"/>
                  </a:lnTo>
                  <a:close/>
                  <a:moveTo>
                    <a:pt x="127" y="1"/>
                  </a:moveTo>
                  <a:cubicBezTo>
                    <a:pt x="63" y="1"/>
                    <a:pt x="0" y="64"/>
                    <a:pt x="0" y="128"/>
                  </a:cubicBezTo>
                  <a:lnTo>
                    <a:pt x="0" y="5511"/>
                  </a:lnTo>
                  <a:cubicBezTo>
                    <a:pt x="0" y="5575"/>
                    <a:pt x="63" y="5638"/>
                    <a:pt x="127" y="5638"/>
                  </a:cubicBezTo>
                  <a:lnTo>
                    <a:pt x="7949" y="5638"/>
                  </a:lnTo>
                  <a:cubicBezTo>
                    <a:pt x="8044" y="5638"/>
                    <a:pt x="8076" y="5575"/>
                    <a:pt x="8076" y="5511"/>
                  </a:cubicBezTo>
                  <a:lnTo>
                    <a:pt x="8076" y="128"/>
                  </a:lnTo>
                  <a:cubicBezTo>
                    <a:pt x="8076" y="64"/>
                    <a:pt x="8044" y="1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1337898" y="3615600"/>
              <a:ext cx="265970" cy="182302"/>
            </a:xfrm>
            <a:custGeom>
              <a:avLst/>
              <a:gdLst/>
              <a:ahLst/>
              <a:cxnLst/>
              <a:rect l="l" t="t" r="r" b="b"/>
              <a:pathLst>
                <a:path w="7855" h="5384" extrusionOk="0">
                  <a:moveTo>
                    <a:pt x="0" y="0"/>
                  </a:moveTo>
                  <a:lnTo>
                    <a:pt x="0" y="5384"/>
                  </a:lnTo>
                  <a:lnTo>
                    <a:pt x="7854" y="5384"/>
                  </a:lnTo>
                  <a:lnTo>
                    <a:pt x="7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333598" y="3611300"/>
              <a:ext cx="274537" cy="190903"/>
            </a:xfrm>
            <a:custGeom>
              <a:avLst/>
              <a:gdLst/>
              <a:ahLst/>
              <a:cxnLst/>
              <a:rect l="l" t="t" r="r" b="b"/>
              <a:pathLst>
                <a:path w="8108" h="5638" extrusionOk="0">
                  <a:moveTo>
                    <a:pt x="7823" y="254"/>
                  </a:moveTo>
                  <a:lnTo>
                    <a:pt x="7823" y="5384"/>
                  </a:lnTo>
                  <a:lnTo>
                    <a:pt x="254" y="5384"/>
                  </a:ln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5511"/>
                  </a:lnTo>
                  <a:cubicBezTo>
                    <a:pt x="1" y="5574"/>
                    <a:pt x="64" y="5638"/>
                    <a:pt x="127" y="5638"/>
                  </a:cubicBezTo>
                  <a:lnTo>
                    <a:pt x="7981" y="5638"/>
                  </a:lnTo>
                  <a:cubicBezTo>
                    <a:pt x="8044" y="5638"/>
                    <a:pt x="8108" y="5574"/>
                    <a:pt x="8108" y="5511"/>
                  </a:cubicBezTo>
                  <a:lnTo>
                    <a:pt x="8108" y="127"/>
                  </a:lnTo>
                  <a:cubicBezTo>
                    <a:pt x="8108" y="64"/>
                    <a:pt x="8044" y="1"/>
                    <a:pt x="798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0734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0"/>
                  </a:moveTo>
                  <a:cubicBezTo>
                    <a:pt x="4117" y="0"/>
                    <a:pt x="0" y="4117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17"/>
                    <a:pt x="14251" y="0"/>
                    <a:pt x="91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23"/>
          <p:cNvGrpSpPr/>
          <p:nvPr/>
        </p:nvGrpSpPr>
        <p:grpSpPr>
          <a:xfrm>
            <a:off x="7350195" y="800101"/>
            <a:ext cx="575077" cy="576079"/>
            <a:chOff x="7414685" y="411530"/>
            <a:chExt cx="621974" cy="623058"/>
          </a:xfrm>
        </p:grpSpPr>
        <p:sp>
          <p:nvSpPr>
            <p:cNvPr id="1815" name="Google Shape;1815;p23"/>
            <p:cNvSpPr/>
            <p:nvPr/>
          </p:nvSpPr>
          <p:spPr>
            <a:xfrm>
              <a:off x="7851102" y="715541"/>
              <a:ext cx="60101" cy="106185"/>
            </a:xfrm>
            <a:custGeom>
              <a:avLst/>
              <a:gdLst/>
              <a:ahLst/>
              <a:cxnLst/>
              <a:rect l="l" t="t" r="r" b="b"/>
              <a:pathLst>
                <a:path w="1775" h="3136" extrusionOk="0">
                  <a:moveTo>
                    <a:pt x="222" y="0"/>
                  </a:moveTo>
                  <a:cubicBezTo>
                    <a:pt x="159" y="0"/>
                    <a:pt x="96" y="63"/>
                    <a:pt x="96" y="127"/>
                  </a:cubicBezTo>
                  <a:cubicBezTo>
                    <a:pt x="96" y="190"/>
                    <a:pt x="159" y="253"/>
                    <a:pt x="222" y="253"/>
                  </a:cubicBezTo>
                  <a:cubicBezTo>
                    <a:pt x="951" y="253"/>
                    <a:pt x="1521" y="855"/>
                    <a:pt x="1521" y="1552"/>
                  </a:cubicBezTo>
                  <a:cubicBezTo>
                    <a:pt x="1521" y="2249"/>
                    <a:pt x="888" y="2882"/>
                    <a:pt x="159" y="2882"/>
                  </a:cubicBezTo>
                  <a:cubicBezTo>
                    <a:pt x="64" y="2882"/>
                    <a:pt x="1" y="2914"/>
                    <a:pt x="1" y="3009"/>
                  </a:cubicBezTo>
                  <a:cubicBezTo>
                    <a:pt x="1" y="3072"/>
                    <a:pt x="64" y="3135"/>
                    <a:pt x="159" y="3135"/>
                  </a:cubicBezTo>
                  <a:cubicBezTo>
                    <a:pt x="1046" y="3135"/>
                    <a:pt x="1774" y="2407"/>
                    <a:pt x="1774" y="1552"/>
                  </a:cubicBezTo>
                  <a:cubicBezTo>
                    <a:pt x="1774" y="697"/>
                    <a:pt x="1078" y="0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7544432" y="715541"/>
              <a:ext cx="60068" cy="106185"/>
            </a:xfrm>
            <a:custGeom>
              <a:avLst/>
              <a:gdLst/>
              <a:ahLst/>
              <a:cxnLst/>
              <a:rect l="l" t="t" r="r" b="b"/>
              <a:pathLst>
                <a:path w="1774" h="3136" extrusionOk="0">
                  <a:moveTo>
                    <a:pt x="1584" y="0"/>
                  </a:moveTo>
                  <a:cubicBezTo>
                    <a:pt x="729" y="0"/>
                    <a:pt x="0" y="697"/>
                    <a:pt x="0" y="1552"/>
                  </a:cubicBezTo>
                  <a:cubicBezTo>
                    <a:pt x="0" y="2407"/>
                    <a:pt x="761" y="3135"/>
                    <a:pt x="1647" y="3135"/>
                  </a:cubicBezTo>
                  <a:cubicBezTo>
                    <a:pt x="1711" y="3135"/>
                    <a:pt x="1774" y="3072"/>
                    <a:pt x="1774" y="3009"/>
                  </a:cubicBezTo>
                  <a:cubicBezTo>
                    <a:pt x="1774" y="2945"/>
                    <a:pt x="1711" y="2882"/>
                    <a:pt x="1647" y="2882"/>
                  </a:cubicBezTo>
                  <a:cubicBezTo>
                    <a:pt x="887" y="2882"/>
                    <a:pt x="285" y="2280"/>
                    <a:pt x="285" y="1552"/>
                  </a:cubicBezTo>
                  <a:cubicBezTo>
                    <a:pt x="285" y="855"/>
                    <a:pt x="856" y="253"/>
                    <a:pt x="1584" y="253"/>
                  </a:cubicBezTo>
                  <a:cubicBezTo>
                    <a:pt x="1647" y="253"/>
                    <a:pt x="1711" y="190"/>
                    <a:pt x="1711" y="127"/>
                  </a:cubicBezTo>
                  <a:cubicBezTo>
                    <a:pt x="1711" y="63"/>
                    <a:pt x="1647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7587333" y="710801"/>
              <a:ext cx="280970" cy="211727"/>
            </a:xfrm>
            <a:custGeom>
              <a:avLst/>
              <a:gdLst/>
              <a:ahLst/>
              <a:cxnLst/>
              <a:rect l="l" t="t" r="r" b="b"/>
              <a:pathLst>
                <a:path w="8298" h="6253" extrusionOk="0">
                  <a:moveTo>
                    <a:pt x="7999" y="1"/>
                  </a:moveTo>
                  <a:cubicBezTo>
                    <a:pt x="7983" y="1"/>
                    <a:pt x="7966" y="5"/>
                    <a:pt x="7949" y="13"/>
                  </a:cubicBezTo>
                  <a:cubicBezTo>
                    <a:pt x="7854" y="13"/>
                    <a:pt x="7822" y="108"/>
                    <a:pt x="7854" y="172"/>
                  </a:cubicBezTo>
                  <a:cubicBezTo>
                    <a:pt x="7981" y="615"/>
                    <a:pt x="8044" y="1058"/>
                    <a:pt x="8044" y="1534"/>
                  </a:cubicBezTo>
                  <a:cubicBezTo>
                    <a:pt x="8044" y="4004"/>
                    <a:pt x="6302" y="5999"/>
                    <a:pt x="4149" y="5999"/>
                  </a:cubicBezTo>
                  <a:cubicBezTo>
                    <a:pt x="1995" y="5999"/>
                    <a:pt x="254" y="4004"/>
                    <a:pt x="254" y="1534"/>
                  </a:cubicBezTo>
                  <a:cubicBezTo>
                    <a:pt x="254" y="1090"/>
                    <a:pt x="317" y="647"/>
                    <a:pt x="444" y="203"/>
                  </a:cubicBezTo>
                  <a:cubicBezTo>
                    <a:pt x="444" y="140"/>
                    <a:pt x="412" y="77"/>
                    <a:pt x="349" y="45"/>
                  </a:cubicBezTo>
                  <a:cubicBezTo>
                    <a:pt x="285" y="45"/>
                    <a:pt x="190" y="77"/>
                    <a:pt x="190" y="140"/>
                  </a:cubicBezTo>
                  <a:cubicBezTo>
                    <a:pt x="64" y="583"/>
                    <a:pt x="0" y="1058"/>
                    <a:pt x="0" y="1534"/>
                  </a:cubicBezTo>
                  <a:cubicBezTo>
                    <a:pt x="0" y="4130"/>
                    <a:pt x="1869" y="6252"/>
                    <a:pt x="4149" y="6252"/>
                  </a:cubicBezTo>
                  <a:cubicBezTo>
                    <a:pt x="6429" y="6252"/>
                    <a:pt x="8298" y="4130"/>
                    <a:pt x="8298" y="1534"/>
                  </a:cubicBezTo>
                  <a:cubicBezTo>
                    <a:pt x="8298" y="1058"/>
                    <a:pt x="8234" y="552"/>
                    <a:pt x="8107" y="77"/>
                  </a:cubicBezTo>
                  <a:cubicBezTo>
                    <a:pt x="8084" y="30"/>
                    <a:pt x="8044" y="1"/>
                    <a:pt x="79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7574466" y="550406"/>
              <a:ext cx="306704" cy="170519"/>
            </a:xfrm>
            <a:custGeom>
              <a:avLst/>
              <a:gdLst/>
              <a:ahLst/>
              <a:cxnLst/>
              <a:rect l="l" t="t" r="r" b="b"/>
              <a:pathLst>
                <a:path w="9058" h="5036" extrusionOk="0">
                  <a:moveTo>
                    <a:pt x="3389" y="0"/>
                  </a:moveTo>
                  <a:cubicBezTo>
                    <a:pt x="1552" y="380"/>
                    <a:pt x="222" y="2027"/>
                    <a:pt x="222" y="3895"/>
                  </a:cubicBezTo>
                  <a:lnTo>
                    <a:pt x="222" y="3990"/>
                  </a:lnTo>
                  <a:lnTo>
                    <a:pt x="127" y="3990"/>
                  </a:lnTo>
                  <a:cubicBezTo>
                    <a:pt x="32" y="3990"/>
                    <a:pt x="0" y="4054"/>
                    <a:pt x="0" y="4117"/>
                  </a:cubicBezTo>
                  <a:lnTo>
                    <a:pt x="0" y="4877"/>
                  </a:lnTo>
                  <a:cubicBezTo>
                    <a:pt x="0" y="4972"/>
                    <a:pt x="32" y="5035"/>
                    <a:pt x="127" y="5035"/>
                  </a:cubicBezTo>
                  <a:lnTo>
                    <a:pt x="8931" y="5035"/>
                  </a:lnTo>
                  <a:cubicBezTo>
                    <a:pt x="9026" y="5035"/>
                    <a:pt x="9058" y="4972"/>
                    <a:pt x="9058" y="4877"/>
                  </a:cubicBezTo>
                  <a:lnTo>
                    <a:pt x="9058" y="4117"/>
                  </a:lnTo>
                  <a:cubicBezTo>
                    <a:pt x="9058" y="4054"/>
                    <a:pt x="8994" y="3990"/>
                    <a:pt x="8931" y="3990"/>
                  </a:cubicBezTo>
                  <a:lnTo>
                    <a:pt x="8804" y="3990"/>
                  </a:lnTo>
                  <a:lnTo>
                    <a:pt x="8804" y="3895"/>
                  </a:lnTo>
                  <a:cubicBezTo>
                    <a:pt x="8804" y="1995"/>
                    <a:pt x="7474" y="348"/>
                    <a:pt x="5606" y="0"/>
                  </a:cubicBezTo>
                  <a:cubicBezTo>
                    <a:pt x="5542" y="0"/>
                    <a:pt x="5479" y="32"/>
                    <a:pt x="5447" y="95"/>
                  </a:cubicBezTo>
                  <a:cubicBezTo>
                    <a:pt x="5447" y="158"/>
                    <a:pt x="5479" y="253"/>
                    <a:pt x="5574" y="253"/>
                  </a:cubicBezTo>
                  <a:cubicBezTo>
                    <a:pt x="7284" y="602"/>
                    <a:pt x="8551" y="2122"/>
                    <a:pt x="8551" y="3895"/>
                  </a:cubicBezTo>
                  <a:lnTo>
                    <a:pt x="8551" y="4117"/>
                  </a:lnTo>
                  <a:cubicBezTo>
                    <a:pt x="8551" y="4180"/>
                    <a:pt x="8614" y="4244"/>
                    <a:pt x="8678" y="4244"/>
                  </a:cubicBezTo>
                  <a:lnTo>
                    <a:pt x="8804" y="4244"/>
                  </a:lnTo>
                  <a:lnTo>
                    <a:pt x="8804" y="4750"/>
                  </a:lnTo>
                  <a:lnTo>
                    <a:pt x="254" y="4750"/>
                  </a:lnTo>
                  <a:lnTo>
                    <a:pt x="254" y="4244"/>
                  </a:lnTo>
                  <a:lnTo>
                    <a:pt x="380" y="4244"/>
                  </a:lnTo>
                  <a:cubicBezTo>
                    <a:pt x="444" y="4244"/>
                    <a:pt x="507" y="4180"/>
                    <a:pt x="507" y="4117"/>
                  </a:cubicBezTo>
                  <a:lnTo>
                    <a:pt x="507" y="3895"/>
                  </a:lnTo>
                  <a:cubicBezTo>
                    <a:pt x="507" y="2154"/>
                    <a:pt x="1742" y="633"/>
                    <a:pt x="3452" y="253"/>
                  </a:cubicBezTo>
                  <a:cubicBezTo>
                    <a:pt x="3515" y="253"/>
                    <a:pt x="3547" y="190"/>
                    <a:pt x="3547" y="95"/>
                  </a:cubicBezTo>
                  <a:cubicBezTo>
                    <a:pt x="3515" y="32"/>
                    <a:pt x="3452" y="0"/>
                    <a:pt x="33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7583032" y="684424"/>
              <a:ext cx="289571" cy="8634"/>
            </a:xfrm>
            <a:custGeom>
              <a:avLst/>
              <a:gdLst/>
              <a:ahLst/>
              <a:cxnLst/>
              <a:rect l="l" t="t" r="r" b="b"/>
              <a:pathLst>
                <a:path w="8552" h="255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64" y="254"/>
                    <a:pt x="127" y="254"/>
                  </a:cubicBezTo>
                  <a:lnTo>
                    <a:pt x="8425" y="254"/>
                  </a:lnTo>
                  <a:cubicBezTo>
                    <a:pt x="8488" y="254"/>
                    <a:pt x="8551" y="191"/>
                    <a:pt x="8551" y="127"/>
                  </a:cubicBezTo>
                  <a:cubicBezTo>
                    <a:pt x="8551" y="64"/>
                    <a:pt x="8488" y="1"/>
                    <a:pt x="8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7682750" y="523589"/>
              <a:ext cx="90101" cy="109402"/>
            </a:xfrm>
            <a:custGeom>
              <a:avLst/>
              <a:gdLst/>
              <a:ahLst/>
              <a:cxnLst/>
              <a:rect l="l" t="t" r="r" b="b"/>
              <a:pathLst>
                <a:path w="2661" h="3231" extrusionOk="0">
                  <a:moveTo>
                    <a:pt x="2376" y="285"/>
                  </a:moveTo>
                  <a:lnTo>
                    <a:pt x="1933" y="2946"/>
                  </a:lnTo>
                  <a:lnTo>
                    <a:pt x="602" y="2946"/>
                  </a:ln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96" y="0"/>
                    <a:pt x="64" y="32"/>
                    <a:pt x="32" y="64"/>
                  </a:cubicBezTo>
                  <a:cubicBezTo>
                    <a:pt x="1" y="95"/>
                    <a:pt x="1" y="127"/>
                    <a:pt x="1" y="159"/>
                  </a:cubicBezTo>
                  <a:lnTo>
                    <a:pt x="349" y="3104"/>
                  </a:lnTo>
                  <a:cubicBezTo>
                    <a:pt x="381" y="3167"/>
                    <a:pt x="412" y="3231"/>
                    <a:pt x="476" y="3231"/>
                  </a:cubicBezTo>
                  <a:lnTo>
                    <a:pt x="2059" y="3231"/>
                  </a:lnTo>
                  <a:cubicBezTo>
                    <a:pt x="2123" y="3231"/>
                    <a:pt x="2186" y="3167"/>
                    <a:pt x="2186" y="3104"/>
                  </a:cubicBezTo>
                  <a:lnTo>
                    <a:pt x="2629" y="159"/>
                  </a:lnTo>
                  <a:cubicBezTo>
                    <a:pt x="2661" y="127"/>
                    <a:pt x="2629" y="95"/>
                    <a:pt x="2598" y="64"/>
                  </a:cubicBezTo>
                  <a:cubicBezTo>
                    <a:pt x="2598" y="32"/>
                    <a:pt x="2566" y="0"/>
                    <a:pt x="25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7764251" y="524131"/>
              <a:ext cx="57934" cy="58476"/>
            </a:xfrm>
            <a:custGeom>
              <a:avLst/>
              <a:gdLst/>
              <a:ahLst/>
              <a:cxnLst/>
              <a:rect l="l" t="t" r="r" b="b"/>
              <a:pathLst>
                <a:path w="1711" h="1727" extrusionOk="0">
                  <a:moveTo>
                    <a:pt x="147" y="0"/>
                  </a:moveTo>
                  <a:cubicBezTo>
                    <a:pt x="111" y="0"/>
                    <a:pt x="80" y="16"/>
                    <a:pt x="64" y="48"/>
                  </a:cubicBezTo>
                  <a:cubicBezTo>
                    <a:pt x="1" y="79"/>
                    <a:pt x="1" y="174"/>
                    <a:pt x="64" y="206"/>
                  </a:cubicBezTo>
                  <a:lnTo>
                    <a:pt x="1489" y="1694"/>
                  </a:lnTo>
                  <a:cubicBezTo>
                    <a:pt x="1521" y="1726"/>
                    <a:pt x="1552" y="1726"/>
                    <a:pt x="1584" y="1726"/>
                  </a:cubicBezTo>
                  <a:cubicBezTo>
                    <a:pt x="1616" y="1726"/>
                    <a:pt x="1647" y="1726"/>
                    <a:pt x="1679" y="1694"/>
                  </a:cubicBezTo>
                  <a:cubicBezTo>
                    <a:pt x="1711" y="1663"/>
                    <a:pt x="1711" y="1568"/>
                    <a:pt x="1679" y="1504"/>
                  </a:cubicBezTo>
                  <a:lnTo>
                    <a:pt x="254" y="48"/>
                  </a:lnTo>
                  <a:cubicBezTo>
                    <a:pt x="222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7633416" y="524131"/>
              <a:ext cx="57968" cy="58476"/>
            </a:xfrm>
            <a:custGeom>
              <a:avLst/>
              <a:gdLst/>
              <a:ahLst/>
              <a:cxnLst/>
              <a:rect l="l" t="t" r="r" b="b"/>
              <a:pathLst>
                <a:path w="1712" h="1727" extrusionOk="0">
                  <a:moveTo>
                    <a:pt x="1569" y="0"/>
                  </a:moveTo>
                  <a:cubicBezTo>
                    <a:pt x="1537" y="0"/>
                    <a:pt x="1505" y="16"/>
                    <a:pt x="1489" y="48"/>
                  </a:cubicBezTo>
                  <a:lnTo>
                    <a:pt x="33" y="1504"/>
                  </a:lnTo>
                  <a:cubicBezTo>
                    <a:pt x="1" y="1568"/>
                    <a:pt x="1" y="1631"/>
                    <a:pt x="33" y="1694"/>
                  </a:cubicBezTo>
                  <a:cubicBezTo>
                    <a:pt x="64" y="1726"/>
                    <a:pt x="96" y="1726"/>
                    <a:pt x="128" y="1726"/>
                  </a:cubicBezTo>
                  <a:cubicBezTo>
                    <a:pt x="159" y="1726"/>
                    <a:pt x="191" y="1726"/>
                    <a:pt x="223" y="1694"/>
                  </a:cubicBezTo>
                  <a:lnTo>
                    <a:pt x="1648" y="206"/>
                  </a:lnTo>
                  <a:cubicBezTo>
                    <a:pt x="1711" y="174"/>
                    <a:pt x="1711" y="79"/>
                    <a:pt x="1648" y="48"/>
                  </a:cubicBezTo>
                  <a:cubicBezTo>
                    <a:pt x="1632" y="16"/>
                    <a:pt x="1600" y="0"/>
                    <a:pt x="156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7599116" y="668340"/>
              <a:ext cx="248803" cy="9684"/>
            </a:xfrm>
            <a:custGeom>
              <a:avLst/>
              <a:gdLst/>
              <a:ahLst/>
              <a:cxnLst/>
              <a:rect l="l" t="t" r="r" b="b"/>
              <a:pathLst>
                <a:path w="7348" h="286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86"/>
                    <a:pt x="127" y="286"/>
                  </a:cubicBezTo>
                  <a:lnTo>
                    <a:pt x="7221" y="286"/>
                  </a:lnTo>
                  <a:cubicBezTo>
                    <a:pt x="7284" y="286"/>
                    <a:pt x="7348" y="222"/>
                    <a:pt x="7348" y="127"/>
                  </a:cubicBezTo>
                  <a:cubicBezTo>
                    <a:pt x="7348" y="64"/>
                    <a:pt x="7284" y="1"/>
                    <a:pt x="72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7647366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7" y="0"/>
                  </a:moveTo>
                  <a:cubicBezTo>
                    <a:pt x="317" y="0"/>
                    <a:pt x="1" y="349"/>
                    <a:pt x="1" y="760"/>
                  </a:cubicBezTo>
                  <a:cubicBezTo>
                    <a:pt x="1" y="1204"/>
                    <a:pt x="317" y="1552"/>
                    <a:pt x="697" y="1552"/>
                  </a:cubicBezTo>
                  <a:cubicBezTo>
                    <a:pt x="1077" y="1552"/>
                    <a:pt x="1394" y="1204"/>
                    <a:pt x="1394" y="760"/>
                  </a:cubicBezTo>
                  <a:cubicBezTo>
                    <a:pt x="1394" y="349"/>
                    <a:pt x="1077" y="0"/>
                    <a:pt x="6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7756734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8" y="0"/>
                  </a:moveTo>
                  <a:cubicBezTo>
                    <a:pt x="318" y="0"/>
                    <a:pt x="1" y="349"/>
                    <a:pt x="1" y="760"/>
                  </a:cubicBezTo>
                  <a:cubicBezTo>
                    <a:pt x="1" y="1204"/>
                    <a:pt x="318" y="1552"/>
                    <a:pt x="698" y="1552"/>
                  </a:cubicBezTo>
                  <a:cubicBezTo>
                    <a:pt x="1078" y="1552"/>
                    <a:pt x="1394" y="1204"/>
                    <a:pt x="1394" y="760"/>
                  </a:cubicBezTo>
                  <a:cubicBezTo>
                    <a:pt x="1394" y="349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741468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49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49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7" name="Google Shape;1827;p23"/>
          <p:cNvGrpSpPr/>
          <p:nvPr/>
        </p:nvGrpSpPr>
        <p:grpSpPr>
          <a:xfrm>
            <a:off x="7350195" y="2201024"/>
            <a:ext cx="575077" cy="576079"/>
            <a:chOff x="7414685" y="1926697"/>
            <a:chExt cx="621974" cy="623058"/>
          </a:xfrm>
        </p:grpSpPr>
        <p:sp>
          <p:nvSpPr>
            <p:cNvPr id="1828" name="Google Shape;1828;p23"/>
            <p:cNvSpPr/>
            <p:nvPr/>
          </p:nvSpPr>
          <p:spPr>
            <a:xfrm>
              <a:off x="7551953" y="2088616"/>
              <a:ext cx="347471" cy="298137"/>
            </a:xfrm>
            <a:custGeom>
              <a:avLst/>
              <a:gdLst/>
              <a:ahLst/>
              <a:cxnLst/>
              <a:rect l="l" t="t" r="r" b="b"/>
              <a:pathLst>
                <a:path w="10262" h="8805" extrusionOk="0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7624854" y="2089699"/>
              <a:ext cx="201636" cy="168386"/>
            </a:xfrm>
            <a:custGeom>
              <a:avLst/>
              <a:gdLst/>
              <a:ahLst/>
              <a:cxnLst/>
              <a:rect l="l" t="t" r="r" b="b"/>
              <a:pathLst>
                <a:path w="5955" h="4973" extrusionOk="0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741468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1" name="Google Shape;1831;p23"/>
          <p:cNvGrpSpPr/>
          <p:nvPr/>
        </p:nvGrpSpPr>
        <p:grpSpPr>
          <a:xfrm>
            <a:off x="7350195" y="3600977"/>
            <a:ext cx="575077" cy="576048"/>
            <a:chOff x="7414685" y="3440815"/>
            <a:chExt cx="621974" cy="623024"/>
          </a:xfrm>
        </p:grpSpPr>
        <p:sp>
          <p:nvSpPr>
            <p:cNvPr id="1832" name="Google Shape;1832;p23"/>
            <p:cNvSpPr/>
            <p:nvPr/>
          </p:nvSpPr>
          <p:spPr>
            <a:xfrm>
              <a:off x="7568037" y="3579133"/>
              <a:ext cx="317438" cy="272404"/>
            </a:xfrm>
            <a:custGeom>
              <a:avLst/>
              <a:gdLst/>
              <a:ahLst/>
              <a:cxnLst/>
              <a:rect l="l" t="t" r="r" b="b"/>
              <a:pathLst>
                <a:path w="9375" h="8045" extrusionOk="0">
                  <a:moveTo>
                    <a:pt x="9090" y="285"/>
                  </a:moveTo>
                  <a:lnTo>
                    <a:pt x="9121" y="7728"/>
                  </a:lnTo>
                  <a:cubicBezTo>
                    <a:pt x="7399" y="7719"/>
                    <a:pt x="6003" y="7715"/>
                    <a:pt x="4874" y="7715"/>
                  </a:cubicBezTo>
                  <a:cubicBezTo>
                    <a:pt x="1787" y="7715"/>
                    <a:pt x="680" y="7745"/>
                    <a:pt x="286" y="7791"/>
                  </a:cubicBez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886"/>
                  </a:lnTo>
                  <a:cubicBezTo>
                    <a:pt x="1" y="7918"/>
                    <a:pt x="32" y="7981"/>
                    <a:pt x="32" y="8013"/>
                  </a:cubicBezTo>
                  <a:cubicBezTo>
                    <a:pt x="64" y="8044"/>
                    <a:pt x="96" y="8044"/>
                    <a:pt x="127" y="8044"/>
                  </a:cubicBezTo>
                  <a:lnTo>
                    <a:pt x="191" y="8044"/>
                  </a:lnTo>
                  <a:cubicBezTo>
                    <a:pt x="432" y="8007"/>
                    <a:pt x="2314" y="7992"/>
                    <a:pt x="4525" y="7992"/>
                  </a:cubicBezTo>
                  <a:cubicBezTo>
                    <a:pt x="6089" y="7992"/>
                    <a:pt x="7818" y="8000"/>
                    <a:pt x="9248" y="8013"/>
                  </a:cubicBezTo>
                  <a:cubicBezTo>
                    <a:pt x="9280" y="8013"/>
                    <a:pt x="9311" y="7981"/>
                    <a:pt x="9343" y="7949"/>
                  </a:cubicBezTo>
                  <a:cubicBezTo>
                    <a:pt x="9375" y="7918"/>
                    <a:pt x="9375" y="7886"/>
                    <a:pt x="9375" y="7854"/>
                  </a:cubicBezTo>
                  <a:lnTo>
                    <a:pt x="9343" y="127"/>
                  </a:lnTo>
                  <a:cubicBezTo>
                    <a:pt x="9343" y="64"/>
                    <a:pt x="9280" y="0"/>
                    <a:pt x="92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7618420" y="3609167"/>
              <a:ext cx="217720" cy="134052"/>
            </a:xfrm>
            <a:custGeom>
              <a:avLst/>
              <a:gdLst/>
              <a:ahLst/>
              <a:cxnLst/>
              <a:rect l="l" t="t" r="r" b="b"/>
              <a:pathLst>
                <a:path w="6430" h="3959" extrusionOk="0">
                  <a:moveTo>
                    <a:pt x="6176" y="254"/>
                  </a:moveTo>
                  <a:lnTo>
                    <a:pt x="6176" y="3705"/>
                  </a:lnTo>
                  <a:lnTo>
                    <a:pt x="254" y="3705"/>
                  </a:lnTo>
                  <a:lnTo>
                    <a:pt x="254" y="254"/>
                  </a:lnTo>
                  <a:close/>
                  <a:moveTo>
                    <a:pt x="128" y="0"/>
                  </a:moveTo>
                  <a:cubicBezTo>
                    <a:pt x="33" y="0"/>
                    <a:pt x="1" y="32"/>
                    <a:pt x="1" y="127"/>
                  </a:cubicBezTo>
                  <a:lnTo>
                    <a:pt x="1" y="3832"/>
                  </a:lnTo>
                  <a:cubicBezTo>
                    <a:pt x="1" y="3895"/>
                    <a:pt x="64" y="3959"/>
                    <a:pt x="128" y="3959"/>
                  </a:cubicBezTo>
                  <a:lnTo>
                    <a:pt x="6303" y="3959"/>
                  </a:lnTo>
                  <a:cubicBezTo>
                    <a:pt x="6366" y="3959"/>
                    <a:pt x="6430" y="3895"/>
                    <a:pt x="6430" y="3832"/>
                  </a:cubicBezTo>
                  <a:lnTo>
                    <a:pt x="6430" y="127"/>
                  </a:lnTo>
                  <a:cubicBezTo>
                    <a:pt x="6430" y="32"/>
                    <a:pt x="6366" y="0"/>
                    <a:pt x="63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7569120" y="3735701"/>
              <a:ext cx="48284" cy="67585"/>
            </a:xfrm>
            <a:custGeom>
              <a:avLst/>
              <a:gdLst/>
              <a:ahLst/>
              <a:cxnLst/>
              <a:rect l="l" t="t" r="r" b="b"/>
              <a:pathLst>
                <a:path w="1426" h="1996" extrusionOk="0">
                  <a:moveTo>
                    <a:pt x="254" y="443"/>
                  </a:moveTo>
                  <a:lnTo>
                    <a:pt x="1045" y="1204"/>
                  </a:lnTo>
                  <a:cubicBezTo>
                    <a:pt x="1140" y="1330"/>
                    <a:pt x="1140" y="1457"/>
                    <a:pt x="1109" y="1552"/>
                  </a:cubicBezTo>
                  <a:cubicBezTo>
                    <a:pt x="1077" y="1615"/>
                    <a:pt x="982" y="1710"/>
                    <a:pt x="824" y="1710"/>
                  </a:cubicBezTo>
                  <a:lnTo>
                    <a:pt x="254" y="1710"/>
                  </a:lnTo>
                  <a:lnTo>
                    <a:pt x="254" y="443"/>
                  </a:lnTo>
                  <a:close/>
                  <a:moveTo>
                    <a:pt x="95" y="0"/>
                  </a:moveTo>
                  <a:cubicBezTo>
                    <a:pt x="32" y="32"/>
                    <a:pt x="0" y="95"/>
                    <a:pt x="0" y="127"/>
                  </a:cubicBezTo>
                  <a:lnTo>
                    <a:pt x="0" y="1837"/>
                  </a:lnTo>
                  <a:cubicBezTo>
                    <a:pt x="0" y="1869"/>
                    <a:pt x="0" y="1932"/>
                    <a:pt x="32" y="1932"/>
                  </a:cubicBezTo>
                  <a:cubicBezTo>
                    <a:pt x="64" y="1964"/>
                    <a:pt x="95" y="1995"/>
                    <a:pt x="127" y="1995"/>
                  </a:cubicBezTo>
                  <a:lnTo>
                    <a:pt x="824" y="1995"/>
                  </a:lnTo>
                  <a:cubicBezTo>
                    <a:pt x="1077" y="1995"/>
                    <a:pt x="1267" y="1837"/>
                    <a:pt x="1330" y="1647"/>
                  </a:cubicBezTo>
                  <a:cubicBezTo>
                    <a:pt x="1425" y="1425"/>
                    <a:pt x="1394" y="1204"/>
                    <a:pt x="1235" y="1045"/>
                  </a:cubicBezTo>
                  <a:lnTo>
                    <a:pt x="222" y="32"/>
                  </a:lnTo>
                  <a:cubicBezTo>
                    <a:pt x="190" y="0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7836106" y="3735972"/>
              <a:ext cx="48284" cy="67314"/>
            </a:xfrm>
            <a:custGeom>
              <a:avLst/>
              <a:gdLst/>
              <a:ahLst/>
              <a:cxnLst/>
              <a:rect l="l" t="t" r="r" b="b"/>
              <a:pathLst>
                <a:path w="1426" h="1988" extrusionOk="0">
                  <a:moveTo>
                    <a:pt x="1173" y="435"/>
                  </a:moveTo>
                  <a:lnTo>
                    <a:pt x="1173" y="1702"/>
                  </a:lnTo>
                  <a:lnTo>
                    <a:pt x="602" y="1702"/>
                  </a:lnTo>
                  <a:cubicBezTo>
                    <a:pt x="444" y="1702"/>
                    <a:pt x="349" y="1607"/>
                    <a:pt x="317" y="1544"/>
                  </a:cubicBezTo>
                  <a:cubicBezTo>
                    <a:pt x="286" y="1449"/>
                    <a:pt x="286" y="1322"/>
                    <a:pt x="381" y="1227"/>
                  </a:cubicBezTo>
                  <a:lnTo>
                    <a:pt x="1173" y="435"/>
                  </a:lnTo>
                  <a:close/>
                  <a:moveTo>
                    <a:pt x="1268" y="0"/>
                  </a:moveTo>
                  <a:cubicBezTo>
                    <a:pt x="1244" y="0"/>
                    <a:pt x="1220" y="8"/>
                    <a:pt x="1204" y="24"/>
                  </a:cubicBezTo>
                  <a:lnTo>
                    <a:pt x="222" y="1037"/>
                  </a:lnTo>
                  <a:cubicBezTo>
                    <a:pt x="64" y="1196"/>
                    <a:pt x="1" y="1417"/>
                    <a:pt x="96" y="1639"/>
                  </a:cubicBezTo>
                  <a:cubicBezTo>
                    <a:pt x="191" y="1829"/>
                    <a:pt x="381" y="1987"/>
                    <a:pt x="602" y="1987"/>
                  </a:cubicBezTo>
                  <a:lnTo>
                    <a:pt x="1299" y="1987"/>
                  </a:lnTo>
                  <a:cubicBezTo>
                    <a:pt x="1331" y="1987"/>
                    <a:pt x="1363" y="1956"/>
                    <a:pt x="1394" y="1924"/>
                  </a:cubicBezTo>
                  <a:cubicBezTo>
                    <a:pt x="1426" y="1924"/>
                    <a:pt x="1426" y="1892"/>
                    <a:pt x="1426" y="1861"/>
                  </a:cubicBezTo>
                  <a:lnTo>
                    <a:pt x="1426" y="119"/>
                  </a:lnTo>
                  <a:cubicBezTo>
                    <a:pt x="1426" y="87"/>
                    <a:pt x="1394" y="24"/>
                    <a:pt x="1331" y="24"/>
                  </a:cubicBezTo>
                  <a:cubicBezTo>
                    <a:pt x="1315" y="8"/>
                    <a:pt x="1291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570170" y="3818252"/>
              <a:ext cx="315304" cy="8600"/>
            </a:xfrm>
            <a:custGeom>
              <a:avLst/>
              <a:gdLst/>
              <a:ahLst/>
              <a:cxnLst/>
              <a:rect l="l" t="t" r="r" b="b"/>
              <a:pathLst>
                <a:path w="9312" h="254" extrusionOk="0"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9185" y="254"/>
                  </a:lnTo>
                  <a:cubicBezTo>
                    <a:pt x="9248" y="254"/>
                    <a:pt x="9312" y="222"/>
                    <a:pt x="9312" y="127"/>
                  </a:cubicBezTo>
                  <a:cubicBezTo>
                    <a:pt x="9312" y="64"/>
                    <a:pt x="9248" y="1"/>
                    <a:pt x="918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650621" y="3750701"/>
              <a:ext cx="153352" cy="59018"/>
            </a:xfrm>
            <a:custGeom>
              <a:avLst/>
              <a:gdLst/>
              <a:ahLst/>
              <a:cxnLst/>
              <a:rect l="l" t="t" r="r" b="b"/>
              <a:pathLst>
                <a:path w="4529" h="1743" extrusionOk="0">
                  <a:moveTo>
                    <a:pt x="4275" y="286"/>
                  </a:moveTo>
                  <a:lnTo>
                    <a:pt x="4275" y="1489"/>
                  </a:lnTo>
                  <a:lnTo>
                    <a:pt x="253" y="1489"/>
                  </a:lnTo>
                  <a:lnTo>
                    <a:pt x="253" y="286"/>
                  </a:lnTo>
                  <a:close/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1616"/>
                  </a:lnTo>
                  <a:cubicBezTo>
                    <a:pt x="0" y="1679"/>
                    <a:pt x="32" y="1742"/>
                    <a:pt x="127" y="1742"/>
                  </a:cubicBezTo>
                  <a:lnTo>
                    <a:pt x="4402" y="1742"/>
                  </a:lnTo>
                  <a:cubicBezTo>
                    <a:pt x="4465" y="1742"/>
                    <a:pt x="4529" y="1679"/>
                    <a:pt x="4529" y="1616"/>
                  </a:cubicBezTo>
                  <a:lnTo>
                    <a:pt x="4529" y="127"/>
                  </a:lnTo>
                  <a:cubicBezTo>
                    <a:pt x="4529" y="64"/>
                    <a:pt x="4465" y="0"/>
                    <a:pt x="44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652754" y="3783952"/>
              <a:ext cx="149086" cy="9684"/>
            </a:xfrm>
            <a:custGeom>
              <a:avLst/>
              <a:gdLst/>
              <a:ahLst/>
              <a:cxnLst/>
              <a:rect l="l" t="t" r="r" b="b"/>
              <a:pathLst>
                <a:path w="4403" h="286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lnTo>
                    <a:pt x="4276" y="285"/>
                  </a:lnTo>
                  <a:cubicBezTo>
                    <a:pt x="4339" y="285"/>
                    <a:pt x="4402" y="222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652754" y="3767868"/>
              <a:ext cx="149086" cy="8600"/>
            </a:xfrm>
            <a:custGeom>
              <a:avLst/>
              <a:gdLst/>
              <a:ahLst/>
              <a:cxnLst/>
              <a:rect l="l" t="t" r="r" b="b"/>
              <a:pathLst>
                <a:path w="4403" h="254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190"/>
                    <a:pt x="64" y="254"/>
                    <a:pt x="127" y="254"/>
                  </a:cubicBezTo>
                  <a:lnTo>
                    <a:pt x="4276" y="254"/>
                  </a:lnTo>
                  <a:cubicBezTo>
                    <a:pt x="4339" y="254"/>
                    <a:pt x="4402" y="190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3"/>
            <p:cNvSpPr/>
            <p:nvPr/>
          </p:nvSpPr>
          <p:spPr>
            <a:xfrm>
              <a:off x="7618420" y="3712101"/>
              <a:ext cx="215587" cy="8600"/>
            </a:xfrm>
            <a:custGeom>
              <a:avLst/>
              <a:gdLst/>
              <a:ahLst/>
              <a:cxnLst/>
              <a:rect l="l" t="t" r="r" b="b"/>
              <a:pathLst>
                <a:path w="6367" h="25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6240" y="254"/>
                  </a:lnTo>
                  <a:cubicBezTo>
                    <a:pt x="6335" y="254"/>
                    <a:pt x="6366" y="222"/>
                    <a:pt x="6366" y="127"/>
                  </a:cubicBezTo>
                  <a:cubicBezTo>
                    <a:pt x="6366" y="64"/>
                    <a:pt x="6335" y="0"/>
                    <a:pt x="62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3"/>
            <p:cNvSpPr/>
            <p:nvPr/>
          </p:nvSpPr>
          <p:spPr>
            <a:xfrm>
              <a:off x="7905824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1299" y="373"/>
                  </a:moveTo>
                  <a:lnTo>
                    <a:pt x="1299" y="1323"/>
                  </a:lnTo>
                  <a:lnTo>
                    <a:pt x="254" y="1291"/>
                  </a:lnTo>
                  <a:lnTo>
                    <a:pt x="254" y="1006"/>
                  </a:lnTo>
                  <a:cubicBezTo>
                    <a:pt x="602" y="785"/>
                    <a:pt x="982" y="595"/>
                    <a:pt x="1299" y="373"/>
                  </a:cubicBezTo>
                  <a:close/>
                  <a:moveTo>
                    <a:pt x="1425" y="1"/>
                  </a:moveTo>
                  <a:cubicBezTo>
                    <a:pt x="1402" y="1"/>
                    <a:pt x="1378" y="9"/>
                    <a:pt x="1362" y="25"/>
                  </a:cubicBezTo>
                  <a:cubicBezTo>
                    <a:pt x="950" y="278"/>
                    <a:pt x="507" y="563"/>
                    <a:pt x="64" y="816"/>
                  </a:cubicBezTo>
                  <a:cubicBezTo>
                    <a:pt x="32" y="848"/>
                    <a:pt x="0" y="880"/>
                    <a:pt x="0" y="911"/>
                  </a:cubicBezTo>
                  <a:lnTo>
                    <a:pt x="0" y="1418"/>
                  </a:lnTo>
                  <a:cubicBezTo>
                    <a:pt x="0" y="1481"/>
                    <a:pt x="64" y="1545"/>
                    <a:pt x="127" y="1545"/>
                  </a:cubicBezTo>
                  <a:lnTo>
                    <a:pt x="1457" y="1576"/>
                  </a:lnTo>
                  <a:cubicBezTo>
                    <a:pt x="1489" y="1576"/>
                    <a:pt x="1520" y="1545"/>
                    <a:pt x="1520" y="1513"/>
                  </a:cubicBezTo>
                  <a:cubicBezTo>
                    <a:pt x="1552" y="1513"/>
                    <a:pt x="1584" y="1481"/>
                    <a:pt x="1584" y="1450"/>
                  </a:cubicBezTo>
                  <a:lnTo>
                    <a:pt x="1584" y="120"/>
                  </a:lnTo>
                  <a:cubicBezTo>
                    <a:pt x="1584" y="88"/>
                    <a:pt x="1552" y="25"/>
                    <a:pt x="1489" y="25"/>
                  </a:cubicBezTo>
                  <a:cubicBezTo>
                    <a:pt x="1473" y="9"/>
                    <a:pt x="144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3"/>
            <p:cNvSpPr/>
            <p:nvPr/>
          </p:nvSpPr>
          <p:spPr>
            <a:xfrm>
              <a:off x="7877923" y="3716401"/>
              <a:ext cx="59018" cy="25767"/>
            </a:xfrm>
            <a:custGeom>
              <a:avLst/>
              <a:gdLst/>
              <a:ahLst/>
              <a:cxnLst/>
              <a:rect l="l" t="t" r="r" b="b"/>
              <a:pathLst>
                <a:path w="1743" h="761" extrusionOk="0">
                  <a:moveTo>
                    <a:pt x="1584" y="0"/>
                  </a:moveTo>
                  <a:cubicBezTo>
                    <a:pt x="1521" y="0"/>
                    <a:pt x="1458" y="63"/>
                    <a:pt x="1458" y="127"/>
                  </a:cubicBezTo>
                  <a:lnTo>
                    <a:pt x="1458" y="507"/>
                  </a:lnTo>
                  <a:lnTo>
                    <a:pt x="128" y="507"/>
                  </a:lnTo>
                  <a:cubicBezTo>
                    <a:pt x="64" y="507"/>
                    <a:pt x="1" y="570"/>
                    <a:pt x="1" y="633"/>
                  </a:cubicBezTo>
                  <a:cubicBezTo>
                    <a:pt x="1" y="697"/>
                    <a:pt x="64" y="760"/>
                    <a:pt x="128" y="760"/>
                  </a:cubicBezTo>
                  <a:lnTo>
                    <a:pt x="1584" y="760"/>
                  </a:lnTo>
                  <a:cubicBezTo>
                    <a:pt x="1679" y="760"/>
                    <a:pt x="1711" y="697"/>
                    <a:pt x="1743" y="633"/>
                  </a:cubicBezTo>
                  <a:lnTo>
                    <a:pt x="1743" y="127"/>
                  </a:lnTo>
                  <a:cubicBezTo>
                    <a:pt x="1743" y="63"/>
                    <a:pt x="1679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3"/>
            <p:cNvSpPr/>
            <p:nvPr/>
          </p:nvSpPr>
          <p:spPr>
            <a:xfrm>
              <a:off x="7491919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285" y="373"/>
                  </a:moveTo>
                  <a:cubicBezTo>
                    <a:pt x="602" y="595"/>
                    <a:pt x="982" y="785"/>
                    <a:pt x="1330" y="1006"/>
                  </a:cubicBezTo>
                  <a:lnTo>
                    <a:pt x="1330" y="1291"/>
                  </a:lnTo>
                  <a:lnTo>
                    <a:pt x="285" y="1323"/>
                  </a:lnTo>
                  <a:lnTo>
                    <a:pt x="285" y="373"/>
                  </a:lnTo>
                  <a:close/>
                  <a:moveTo>
                    <a:pt x="143" y="1"/>
                  </a:moveTo>
                  <a:cubicBezTo>
                    <a:pt x="119" y="1"/>
                    <a:pt x="95" y="9"/>
                    <a:pt x="63" y="25"/>
                  </a:cubicBezTo>
                  <a:cubicBezTo>
                    <a:pt x="32" y="56"/>
                    <a:pt x="0" y="88"/>
                    <a:pt x="0" y="120"/>
                  </a:cubicBezTo>
                  <a:lnTo>
                    <a:pt x="0" y="1450"/>
                  </a:lnTo>
                  <a:cubicBezTo>
                    <a:pt x="0" y="1481"/>
                    <a:pt x="32" y="1513"/>
                    <a:pt x="63" y="1545"/>
                  </a:cubicBezTo>
                  <a:cubicBezTo>
                    <a:pt x="63" y="1545"/>
                    <a:pt x="95" y="1576"/>
                    <a:pt x="158" y="1576"/>
                  </a:cubicBezTo>
                  <a:lnTo>
                    <a:pt x="1457" y="1545"/>
                  </a:lnTo>
                  <a:cubicBezTo>
                    <a:pt x="1520" y="1545"/>
                    <a:pt x="1583" y="1513"/>
                    <a:pt x="1583" y="1418"/>
                  </a:cubicBezTo>
                  <a:lnTo>
                    <a:pt x="1583" y="911"/>
                  </a:lnTo>
                  <a:cubicBezTo>
                    <a:pt x="1583" y="880"/>
                    <a:pt x="1552" y="816"/>
                    <a:pt x="1488" y="816"/>
                  </a:cubicBezTo>
                  <a:cubicBezTo>
                    <a:pt x="1077" y="563"/>
                    <a:pt x="633" y="310"/>
                    <a:pt x="222" y="25"/>
                  </a:cubicBezTo>
                  <a:cubicBezTo>
                    <a:pt x="190" y="9"/>
                    <a:pt x="166" y="1"/>
                    <a:pt x="1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3"/>
            <p:cNvSpPr/>
            <p:nvPr/>
          </p:nvSpPr>
          <p:spPr>
            <a:xfrm>
              <a:off x="7515486" y="3716401"/>
              <a:ext cx="57934" cy="25767"/>
            </a:xfrm>
            <a:custGeom>
              <a:avLst/>
              <a:gdLst/>
              <a:ahLst/>
              <a:cxnLst/>
              <a:rect l="l" t="t" r="r" b="b"/>
              <a:pathLst>
                <a:path w="1711" h="761" extrusionOk="0">
                  <a:moveTo>
                    <a:pt x="127" y="0"/>
                  </a:moveTo>
                  <a:cubicBezTo>
                    <a:pt x="32" y="0"/>
                    <a:pt x="1" y="63"/>
                    <a:pt x="1" y="127"/>
                  </a:cubicBezTo>
                  <a:lnTo>
                    <a:pt x="1" y="633"/>
                  </a:lnTo>
                  <a:cubicBezTo>
                    <a:pt x="1" y="697"/>
                    <a:pt x="64" y="760"/>
                    <a:pt x="127" y="760"/>
                  </a:cubicBezTo>
                  <a:lnTo>
                    <a:pt x="1584" y="760"/>
                  </a:lnTo>
                  <a:cubicBezTo>
                    <a:pt x="1648" y="760"/>
                    <a:pt x="1711" y="697"/>
                    <a:pt x="1711" y="633"/>
                  </a:cubicBezTo>
                  <a:cubicBezTo>
                    <a:pt x="1711" y="570"/>
                    <a:pt x="1648" y="507"/>
                    <a:pt x="1584" y="507"/>
                  </a:cubicBezTo>
                  <a:lnTo>
                    <a:pt x="254" y="507"/>
                  </a:lnTo>
                  <a:lnTo>
                    <a:pt x="254" y="127"/>
                  </a:lnTo>
                  <a:cubicBezTo>
                    <a:pt x="254" y="63"/>
                    <a:pt x="191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7573386" y="3843986"/>
              <a:ext cx="80485" cy="81535"/>
            </a:xfrm>
            <a:custGeom>
              <a:avLst/>
              <a:gdLst/>
              <a:ahLst/>
              <a:cxnLst/>
              <a:rect l="l" t="t" r="r" b="b"/>
              <a:pathLst>
                <a:path w="2377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8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8" y="2408"/>
                    <a:pt x="729" y="2408"/>
                  </a:cubicBezTo>
                  <a:lnTo>
                    <a:pt x="1648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3"/>
            <p:cNvSpPr/>
            <p:nvPr/>
          </p:nvSpPr>
          <p:spPr>
            <a:xfrm>
              <a:off x="7797506" y="3843986"/>
              <a:ext cx="80451" cy="81535"/>
            </a:xfrm>
            <a:custGeom>
              <a:avLst/>
              <a:gdLst/>
              <a:ahLst/>
              <a:cxnLst/>
              <a:rect l="l" t="t" r="r" b="b"/>
              <a:pathLst>
                <a:path w="2376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7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7" y="2408"/>
                    <a:pt x="729" y="2408"/>
                  </a:cubicBezTo>
                  <a:lnTo>
                    <a:pt x="1647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3"/>
            <p:cNvSpPr/>
            <p:nvPr/>
          </p:nvSpPr>
          <p:spPr>
            <a:xfrm>
              <a:off x="741468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0"/>
                  </a:moveTo>
                  <a:cubicBezTo>
                    <a:pt x="4118" y="0"/>
                    <a:pt x="1" y="4117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17"/>
                    <a:pt x="14252" y="0"/>
                    <a:pt x="918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8" name="Google Shape;1848;p23"/>
          <p:cNvGrpSpPr/>
          <p:nvPr/>
        </p:nvGrpSpPr>
        <p:grpSpPr>
          <a:xfrm>
            <a:off x="2553878" y="1639762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2499138" y="411475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686911" y="1376200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685790" y="1639760"/>
            <a:ext cx="16062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3"/>
          <p:cNvSpPr txBox="1"/>
          <p:nvPr/>
        </p:nvSpPr>
        <p:spPr>
          <a:xfrm>
            <a:off x="686909" y="2792772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685763" y="3033804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686909" y="4167145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2" name="Google Shape;2122;p23"/>
          <p:cNvSpPr txBox="1"/>
          <p:nvPr/>
        </p:nvSpPr>
        <p:spPr>
          <a:xfrm>
            <a:off x="686897" y="4408176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6832397" y="1376200"/>
            <a:ext cx="16074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4" name="Google Shape;2124;p23"/>
          <p:cNvSpPr txBox="1"/>
          <p:nvPr/>
        </p:nvSpPr>
        <p:spPr>
          <a:xfrm>
            <a:off x="6831263" y="1639757"/>
            <a:ext cx="1607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5" name="Google Shape;2125;p23"/>
          <p:cNvSpPr txBox="1"/>
          <p:nvPr/>
        </p:nvSpPr>
        <p:spPr>
          <a:xfrm>
            <a:off x="6832339" y="2801700"/>
            <a:ext cx="16098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6831200" y="3046128"/>
            <a:ext cx="1609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7" name="Google Shape;2127;p23"/>
          <p:cNvSpPr txBox="1"/>
          <p:nvPr/>
        </p:nvSpPr>
        <p:spPr>
          <a:xfrm>
            <a:off x="6832363" y="4167150"/>
            <a:ext cx="16086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6831225" y="4408179"/>
            <a:ext cx="1608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avLst/>
              <a:gdLst/>
              <a:ahLst/>
              <a:cxnLst/>
              <a:rect l="l" t="t" r="r" b="b"/>
              <a:pathLst>
                <a:path w="14315" h="2377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avLst/>
              <a:gdLst/>
              <a:ahLst/>
              <a:cxnLst/>
              <a:rect l="l" t="t" r="r" b="b"/>
              <a:pathLst>
                <a:path w="32621" h="37656" extrusionOk="0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avLst/>
              <a:gdLst/>
              <a:ahLst/>
              <a:cxnLst/>
              <a:rect l="l" t="t" r="r" b="b"/>
              <a:pathLst>
                <a:path w="5860" h="5891" extrusionOk="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avLst/>
              <a:gdLst/>
              <a:ahLst/>
              <a:cxnLst/>
              <a:rect l="l" t="t" r="r" b="b"/>
              <a:pathLst>
                <a:path w="15013" h="15044" extrusionOk="0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avLst/>
              <a:gdLst/>
              <a:ahLst/>
              <a:cxnLst/>
              <a:rect l="l" t="t" r="r" b="b"/>
              <a:pathLst>
                <a:path w="13555" h="13587" extrusionOk="0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avLst/>
              <a:gdLst/>
              <a:ahLst/>
              <a:cxnLst/>
              <a:rect l="l" t="t" r="r" b="b"/>
              <a:pathLst>
                <a:path w="32651" h="37687" extrusionOk="0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avLst/>
              <a:gdLst/>
              <a:ahLst/>
              <a:cxnLst/>
              <a:rect l="l" t="t" r="r" b="b"/>
              <a:pathLst>
                <a:path w="1838" h="3326" extrusionOk="0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avLst/>
              <a:gdLst/>
              <a:ahLst/>
              <a:cxnLst/>
              <a:rect l="l" t="t" r="r" b="b"/>
              <a:pathLst>
                <a:path w="3073" h="3041" extrusionOk="0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avLst/>
              <a:gdLst/>
              <a:ahLst/>
              <a:cxnLst/>
              <a:rect l="l" t="t" r="r" b="b"/>
              <a:pathLst>
                <a:path w="3326" h="1774" extrusionOk="0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avLst/>
              <a:gdLst/>
              <a:ahLst/>
              <a:cxnLst/>
              <a:rect l="l" t="t" r="r" b="b"/>
              <a:pathLst>
                <a:path w="3358" h="1774" extrusionOk="0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avLst/>
              <a:gdLst/>
              <a:ahLst/>
              <a:cxnLst/>
              <a:rect l="l" t="t" r="r" b="b"/>
              <a:pathLst>
                <a:path w="3072" h="3073" extrusionOk="0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avLst/>
              <a:gdLst/>
              <a:ahLst/>
              <a:cxnLst/>
              <a:rect l="l" t="t" r="r" b="b"/>
              <a:pathLst>
                <a:path w="9534" h="13967" extrusionOk="0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avLst/>
              <a:gdLst/>
              <a:ahLst/>
              <a:cxnLst/>
              <a:rect l="l" t="t" r="r" b="b"/>
              <a:pathLst>
                <a:path w="7158" h="8330" extrusionOk="0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avLst/>
              <a:gdLst/>
              <a:ahLst/>
              <a:cxnLst/>
              <a:rect l="l" t="t" r="r" b="b"/>
              <a:pathLst>
                <a:path w="8361" h="9533" extrusionOk="0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avLst/>
              <a:gdLst/>
              <a:ahLst/>
              <a:cxnLst/>
              <a:rect l="l" t="t" r="r" b="b"/>
              <a:pathLst>
                <a:path w="4277" h="666" extrusionOk="0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avLst/>
              <a:gdLst/>
              <a:ahLst/>
              <a:cxnLst/>
              <a:rect l="l" t="t" r="r" b="b"/>
              <a:pathLst>
                <a:path w="3770" h="666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avLst/>
              <a:gdLst/>
              <a:ahLst/>
              <a:cxnLst/>
              <a:rect l="l" t="t" r="r" b="b"/>
              <a:pathLst>
                <a:path w="3390" h="793" extrusionOk="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avLst/>
              <a:gdLst/>
              <a:ahLst/>
              <a:cxnLst/>
              <a:rect l="l" t="t" r="r" b="b"/>
              <a:pathLst>
                <a:path w="666" h="2692" extrusionOk="0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avLst/>
              <a:gdLst/>
              <a:ahLst/>
              <a:cxnLst/>
              <a:rect l="l" t="t" r="r" b="b"/>
              <a:pathLst>
                <a:path w="2060" h="2022" extrusionOk="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avLst/>
              <a:gdLst/>
              <a:ahLst/>
              <a:cxnLst/>
              <a:rect l="l" t="t" r="r" b="b"/>
              <a:pathLst>
                <a:path w="2692" h="612" extrusionOk="0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avLst/>
              <a:gdLst/>
              <a:ahLst/>
              <a:cxnLst/>
              <a:rect l="l" t="t" r="r" b="b"/>
              <a:pathLst>
                <a:path w="2693" h="609" extrusionOk="0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avLst/>
              <a:gdLst/>
              <a:ahLst/>
              <a:cxnLst/>
              <a:rect l="l" t="t" r="r" b="b"/>
              <a:pathLst>
                <a:path w="2060" h="2001" extrusionOk="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avLst/>
              <a:gdLst/>
              <a:ahLst/>
              <a:cxnLst/>
              <a:rect l="l" t="t" r="r" b="b"/>
              <a:pathLst>
                <a:path w="3232" h="5733" extrusionOk="0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avLst/>
              <a:gdLst/>
              <a:ahLst/>
              <a:cxnLst/>
              <a:rect l="l" t="t" r="r" b="b"/>
              <a:pathLst>
                <a:path w="32621" h="37687" extrusionOk="0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avLst/>
              <a:gdLst/>
              <a:ahLst/>
              <a:cxnLst/>
              <a:rect l="l" t="t" r="r" b="b"/>
              <a:pathLst>
                <a:path w="12289" h="10769" extrusionOk="0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avLst/>
              <a:gdLst/>
              <a:ahLst/>
              <a:cxnLst/>
              <a:rect l="l" t="t" r="r" b="b"/>
              <a:pathLst>
                <a:path w="10071" h="8710" extrusionOk="0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avLst/>
              <a:gdLst/>
              <a:ahLst/>
              <a:cxnLst/>
              <a:rect l="l" t="t" r="r" b="b"/>
              <a:pathLst>
                <a:path w="12922" h="9977" extrusionOk="0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avLst/>
              <a:gdLst/>
              <a:ahLst/>
              <a:cxnLst/>
              <a:rect l="l" t="t" r="r" b="b"/>
              <a:pathLst>
                <a:path w="10673" h="8171" extrusionOk="0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avLst/>
              <a:gdLst/>
              <a:ahLst/>
              <a:cxnLst/>
              <a:rect l="l" t="t" r="r" b="b"/>
              <a:pathLst>
                <a:path w="32652" h="37687" extrusionOk="0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avLst/>
              <a:gdLst/>
              <a:ahLst/>
              <a:cxnLst/>
              <a:rect l="l" t="t" r="r" b="b"/>
              <a:pathLst>
                <a:path w="15551" h="15582" extrusionOk="0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avLst/>
              <a:gdLst/>
              <a:ahLst/>
              <a:cxnLst/>
              <a:rect l="l" t="t" r="r" b="b"/>
              <a:pathLst>
                <a:path w="14094" h="14125" extrusionOk="0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avLst/>
              <a:gdLst/>
              <a:ahLst/>
              <a:cxnLst/>
              <a:rect l="l" t="t" r="r" b="b"/>
              <a:pathLst>
                <a:path w="32620" h="37656" extrusionOk="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avLst/>
              <a:gdLst/>
              <a:ahLst/>
              <a:cxnLst/>
              <a:rect l="l" t="t" r="r" b="b"/>
              <a:pathLst>
                <a:path w="15772" h="13017" extrusionOk="0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avLst/>
              <a:gdLst/>
              <a:ahLst/>
              <a:cxnLst/>
              <a:rect l="l" t="t" r="r" b="b"/>
              <a:pathLst>
                <a:path w="14379" h="11619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avLst/>
              <a:gdLst/>
              <a:ahLst/>
              <a:cxnLst/>
              <a:rect l="l" t="t" r="r" b="b"/>
              <a:pathLst>
                <a:path w="1584" h="10547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avLst/>
              <a:gdLst/>
              <a:ahLst/>
              <a:cxnLst/>
              <a:rect l="l" t="t" r="r" b="b"/>
              <a:pathLst>
                <a:path w="9819" h="2547" extrusionOk="0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avLst/>
              <a:gdLst/>
              <a:ahLst/>
              <a:cxnLst/>
              <a:rect l="l" t="t" r="r" b="b"/>
              <a:pathLst>
                <a:path w="2947" h="4303" extrusionOk="0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avLst/>
              <a:gdLst/>
              <a:ahLst/>
              <a:cxnLst/>
              <a:rect l="l" t="t" r="r" b="b"/>
              <a:pathLst>
                <a:path w="32620" h="37687" extrusionOk="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avLst/>
              <a:gdLst/>
              <a:ahLst/>
              <a:cxnLst/>
              <a:rect l="l" t="t" r="r" b="b"/>
              <a:pathLst>
                <a:path w="17989" h="11908" extrusionOk="0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avLst/>
              <a:gdLst/>
              <a:ahLst/>
              <a:cxnLst/>
              <a:rect l="l" t="t" r="r" b="b"/>
              <a:pathLst>
                <a:path w="7950" h="1807" extrusionOk="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avLst/>
              <a:gdLst/>
              <a:ahLst/>
              <a:cxnLst/>
              <a:rect l="l" t="t" r="r" b="b"/>
              <a:pathLst>
                <a:path w="1584" h="7633" extrusionOk="0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avLst/>
              <a:gdLst/>
              <a:ahLst/>
              <a:cxnLst/>
              <a:rect l="l" t="t" r="r" b="b"/>
              <a:pathLst>
                <a:path w="12067" h="82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avLst/>
              <a:gdLst/>
              <a:ahLst/>
              <a:cxnLst/>
              <a:rect l="l" t="t" r="r" b="b"/>
              <a:pathLst>
                <a:path w="3137" h="2535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avLst/>
              <a:gdLst/>
              <a:ahLst/>
              <a:cxnLst/>
              <a:rect l="l" t="t" r="r" b="b"/>
              <a:pathLst>
                <a:path w="5512" h="7380" extrusionOk="0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avLst/>
              <a:gdLst/>
              <a:ahLst/>
              <a:cxnLst/>
              <a:rect l="l" t="t" r="r" b="b"/>
              <a:pathLst>
                <a:path w="5511" h="7380" extrusionOk="0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3" name="Google Shape;2203;p24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4" name="Google Shape;2204;p24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5" name="Google Shape;2205;p24"/>
          <p:cNvSpPr txBox="1"/>
          <p:nvPr/>
        </p:nvSpPr>
        <p:spPr>
          <a:xfrm>
            <a:off x="467375" y="2573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6" name="Google Shape;2206;p24"/>
          <p:cNvSpPr txBox="1"/>
          <p:nvPr/>
        </p:nvSpPr>
        <p:spPr>
          <a:xfrm>
            <a:off x="467375" y="283370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67375" y="3598876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8" name="Google Shape;2208;p24"/>
          <p:cNvSpPr txBox="1"/>
          <p:nvPr/>
        </p:nvSpPr>
        <p:spPr>
          <a:xfrm>
            <a:off x="467375" y="38595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9" name="Google Shape;2209;p24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6911424" y="257299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2" name="Google Shape;2212;p24"/>
          <p:cNvSpPr txBox="1"/>
          <p:nvPr/>
        </p:nvSpPr>
        <p:spPr>
          <a:xfrm>
            <a:off x="6911424" y="283368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6911424" y="35988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6911424" y="385957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27"/>
          <p:cNvSpPr/>
          <p:nvPr/>
        </p:nvSpPr>
        <p:spPr>
          <a:xfrm>
            <a:off x="3948036" y="1225326"/>
            <a:ext cx="1292714" cy="897365"/>
          </a:xfrm>
          <a:custGeom>
            <a:avLst/>
            <a:gdLst/>
            <a:ahLst/>
            <a:cxnLst/>
            <a:rect l="l" t="t" r="r" b="b"/>
            <a:pathLst>
              <a:path w="40284" h="27964" extrusionOk="0">
                <a:moveTo>
                  <a:pt x="21061" y="0"/>
                </a:moveTo>
                <a:cubicBezTo>
                  <a:pt x="20776" y="0"/>
                  <a:pt x="20522" y="222"/>
                  <a:pt x="20522" y="538"/>
                </a:cubicBezTo>
                <a:lnTo>
                  <a:pt x="20522" y="26887"/>
                </a:lnTo>
                <a:lnTo>
                  <a:pt x="539" y="26887"/>
                </a:lnTo>
                <a:cubicBezTo>
                  <a:pt x="254" y="26887"/>
                  <a:pt x="1" y="27140"/>
                  <a:pt x="1" y="27425"/>
                </a:cubicBezTo>
                <a:cubicBezTo>
                  <a:pt x="1" y="27742"/>
                  <a:pt x="254" y="27964"/>
                  <a:pt x="539" y="27964"/>
                </a:cubicBezTo>
                <a:lnTo>
                  <a:pt x="21061" y="27964"/>
                </a:lnTo>
                <a:cubicBezTo>
                  <a:pt x="21377" y="27964"/>
                  <a:pt x="21631" y="27742"/>
                  <a:pt x="21631" y="27425"/>
                </a:cubicBezTo>
                <a:lnTo>
                  <a:pt x="21631" y="1077"/>
                </a:lnTo>
                <a:lnTo>
                  <a:pt x="39745" y="1077"/>
                </a:lnTo>
                <a:cubicBezTo>
                  <a:pt x="40062" y="1077"/>
                  <a:pt x="40284" y="823"/>
                  <a:pt x="40284" y="538"/>
                </a:cubicBezTo>
                <a:cubicBezTo>
                  <a:pt x="40284" y="222"/>
                  <a:pt x="40062" y="0"/>
                  <a:pt x="3974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3948036" y="2011884"/>
            <a:ext cx="1292714" cy="466492"/>
          </a:xfrm>
          <a:custGeom>
            <a:avLst/>
            <a:gdLst/>
            <a:ahLst/>
            <a:cxnLst/>
            <a:rect l="l" t="t" r="r" b="b"/>
            <a:pathLst>
              <a:path w="40284" h="14537" extrusionOk="0">
                <a:moveTo>
                  <a:pt x="28344" y="1"/>
                </a:moveTo>
                <a:cubicBezTo>
                  <a:pt x="28059" y="1"/>
                  <a:pt x="27806" y="222"/>
                  <a:pt x="27806" y="539"/>
                </a:cubicBezTo>
                <a:lnTo>
                  <a:pt x="27806" y="13460"/>
                </a:lnTo>
                <a:lnTo>
                  <a:pt x="539" y="13460"/>
                </a:lnTo>
                <a:cubicBezTo>
                  <a:pt x="254" y="13460"/>
                  <a:pt x="1" y="13713"/>
                  <a:pt x="1" y="13998"/>
                </a:cubicBezTo>
                <a:cubicBezTo>
                  <a:pt x="1" y="14315"/>
                  <a:pt x="254" y="14537"/>
                  <a:pt x="539" y="14537"/>
                </a:cubicBezTo>
                <a:lnTo>
                  <a:pt x="28344" y="14537"/>
                </a:lnTo>
                <a:cubicBezTo>
                  <a:pt x="28661" y="14537"/>
                  <a:pt x="28915" y="14315"/>
                  <a:pt x="28915" y="13998"/>
                </a:cubicBezTo>
                <a:lnTo>
                  <a:pt x="28915" y="1077"/>
                </a:lnTo>
                <a:lnTo>
                  <a:pt x="39745" y="1077"/>
                </a:lnTo>
                <a:cubicBezTo>
                  <a:pt x="40062" y="1077"/>
                  <a:pt x="40284" y="824"/>
                  <a:pt x="40284" y="539"/>
                </a:cubicBezTo>
                <a:cubicBezTo>
                  <a:pt x="40284" y="222"/>
                  <a:pt x="40062" y="1"/>
                  <a:pt x="3974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3948036" y="2797448"/>
            <a:ext cx="1292714" cy="35620"/>
          </a:xfrm>
          <a:custGeom>
            <a:avLst/>
            <a:gdLst/>
            <a:ahLst/>
            <a:cxnLst/>
            <a:rect l="l" t="t" r="r" b="b"/>
            <a:pathLst>
              <a:path w="40284" h="1110" extrusionOk="0">
                <a:moveTo>
                  <a:pt x="539" y="1"/>
                </a:moveTo>
                <a:cubicBezTo>
                  <a:pt x="254" y="1"/>
                  <a:pt x="1" y="254"/>
                  <a:pt x="1" y="571"/>
                </a:cubicBezTo>
                <a:cubicBezTo>
                  <a:pt x="1" y="856"/>
                  <a:pt x="254" y="1109"/>
                  <a:pt x="539" y="1109"/>
                </a:cubicBezTo>
                <a:lnTo>
                  <a:pt x="39745" y="1109"/>
                </a:lnTo>
                <a:cubicBezTo>
                  <a:pt x="40062" y="1109"/>
                  <a:pt x="40284" y="856"/>
                  <a:pt x="40284" y="571"/>
                </a:cubicBezTo>
                <a:cubicBezTo>
                  <a:pt x="40284" y="254"/>
                  <a:pt x="40062" y="1"/>
                  <a:pt x="39745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3948036" y="3505802"/>
            <a:ext cx="1292714" cy="900413"/>
          </a:xfrm>
          <a:custGeom>
            <a:avLst/>
            <a:gdLst/>
            <a:ahLst/>
            <a:cxnLst/>
            <a:rect l="l" t="t" r="r" b="b"/>
            <a:pathLst>
              <a:path w="40284" h="28059" extrusionOk="0">
                <a:moveTo>
                  <a:pt x="539" y="0"/>
                </a:moveTo>
                <a:cubicBezTo>
                  <a:pt x="254" y="0"/>
                  <a:pt x="1" y="253"/>
                  <a:pt x="1" y="570"/>
                </a:cubicBezTo>
                <a:cubicBezTo>
                  <a:pt x="1" y="855"/>
                  <a:pt x="254" y="1108"/>
                  <a:pt x="539" y="1108"/>
                </a:cubicBezTo>
                <a:lnTo>
                  <a:pt x="20522" y="1108"/>
                </a:lnTo>
                <a:lnTo>
                  <a:pt x="20522" y="27489"/>
                </a:lnTo>
                <a:cubicBezTo>
                  <a:pt x="20522" y="27805"/>
                  <a:pt x="20776" y="28059"/>
                  <a:pt x="21061" y="28059"/>
                </a:cubicBezTo>
                <a:lnTo>
                  <a:pt x="39745" y="28059"/>
                </a:lnTo>
                <a:cubicBezTo>
                  <a:pt x="40062" y="28059"/>
                  <a:pt x="40284" y="27805"/>
                  <a:pt x="40284" y="27489"/>
                </a:cubicBezTo>
                <a:cubicBezTo>
                  <a:pt x="40284" y="27204"/>
                  <a:pt x="40062" y="26950"/>
                  <a:pt x="39745" y="26950"/>
                </a:cubicBezTo>
                <a:lnTo>
                  <a:pt x="21631" y="26950"/>
                </a:lnTo>
                <a:lnTo>
                  <a:pt x="21631" y="570"/>
                </a:lnTo>
                <a:cubicBezTo>
                  <a:pt x="21631" y="253"/>
                  <a:pt x="21377" y="0"/>
                  <a:pt x="2106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3948036" y="3152138"/>
            <a:ext cx="1292714" cy="467487"/>
          </a:xfrm>
          <a:custGeom>
            <a:avLst/>
            <a:gdLst/>
            <a:ahLst/>
            <a:cxnLst/>
            <a:rect l="l" t="t" r="r" b="b"/>
            <a:pathLst>
              <a:path w="40284" h="14568" extrusionOk="0">
                <a:moveTo>
                  <a:pt x="539" y="0"/>
                </a:moveTo>
                <a:cubicBezTo>
                  <a:pt x="254" y="0"/>
                  <a:pt x="1" y="254"/>
                  <a:pt x="1" y="539"/>
                </a:cubicBezTo>
                <a:cubicBezTo>
                  <a:pt x="1" y="855"/>
                  <a:pt x="254" y="1077"/>
                  <a:pt x="539" y="1077"/>
                </a:cubicBezTo>
                <a:lnTo>
                  <a:pt x="27806" y="1077"/>
                </a:lnTo>
                <a:lnTo>
                  <a:pt x="27806" y="14030"/>
                </a:lnTo>
                <a:cubicBezTo>
                  <a:pt x="27806" y="14315"/>
                  <a:pt x="28059" y="14568"/>
                  <a:pt x="28344" y="14568"/>
                </a:cubicBezTo>
                <a:lnTo>
                  <a:pt x="39745" y="14568"/>
                </a:lnTo>
                <a:cubicBezTo>
                  <a:pt x="40062" y="14568"/>
                  <a:pt x="40284" y="14315"/>
                  <a:pt x="40284" y="14030"/>
                </a:cubicBezTo>
                <a:cubicBezTo>
                  <a:pt x="40284" y="13713"/>
                  <a:pt x="40062" y="13460"/>
                  <a:pt x="39745" y="13460"/>
                </a:cubicBezTo>
                <a:lnTo>
                  <a:pt x="28915" y="13460"/>
                </a:lnTo>
                <a:lnTo>
                  <a:pt x="28915" y="539"/>
                </a:lnTo>
                <a:cubicBezTo>
                  <a:pt x="28915" y="254"/>
                  <a:pt x="28661" y="0"/>
                  <a:pt x="28344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5223453" y="89399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223453" y="168058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5223453" y="246717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6"/>
                  <a:pt x="0" y="10863"/>
                </a:cubicBezTo>
                <a:cubicBezTo>
                  <a:pt x="0" y="16848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5223453" y="325376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5"/>
                  <a:pt x="0" y="10831"/>
                </a:cubicBezTo>
                <a:cubicBezTo>
                  <a:pt x="0" y="16848"/>
                  <a:pt x="4877" y="21693"/>
                  <a:pt x="10863" y="21693"/>
                </a:cubicBezTo>
                <a:lnTo>
                  <a:pt x="107960" y="21693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5223453" y="4040325"/>
            <a:ext cx="3464468" cy="696193"/>
          </a:xfrm>
          <a:custGeom>
            <a:avLst/>
            <a:gdLst/>
            <a:ahLst/>
            <a:cxnLst/>
            <a:rect l="l" t="t" r="r" b="b"/>
            <a:pathLst>
              <a:path w="107961" h="21695" extrusionOk="0">
                <a:moveTo>
                  <a:pt x="10863" y="1"/>
                </a:moveTo>
                <a:cubicBezTo>
                  <a:pt x="4877" y="1"/>
                  <a:pt x="0" y="4846"/>
                  <a:pt x="0" y="10832"/>
                </a:cubicBezTo>
                <a:cubicBezTo>
                  <a:pt x="0" y="16849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457189" y="1838117"/>
            <a:ext cx="3506121" cy="2422763"/>
          </a:xfrm>
          <a:custGeom>
            <a:avLst/>
            <a:gdLst/>
            <a:ahLst/>
            <a:cxnLst/>
            <a:rect l="l" t="t" r="r" b="b"/>
            <a:pathLst>
              <a:path w="109259" h="75499" extrusionOk="0">
                <a:moveTo>
                  <a:pt x="3167" y="0"/>
                </a:moveTo>
                <a:cubicBezTo>
                  <a:pt x="1426" y="0"/>
                  <a:pt x="0" y="1425"/>
                  <a:pt x="0" y="3167"/>
                </a:cubicBezTo>
                <a:lnTo>
                  <a:pt x="0" y="72332"/>
                </a:lnTo>
                <a:cubicBezTo>
                  <a:pt x="0" y="74074"/>
                  <a:pt x="1426" y="75499"/>
                  <a:pt x="3167" y="75499"/>
                </a:cubicBezTo>
                <a:lnTo>
                  <a:pt x="106092" y="75499"/>
                </a:lnTo>
                <a:cubicBezTo>
                  <a:pt x="107834" y="75499"/>
                  <a:pt x="109259" y="74074"/>
                  <a:pt x="109259" y="72332"/>
                </a:cubicBezTo>
                <a:lnTo>
                  <a:pt x="109259" y="3167"/>
                </a:lnTo>
                <a:cubicBezTo>
                  <a:pt x="109259" y="1425"/>
                  <a:pt x="107834" y="0"/>
                  <a:pt x="10609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457189" y="3804560"/>
            <a:ext cx="3506121" cy="456320"/>
          </a:xfrm>
          <a:custGeom>
            <a:avLst/>
            <a:gdLst/>
            <a:ahLst/>
            <a:cxnLst/>
            <a:rect l="l" t="t" r="r" b="b"/>
            <a:pathLst>
              <a:path w="109259" h="14220" extrusionOk="0">
                <a:moveTo>
                  <a:pt x="0" y="1"/>
                </a:moveTo>
                <a:lnTo>
                  <a:pt x="0" y="11053"/>
                </a:lnTo>
                <a:cubicBezTo>
                  <a:pt x="0" y="12795"/>
                  <a:pt x="1426" y="14220"/>
                  <a:pt x="3167" y="14220"/>
                </a:cubicBezTo>
                <a:lnTo>
                  <a:pt x="106092" y="14220"/>
                </a:lnTo>
                <a:cubicBezTo>
                  <a:pt x="107834" y="14220"/>
                  <a:pt x="109259" y="12795"/>
                  <a:pt x="109259" y="11053"/>
                </a:cubicBezTo>
                <a:lnTo>
                  <a:pt x="109259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559813" y="1929574"/>
            <a:ext cx="3300874" cy="1771368"/>
          </a:xfrm>
          <a:custGeom>
            <a:avLst/>
            <a:gdLst/>
            <a:ahLst/>
            <a:cxnLst/>
            <a:rect l="l" t="t" r="r" b="b"/>
            <a:pathLst>
              <a:path w="102863" h="55200" extrusionOk="0">
                <a:moveTo>
                  <a:pt x="1" y="1"/>
                </a:moveTo>
                <a:lnTo>
                  <a:pt x="1" y="55199"/>
                </a:lnTo>
                <a:lnTo>
                  <a:pt x="102862" y="55199"/>
                </a:lnTo>
                <a:lnTo>
                  <a:pt x="102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1792550" y="4260848"/>
            <a:ext cx="835399" cy="176880"/>
          </a:xfrm>
          <a:custGeom>
            <a:avLst/>
            <a:gdLst/>
            <a:ahLst/>
            <a:cxnLst/>
            <a:rect l="l" t="t" r="r" b="b"/>
            <a:pathLst>
              <a:path w="26033" h="5512" extrusionOk="0">
                <a:moveTo>
                  <a:pt x="1" y="1"/>
                </a:moveTo>
                <a:lnTo>
                  <a:pt x="1" y="5511"/>
                </a:lnTo>
                <a:lnTo>
                  <a:pt x="26033" y="5511"/>
                </a:lnTo>
                <a:lnTo>
                  <a:pt x="26033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1380964" y="4437696"/>
            <a:ext cx="1658572" cy="140265"/>
          </a:xfrm>
          <a:custGeom>
            <a:avLst/>
            <a:gdLst/>
            <a:ahLst/>
            <a:cxnLst/>
            <a:rect l="l" t="t" r="r" b="b"/>
            <a:pathLst>
              <a:path w="51685" h="4371" extrusionOk="0">
                <a:moveTo>
                  <a:pt x="4371" y="0"/>
                </a:moveTo>
                <a:cubicBezTo>
                  <a:pt x="1964" y="0"/>
                  <a:pt x="1" y="1932"/>
                  <a:pt x="1" y="4371"/>
                </a:cubicBezTo>
                <a:lnTo>
                  <a:pt x="51685" y="4371"/>
                </a:lnTo>
                <a:cubicBezTo>
                  <a:pt x="51685" y="1932"/>
                  <a:pt x="49721" y="0"/>
                  <a:pt x="47314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1792550" y="4260848"/>
            <a:ext cx="835399" cy="51890"/>
          </a:xfrm>
          <a:custGeom>
            <a:avLst/>
            <a:gdLst/>
            <a:ahLst/>
            <a:cxnLst/>
            <a:rect l="l" t="t" r="r" b="b"/>
            <a:pathLst>
              <a:path w="26033" h="1617" extrusionOk="0">
                <a:moveTo>
                  <a:pt x="1" y="1"/>
                </a:moveTo>
                <a:lnTo>
                  <a:pt x="1" y="1616"/>
                </a:lnTo>
                <a:lnTo>
                  <a:pt x="26033" y="1616"/>
                </a:lnTo>
                <a:lnTo>
                  <a:pt x="26033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559813" y="1929574"/>
            <a:ext cx="3300874" cy="354691"/>
          </a:xfrm>
          <a:custGeom>
            <a:avLst/>
            <a:gdLst/>
            <a:ahLst/>
            <a:cxnLst/>
            <a:rect l="l" t="t" r="r" b="b"/>
            <a:pathLst>
              <a:path w="102863" h="11053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7" name="Google Shape;2337;p27"/>
          <p:cNvSpPr/>
          <p:nvPr/>
        </p:nvSpPr>
        <p:spPr>
          <a:xfrm>
            <a:off x="559813" y="2284264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8" name="Google Shape;2338;p27"/>
          <p:cNvSpPr/>
          <p:nvPr/>
        </p:nvSpPr>
        <p:spPr>
          <a:xfrm>
            <a:off x="559813" y="2637896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9" name="Google Shape;2339;p27"/>
          <p:cNvSpPr/>
          <p:nvPr/>
        </p:nvSpPr>
        <p:spPr>
          <a:xfrm>
            <a:off x="559813" y="2992587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0" name="Google Shape;2340;p27"/>
          <p:cNvSpPr/>
          <p:nvPr/>
        </p:nvSpPr>
        <p:spPr>
          <a:xfrm>
            <a:off x="559813" y="3346219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1" name="Google Shape;2341;p27"/>
          <p:cNvSpPr/>
          <p:nvPr/>
        </p:nvSpPr>
        <p:spPr>
          <a:xfrm>
            <a:off x="5478362" y="1827134"/>
            <a:ext cx="368939" cy="417363"/>
          </a:xfrm>
          <a:custGeom>
            <a:avLst/>
            <a:gdLst/>
            <a:ahLst/>
            <a:cxnLst/>
            <a:rect l="l" t="t" r="r" b="b"/>
            <a:pathLst>
              <a:path w="11497" h="13006" extrusionOk="0">
                <a:moveTo>
                  <a:pt x="11085" y="496"/>
                </a:moveTo>
                <a:lnTo>
                  <a:pt x="11085" y="9110"/>
                </a:lnTo>
                <a:cubicBezTo>
                  <a:pt x="11085" y="9839"/>
                  <a:pt x="10198" y="10409"/>
                  <a:pt x="9058" y="10409"/>
                </a:cubicBezTo>
                <a:cubicBezTo>
                  <a:pt x="7950" y="10409"/>
                  <a:pt x="7063" y="9839"/>
                  <a:pt x="7063" y="9110"/>
                </a:cubicBezTo>
                <a:cubicBezTo>
                  <a:pt x="7063" y="8414"/>
                  <a:pt x="7950" y="7844"/>
                  <a:pt x="9058" y="7844"/>
                </a:cubicBezTo>
                <a:cubicBezTo>
                  <a:pt x="9596" y="7844"/>
                  <a:pt x="10071" y="7970"/>
                  <a:pt x="10451" y="8192"/>
                </a:cubicBezTo>
                <a:cubicBezTo>
                  <a:pt x="10483" y="8208"/>
                  <a:pt x="10515" y="8216"/>
                  <a:pt x="10546" y="8216"/>
                </a:cubicBezTo>
                <a:cubicBezTo>
                  <a:pt x="10578" y="8216"/>
                  <a:pt x="10610" y="8208"/>
                  <a:pt x="10641" y="8192"/>
                </a:cubicBezTo>
                <a:cubicBezTo>
                  <a:pt x="10705" y="8160"/>
                  <a:pt x="10736" y="8097"/>
                  <a:pt x="10736" y="8034"/>
                </a:cubicBezTo>
                <a:lnTo>
                  <a:pt x="10736" y="3442"/>
                </a:lnTo>
                <a:cubicBezTo>
                  <a:pt x="10736" y="3378"/>
                  <a:pt x="10705" y="3315"/>
                  <a:pt x="10673" y="3283"/>
                </a:cubicBezTo>
                <a:cubicBezTo>
                  <a:pt x="10610" y="3252"/>
                  <a:pt x="10546" y="3252"/>
                  <a:pt x="10483" y="3252"/>
                </a:cubicBezTo>
                <a:lnTo>
                  <a:pt x="4561" y="5215"/>
                </a:lnTo>
                <a:cubicBezTo>
                  <a:pt x="4498" y="5247"/>
                  <a:pt x="4434" y="5342"/>
                  <a:pt x="4434" y="5405"/>
                </a:cubicBezTo>
                <a:lnTo>
                  <a:pt x="4434" y="11327"/>
                </a:lnTo>
                <a:cubicBezTo>
                  <a:pt x="4434" y="12055"/>
                  <a:pt x="3548" y="12626"/>
                  <a:pt x="2407" y="12626"/>
                </a:cubicBezTo>
                <a:cubicBezTo>
                  <a:pt x="1299" y="12626"/>
                  <a:pt x="412" y="12055"/>
                  <a:pt x="412" y="11327"/>
                </a:cubicBezTo>
                <a:cubicBezTo>
                  <a:pt x="412" y="10630"/>
                  <a:pt x="1299" y="10060"/>
                  <a:pt x="2407" y="10060"/>
                </a:cubicBezTo>
                <a:cubicBezTo>
                  <a:pt x="2914" y="10060"/>
                  <a:pt x="3421" y="10187"/>
                  <a:pt x="3801" y="10409"/>
                </a:cubicBezTo>
                <a:cubicBezTo>
                  <a:pt x="3833" y="10425"/>
                  <a:pt x="3864" y="10432"/>
                  <a:pt x="3896" y="10432"/>
                </a:cubicBezTo>
                <a:cubicBezTo>
                  <a:pt x="3928" y="10432"/>
                  <a:pt x="3959" y="10425"/>
                  <a:pt x="3991" y="10409"/>
                </a:cubicBezTo>
                <a:cubicBezTo>
                  <a:pt x="4054" y="10377"/>
                  <a:pt x="4086" y="10314"/>
                  <a:pt x="4086" y="10250"/>
                </a:cubicBezTo>
                <a:lnTo>
                  <a:pt x="4086" y="2808"/>
                </a:lnTo>
                <a:lnTo>
                  <a:pt x="11085" y="496"/>
                </a:lnTo>
                <a:close/>
                <a:moveTo>
                  <a:pt x="11290" y="0"/>
                </a:moveTo>
                <a:cubicBezTo>
                  <a:pt x="11264" y="0"/>
                  <a:pt x="11238" y="8"/>
                  <a:pt x="11211" y="21"/>
                </a:cubicBezTo>
                <a:lnTo>
                  <a:pt x="3833" y="2460"/>
                </a:lnTo>
                <a:cubicBezTo>
                  <a:pt x="3769" y="2491"/>
                  <a:pt x="3706" y="2586"/>
                  <a:pt x="3706" y="2650"/>
                </a:cubicBezTo>
                <a:lnTo>
                  <a:pt x="3706" y="9902"/>
                </a:lnTo>
                <a:cubicBezTo>
                  <a:pt x="3326" y="9744"/>
                  <a:pt x="2883" y="9649"/>
                  <a:pt x="2407" y="9649"/>
                </a:cubicBezTo>
                <a:cubicBezTo>
                  <a:pt x="1077" y="9649"/>
                  <a:pt x="1" y="10377"/>
                  <a:pt x="1" y="11327"/>
                </a:cubicBezTo>
                <a:cubicBezTo>
                  <a:pt x="1" y="12277"/>
                  <a:pt x="1077" y="13006"/>
                  <a:pt x="2407" y="13006"/>
                </a:cubicBezTo>
                <a:cubicBezTo>
                  <a:pt x="3769" y="13006"/>
                  <a:pt x="4846" y="12277"/>
                  <a:pt x="4846" y="11327"/>
                </a:cubicBezTo>
                <a:lnTo>
                  <a:pt x="4846" y="5563"/>
                </a:lnTo>
                <a:lnTo>
                  <a:pt x="10356" y="3727"/>
                </a:lnTo>
                <a:lnTo>
                  <a:pt x="10356" y="7685"/>
                </a:lnTo>
                <a:cubicBezTo>
                  <a:pt x="9976" y="7527"/>
                  <a:pt x="9533" y="7432"/>
                  <a:pt x="9058" y="7432"/>
                </a:cubicBezTo>
                <a:cubicBezTo>
                  <a:pt x="7728" y="7432"/>
                  <a:pt x="6651" y="8192"/>
                  <a:pt x="6651" y="9110"/>
                </a:cubicBezTo>
                <a:cubicBezTo>
                  <a:pt x="6651" y="10060"/>
                  <a:pt x="7728" y="10789"/>
                  <a:pt x="9058" y="10789"/>
                </a:cubicBezTo>
                <a:cubicBezTo>
                  <a:pt x="10420" y="10789"/>
                  <a:pt x="11497" y="10060"/>
                  <a:pt x="11497" y="9110"/>
                </a:cubicBezTo>
                <a:lnTo>
                  <a:pt x="11497" y="211"/>
                </a:lnTo>
                <a:cubicBezTo>
                  <a:pt x="11497" y="148"/>
                  <a:pt x="11465" y="85"/>
                  <a:pt x="11402" y="53"/>
                </a:cubicBezTo>
                <a:cubicBezTo>
                  <a:pt x="11364" y="16"/>
                  <a:pt x="11327" y="0"/>
                  <a:pt x="1129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5449898" y="1091158"/>
            <a:ext cx="425866" cy="302865"/>
          </a:xfrm>
          <a:custGeom>
            <a:avLst/>
            <a:gdLst/>
            <a:ahLst/>
            <a:cxnLst/>
            <a:rect l="l" t="t" r="r" b="b"/>
            <a:pathLst>
              <a:path w="13271" h="9438" extrusionOk="0">
                <a:moveTo>
                  <a:pt x="8140" y="412"/>
                </a:moveTo>
                <a:cubicBezTo>
                  <a:pt x="9882" y="412"/>
                  <a:pt x="11338" y="1837"/>
                  <a:pt x="11338" y="3611"/>
                </a:cubicBezTo>
                <a:cubicBezTo>
                  <a:pt x="11338" y="3801"/>
                  <a:pt x="11307" y="3991"/>
                  <a:pt x="11275" y="4181"/>
                </a:cubicBezTo>
                <a:cubicBezTo>
                  <a:pt x="11275" y="4276"/>
                  <a:pt x="11307" y="4339"/>
                  <a:pt x="11402" y="4403"/>
                </a:cubicBezTo>
                <a:cubicBezTo>
                  <a:pt x="12289" y="4814"/>
                  <a:pt x="12859" y="5669"/>
                  <a:pt x="12859" y="6619"/>
                </a:cubicBezTo>
                <a:cubicBezTo>
                  <a:pt x="12859" y="7950"/>
                  <a:pt x="11750" y="9058"/>
                  <a:pt x="10388" y="9058"/>
                </a:cubicBezTo>
                <a:lnTo>
                  <a:pt x="2851" y="9058"/>
                </a:lnTo>
                <a:cubicBezTo>
                  <a:pt x="1711" y="9058"/>
                  <a:pt x="698" y="8235"/>
                  <a:pt x="476" y="7094"/>
                </a:cubicBezTo>
                <a:lnTo>
                  <a:pt x="444" y="6999"/>
                </a:lnTo>
                <a:cubicBezTo>
                  <a:pt x="413" y="6873"/>
                  <a:pt x="381" y="6746"/>
                  <a:pt x="381" y="6619"/>
                </a:cubicBezTo>
                <a:cubicBezTo>
                  <a:pt x="381" y="5669"/>
                  <a:pt x="951" y="4814"/>
                  <a:pt x="1806" y="4403"/>
                </a:cubicBezTo>
                <a:cubicBezTo>
                  <a:pt x="1869" y="4371"/>
                  <a:pt x="1933" y="4308"/>
                  <a:pt x="1933" y="4244"/>
                </a:cubicBezTo>
                <a:cubicBezTo>
                  <a:pt x="1964" y="3484"/>
                  <a:pt x="2344" y="2787"/>
                  <a:pt x="2978" y="2344"/>
                </a:cubicBezTo>
                <a:cubicBezTo>
                  <a:pt x="3389" y="2059"/>
                  <a:pt x="3865" y="1901"/>
                  <a:pt x="4371" y="1901"/>
                </a:cubicBezTo>
                <a:cubicBezTo>
                  <a:pt x="4625" y="1901"/>
                  <a:pt x="4910" y="1964"/>
                  <a:pt x="5163" y="2027"/>
                </a:cubicBezTo>
                <a:cubicBezTo>
                  <a:pt x="5188" y="2036"/>
                  <a:pt x="5214" y="2040"/>
                  <a:pt x="5238" y="2040"/>
                </a:cubicBezTo>
                <a:cubicBezTo>
                  <a:pt x="5304" y="2040"/>
                  <a:pt x="5361" y="2010"/>
                  <a:pt x="5385" y="1964"/>
                </a:cubicBezTo>
                <a:cubicBezTo>
                  <a:pt x="5986" y="982"/>
                  <a:pt x="7031" y="412"/>
                  <a:pt x="8140" y="412"/>
                </a:cubicBezTo>
                <a:close/>
                <a:moveTo>
                  <a:pt x="8140" y="1"/>
                </a:moveTo>
                <a:cubicBezTo>
                  <a:pt x="6936" y="1"/>
                  <a:pt x="5796" y="634"/>
                  <a:pt x="5131" y="1616"/>
                </a:cubicBezTo>
                <a:cubicBezTo>
                  <a:pt x="4873" y="1546"/>
                  <a:pt x="4612" y="1511"/>
                  <a:pt x="4353" y="1511"/>
                </a:cubicBezTo>
                <a:cubicBezTo>
                  <a:pt x="3787" y="1511"/>
                  <a:pt x="3234" y="1680"/>
                  <a:pt x="2756" y="2027"/>
                </a:cubicBezTo>
                <a:cubicBezTo>
                  <a:pt x="2059" y="2502"/>
                  <a:pt x="1616" y="3263"/>
                  <a:pt x="1553" y="4118"/>
                </a:cubicBezTo>
                <a:cubicBezTo>
                  <a:pt x="603" y="4593"/>
                  <a:pt x="1" y="5574"/>
                  <a:pt x="1" y="6619"/>
                </a:cubicBezTo>
                <a:cubicBezTo>
                  <a:pt x="1" y="6778"/>
                  <a:pt x="33" y="6936"/>
                  <a:pt x="64" y="7094"/>
                </a:cubicBezTo>
                <a:lnTo>
                  <a:pt x="96" y="7158"/>
                </a:lnTo>
                <a:cubicBezTo>
                  <a:pt x="349" y="8488"/>
                  <a:pt x="1521" y="9438"/>
                  <a:pt x="2851" y="9438"/>
                </a:cubicBezTo>
                <a:lnTo>
                  <a:pt x="10388" y="9438"/>
                </a:lnTo>
                <a:cubicBezTo>
                  <a:pt x="11972" y="9438"/>
                  <a:pt x="13270" y="8171"/>
                  <a:pt x="13270" y="6619"/>
                </a:cubicBezTo>
                <a:cubicBezTo>
                  <a:pt x="13270" y="5574"/>
                  <a:pt x="12637" y="4593"/>
                  <a:pt x="11687" y="4086"/>
                </a:cubicBezTo>
                <a:cubicBezTo>
                  <a:pt x="11718" y="3928"/>
                  <a:pt x="11718" y="3769"/>
                  <a:pt x="11718" y="3611"/>
                </a:cubicBezTo>
                <a:cubicBezTo>
                  <a:pt x="11718" y="1616"/>
                  <a:pt x="10103" y="1"/>
                  <a:pt x="8140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3" name="Google Shape;2343;p27"/>
          <p:cNvGrpSpPr/>
          <p:nvPr/>
        </p:nvGrpSpPr>
        <p:grpSpPr>
          <a:xfrm>
            <a:off x="5468190" y="4212584"/>
            <a:ext cx="389284" cy="351161"/>
            <a:chOff x="5623840" y="4212584"/>
            <a:chExt cx="389284" cy="351161"/>
          </a:xfrm>
        </p:grpSpPr>
        <p:sp>
          <p:nvSpPr>
            <p:cNvPr id="2344" name="Google Shape;2344;p27"/>
            <p:cNvSpPr/>
            <p:nvPr/>
          </p:nvSpPr>
          <p:spPr>
            <a:xfrm>
              <a:off x="5679740" y="4347234"/>
              <a:ext cx="277482" cy="216511"/>
            </a:xfrm>
            <a:custGeom>
              <a:avLst/>
              <a:gdLst/>
              <a:ahLst/>
              <a:cxnLst/>
              <a:rect l="l" t="t" r="r" b="b"/>
              <a:pathLst>
                <a:path w="8647" h="6747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6556"/>
                  </a:lnTo>
                  <a:cubicBezTo>
                    <a:pt x="1" y="6651"/>
                    <a:pt x="96" y="6746"/>
                    <a:pt x="191" y="6746"/>
                  </a:cubicBezTo>
                  <a:lnTo>
                    <a:pt x="8456" y="6746"/>
                  </a:lnTo>
                  <a:cubicBezTo>
                    <a:pt x="8551" y="6746"/>
                    <a:pt x="8646" y="6651"/>
                    <a:pt x="8646" y="6556"/>
                  </a:cubicBezTo>
                  <a:lnTo>
                    <a:pt x="8646" y="191"/>
                  </a:lnTo>
                  <a:cubicBezTo>
                    <a:pt x="8646" y="64"/>
                    <a:pt x="8551" y="1"/>
                    <a:pt x="8456" y="1"/>
                  </a:cubicBezTo>
                  <a:cubicBezTo>
                    <a:pt x="8330" y="1"/>
                    <a:pt x="8235" y="64"/>
                    <a:pt x="8235" y="191"/>
                  </a:cubicBezTo>
                  <a:lnTo>
                    <a:pt x="8235" y="6366"/>
                  </a:lnTo>
                  <a:lnTo>
                    <a:pt x="381" y="6366"/>
                  </a:ln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623840" y="4212584"/>
              <a:ext cx="389284" cy="199985"/>
            </a:xfrm>
            <a:custGeom>
              <a:avLst/>
              <a:gdLst/>
              <a:ahLst/>
              <a:cxnLst/>
              <a:rect l="l" t="t" r="r" b="b"/>
              <a:pathLst>
                <a:path w="12131" h="6232" extrusionOk="0">
                  <a:moveTo>
                    <a:pt x="6066" y="1"/>
                  </a:moveTo>
                  <a:cubicBezTo>
                    <a:pt x="6018" y="1"/>
                    <a:pt x="5971" y="17"/>
                    <a:pt x="5923" y="48"/>
                  </a:cubicBezTo>
                  <a:lnTo>
                    <a:pt x="96" y="5875"/>
                  </a:lnTo>
                  <a:cubicBezTo>
                    <a:pt x="1" y="5970"/>
                    <a:pt x="1" y="6097"/>
                    <a:pt x="96" y="6160"/>
                  </a:cubicBezTo>
                  <a:cubicBezTo>
                    <a:pt x="128" y="6192"/>
                    <a:pt x="191" y="6224"/>
                    <a:pt x="223" y="6224"/>
                  </a:cubicBezTo>
                  <a:cubicBezTo>
                    <a:pt x="286" y="6224"/>
                    <a:pt x="349" y="6192"/>
                    <a:pt x="381" y="6160"/>
                  </a:cubicBezTo>
                  <a:lnTo>
                    <a:pt x="6050" y="492"/>
                  </a:lnTo>
                  <a:lnTo>
                    <a:pt x="11750" y="6160"/>
                  </a:lnTo>
                  <a:cubicBezTo>
                    <a:pt x="11798" y="6208"/>
                    <a:pt x="11853" y="6232"/>
                    <a:pt x="11905" y="6232"/>
                  </a:cubicBezTo>
                  <a:cubicBezTo>
                    <a:pt x="11956" y="6232"/>
                    <a:pt x="12004" y="6208"/>
                    <a:pt x="12035" y="6160"/>
                  </a:cubicBezTo>
                  <a:cubicBezTo>
                    <a:pt x="12130" y="6097"/>
                    <a:pt x="12130" y="5970"/>
                    <a:pt x="12035" y="5875"/>
                  </a:cubicBezTo>
                  <a:lnTo>
                    <a:pt x="6208" y="48"/>
                  </a:lnTo>
                  <a:cubicBezTo>
                    <a:pt x="6161" y="17"/>
                    <a:pt x="6113" y="1"/>
                    <a:pt x="606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755954" y="4399059"/>
              <a:ext cx="125055" cy="164686"/>
            </a:xfrm>
            <a:custGeom>
              <a:avLst/>
              <a:gdLst/>
              <a:ahLst/>
              <a:cxnLst/>
              <a:rect l="l" t="t" r="r" b="b"/>
              <a:pathLst>
                <a:path w="3897" h="5132" extrusionOk="0">
                  <a:moveTo>
                    <a:pt x="3485" y="381"/>
                  </a:moveTo>
                  <a:lnTo>
                    <a:pt x="3485" y="4751"/>
                  </a:lnTo>
                  <a:lnTo>
                    <a:pt x="381" y="4751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941"/>
                  </a:lnTo>
                  <a:cubicBezTo>
                    <a:pt x="1" y="5036"/>
                    <a:pt x="96" y="5131"/>
                    <a:pt x="191" y="5131"/>
                  </a:cubicBezTo>
                  <a:lnTo>
                    <a:pt x="3706" y="5131"/>
                  </a:lnTo>
                  <a:cubicBezTo>
                    <a:pt x="3801" y="5131"/>
                    <a:pt x="3896" y="5036"/>
                    <a:pt x="3896" y="4941"/>
                  </a:cubicBezTo>
                  <a:lnTo>
                    <a:pt x="3896" y="191"/>
                  </a:lnTo>
                  <a:cubicBezTo>
                    <a:pt x="3896" y="96"/>
                    <a:pt x="3801" y="1"/>
                    <a:pt x="370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7" name="Google Shape;2347;p27"/>
          <p:cNvGrpSpPr/>
          <p:nvPr/>
        </p:nvGrpSpPr>
        <p:grpSpPr>
          <a:xfrm>
            <a:off x="5472265" y="2677607"/>
            <a:ext cx="380106" cy="317113"/>
            <a:chOff x="5627915" y="2648069"/>
            <a:chExt cx="380106" cy="317113"/>
          </a:xfrm>
        </p:grpSpPr>
        <p:sp>
          <p:nvSpPr>
            <p:cNvPr id="2348" name="Google Shape;2348;p27"/>
            <p:cNvSpPr/>
            <p:nvPr/>
          </p:nvSpPr>
          <p:spPr>
            <a:xfrm>
              <a:off x="5627915" y="2648069"/>
              <a:ext cx="380106" cy="317113"/>
            </a:xfrm>
            <a:custGeom>
              <a:avLst/>
              <a:gdLst/>
              <a:ahLst/>
              <a:cxnLst/>
              <a:rect l="l" t="t" r="r" b="b"/>
              <a:pathLst>
                <a:path w="11845" h="9882" extrusionOk="0">
                  <a:moveTo>
                    <a:pt x="11465" y="380"/>
                  </a:moveTo>
                  <a:lnTo>
                    <a:pt x="11465" y="7063"/>
                  </a:lnTo>
                  <a:lnTo>
                    <a:pt x="3643" y="7063"/>
                  </a:lnTo>
                  <a:cubicBezTo>
                    <a:pt x="3579" y="7063"/>
                    <a:pt x="3516" y="7094"/>
                    <a:pt x="3484" y="7126"/>
                  </a:cubicBezTo>
                  <a:lnTo>
                    <a:pt x="1521" y="9153"/>
                  </a:lnTo>
                  <a:lnTo>
                    <a:pt x="1711" y="7284"/>
                  </a:lnTo>
                  <a:cubicBezTo>
                    <a:pt x="1711" y="7221"/>
                    <a:pt x="1679" y="7158"/>
                    <a:pt x="1647" y="7126"/>
                  </a:cubicBezTo>
                  <a:cubicBezTo>
                    <a:pt x="1616" y="7094"/>
                    <a:pt x="1552" y="7063"/>
                    <a:pt x="1489" y="7063"/>
                  </a:cubicBezTo>
                  <a:lnTo>
                    <a:pt x="412" y="7063"/>
                  </a:lnTo>
                  <a:lnTo>
                    <a:pt x="412" y="380"/>
                  </a:lnTo>
                  <a:close/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7253"/>
                  </a:lnTo>
                  <a:cubicBezTo>
                    <a:pt x="1" y="7379"/>
                    <a:pt x="96" y="7443"/>
                    <a:pt x="222" y="7443"/>
                  </a:cubicBezTo>
                  <a:lnTo>
                    <a:pt x="1299" y="7443"/>
                  </a:lnTo>
                  <a:lnTo>
                    <a:pt x="1077" y="9659"/>
                  </a:lnTo>
                  <a:cubicBezTo>
                    <a:pt x="1077" y="9754"/>
                    <a:pt x="1109" y="9818"/>
                    <a:pt x="1204" y="9849"/>
                  </a:cubicBezTo>
                  <a:cubicBezTo>
                    <a:pt x="1236" y="9881"/>
                    <a:pt x="1236" y="9881"/>
                    <a:pt x="1267" y="9881"/>
                  </a:cubicBezTo>
                  <a:cubicBezTo>
                    <a:pt x="1331" y="9881"/>
                    <a:pt x="1394" y="9849"/>
                    <a:pt x="1426" y="9818"/>
                  </a:cubicBezTo>
                  <a:lnTo>
                    <a:pt x="3706" y="7443"/>
                  </a:lnTo>
                  <a:lnTo>
                    <a:pt x="11655" y="7443"/>
                  </a:lnTo>
                  <a:cubicBezTo>
                    <a:pt x="11782" y="7443"/>
                    <a:pt x="11845" y="7379"/>
                    <a:pt x="11845" y="7253"/>
                  </a:cubicBezTo>
                  <a:lnTo>
                    <a:pt x="11845" y="190"/>
                  </a:lnTo>
                  <a:cubicBezTo>
                    <a:pt x="11845" y="95"/>
                    <a:pt x="11782" y="0"/>
                    <a:pt x="1165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697037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45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45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45" y="380"/>
                  </a:cubicBezTo>
                  <a:close/>
                  <a:moveTo>
                    <a:pt x="1045" y="0"/>
                  </a:moveTo>
                  <a:cubicBezTo>
                    <a:pt x="443" y="0"/>
                    <a:pt x="0" y="475"/>
                    <a:pt x="0" y="1045"/>
                  </a:cubicBezTo>
                  <a:cubicBezTo>
                    <a:pt x="0" y="1615"/>
                    <a:pt x="443" y="2090"/>
                    <a:pt x="1045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785445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14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14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14" y="380"/>
                  </a:cubicBezTo>
                  <a:close/>
                  <a:moveTo>
                    <a:pt x="1014" y="0"/>
                  </a:moveTo>
                  <a:cubicBezTo>
                    <a:pt x="444" y="0"/>
                    <a:pt x="0" y="475"/>
                    <a:pt x="0" y="1045"/>
                  </a:cubicBezTo>
                  <a:cubicBezTo>
                    <a:pt x="0" y="1615"/>
                    <a:pt x="444" y="2090"/>
                    <a:pt x="1014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1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872826" y="2725309"/>
              <a:ext cx="67132" cy="67100"/>
            </a:xfrm>
            <a:custGeom>
              <a:avLst/>
              <a:gdLst/>
              <a:ahLst/>
              <a:cxnLst/>
              <a:rect l="l" t="t" r="r" b="b"/>
              <a:pathLst>
                <a:path w="2092" h="2091" extrusionOk="0">
                  <a:moveTo>
                    <a:pt x="1046" y="380"/>
                  </a:moveTo>
                  <a:cubicBezTo>
                    <a:pt x="1394" y="380"/>
                    <a:pt x="1711" y="697"/>
                    <a:pt x="1711" y="1045"/>
                  </a:cubicBezTo>
                  <a:cubicBezTo>
                    <a:pt x="1711" y="1394"/>
                    <a:pt x="1426" y="1679"/>
                    <a:pt x="1046" y="1679"/>
                  </a:cubicBezTo>
                  <a:cubicBezTo>
                    <a:pt x="698" y="1679"/>
                    <a:pt x="413" y="1394"/>
                    <a:pt x="413" y="1045"/>
                  </a:cubicBezTo>
                  <a:cubicBezTo>
                    <a:pt x="413" y="697"/>
                    <a:pt x="698" y="380"/>
                    <a:pt x="1046" y="380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cubicBezTo>
                    <a:pt x="1" y="1615"/>
                    <a:pt x="476" y="2090"/>
                    <a:pt x="1046" y="2090"/>
                  </a:cubicBezTo>
                  <a:cubicBezTo>
                    <a:pt x="1616" y="2090"/>
                    <a:pt x="2091" y="1615"/>
                    <a:pt x="2091" y="1045"/>
                  </a:cubicBezTo>
                  <a:cubicBezTo>
                    <a:pt x="2091" y="475"/>
                    <a:pt x="1616" y="0"/>
                    <a:pt x="104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2" name="Google Shape;2352;p27"/>
          <p:cNvGrpSpPr/>
          <p:nvPr/>
        </p:nvGrpSpPr>
        <p:grpSpPr>
          <a:xfrm>
            <a:off x="5479389" y="3427832"/>
            <a:ext cx="366885" cy="351642"/>
            <a:chOff x="5635039" y="3421438"/>
            <a:chExt cx="366885" cy="351642"/>
          </a:xfrm>
        </p:grpSpPr>
        <p:sp>
          <p:nvSpPr>
            <p:cNvPr id="2353" name="Google Shape;2353;p27"/>
            <p:cNvSpPr/>
            <p:nvPr/>
          </p:nvSpPr>
          <p:spPr>
            <a:xfrm>
              <a:off x="5635039" y="3479360"/>
              <a:ext cx="366885" cy="293720"/>
            </a:xfrm>
            <a:custGeom>
              <a:avLst/>
              <a:gdLst/>
              <a:ahLst/>
              <a:cxnLst/>
              <a:rect l="l" t="t" r="r" b="b"/>
              <a:pathLst>
                <a:path w="11433" h="91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8963"/>
                  </a:lnTo>
                  <a:cubicBezTo>
                    <a:pt x="0" y="9058"/>
                    <a:pt x="95" y="9153"/>
                    <a:pt x="190" y="9153"/>
                  </a:cubicBezTo>
                  <a:lnTo>
                    <a:pt x="11211" y="9153"/>
                  </a:lnTo>
                  <a:cubicBezTo>
                    <a:pt x="11338" y="9153"/>
                    <a:pt x="11433" y="9058"/>
                    <a:pt x="11433" y="8963"/>
                  </a:cubicBezTo>
                  <a:lnTo>
                    <a:pt x="11433" y="191"/>
                  </a:lnTo>
                  <a:cubicBezTo>
                    <a:pt x="11433" y="96"/>
                    <a:pt x="11338" y="1"/>
                    <a:pt x="11211" y="1"/>
                  </a:cubicBezTo>
                  <a:lnTo>
                    <a:pt x="9818" y="1"/>
                  </a:lnTo>
                  <a:cubicBezTo>
                    <a:pt x="9691" y="1"/>
                    <a:pt x="9628" y="96"/>
                    <a:pt x="9628" y="191"/>
                  </a:cubicBezTo>
                  <a:cubicBezTo>
                    <a:pt x="9628" y="317"/>
                    <a:pt x="9691" y="412"/>
                    <a:pt x="9818" y="412"/>
                  </a:cubicBezTo>
                  <a:lnTo>
                    <a:pt x="11021" y="412"/>
                  </a:lnTo>
                  <a:lnTo>
                    <a:pt x="11021" y="8773"/>
                  </a:lnTo>
                  <a:lnTo>
                    <a:pt x="412" y="8773"/>
                  </a:lnTo>
                  <a:lnTo>
                    <a:pt x="412" y="412"/>
                  </a:lnTo>
                  <a:lnTo>
                    <a:pt x="1615" y="412"/>
                  </a:lnTo>
                  <a:cubicBezTo>
                    <a:pt x="1710" y="412"/>
                    <a:pt x="1805" y="317"/>
                    <a:pt x="1805" y="191"/>
                  </a:cubicBezTo>
                  <a:cubicBezTo>
                    <a:pt x="1805" y="96"/>
                    <a:pt x="1710" y="1"/>
                    <a:pt x="1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725469" y="3479360"/>
              <a:ext cx="186026" cy="13253"/>
            </a:xfrm>
            <a:custGeom>
              <a:avLst/>
              <a:gdLst/>
              <a:ahLst/>
              <a:cxnLst/>
              <a:rect l="l" t="t" r="r" b="b"/>
              <a:pathLst>
                <a:path w="5797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5575" y="412"/>
                  </a:lnTo>
                  <a:cubicBezTo>
                    <a:pt x="5701" y="412"/>
                    <a:pt x="5796" y="317"/>
                    <a:pt x="5796" y="191"/>
                  </a:cubicBezTo>
                  <a:cubicBezTo>
                    <a:pt x="5796" y="96"/>
                    <a:pt x="5701" y="1"/>
                    <a:pt x="55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680767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394" y="412"/>
                  </a:moveTo>
                  <a:lnTo>
                    <a:pt x="1394" y="2534"/>
                  </a:lnTo>
                  <a:lnTo>
                    <a:pt x="380" y="2534"/>
                  </a:lnTo>
                  <a:lnTo>
                    <a:pt x="380" y="412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1"/>
                  </a:cubicBezTo>
                  <a:lnTo>
                    <a:pt x="0" y="2756"/>
                  </a:lnTo>
                  <a:cubicBezTo>
                    <a:pt x="0" y="2851"/>
                    <a:pt x="64" y="2946"/>
                    <a:pt x="190" y="2946"/>
                  </a:cubicBezTo>
                  <a:lnTo>
                    <a:pt x="1584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898241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426" y="412"/>
                  </a:moveTo>
                  <a:lnTo>
                    <a:pt x="1426" y="2534"/>
                  </a:lnTo>
                  <a:lnTo>
                    <a:pt x="412" y="253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2756"/>
                  </a:lnTo>
                  <a:cubicBezTo>
                    <a:pt x="1" y="2851"/>
                    <a:pt x="96" y="2946"/>
                    <a:pt x="191" y="2946"/>
                  </a:cubicBezTo>
                  <a:lnTo>
                    <a:pt x="1616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672649" y="3559649"/>
              <a:ext cx="75219" cy="75219"/>
            </a:xfrm>
            <a:custGeom>
              <a:avLst/>
              <a:gdLst/>
              <a:ahLst/>
              <a:cxnLst/>
              <a:rect l="l" t="t" r="r" b="b"/>
              <a:pathLst>
                <a:path w="2344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781369" y="3559649"/>
              <a:ext cx="74224" cy="75219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889096" y="3559649"/>
              <a:ext cx="75251" cy="75219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672649" y="3651106"/>
              <a:ext cx="75219" cy="75251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781369" y="3651106"/>
              <a:ext cx="74224" cy="75251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889096" y="3651106"/>
              <a:ext cx="75251" cy="75251"/>
            </a:xfrm>
            <a:custGeom>
              <a:avLst/>
              <a:gdLst/>
              <a:ahLst/>
              <a:cxnLst/>
              <a:rect l="l" t="t" r="r" b="b"/>
              <a:pathLst>
                <a:path w="2345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3" name="Google Shape;2363;p27"/>
          <p:cNvSpPr txBox="1"/>
          <p:nvPr/>
        </p:nvSpPr>
        <p:spPr>
          <a:xfrm>
            <a:off x="457200" y="411475"/>
            <a:ext cx="4861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9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64" name="Google Shape;2364;p27"/>
          <p:cNvSpPr txBox="1"/>
          <p:nvPr/>
        </p:nvSpPr>
        <p:spPr>
          <a:xfrm>
            <a:off x="6006850" y="1008888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all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27"/>
          <p:cNvSpPr txBox="1"/>
          <p:nvPr/>
        </p:nvSpPr>
        <p:spPr>
          <a:xfrm>
            <a:off x="6006850" y="1806591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really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27"/>
          <p:cNvSpPr txBox="1"/>
          <p:nvPr/>
        </p:nvSpPr>
        <p:spPr>
          <a:xfrm>
            <a:off x="6006850" y="2604294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 around it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27"/>
          <p:cNvSpPr txBox="1"/>
          <p:nvPr/>
        </p:nvSpPr>
        <p:spPr>
          <a:xfrm>
            <a:off x="6006850" y="3401997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Venus is the second planet from the Sun and has a beautiful name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27"/>
          <p:cNvSpPr txBox="1"/>
          <p:nvPr/>
        </p:nvSpPr>
        <p:spPr>
          <a:xfrm>
            <a:off x="6006850" y="4199700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 and the only known to harbor life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8"/>
          <p:cNvGrpSpPr/>
          <p:nvPr/>
        </p:nvGrpSpPr>
        <p:grpSpPr>
          <a:xfrm>
            <a:off x="2343714" y="1481460"/>
            <a:ext cx="4456552" cy="2889682"/>
            <a:chOff x="1844525" y="1972125"/>
            <a:chExt cx="3907200" cy="2533475"/>
          </a:xfrm>
        </p:grpSpPr>
        <p:sp>
          <p:nvSpPr>
            <p:cNvPr id="2374" name="Google Shape;2374;p28"/>
            <p:cNvSpPr/>
            <p:nvPr/>
          </p:nvSpPr>
          <p:spPr>
            <a:xfrm>
              <a:off x="2723350" y="2481000"/>
              <a:ext cx="2155100" cy="1295300"/>
            </a:xfrm>
            <a:custGeom>
              <a:avLst/>
              <a:gdLst/>
              <a:ahLst/>
              <a:cxnLst/>
              <a:rect l="l" t="t" r="r" b="b"/>
              <a:pathLst>
                <a:path w="86204" h="51812" extrusionOk="0">
                  <a:moveTo>
                    <a:pt x="1995" y="1"/>
                  </a:moveTo>
                  <a:cubicBezTo>
                    <a:pt x="887" y="1"/>
                    <a:pt x="0" y="919"/>
                    <a:pt x="0" y="2028"/>
                  </a:cubicBezTo>
                  <a:lnTo>
                    <a:pt x="0" y="49784"/>
                  </a:lnTo>
                  <a:cubicBezTo>
                    <a:pt x="0" y="50925"/>
                    <a:pt x="887" y="51811"/>
                    <a:pt x="1995" y="51811"/>
                  </a:cubicBezTo>
                  <a:lnTo>
                    <a:pt x="84208" y="51811"/>
                  </a:lnTo>
                  <a:cubicBezTo>
                    <a:pt x="85317" y="51811"/>
                    <a:pt x="86203" y="50925"/>
                    <a:pt x="86203" y="49784"/>
                  </a:cubicBezTo>
                  <a:lnTo>
                    <a:pt x="86203" y="2028"/>
                  </a:lnTo>
                  <a:cubicBezTo>
                    <a:pt x="86203" y="919"/>
                    <a:pt x="85317" y="1"/>
                    <a:pt x="842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2644950" y="3776275"/>
              <a:ext cx="2311875" cy="152025"/>
            </a:xfrm>
            <a:custGeom>
              <a:avLst/>
              <a:gdLst/>
              <a:ahLst/>
              <a:cxnLst/>
              <a:rect l="l" t="t" r="r" b="b"/>
              <a:pathLst>
                <a:path w="92475" h="6081" extrusionOk="0">
                  <a:moveTo>
                    <a:pt x="951" y="0"/>
                  </a:moveTo>
                  <a:cubicBezTo>
                    <a:pt x="413" y="0"/>
                    <a:pt x="1" y="412"/>
                    <a:pt x="1" y="950"/>
                  </a:cubicBezTo>
                  <a:cubicBezTo>
                    <a:pt x="1" y="3769"/>
                    <a:pt x="2281" y="6081"/>
                    <a:pt x="5131" y="6081"/>
                  </a:cubicBezTo>
                  <a:lnTo>
                    <a:pt x="87344" y="6081"/>
                  </a:lnTo>
                  <a:cubicBezTo>
                    <a:pt x="90194" y="6081"/>
                    <a:pt x="92475" y="3769"/>
                    <a:pt x="92475" y="950"/>
                  </a:cubicBezTo>
                  <a:cubicBezTo>
                    <a:pt x="92475" y="412"/>
                    <a:pt x="92063" y="0"/>
                    <a:pt x="9152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2781150" y="2541175"/>
              <a:ext cx="2039500" cy="1175750"/>
            </a:xfrm>
            <a:custGeom>
              <a:avLst/>
              <a:gdLst/>
              <a:ahLst/>
              <a:cxnLst/>
              <a:rect l="l" t="t" r="r" b="b"/>
              <a:pathLst>
                <a:path w="81580" h="47030" extrusionOk="0">
                  <a:moveTo>
                    <a:pt x="982" y="1"/>
                  </a:moveTo>
                  <a:cubicBezTo>
                    <a:pt x="443" y="1"/>
                    <a:pt x="0" y="412"/>
                    <a:pt x="0" y="983"/>
                  </a:cubicBezTo>
                  <a:lnTo>
                    <a:pt x="0" y="46047"/>
                  </a:lnTo>
                  <a:cubicBezTo>
                    <a:pt x="0" y="46586"/>
                    <a:pt x="443" y="47029"/>
                    <a:pt x="982" y="47029"/>
                  </a:cubicBezTo>
                  <a:lnTo>
                    <a:pt x="80598" y="47029"/>
                  </a:lnTo>
                  <a:cubicBezTo>
                    <a:pt x="81136" y="47029"/>
                    <a:pt x="81580" y="46586"/>
                    <a:pt x="81580" y="46047"/>
                  </a:cubicBezTo>
                  <a:lnTo>
                    <a:pt x="81580" y="983"/>
                  </a:lnTo>
                  <a:cubicBezTo>
                    <a:pt x="81580" y="412"/>
                    <a:pt x="81136" y="1"/>
                    <a:pt x="80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3491325" y="2788200"/>
              <a:ext cx="599350" cy="711775"/>
            </a:xfrm>
            <a:custGeom>
              <a:avLst/>
              <a:gdLst/>
              <a:ahLst/>
              <a:cxnLst/>
              <a:rect l="l" t="t" r="r" b="b"/>
              <a:pathLst>
                <a:path w="23974" h="28471" extrusionOk="0">
                  <a:moveTo>
                    <a:pt x="11971" y="0"/>
                  </a:moveTo>
                  <a:cubicBezTo>
                    <a:pt x="0" y="0"/>
                    <a:pt x="0" y="3009"/>
                    <a:pt x="0" y="3009"/>
                  </a:cubicBezTo>
                  <a:lnTo>
                    <a:pt x="0" y="12953"/>
                  </a:lnTo>
                  <a:cubicBezTo>
                    <a:pt x="0" y="18368"/>
                    <a:pt x="2914" y="23372"/>
                    <a:pt x="7632" y="26001"/>
                  </a:cubicBezTo>
                  <a:lnTo>
                    <a:pt x="11971" y="28471"/>
                  </a:lnTo>
                  <a:lnTo>
                    <a:pt x="16341" y="26001"/>
                  </a:lnTo>
                  <a:cubicBezTo>
                    <a:pt x="21028" y="23372"/>
                    <a:pt x="23974" y="18368"/>
                    <a:pt x="23974" y="12953"/>
                  </a:cubicBezTo>
                  <a:lnTo>
                    <a:pt x="23974" y="3009"/>
                  </a:lnTo>
                  <a:cubicBezTo>
                    <a:pt x="23974" y="3009"/>
                    <a:pt x="23214" y="0"/>
                    <a:pt x="119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3435100" y="2731975"/>
              <a:ext cx="711800" cy="824225"/>
            </a:xfrm>
            <a:custGeom>
              <a:avLst/>
              <a:gdLst/>
              <a:ahLst/>
              <a:cxnLst/>
              <a:rect l="l" t="t" r="r" b="b"/>
              <a:pathLst>
                <a:path w="28472" h="32969" extrusionOk="0">
                  <a:moveTo>
                    <a:pt x="14220" y="2249"/>
                  </a:moveTo>
                  <a:cubicBezTo>
                    <a:pt x="25463" y="2249"/>
                    <a:pt x="26223" y="5258"/>
                    <a:pt x="26223" y="5258"/>
                  </a:cubicBezTo>
                  <a:lnTo>
                    <a:pt x="26223" y="15202"/>
                  </a:lnTo>
                  <a:cubicBezTo>
                    <a:pt x="26223" y="20617"/>
                    <a:pt x="23309" y="25589"/>
                    <a:pt x="18590" y="28250"/>
                  </a:cubicBezTo>
                  <a:lnTo>
                    <a:pt x="14220" y="30720"/>
                  </a:lnTo>
                  <a:lnTo>
                    <a:pt x="9881" y="28250"/>
                  </a:lnTo>
                  <a:cubicBezTo>
                    <a:pt x="5163" y="25621"/>
                    <a:pt x="2249" y="20617"/>
                    <a:pt x="2249" y="15202"/>
                  </a:cubicBezTo>
                  <a:lnTo>
                    <a:pt x="2249" y="5258"/>
                  </a:lnTo>
                  <a:cubicBezTo>
                    <a:pt x="2249" y="5258"/>
                    <a:pt x="2249" y="2249"/>
                    <a:pt x="14220" y="2249"/>
                  </a:cubicBezTo>
                  <a:close/>
                  <a:moveTo>
                    <a:pt x="14220" y="1"/>
                  </a:moveTo>
                  <a:cubicBezTo>
                    <a:pt x="8900" y="1"/>
                    <a:pt x="5036" y="603"/>
                    <a:pt x="2756" y="1743"/>
                  </a:cubicBezTo>
                  <a:cubicBezTo>
                    <a:pt x="191" y="3010"/>
                    <a:pt x="1" y="4751"/>
                    <a:pt x="1" y="5258"/>
                  </a:cubicBezTo>
                  <a:lnTo>
                    <a:pt x="1" y="15202"/>
                  </a:lnTo>
                  <a:cubicBezTo>
                    <a:pt x="1" y="21409"/>
                    <a:pt x="3358" y="27173"/>
                    <a:pt x="8773" y="30213"/>
                  </a:cubicBezTo>
                  <a:lnTo>
                    <a:pt x="13143" y="32652"/>
                  </a:lnTo>
                  <a:cubicBezTo>
                    <a:pt x="13460" y="32873"/>
                    <a:pt x="13840" y="32968"/>
                    <a:pt x="14220" y="32968"/>
                  </a:cubicBezTo>
                  <a:cubicBezTo>
                    <a:pt x="14600" y="32968"/>
                    <a:pt x="14980" y="32873"/>
                    <a:pt x="15329" y="32652"/>
                  </a:cubicBezTo>
                  <a:lnTo>
                    <a:pt x="19667" y="30213"/>
                  </a:lnTo>
                  <a:cubicBezTo>
                    <a:pt x="25083" y="27173"/>
                    <a:pt x="28471" y="21409"/>
                    <a:pt x="28471" y="15202"/>
                  </a:cubicBezTo>
                  <a:lnTo>
                    <a:pt x="28471" y="5258"/>
                  </a:lnTo>
                  <a:cubicBezTo>
                    <a:pt x="28471" y="5068"/>
                    <a:pt x="28440" y="4878"/>
                    <a:pt x="28376" y="4688"/>
                  </a:cubicBezTo>
                  <a:cubicBezTo>
                    <a:pt x="28250" y="4181"/>
                    <a:pt x="27679" y="2788"/>
                    <a:pt x="25399" y="1711"/>
                  </a:cubicBezTo>
                  <a:cubicBezTo>
                    <a:pt x="22961" y="571"/>
                    <a:pt x="19224" y="1"/>
                    <a:pt x="1422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3610075" y="2984950"/>
              <a:ext cx="399050" cy="261675"/>
            </a:xfrm>
            <a:custGeom>
              <a:avLst/>
              <a:gdLst/>
              <a:ahLst/>
              <a:cxnLst/>
              <a:rect l="l" t="t" r="r" b="b"/>
              <a:pathLst>
                <a:path w="15962" h="10467" extrusionOk="0">
                  <a:moveTo>
                    <a:pt x="14715" y="0"/>
                  </a:moveTo>
                  <a:cubicBezTo>
                    <a:pt x="14426" y="0"/>
                    <a:pt x="14141" y="111"/>
                    <a:pt x="13935" y="333"/>
                  </a:cubicBezTo>
                  <a:lnTo>
                    <a:pt x="6493" y="7775"/>
                  </a:lnTo>
                  <a:lnTo>
                    <a:pt x="2027" y="3310"/>
                  </a:lnTo>
                  <a:cubicBezTo>
                    <a:pt x="1806" y="3088"/>
                    <a:pt x="1521" y="2977"/>
                    <a:pt x="1236" y="2977"/>
                  </a:cubicBezTo>
                  <a:cubicBezTo>
                    <a:pt x="951" y="2977"/>
                    <a:pt x="666" y="3088"/>
                    <a:pt x="444" y="3310"/>
                  </a:cubicBezTo>
                  <a:cubicBezTo>
                    <a:pt x="1" y="3753"/>
                    <a:pt x="1" y="4481"/>
                    <a:pt x="444" y="4893"/>
                  </a:cubicBezTo>
                  <a:lnTo>
                    <a:pt x="5669" y="10150"/>
                  </a:lnTo>
                  <a:cubicBezTo>
                    <a:pt x="5891" y="10372"/>
                    <a:pt x="6176" y="10467"/>
                    <a:pt x="6493" y="10467"/>
                  </a:cubicBezTo>
                  <a:cubicBezTo>
                    <a:pt x="6778" y="10467"/>
                    <a:pt x="7063" y="10372"/>
                    <a:pt x="7284" y="10150"/>
                  </a:cubicBezTo>
                  <a:lnTo>
                    <a:pt x="15518" y="1916"/>
                  </a:lnTo>
                  <a:cubicBezTo>
                    <a:pt x="15962" y="1473"/>
                    <a:pt x="15962" y="776"/>
                    <a:pt x="15518" y="333"/>
                  </a:cubicBezTo>
                  <a:cubicBezTo>
                    <a:pt x="15297" y="111"/>
                    <a:pt x="15004" y="0"/>
                    <a:pt x="147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047850" y="197237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0"/>
                  </a:moveTo>
                  <a:cubicBezTo>
                    <a:pt x="7813" y="0"/>
                    <a:pt x="2336" y="4461"/>
                    <a:pt x="1236" y="10782"/>
                  </a:cubicBezTo>
                  <a:cubicBezTo>
                    <a:pt x="1" y="17876"/>
                    <a:pt x="4719" y="24621"/>
                    <a:pt x="11813" y="25888"/>
                  </a:cubicBezTo>
                  <a:cubicBezTo>
                    <a:pt x="12570" y="26020"/>
                    <a:pt x="13322" y="26083"/>
                    <a:pt x="14065" y="26083"/>
                  </a:cubicBezTo>
                  <a:cubicBezTo>
                    <a:pt x="20289" y="26083"/>
                    <a:pt x="25816" y="21616"/>
                    <a:pt x="26919" y="15279"/>
                  </a:cubicBezTo>
                  <a:cubicBezTo>
                    <a:pt x="28154" y="8185"/>
                    <a:pt x="23404" y="1440"/>
                    <a:pt x="16310" y="205"/>
                  </a:cubicBezTo>
                  <a:cubicBezTo>
                    <a:pt x="15538" y="67"/>
                    <a:pt x="14770" y="0"/>
                    <a:pt x="1401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317050" y="2171450"/>
              <a:ext cx="165475" cy="279500"/>
            </a:xfrm>
            <a:custGeom>
              <a:avLst/>
              <a:gdLst/>
              <a:ahLst/>
              <a:cxnLst/>
              <a:rect l="l" t="t" r="r" b="b"/>
              <a:pathLst>
                <a:path w="6619" h="11180" extrusionOk="0">
                  <a:moveTo>
                    <a:pt x="4845" y="760"/>
                  </a:moveTo>
                  <a:cubicBezTo>
                    <a:pt x="5384" y="760"/>
                    <a:pt x="5859" y="1204"/>
                    <a:pt x="5859" y="1774"/>
                  </a:cubicBezTo>
                  <a:lnTo>
                    <a:pt x="5859" y="9406"/>
                  </a:lnTo>
                  <a:cubicBezTo>
                    <a:pt x="5859" y="9944"/>
                    <a:pt x="5384" y="10419"/>
                    <a:pt x="4845" y="10419"/>
                  </a:cubicBezTo>
                  <a:lnTo>
                    <a:pt x="1774" y="10419"/>
                  </a:lnTo>
                  <a:cubicBezTo>
                    <a:pt x="1235" y="10419"/>
                    <a:pt x="760" y="9944"/>
                    <a:pt x="760" y="9406"/>
                  </a:cubicBezTo>
                  <a:lnTo>
                    <a:pt x="760" y="1774"/>
                  </a:lnTo>
                  <a:cubicBezTo>
                    <a:pt x="760" y="1204"/>
                    <a:pt x="1204" y="760"/>
                    <a:pt x="1774" y="760"/>
                  </a:cubicBezTo>
                  <a:close/>
                  <a:moveTo>
                    <a:pt x="1774" y="0"/>
                  </a:moveTo>
                  <a:cubicBezTo>
                    <a:pt x="792" y="0"/>
                    <a:pt x="0" y="792"/>
                    <a:pt x="0" y="1774"/>
                  </a:cubicBezTo>
                  <a:lnTo>
                    <a:pt x="0" y="9374"/>
                  </a:lnTo>
                  <a:cubicBezTo>
                    <a:pt x="0" y="10356"/>
                    <a:pt x="792" y="11180"/>
                    <a:pt x="1774" y="11180"/>
                  </a:cubicBezTo>
                  <a:lnTo>
                    <a:pt x="4845" y="11180"/>
                  </a:lnTo>
                  <a:cubicBezTo>
                    <a:pt x="5827" y="11180"/>
                    <a:pt x="6619" y="10356"/>
                    <a:pt x="6619" y="9374"/>
                  </a:cubicBezTo>
                  <a:lnTo>
                    <a:pt x="6619" y="1774"/>
                  </a:lnTo>
                  <a:cubicBezTo>
                    <a:pt x="6619" y="792"/>
                    <a:pt x="5827" y="0"/>
                    <a:pt x="4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8"/>
            <p:cNvSpPr/>
            <p:nvPr/>
          </p:nvSpPr>
          <p:spPr>
            <a:xfrm>
              <a:off x="5320200" y="2209450"/>
              <a:ext cx="159175" cy="19025"/>
            </a:xfrm>
            <a:custGeom>
              <a:avLst/>
              <a:gdLst/>
              <a:ahLst/>
              <a:cxnLst/>
              <a:rect l="l" t="t" r="r" b="b"/>
              <a:pathLst>
                <a:path w="6367" h="761" extrusionOk="0">
                  <a:moveTo>
                    <a:pt x="381" y="1"/>
                  </a:moveTo>
                  <a:cubicBezTo>
                    <a:pt x="191" y="1"/>
                    <a:pt x="1" y="159"/>
                    <a:pt x="1" y="381"/>
                  </a:cubicBezTo>
                  <a:cubicBezTo>
                    <a:pt x="1" y="602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2"/>
                    <a:pt x="6366" y="381"/>
                  </a:cubicBezTo>
                  <a:cubicBezTo>
                    <a:pt x="6366" y="159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8"/>
            <p:cNvSpPr/>
            <p:nvPr/>
          </p:nvSpPr>
          <p:spPr>
            <a:xfrm>
              <a:off x="5320200" y="2380450"/>
              <a:ext cx="159175" cy="19050"/>
            </a:xfrm>
            <a:custGeom>
              <a:avLst/>
              <a:gdLst/>
              <a:ahLst/>
              <a:cxnLst/>
              <a:rect l="l" t="t" r="r" b="b"/>
              <a:pathLst>
                <a:path w="6367" h="762" extrusionOk="0">
                  <a:moveTo>
                    <a:pt x="381" y="1"/>
                  </a:moveTo>
                  <a:cubicBezTo>
                    <a:pt x="191" y="1"/>
                    <a:pt x="1" y="191"/>
                    <a:pt x="1" y="381"/>
                  </a:cubicBezTo>
                  <a:cubicBezTo>
                    <a:pt x="1" y="603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3"/>
                    <a:pt x="6366" y="381"/>
                  </a:cubicBezTo>
                  <a:cubicBezTo>
                    <a:pt x="6366" y="191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5389875" y="240580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81" y="0"/>
                  </a:moveTo>
                  <a:cubicBezTo>
                    <a:pt x="191" y="0"/>
                    <a:pt x="1" y="190"/>
                    <a:pt x="1" y="380"/>
                  </a:cubicBezTo>
                  <a:cubicBezTo>
                    <a:pt x="1" y="602"/>
                    <a:pt x="191" y="760"/>
                    <a:pt x="381" y="760"/>
                  </a:cubicBezTo>
                  <a:cubicBezTo>
                    <a:pt x="602" y="760"/>
                    <a:pt x="761" y="602"/>
                    <a:pt x="761" y="380"/>
                  </a:cubicBezTo>
                  <a:cubicBezTo>
                    <a:pt x="761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5047850" y="291292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1"/>
                  </a:moveTo>
                  <a:cubicBezTo>
                    <a:pt x="7813" y="1"/>
                    <a:pt x="2336" y="4461"/>
                    <a:pt x="1236" y="10783"/>
                  </a:cubicBezTo>
                  <a:cubicBezTo>
                    <a:pt x="1" y="17876"/>
                    <a:pt x="4719" y="24654"/>
                    <a:pt x="11813" y="25889"/>
                  </a:cubicBezTo>
                  <a:cubicBezTo>
                    <a:pt x="12570" y="26020"/>
                    <a:pt x="13322" y="26084"/>
                    <a:pt x="14065" y="26084"/>
                  </a:cubicBezTo>
                  <a:cubicBezTo>
                    <a:pt x="20289" y="26084"/>
                    <a:pt x="25816" y="21617"/>
                    <a:pt x="26919" y="15280"/>
                  </a:cubicBezTo>
                  <a:cubicBezTo>
                    <a:pt x="28154" y="8186"/>
                    <a:pt x="23404" y="1440"/>
                    <a:pt x="16310" y="205"/>
                  </a:cubicBezTo>
                  <a:cubicBezTo>
                    <a:pt x="15538" y="67"/>
                    <a:pt x="14770" y="1"/>
                    <a:pt x="1401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5266375" y="3118350"/>
              <a:ext cx="279500" cy="209025"/>
            </a:xfrm>
            <a:custGeom>
              <a:avLst/>
              <a:gdLst/>
              <a:ahLst/>
              <a:cxnLst/>
              <a:rect l="l" t="t" r="r" b="b"/>
              <a:pathLst>
                <a:path w="11180" h="8361" extrusionOk="0">
                  <a:moveTo>
                    <a:pt x="5574" y="0"/>
                  </a:moveTo>
                  <a:cubicBezTo>
                    <a:pt x="3452" y="0"/>
                    <a:pt x="2629" y="1235"/>
                    <a:pt x="2375" y="2154"/>
                  </a:cubicBezTo>
                  <a:cubicBezTo>
                    <a:pt x="1330" y="2439"/>
                    <a:pt x="0" y="3294"/>
                    <a:pt x="0" y="5067"/>
                  </a:cubicBezTo>
                  <a:cubicBezTo>
                    <a:pt x="0" y="7696"/>
                    <a:pt x="2502" y="8361"/>
                    <a:pt x="3801" y="8361"/>
                  </a:cubicBezTo>
                  <a:lnTo>
                    <a:pt x="4054" y="8361"/>
                  </a:lnTo>
                  <a:lnTo>
                    <a:pt x="4054" y="7601"/>
                  </a:lnTo>
                  <a:lnTo>
                    <a:pt x="3801" y="7601"/>
                  </a:lnTo>
                  <a:cubicBezTo>
                    <a:pt x="3801" y="7601"/>
                    <a:pt x="760" y="7601"/>
                    <a:pt x="760" y="5067"/>
                  </a:cubicBezTo>
                  <a:cubicBezTo>
                    <a:pt x="760" y="3041"/>
                    <a:pt x="3040" y="2787"/>
                    <a:pt x="3040" y="2787"/>
                  </a:cubicBezTo>
                  <a:cubicBezTo>
                    <a:pt x="3040" y="2787"/>
                    <a:pt x="3040" y="760"/>
                    <a:pt x="5574" y="760"/>
                  </a:cubicBezTo>
                  <a:cubicBezTo>
                    <a:pt x="8139" y="760"/>
                    <a:pt x="8393" y="3801"/>
                    <a:pt x="8393" y="3801"/>
                  </a:cubicBezTo>
                  <a:lnTo>
                    <a:pt x="8583" y="3801"/>
                  </a:lnTo>
                  <a:cubicBezTo>
                    <a:pt x="9121" y="3801"/>
                    <a:pt x="10419" y="3959"/>
                    <a:pt x="10419" y="5574"/>
                  </a:cubicBezTo>
                  <a:cubicBezTo>
                    <a:pt x="10419" y="7601"/>
                    <a:pt x="7347" y="7601"/>
                    <a:pt x="7347" y="7601"/>
                  </a:cubicBezTo>
                  <a:lnTo>
                    <a:pt x="6841" y="7601"/>
                  </a:lnTo>
                  <a:lnTo>
                    <a:pt x="6841" y="8361"/>
                  </a:lnTo>
                  <a:lnTo>
                    <a:pt x="7347" y="8361"/>
                  </a:lnTo>
                  <a:cubicBezTo>
                    <a:pt x="8678" y="8361"/>
                    <a:pt x="11179" y="7791"/>
                    <a:pt x="11179" y="5574"/>
                  </a:cubicBezTo>
                  <a:cubicBezTo>
                    <a:pt x="11179" y="3927"/>
                    <a:pt x="10103" y="3199"/>
                    <a:pt x="9026" y="3072"/>
                  </a:cubicBezTo>
                  <a:cubicBezTo>
                    <a:pt x="8709" y="1742"/>
                    <a:pt x="7759" y="0"/>
                    <a:pt x="5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5393050" y="3347150"/>
              <a:ext cx="19025" cy="15875"/>
            </a:xfrm>
            <a:custGeom>
              <a:avLst/>
              <a:gdLst/>
              <a:ahLst/>
              <a:cxnLst/>
              <a:rect l="l" t="t" r="r" b="b"/>
              <a:pathLst>
                <a:path w="761" h="635" extrusionOk="0">
                  <a:moveTo>
                    <a:pt x="0" y="1"/>
                  </a:moveTo>
                  <a:lnTo>
                    <a:pt x="0" y="254"/>
                  </a:lnTo>
                  <a:cubicBezTo>
                    <a:pt x="0" y="444"/>
                    <a:pt x="190" y="634"/>
                    <a:pt x="380" y="634"/>
                  </a:cubicBezTo>
                  <a:cubicBezTo>
                    <a:pt x="602" y="634"/>
                    <a:pt x="760" y="444"/>
                    <a:pt x="760" y="254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5393050" y="3327350"/>
              <a:ext cx="19025" cy="19050"/>
            </a:xfrm>
            <a:custGeom>
              <a:avLst/>
              <a:gdLst/>
              <a:ahLst/>
              <a:cxnLst/>
              <a:rect l="l" t="t" r="r" b="b"/>
              <a:pathLst>
                <a:path w="761" h="762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5393050" y="3289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5393050" y="3308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5351075" y="3186150"/>
              <a:ext cx="105325" cy="103225"/>
            </a:xfrm>
            <a:custGeom>
              <a:avLst/>
              <a:gdLst/>
              <a:ahLst/>
              <a:cxnLst/>
              <a:rect l="l" t="t" r="r" b="b"/>
              <a:pathLst>
                <a:path w="4213" h="4129" extrusionOk="0">
                  <a:moveTo>
                    <a:pt x="2065" y="1"/>
                  </a:moveTo>
                  <a:cubicBezTo>
                    <a:pt x="1970" y="1"/>
                    <a:pt x="1879" y="42"/>
                    <a:pt x="1806" y="139"/>
                  </a:cubicBezTo>
                  <a:lnTo>
                    <a:pt x="159" y="1817"/>
                  </a:lnTo>
                  <a:cubicBezTo>
                    <a:pt x="1" y="1944"/>
                    <a:pt x="1" y="2197"/>
                    <a:pt x="159" y="2355"/>
                  </a:cubicBezTo>
                  <a:cubicBezTo>
                    <a:pt x="238" y="2419"/>
                    <a:pt x="333" y="2450"/>
                    <a:pt x="428" y="2450"/>
                  </a:cubicBezTo>
                  <a:cubicBezTo>
                    <a:pt x="523" y="2450"/>
                    <a:pt x="618" y="2419"/>
                    <a:pt x="698" y="2355"/>
                  </a:cubicBezTo>
                  <a:lnTo>
                    <a:pt x="1679" y="1310"/>
                  </a:lnTo>
                  <a:lnTo>
                    <a:pt x="1679" y="4129"/>
                  </a:lnTo>
                  <a:lnTo>
                    <a:pt x="2439" y="4129"/>
                  </a:lnTo>
                  <a:lnTo>
                    <a:pt x="2439" y="1152"/>
                  </a:lnTo>
                  <a:lnTo>
                    <a:pt x="3484" y="2292"/>
                  </a:lnTo>
                  <a:cubicBezTo>
                    <a:pt x="3579" y="2387"/>
                    <a:pt x="3674" y="2419"/>
                    <a:pt x="3769" y="2419"/>
                  </a:cubicBezTo>
                  <a:cubicBezTo>
                    <a:pt x="3864" y="2419"/>
                    <a:pt x="3959" y="2387"/>
                    <a:pt x="4023" y="2324"/>
                  </a:cubicBezTo>
                  <a:cubicBezTo>
                    <a:pt x="4213" y="2165"/>
                    <a:pt x="4213" y="1944"/>
                    <a:pt x="4054" y="1785"/>
                  </a:cubicBezTo>
                  <a:lnTo>
                    <a:pt x="2534" y="139"/>
                  </a:lnTo>
                  <a:cubicBezTo>
                    <a:pt x="2462" y="42"/>
                    <a:pt x="2352" y="1"/>
                    <a:pt x="2248" y="1"/>
                  </a:cubicBezTo>
                  <a:cubicBezTo>
                    <a:pt x="2216" y="1"/>
                    <a:pt x="2184" y="4"/>
                    <a:pt x="2154" y="12"/>
                  </a:cubicBezTo>
                  <a:cubicBezTo>
                    <a:pt x="2124" y="4"/>
                    <a:pt x="2095" y="1"/>
                    <a:pt x="2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5047850" y="3853700"/>
              <a:ext cx="703875" cy="651900"/>
            </a:xfrm>
            <a:custGeom>
              <a:avLst/>
              <a:gdLst/>
              <a:ahLst/>
              <a:cxnLst/>
              <a:rect l="l" t="t" r="r" b="b"/>
              <a:pathLst>
                <a:path w="28155" h="26076" extrusionOk="0">
                  <a:moveTo>
                    <a:pt x="14048" y="0"/>
                  </a:moveTo>
                  <a:cubicBezTo>
                    <a:pt x="7834" y="0"/>
                    <a:pt x="2338" y="4441"/>
                    <a:pt x="1236" y="10774"/>
                  </a:cubicBezTo>
                  <a:cubicBezTo>
                    <a:pt x="1" y="17868"/>
                    <a:pt x="4719" y="24645"/>
                    <a:pt x="11813" y="25880"/>
                  </a:cubicBezTo>
                  <a:cubicBezTo>
                    <a:pt x="12570" y="26012"/>
                    <a:pt x="13322" y="26076"/>
                    <a:pt x="14065" y="26076"/>
                  </a:cubicBezTo>
                  <a:cubicBezTo>
                    <a:pt x="20289" y="26076"/>
                    <a:pt x="25816" y="21609"/>
                    <a:pt x="26919" y="15271"/>
                  </a:cubicBezTo>
                  <a:cubicBezTo>
                    <a:pt x="28154" y="8177"/>
                    <a:pt x="23404" y="1432"/>
                    <a:pt x="16310" y="197"/>
                  </a:cubicBezTo>
                  <a:cubicBezTo>
                    <a:pt x="15550" y="64"/>
                    <a:pt x="14794" y="0"/>
                    <a:pt x="140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5351875" y="4160150"/>
              <a:ext cx="155200" cy="154525"/>
            </a:xfrm>
            <a:custGeom>
              <a:avLst/>
              <a:gdLst/>
              <a:ahLst/>
              <a:cxnLst/>
              <a:rect l="l" t="t" r="r" b="b"/>
              <a:pathLst>
                <a:path w="6208" h="6181" extrusionOk="0">
                  <a:moveTo>
                    <a:pt x="1824" y="1"/>
                  </a:moveTo>
                  <a:cubicBezTo>
                    <a:pt x="1807" y="1"/>
                    <a:pt x="1790" y="2"/>
                    <a:pt x="1774" y="5"/>
                  </a:cubicBezTo>
                  <a:cubicBezTo>
                    <a:pt x="1331" y="100"/>
                    <a:pt x="919" y="290"/>
                    <a:pt x="602" y="606"/>
                  </a:cubicBezTo>
                  <a:cubicBezTo>
                    <a:pt x="222" y="986"/>
                    <a:pt x="1" y="1525"/>
                    <a:pt x="1" y="2095"/>
                  </a:cubicBezTo>
                  <a:cubicBezTo>
                    <a:pt x="1" y="2633"/>
                    <a:pt x="222" y="3172"/>
                    <a:pt x="602" y="3552"/>
                  </a:cubicBezTo>
                  <a:lnTo>
                    <a:pt x="2629" y="5578"/>
                  </a:lnTo>
                  <a:cubicBezTo>
                    <a:pt x="3041" y="5990"/>
                    <a:pt x="3579" y="6180"/>
                    <a:pt x="4117" y="6180"/>
                  </a:cubicBezTo>
                  <a:cubicBezTo>
                    <a:pt x="4656" y="6180"/>
                    <a:pt x="5163" y="5990"/>
                    <a:pt x="5574" y="5578"/>
                  </a:cubicBezTo>
                  <a:cubicBezTo>
                    <a:pt x="5986" y="5198"/>
                    <a:pt x="6208" y="4660"/>
                    <a:pt x="6208" y="4090"/>
                  </a:cubicBezTo>
                  <a:cubicBezTo>
                    <a:pt x="6208" y="3552"/>
                    <a:pt x="5986" y="3013"/>
                    <a:pt x="5574" y="2633"/>
                  </a:cubicBezTo>
                  <a:lnTo>
                    <a:pt x="4529" y="1556"/>
                  </a:lnTo>
                  <a:cubicBezTo>
                    <a:pt x="4450" y="1477"/>
                    <a:pt x="4347" y="1438"/>
                    <a:pt x="4248" y="1438"/>
                  </a:cubicBezTo>
                  <a:cubicBezTo>
                    <a:pt x="4149" y="1438"/>
                    <a:pt x="4054" y="1477"/>
                    <a:pt x="3991" y="1556"/>
                  </a:cubicBezTo>
                  <a:cubicBezTo>
                    <a:pt x="3832" y="1715"/>
                    <a:pt x="3832" y="1936"/>
                    <a:pt x="3991" y="2095"/>
                  </a:cubicBezTo>
                  <a:lnTo>
                    <a:pt x="5036" y="3172"/>
                  </a:lnTo>
                  <a:cubicBezTo>
                    <a:pt x="5289" y="3393"/>
                    <a:pt x="5448" y="3742"/>
                    <a:pt x="5448" y="4090"/>
                  </a:cubicBezTo>
                  <a:cubicBezTo>
                    <a:pt x="5448" y="4438"/>
                    <a:pt x="5289" y="4787"/>
                    <a:pt x="5036" y="5040"/>
                  </a:cubicBezTo>
                  <a:cubicBezTo>
                    <a:pt x="4783" y="5293"/>
                    <a:pt x="4442" y="5420"/>
                    <a:pt x="4102" y="5420"/>
                  </a:cubicBezTo>
                  <a:cubicBezTo>
                    <a:pt x="3761" y="5420"/>
                    <a:pt x="3421" y="5293"/>
                    <a:pt x="3167" y="5040"/>
                  </a:cubicBezTo>
                  <a:lnTo>
                    <a:pt x="1141" y="3013"/>
                  </a:lnTo>
                  <a:cubicBezTo>
                    <a:pt x="919" y="2760"/>
                    <a:pt x="761" y="2443"/>
                    <a:pt x="761" y="2095"/>
                  </a:cubicBezTo>
                  <a:cubicBezTo>
                    <a:pt x="761" y="1715"/>
                    <a:pt x="919" y="1398"/>
                    <a:pt x="1141" y="1145"/>
                  </a:cubicBezTo>
                  <a:cubicBezTo>
                    <a:pt x="1362" y="955"/>
                    <a:pt x="1616" y="828"/>
                    <a:pt x="1901" y="765"/>
                  </a:cubicBezTo>
                  <a:cubicBezTo>
                    <a:pt x="2091" y="733"/>
                    <a:pt x="2249" y="543"/>
                    <a:pt x="2217" y="321"/>
                  </a:cubicBezTo>
                  <a:cubicBezTo>
                    <a:pt x="2188" y="148"/>
                    <a:pt x="2001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8"/>
            <p:cNvSpPr/>
            <p:nvPr/>
          </p:nvSpPr>
          <p:spPr>
            <a:xfrm>
              <a:off x="5287750" y="4066425"/>
              <a:ext cx="159950" cy="154825"/>
            </a:xfrm>
            <a:custGeom>
              <a:avLst/>
              <a:gdLst/>
              <a:ahLst/>
              <a:cxnLst/>
              <a:rect l="l" t="t" r="r" b="b"/>
              <a:pathLst>
                <a:path w="6398" h="6193" extrusionOk="0">
                  <a:moveTo>
                    <a:pt x="2280" y="1"/>
                  </a:moveTo>
                  <a:cubicBezTo>
                    <a:pt x="1742" y="1"/>
                    <a:pt x="1204" y="207"/>
                    <a:pt x="792" y="618"/>
                  </a:cubicBezTo>
                  <a:cubicBezTo>
                    <a:pt x="0" y="1442"/>
                    <a:pt x="0" y="2772"/>
                    <a:pt x="792" y="3595"/>
                  </a:cubicBezTo>
                  <a:lnTo>
                    <a:pt x="1869" y="4640"/>
                  </a:lnTo>
                  <a:cubicBezTo>
                    <a:pt x="1948" y="4720"/>
                    <a:pt x="2043" y="4759"/>
                    <a:pt x="2138" y="4759"/>
                  </a:cubicBezTo>
                  <a:cubicBezTo>
                    <a:pt x="2233" y="4759"/>
                    <a:pt x="2328" y="4720"/>
                    <a:pt x="2407" y="4640"/>
                  </a:cubicBezTo>
                  <a:cubicBezTo>
                    <a:pt x="2566" y="4514"/>
                    <a:pt x="2566" y="4260"/>
                    <a:pt x="2407" y="4102"/>
                  </a:cubicBezTo>
                  <a:lnTo>
                    <a:pt x="1330" y="3057"/>
                  </a:lnTo>
                  <a:cubicBezTo>
                    <a:pt x="824" y="2519"/>
                    <a:pt x="824" y="1695"/>
                    <a:pt x="1330" y="1157"/>
                  </a:cubicBezTo>
                  <a:cubicBezTo>
                    <a:pt x="1600" y="903"/>
                    <a:pt x="1940" y="777"/>
                    <a:pt x="2280" y="777"/>
                  </a:cubicBezTo>
                  <a:cubicBezTo>
                    <a:pt x="2621" y="777"/>
                    <a:pt x="2961" y="903"/>
                    <a:pt x="3231" y="1157"/>
                  </a:cubicBezTo>
                  <a:lnTo>
                    <a:pt x="5226" y="3184"/>
                  </a:lnTo>
                  <a:cubicBezTo>
                    <a:pt x="5479" y="3437"/>
                    <a:pt x="5637" y="3754"/>
                    <a:pt x="5637" y="4102"/>
                  </a:cubicBezTo>
                  <a:cubicBezTo>
                    <a:pt x="5637" y="4450"/>
                    <a:pt x="5479" y="4799"/>
                    <a:pt x="5226" y="5052"/>
                  </a:cubicBezTo>
                  <a:cubicBezTo>
                    <a:pt x="5036" y="5242"/>
                    <a:pt x="4782" y="5369"/>
                    <a:pt x="4497" y="5432"/>
                  </a:cubicBezTo>
                  <a:cubicBezTo>
                    <a:pt x="4307" y="5464"/>
                    <a:pt x="4149" y="5654"/>
                    <a:pt x="4181" y="5875"/>
                  </a:cubicBezTo>
                  <a:cubicBezTo>
                    <a:pt x="4212" y="6065"/>
                    <a:pt x="4371" y="6192"/>
                    <a:pt x="4561" y="6192"/>
                  </a:cubicBezTo>
                  <a:lnTo>
                    <a:pt x="4624" y="6192"/>
                  </a:lnTo>
                  <a:cubicBezTo>
                    <a:pt x="5067" y="6129"/>
                    <a:pt x="5479" y="5907"/>
                    <a:pt x="5764" y="5590"/>
                  </a:cubicBezTo>
                  <a:cubicBezTo>
                    <a:pt x="6176" y="5210"/>
                    <a:pt x="6397" y="4672"/>
                    <a:pt x="6397" y="4102"/>
                  </a:cubicBezTo>
                  <a:cubicBezTo>
                    <a:pt x="6397" y="3564"/>
                    <a:pt x="6176" y="3025"/>
                    <a:pt x="5764" y="2645"/>
                  </a:cubicBezTo>
                  <a:lnTo>
                    <a:pt x="3769" y="618"/>
                  </a:lnTo>
                  <a:cubicBezTo>
                    <a:pt x="3357" y="207"/>
                    <a:pt x="2819" y="1"/>
                    <a:pt x="2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8"/>
            <p:cNvSpPr/>
            <p:nvPr/>
          </p:nvSpPr>
          <p:spPr>
            <a:xfrm>
              <a:off x="1844525" y="1972125"/>
              <a:ext cx="714950" cy="652025"/>
            </a:xfrm>
            <a:custGeom>
              <a:avLst/>
              <a:gdLst/>
              <a:ahLst/>
              <a:cxnLst/>
              <a:rect l="l" t="t" r="r" b="b"/>
              <a:pathLst>
                <a:path w="28598" h="26081" extrusionOk="0">
                  <a:moveTo>
                    <a:pt x="14299" y="1"/>
                  </a:moveTo>
                  <a:cubicBezTo>
                    <a:pt x="10958" y="1"/>
                    <a:pt x="7617" y="1275"/>
                    <a:pt x="5068" y="3825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5"/>
                  </a:cubicBezTo>
                  <a:cubicBezTo>
                    <a:pt x="20981" y="1275"/>
                    <a:pt x="17640" y="1"/>
                    <a:pt x="14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142225" y="2098600"/>
              <a:ext cx="120350" cy="101375"/>
            </a:xfrm>
            <a:custGeom>
              <a:avLst/>
              <a:gdLst/>
              <a:ahLst/>
              <a:cxnLst/>
              <a:rect l="l" t="t" r="r" b="b"/>
              <a:pathLst>
                <a:path w="4814" h="4055" extrusionOk="0">
                  <a:moveTo>
                    <a:pt x="2407" y="1"/>
                  </a:moveTo>
                  <a:cubicBezTo>
                    <a:pt x="1077" y="1"/>
                    <a:pt x="0" y="1078"/>
                    <a:pt x="0" y="2408"/>
                  </a:cubicBezTo>
                  <a:lnTo>
                    <a:pt x="0" y="3674"/>
                  </a:lnTo>
                  <a:cubicBezTo>
                    <a:pt x="0" y="3864"/>
                    <a:pt x="158" y="4054"/>
                    <a:pt x="380" y="4054"/>
                  </a:cubicBezTo>
                  <a:cubicBezTo>
                    <a:pt x="570" y="4054"/>
                    <a:pt x="760" y="3864"/>
                    <a:pt x="760" y="3674"/>
                  </a:cubicBezTo>
                  <a:lnTo>
                    <a:pt x="760" y="2408"/>
                  </a:lnTo>
                  <a:cubicBezTo>
                    <a:pt x="760" y="1489"/>
                    <a:pt x="1489" y="761"/>
                    <a:pt x="2407" y="761"/>
                  </a:cubicBezTo>
                  <a:cubicBezTo>
                    <a:pt x="3294" y="761"/>
                    <a:pt x="4054" y="1489"/>
                    <a:pt x="4054" y="2408"/>
                  </a:cubicBezTo>
                  <a:lnTo>
                    <a:pt x="4054" y="3674"/>
                  </a:lnTo>
                  <a:cubicBezTo>
                    <a:pt x="4054" y="3864"/>
                    <a:pt x="4212" y="4054"/>
                    <a:pt x="4434" y="4054"/>
                  </a:cubicBezTo>
                  <a:cubicBezTo>
                    <a:pt x="4624" y="4054"/>
                    <a:pt x="4814" y="3864"/>
                    <a:pt x="4814" y="3674"/>
                  </a:cubicBezTo>
                  <a:lnTo>
                    <a:pt x="4814" y="2408"/>
                  </a:lnTo>
                  <a:cubicBezTo>
                    <a:pt x="4814" y="1078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093925" y="2184125"/>
              <a:ext cx="216150" cy="164700"/>
            </a:xfrm>
            <a:custGeom>
              <a:avLst/>
              <a:gdLst/>
              <a:ahLst/>
              <a:cxnLst/>
              <a:rect l="l" t="t" r="r" b="b"/>
              <a:pathLst>
                <a:path w="8646" h="6588" extrusionOk="0">
                  <a:moveTo>
                    <a:pt x="7886" y="760"/>
                  </a:moveTo>
                  <a:lnTo>
                    <a:pt x="7886" y="5827"/>
                  </a:lnTo>
                  <a:lnTo>
                    <a:pt x="760" y="5827"/>
                  </a:lnTo>
                  <a:lnTo>
                    <a:pt x="760" y="760"/>
                  </a:ln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lnTo>
                    <a:pt x="0" y="5827"/>
                  </a:lnTo>
                  <a:cubicBezTo>
                    <a:pt x="0" y="6239"/>
                    <a:pt x="349" y="6587"/>
                    <a:pt x="760" y="6587"/>
                  </a:cubicBezTo>
                  <a:lnTo>
                    <a:pt x="7886" y="6587"/>
                  </a:lnTo>
                  <a:cubicBezTo>
                    <a:pt x="8298" y="6587"/>
                    <a:pt x="8646" y="6239"/>
                    <a:pt x="8646" y="5827"/>
                  </a:cubicBezTo>
                  <a:lnTo>
                    <a:pt x="8646" y="760"/>
                  </a:lnTo>
                  <a:cubicBezTo>
                    <a:pt x="8646" y="348"/>
                    <a:pt x="8298" y="0"/>
                    <a:pt x="7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173875" y="2241125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62"/>
                    <a:pt x="1331" y="1520"/>
                    <a:pt x="1141" y="1520"/>
                  </a:cubicBezTo>
                  <a:cubicBezTo>
                    <a:pt x="919" y="1520"/>
                    <a:pt x="761" y="1362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74"/>
                    <a:pt x="508" y="2280"/>
                    <a:pt x="1141" y="2280"/>
                  </a:cubicBezTo>
                  <a:cubicBezTo>
                    <a:pt x="1743" y="2280"/>
                    <a:pt x="2281" y="1774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19957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19" y="1520"/>
                    <a:pt x="760" y="1330"/>
                    <a:pt x="760" y="1140"/>
                  </a:cubicBezTo>
                  <a:cubicBezTo>
                    <a:pt x="760" y="919"/>
                    <a:pt x="919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0844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50" y="1520"/>
                    <a:pt x="760" y="1330"/>
                    <a:pt x="760" y="1140"/>
                  </a:cubicBezTo>
                  <a:cubicBezTo>
                    <a:pt x="760" y="919"/>
                    <a:pt x="950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0" y="1742"/>
                    <a:pt x="2280" y="1140"/>
                  </a:cubicBezTo>
                  <a:cubicBezTo>
                    <a:pt x="2280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173875" y="2396300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30"/>
                    <a:pt x="1331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43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2625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3512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51" y="1520"/>
                    <a:pt x="761" y="1330"/>
                    <a:pt x="761" y="1140"/>
                  </a:cubicBezTo>
                  <a:cubicBezTo>
                    <a:pt x="761" y="919"/>
                    <a:pt x="951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7" y="0"/>
                    <a:pt x="1" y="507"/>
                    <a:pt x="1" y="1140"/>
                  </a:cubicBezTo>
                  <a:cubicBezTo>
                    <a:pt x="1" y="1742"/>
                    <a:pt x="507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1844525" y="3853275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88"/>
                    <a:pt x="5068" y="22255"/>
                  </a:cubicBezTo>
                  <a:cubicBezTo>
                    <a:pt x="7617" y="24805"/>
                    <a:pt x="10958" y="26079"/>
                    <a:pt x="14299" y="26079"/>
                  </a:cubicBezTo>
                  <a:cubicBezTo>
                    <a:pt x="17640" y="26079"/>
                    <a:pt x="20981" y="24805"/>
                    <a:pt x="23531" y="22255"/>
                  </a:cubicBezTo>
                  <a:cubicBezTo>
                    <a:pt x="28598" y="17188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081250" y="4037525"/>
              <a:ext cx="241500" cy="299300"/>
            </a:xfrm>
            <a:custGeom>
              <a:avLst/>
              <a:gdLst/>
              <a:ahLst/>
              <a:cxnLst/>
              <a:rect l="l" t="t" r="r" b="b"/>
              <a:pathLst>
                <a:path w="9660" h="11972" extrusionOk="0">
                  <a:moveTo>
                    <a:pt x="4814" y="1"/>
                  </a:moveTo>
                  <a:cubicBezTo>
                    <a:pt x="4820" y="1"/>
                    <a:pt x="4825" y="1"/>
                    <a:pt x="4830" y="1"/>
                  </a:cubicBezTo>
                  <a:lnTo>
                    <a:pt x="4830" y="1"/>
                  </a:lnTo>
                  <a:cubicBezTo>
                    <a:pt x="4835" y="1"/>
                    <a:pt x="4841" y="1"/>
                    <a:pt x="4846" y="1"/>
                  </a:cubicBezTo>
                  <a:close/>
                  <a:moveTo>
                    <a:pt x="4846" y="761"/>
                  </a:moveTo>
                  <a:cubicBezTo>
                    <a:pt x="6239" y="2376"/>
                    <a:pt x="7823" y="2598"/>
                    <a:pt x="8520" y="2598"/>
                  </a:cubicBezTo>
                  <a:cubicBezTo>
                    <a:pt x="8773" y="2598"/>
                    <a:pt x="8900" y="2566"/>
                    <a:pt x="8900" y="2566"/>
                  </a:cubicBezTo>
                  <a:lnTo>
                    <a:pt x="8900" y="5955"/>
                  </a:lnTo>
                  <a:cubicBezTo>
                    <a:pt x="8900" y="7792"/>
                    <a:pt x="7918" y="9470"/>
                    <a:pt x="6303" y="10357"/>
                  </a:cubicBezTo>
                  <a:lnTo>
                    <a:pt x="4846" y="11212"/>
                  </a:lnTo>
                  <a:lnTo>
                    <a:pt x="3358" y="10357"/>
                  </a:lnTo>
                  <a:cubicBezTo>
                    <a:pt x="1774" y="9470"/>
                    <a:pt x="761" y="7792"/>
                    <a:pt x="761" y="5955"/>
                  </a:cubicBezTo>
                  <a:lnTo>
                    <a:pt x="761" y="2566"/>
                  </a:lnTo>
                  <a:cubicBezTo>
                    <a:pt x="761" y="2566"/>
                    <a:pt x="919" y="2598"/>
                    <a:pt x="1204" y="2598"/>
                  </a:cubicBezTo>
                  <a:cubicBezTo>
                    <a:pt x="1901" y="2598"/>
                    <a:pt x="3421" y="2376"/>
                    <a:pt x="4846" y="761"/>
                  </a:cubicBezTo>
                  <a:close/>
                  <a:moveTo>
                    <a:pt x="4830" y="1"/>
                  </a:moveTo>
                  <a:cubicBezTo>
                    <a:pt x="4614" y="6"/>
                    <a:pt x="4400" y="100"/>
                    <a:pt x="4276" y="254"/>
                  </a:cubicBezTo>
                  <a:cubicBezTo>
                    <a:pt x="3041" y="1648"/>
                    <a:pt x="1837" y="1838"/>
                    <a:pt x="1204" y="1838"/>
                  </a:cubicBezTo>
                  <a:lnTo>
                    <a:pt x="919" y="1838"/>
                  </a:lnTo>
                  <a:cubicBezTo>
                    <a:pt x="856" y="1806"/>
                    <a:pt x="824" y="1806"/>
                    <a:pt x="761" y="1806"/>
                  </a:cubicBezTo>
                  <a:cubicBezTo>
                    <a:pt x="602" y="1806"/>
                    <a:pt x="412" y="1869"/>
                    <a:pt x="286" y="1996"/>
                  </a:cubicBezTo>
                  <a:cubicBezTo>
                    <a:pt x="96" y="2123"/>
                    <a:pt x="1" y="2344"/>
                    <a:pt x="1" y="2566"/>
                  </a:cubicBezTo>
                  <a:lnTo>
                    <a:pt x="1" y="5955"/>
                  </a:lnTo>
                  <a:cubicBezTo>
                    <a:pt x="1" y="8045"/>
                    <a:pt x="1141" y="10008"/>
                    <a:pt x="2977" y="11053"/>
                  </a:cubicBezTo>
                  <a:lnTo>
                    <a:pt x="4466" y="11877"/>
                  </a:lnTo>
                  <a:cubicBezTo>
                    <a:pt x="4593" y="11940"/>
                    <a:pt x="4719" y="11972"/>
                    <a:pt x="4846" y="11972"/>
                  </a:cubicBezTo>
                  <a:cubicBezTo>
                    <a:pt x="4973" y="11972"/>
                    <a:pt x="5099" y="11940"/>
                    <a:pt x="5194" y="11877"/>
                  </a:cubicBezTo>
                  <a:lnTo>
                    <a:pt x="6683" y="11053"/>
                  </a:lnTo>
                  <a:cubicBezTo>
                    <a:pt x="8520" y="10008"/>
                    <a:pt x="9660" y="8045"/>
                    <a:pt x="9660" y="5955"/>
                  </a:cubicBezTo>
                  <a:lnTo>
                    <a:pt x="9660" y="2566"/>
                  </a:lnTo>
                  <a:cubicBezTo>
                    <a:pt x="9660" y="2344"/>
                    <a:pt x="9565" y="2123"/>
                    <a:pt x="9375" y="1996"/>
                  </a:cubicBezTo>
                  <a:cubicBezTo>
                    <a:pt x="9248" y="1869"/>
                    <a:pt x="9090" y="1806"/>
                    <a:pt x="8900" y="1806"/>
                  </a:cubicBezTo>
                  <a:lnTo>
                    <a:pt x="8773" y="1806"/>
                  </a:lnTo>
                  <a:cubicBezTo>
                    <a:pt x="8773" y="1806"/>
                    <a:pt x="8678" y="1838"/>
                    <a:pt x="8520" y="1838"/>
                  </a:cubicBezTo>
                  <a:cubicBezTo>
                    <a:pt x="7981" y="1838"/>
                    <a:pt x="6619" y="1679"/>
                    <a:pt x="5416" y="254"/>
                  </a:cubicBezTo>
                  <a:cubicBezTo>
                    <a:pt x="5261" y="100"/>
                    <a:pt x="5046" y="6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192875" y="4042275"/>
              <a:ext cx="19025" cy="288225"/>
            </a:xfrm>
            <a:custGeom>
              <a:avLst/>
              <a:gdLst/>
              <a:ahLst/>
              <a:cxnLst/>
              <a:rect l="l" t="t" r="r" b="b"/>
              <a:pathLst>
                <a:path w="761" h="11529" extrusionOk="0">
                  <a:moveTo>
                    <a:pt x="381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1148"/>
                  </a:lnTo>
                  <a:cubicBezTo>
                    <a:pt x="1" y="11370"/>
                    <a:pt x="159" y="11528"/>
                    <a:pt x="381" y="11528"/>
                  </a:cubicBezTo>
                  <a:cubicBezTo>
                    <a:pt x="571" y="11528"/>
                    <a:pt x="761" y="11370"/>
                    <a:pt x="761" y="11148"/>
                  </a:cubicBezTo>
                  <a:lnTo>
                    <a:pt x="761" y="381"/>
                  </a:lnTo>
                  <a:cubicBezTo>
                    <a:pt x="761" y="159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1844525" y="2912700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255425" y="3324400"/>
              <a:ext cx="77625" cy="76625"/>
            </a:xfrm>
            <a:custGeom>
              <a:avLst/>
              <a:gdLst/>
              <a:ahLst/>
              <a:cxnLst/>
              <a:rect l="l" t="t" r="r" b="b"/>
              <a:pathLst>
                <a:path w="3105" h="3065" extrusionOk="0">
                  <a:moveTo>
                    <a:pt x="397" y="0"/>
                  </a:moveTo>
                  <a:cubicBezTo>
                    <a:pt x="302" y="0"/>
                    <a:pt x="207" y="40"/>
                    <a:pt x="127" y="119"/>
                  </a:cubicBezTo>
                  <a:cubicBezTo>
                    <a:pt x="1" y="277"/>
                    <a:pt x="1" y="499"/>
                    <a:pt x="127" y="657"/>
                  </a:cubicBezTo>
                  <a:lnTo>
                    <a:pt x="2408" y="2938"/>
                  </a:lnTo>
                  <a:cubicBezTo>
                    <a:pt x="2503" y="3033"/>
                    <a:pt x="2598" y="3064"/>
                    <a:pt x="2693" y="3064"/>
                  </a:cubicBezTo>
                  <a:cubicBezTo>
                    <a:pt x="2788" y="3064"/>
                    <a:pt x="2883" y="3001"/>
                    <a:pt x="2946" y="2938"/>
                  </a:cubicBezTo>
                  <a:cubicBezTo>
                    <a:pt x="3104" y="2779"/>
                    <a:pt x="3104" y="2557"/>
                    <a:pt x="2946" y="2399"/>
                  </a:cubicBezTo>
                  <a:lnTo>
                    <a:pt x="666" y="119"/>
                  </a:lnTo>
                  <a:cubicBezTo>
                    <a:pt x="587" y="40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070950" y="3324400"/>
              <a:ext cx="78425" cy="76625"/>
            </a:xfrm>
            <a:custGeom>
              <a:avLst/>
              <a:gdLst/>
              <a:ahLst/>
              <a:cxnLst/>
              <a:rect l="l" t="t" r="r" b="b"/>
              <a:pathLst>
                <a:path w="3137" h="3065" extrusionOk="0">
                  <a:moveTo>
                    <a:pt x="2709" y="0"/>
                  </a:moveTo>
                  <a:cubicBezTo>
                    <a:pt x="2614" y="0"/>
                    <a:pt x="2519" y="40"/>
                    <a:pt x="2439" y="119"/>
                  </a:cubicBezTo>
                  <a:lnTo>
                    <a:pt x="159" y="2399"/>
                  </a:lnTo>
                  <a:cubicBezTo>
                    <a:pt x="1" y="2557"/>
                    <a:pt x="1" y="2779"/>
                    <a:pt x="159" y="2938"/>
                  </a:cubicBezTo>
                  <a:cubicBezTo>
                    <a:pt x="223" y="3033"/>
                    <a:pt x="318" y="3064"/>
                    <a:pt x="413" y="3064"/>
                  </a:cubicBezTo>
                  <a:cubicBezTo>
                    <a:pt x="508" y="3064"/>
                    <a:pt x="603" y="3001"/>
                    <a:pt x="698" y="2938"/>
                  </a:cubicBezTo>
                  <a:lnTo>
                    <a:pt x="2978" y="657"/>
                  </a:lnTo>
                  <a:cubicBezTo>
                    <a:pt x="3136" y="499"/>
                    <a:pt x="3136" y="277"/>
                    <a:pt x="2978" y="119"/>
                  </a:cubicBezTo>
                  <a:cubicBezTo>
                    <a:pt x="2899" y="40"/>
                    <a:pt x="2804" y="0"/>
                    <a:pt x="2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064625" y="3229600"/>
              <a:ext cx="275550" cy="114425"/>
            </a:xfrm>
            <a:custGeom>
              <a:avLst/>
              <a:gdLst/>
              <a:ahLst/>
              <a:cxnLst/>
              <a:rect l="l" t="t" r="r" b="b"/>
              <a:pathLst>
                <a:path w="11022" h="4577" extrusionOk="0">
                  <a:moveTo>
                    <a:pt x="414" y="1"/>
                  </a:moveTo>
                  <a:cubicBezTo>
                    <a:pt x="307" y="1"/>
                    <a:pt x="201" y="50"/>
                    <a:pt x="127" y="142"/>
                  </a:cubicBezTo>
                  <a:cubicBezTo>
                    <a:pt x="1" y="301"/>
                    <a:pt x="32" y="554"/>
                    <a:pt x="191" y="681"/>
                  </a:cubicBezTo>
                  <a:lnTo>
                    <a:pt x="5258" y="4481"/>
                  </a:lnTo>
                  <a:cubicBezTo>
                    <a:pt x="5321" y="4544"/>
                    <a:pt x="5384" y="4576"/>
                    <a:pt x="5479" y="4576"/>
                  </a:cubicBezTo>
                  <a:cubicBezTo>
                    <a:pt x="5543" y="4576"/>
                    <a:pt x="5638" y="4544"/>
                    <a:pt x="5701" y="4481"/>
                  </a:cubicBezTo>
                  <a:lnTo>
                    <a:pt x="10800" y="681"/>
                  </a:lnTo>
                  <a:cubicBezTo>
                    <a:pt x="10990" y="554"/>
                    <a:pt x="11021" y="301"/>
                    <a:pt x="10895" y="142"/>
                  </a:cubicBezTo>
                  <a:cubicBezTo>
                    <a:pt x="10821" y="50"/>
                    <a:pt x="10704" y="1"/>
                    <a:pt x="10588" y="1"/>
                  </a:cubicBezTo>
                  <a:cubicBezTo>
                    <a:pt x="10505" y="1"/>
                    <a:pt x="10422" y="26"/>
                    <a:pt x="10356" y="79"/>
                  </a:cubicBezTo>
                  <a:lnTo>
                    <a:pt x="5479" y="3721"/>
                  </a:lnTo>
                  <a:lnTo>
                    <a:pt x="634" y="79"/>
                  </a:lnTo>
                  <a:cubicBezTo>
                    <a:pt x="568" y="26"/>
                    <a:pt x="491" y="1"/>
                    <a:pt x="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092325" y="3046300"/>
              <a:ext cx="219350" cy="220125"/>
            </a:xfrm>
            <a:custGeom>
              <a:avLst/>
              <a:gdLst/>
              <a:ahLst/>
              <a:cxnLst/>
              <a:rect l="l" t="t" r="r" b="b"/>
              <a:pathLst>
                <a:path w="8774" h="8805" extrusionOk="0">
                  <a:moveTo>
                    <a:pt x="413" y="1"/>
                  </a:moveTo>
                  <a:cubicBezTo>
                    <a:pt x="191" y="1"/>
                    <a:pt x="1" y="159"/>
                    <a:pt x="1" y="381"/>
                  </a:cubicBezTo>
                  <a:lnTo>
                    <a:pt x="1" y="8424"/>
                  </a:lnTo>
                  <a:cubicBezTo>
                    <a:pt x="1" y="8646"/>
                    <a:pt x="191" y="8804"/>
                    <a:pt x="413" y="8804"/>
                  </a:cubicBezTo>
                  <a:cubicBezTo>
                    <a:pt x="634" y="8804"/>
                    <a:pt x="793" y="8646"/>
                    <a:pt x="793" y="8424"/>
                  </a:cubicBezTo>
                  <a:lnTo>
                    <a:pt x="793" y="761"/>
                  </a:lnTo>
                  <a:lnTo>
                    <a:pt x="7982" y="761"/>
                  </a:lnTo>
                  <a:lnTo>
                    <a:pt x="7982" y="8393"/>
                  </a:lnTo>
                  <a:cubicBezTo>
                    <a:pt x="7982" y="8614"/>
                    <a:pt x="8172" y="8804"/>
                    <a:pt x="8393" y="8804"/>
                  </a:cubicBezTo>
                  <a:cubicBezTo>
                    <a:pt x="8583" y="8804"/>
                    <a:pt x="8773" y="8614"/>
                    <a:pt x="8773" y="8393"/>
                  </a:cubicBezTo>
                  <a:lnTo>
                    <a:pt x="8773" y="381"/>
                  </a:lnTo>
                  <a:cubicBezTo>
                    <a:pt x="8773" y="159"/>
                    <a:pt x="8583" y="1"/>
                    <a:pt x="8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062250" y="3165850"/>
              <a:ext cx="279500" cy="244675"/>
            </a:xfrm>
            <a:custGeom>
              <a:avLst/>
              <a:gdLst/>
              <a:ahLst/>
              <a:cxnLst/>
              <a:rect l="l" t="t" r="r" b="b"/>
              <a:pathLst>
                <a:path w="11180" h="9787" extrusionOk="0">
                  <a:moveTo>
                    <a:pt x="2027" y="1"/>
                  </a:moveTo>
                  <a:lnTo>
                    <a:pt x="286" y="1299"/>
                  </a:lnTo>
                  <a:cubicBezTo>
                    <a:pt x="254" y="1331"/>
                    <a:pt x="222" y="1362"/>
                    <a:pt x="191" y="1426"/>
                  </a:cubicBezTo>
                  <a:cubicBezTo>
                    <a:pt x="64" y="1552"/>
                    <a:pt x="1" y="1711"/>
                    <a:pt x="1" y="1901"/>
                  </a:cubicBezTo>
                  <a:lnTo>
                    <a:pt x="1" y="8995"/>
                  </a:lnTo>
                  <a:cubicBezTo>
                    <a:pt x="1" y="9438"/>
                    <a:pt x="349" y="9786"/>
                    <a:pt x="761" y="9786"/>
                  </a:cubicBezTo>
                  <a:lnTo>
                    <a:pt x="10420" y="9786"/>
                  </a:lnTo>
                  <a:cubicBezTo>
                    <a:pt x="10831" y="9786"/>
                    <a:pt x="11180" y="9438"/>
                    <a:pt x="11180" y="8995"/>
                  </a:cubicBezTo>
                  <a:lnTo>
                    <a:pt x="11180" y="1901"/>
                  </a:lnTo>
                  <a:cubicBezTo>
                    <a:pt x="11180" y="1711"/>
                    <a:pt x="11116" y="1552"/>
                    <a:pt x="11021" y="1426"/>
                  </a:cubicBezTo>
                  <a:cubicBezTo>
                    <a:pt x="10990" y="1362"/>
                    <a:pt x="10958" y="1331"/>
                    <a:pt x="10895" y="1299"/>
                  </a:cubicBezTo>
                  <a:lnTo>
                    <a:pt x="9185" y="1"/>
                  </a:lnTo>
                  <a:lnTo>
                    <a:pt x="9185" y="951"/>
                  </a:lnTo>
                  <a:lnTo>
                    <a:pt x="9406" y="1141"/>
                  </a:lnTo>
                  <a:lnTo>
                    <a:pt x="10420" y="1901"/>
                  </a:lnTo>
                  <a:lnTo>
                    <a:pt x="10420" y="8995"/>
                  </a:lnTo>
                  <a:lnTo>
                    <a:pt x="761" y="8995"/>
                  </a:lnTo>
                  <a:lnTo>
                    <a:pt x="761" y="1901"/>
                  </a:lnTo>
                  <a:lnTo>
                    <a:pt x="1774" y="1141"/>
                  </a:lnTo>
                  <a:lnTo>
                    <a:pt x="2027" y="951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134300" y="30890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59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59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134300" y="313180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134300" y="31745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3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3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134300" y="3217325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0"/>
                  </a:moveTo>
                  <a:cubicBezTo>
                    <a:pt x="190" y="0"/>
                    <a:pt x="0" y="190"/>
                    <a:pt x="0" y="380"/>
                  </a:cubicBezTo>
                  <a:cubicBezTo>
                    <a:pt x="0" y="602"/>
                    <a:pt x="190" y="760"/>
                    <a:pt x="380" y="760"/>
                  </a:cubicBezTo>
                  <a:lnTo>
                    <a:pt x="5257" y="760"/>
                  </a:lnTo>
                  <a:cubicBezTo>
                    <a:pt x="5448" y="760"/>
                    <a:pt x="5638" y="602"/>
                    <a:pt x="5638" y="380"/>
                  </a:cubicBezTo>
                  <a:cubicBezTo>
                    <a:pt x="5638" y="190"/>
                    <a:pt x="5448" y="0"/>
                    <a:pt x="5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7" name="Google Shape;2417;p28"/>
          <p:cNvSpPr txBox="1"/>
          <p:nvPr/>
        </p:nvSpPr>
        <p:spPr>
          <a:xfrm>
            <a:off x="2591100" y="411475"/>
            <a:ext cx="3961800" cy="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8" name="Google Shape;2418;p28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9" name="Google Shape;2419;p28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0" name="Google Shape;2420;p28"/>
          <p:cNvSpPr txBox="1"/>
          <p:nvPr/>
        </p:nvSpPr>
        <p:spPr>
          <a:xfrm>
            <a:off x="467375" y="261192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1" name="Google Shape;2421;p28"/>
          <p:cNvSpPr txBox="1"/>
          <p:nvPr/>
        </p:nvSpPr>
        <p:spPr>
          <a:xfrm>
            <a:off x="467375" y="287261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2" name="Google Shape;2422;p28"/>
          <p:cNvSpPr txBox="1"/>
          <p:nvPr/>
        </p:nvSpPr>
        <p:spPr>
          <a:xfrm>
            <a:off x="467375" y="367670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3" name="Google Shape;2423;p28"/>
          <p:cNvSpPr txBox="1"/>
          <p:nvPr/>
        </p:nvSpPr>
        <p:spPr>
          <a:xfrm>
            <a:off x="467375" y="39374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4" name="Google Shape;2424;p28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5" name="Google Shape;2425;p28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6" name="Google Shape;2426;p28"/>
          <p:cNvSpPr txBox="1"/>
          <p:nvPr/>
        </p:nvSpPr>
        <p:spPr>
          <a:xfrm>
            <a:off x="6911424" y="26119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7" name="Google Shape;2427;p28"/>
          <p:cNvSpPr txBox="1"/>
          <p:nvPr/>
        </p:nvSpPr>
        <p:spPr>
          <a:xfrm>
            <a:off x="6911424" y="28726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8" name="Google Shape;2428;p28"/>
          <p:cNvSpPr txBox="1"/>
          <p:nvPr/>
        </p:nvSpPr>
        <p:spPr>
          <a:xfrm>
            <a:off x="6911424" y="36767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9" name="Google Shape;2429;p28"/>
          <p:cNvSpPr txBox="1"/>
          <p:nvPr/>
        </p:nvSpPr>
        <p:spPr>
          <a:xfrm>
            <a:off x="6911424" y="393740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4" name="Google Shape;2434;p29"/>
          <p:cNvGrpSpPr/>
          <p:nvPr/>
        </p:nvGrpSpPr>
        <p:grpSpPr>
          <a:xfrm>
            <a:off x="3222608" y="1265405"/>
            <a:ext cx="4500754" cy="2741013"/>
            <a:chOff x="2693250" y="2047950"/>
            <a:chExt cx="3406050" cy="2074325"/>
          </a:xfrm>
        </p:grpSpPr>
        <p:sp>
          <p:nvSpPr>
            <p:cNvPr id="2435" name="Google Shape;2435;p29"/>
            <p:cNvSpPr/>
            <p:nvPr/>
          </p:nvSpPr>
          <p:spPr>
            <a:xfrm>
              <a:off x="2718600" y="3067675"/>
              <a:ext cx="3372775" cy="6350"/>
            </a:xfrm>
            <a:custGeom>
              <a:avLst/>
              <a:gdLst/>
              <a:ahLst/>
              <a:cxnLst/>
              <a:rect l="l" t="t" r="r" b="b"/>
              <a:pathLst>
                <a:path w="134911" h="254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cubicBezTo>
                    <a:pt x="0" y="191"/>
                    <a:pt x="64" y="254"/>
                    <a:pt x="127" y="254"/>
                  </a:cubicBezTo>
                  <a:lnTo>
                    <a:pt x="665" y="254"/>
                  </a:lnTo>
                  <a:cubicBezTo>
                    <a:pt x="729" y="254"/>
                    <a:pt x="792" y="191"/>
                    <a:pt x="792" y="127"/>
                  </a:cubicBezTo>
                  <a:cubicBezTo>
                    <a:pt x="792" y="64"/>
                    <a:pt x="729" y="1"/>
                    <a:pt x="665" y="1"/>
                  </a:cubicBezTo>
                  <a:close/>
                  <a:moveTo>
                    <a:pt x="1710" y="1"/>
                  </a:moveTo>
                  <a:cubicBezTo>
                    <a:pt x="1647" y="1"/>
                    <a:pt x="1584" y="64"/>
                    <a:pt x="1584" y="127"/>
                  </a:cubicBezTo>
                  <a:cubicBezTo>
                    <a:pt x="1584" y="191"/>
                    <a:pt x="1647" y="254"/>
                    <a:pt x="1710" y="254"/>
                  </a:cubicBezTo>
                  <a:lnTo>
                    <a:pt x="2249" y="254"/>
                  </a:lnTo>
                  <a:cubicBezTo>
                    <a:pt x="2312" y="254"/>
                    <a:pt x="2375" y="191"/>
                    <a:pt x="2375" y="127"/>
                  </a:cubicBezTo>
                  <a:cubicBezTo>
                    <a:pt x="2375" y="64"/>
                    <a:pt x="2344" y="1"/>
                    <a:pt x="2249" y="1"/>
                  </a:cubicBezTo>
                  <a:close/>
                  <a:moveTo>
                    <a:pt x="3325" y="1"/>
                  </a:moveTo>
                  <a:cubicBezTo>
                    <a:pt x="3230" y="1"/>
                    <a:pt x="3199" y="64"/>
                    <a:pt x="3199" y="127"/>
                  </a:cubicBezTo>
                  <a:cubicBezTo>
                    <a:pt x="3199" y="191"/>
                    <a:pt x="3230" y="254"/>
                    <a:pt x="3325" y="254"/>
                  </a:cubicBezTo>
                  <a:lnTo>
                    <a:pt x="3864" y="254"/>
                  </a:lnTo>
                  <a:cubicBezTo>
                    <a:pt x="3927" y="254"/>
                    <a:pt x="3990" y="191"/>
                    <a:pt x="3990" y="127"/>
                  </a:cubicBezTo>
                  <a:cubicBezTo>
                    <a:pt x="3990" y="64"/>
                    <a:pt x="3927" y="1"/>
                    <a:pt x="3864" y="1"/>
                  </a:cubicBezTo>
                  <a:close/>
                  <a:moveTo>
                    <a:pt x="4909" y="1"/>
                  </a:moveTo>
                  <a:cubicBezTo>
                    <a:pt x="4846" y="1"/>
                    <a:pt x="4782" y="64"/>
                    <a:pt x="4782" y="127"/>
                  </a:cubicBezTo>
                  <a:cubicBezTo>
                    <a:pt x="4782" y="191"/>
                    <a:pt x="4846" y="254"/>
                    <a:pt x="4909" y="254"/>
                  </a:cubicBezTo>
                  <a:lnTo>
                    <a:pt x="5447" y="254"/>
                  </a:lnTo>
                  <a:cubicBezTo>
                    <a:pt x="5511" y="254"/>
                    <a:pt x="5574" y="191"/>
                    <a:pt x="5574" y="127"/>
                  </a:cubicBezTo>
                  <a:cubicBezTo>
                    <a:pt x="5574" y="64"/>
                    <a:pt x="5511" y="1"/>
                    <a:pt x="5447" y="1"/>
                  </a:cubicBezTo>
                  <a:close/>
                  <a:moveTo>
                    <a:pt x="6524" y="1"/>
                  </a:moveTo>
                  <a:cubicBezTo>
                    <a:pt x="6429" y="1"/>
                    <a:pt x="6366" y="64"/>
                    <a:pt x="6366" y="127"/>
                  </a:cubicBezTo>
                  <a:cubicBezTo>
                    <a:pt x="6366" y="191"/>
                    <a:pt x="6429" y="254"/>
                    <a:pt x="6524" y="254"/>
                  </a:cubicBezTo>
                  <a:lnTo>
                    <a:pt x="7031" y="254"/>
                  </a:lnTo>
                  <a:cubicBezTo>
                    <a:pt x="7126" y="254"/>
                    <a:pt x="7189" y="191"/>
                    <a:pt x="7189" y="127"/>
                  </a:cubicBezTo>
                  <a:cubicBezTo>
                    <a:pt x="7189" y="64"/>
                    <a:pt x="7126" y="1"/>
                    <a:pt x="7031" y="1"/>
                  </a:cubicBezTo>
                  <a:close/>
                  <a:moveTo>
                    <a:pt x="8107" y="1"/>
                  </a:moveTo>
                  <a:cubicBezTo>
                    <a:pt x="8044" y="1"/>
                    <a:pt x="7981" y="64"/>
                    <a:pt x="7981" y="127"/>
                  </a:cubicBezTo>
                  <a:cubicBezTo>
                    <a:pt x="7981" y="191"/>
                    <a:pt x="8044" y="254"/>
                    <a:pt x="8107" y="254"/>
                  </a:cubicBezTo>
                  <a:lnTo>
                    <a:pt x="8646" y="254"/>
                  </a:lnTo>
                  <a:cubicBezTo>
                    <a:pt x="8709" y="254"/>
                    <a:pt x="8773" y="191"/>
                    <a:pt x="8773" y="127"/>
                  </a:cubicBezTo>
                  <a:cubicBezTo>
                    <a:pt x="8773" y="64"/>
                    <a:pt x="8709" y="1"/>
                    <a:pt x="8646" y="1"/>
                  </a:cubicBezTo>
                  <a:close/>
                  <a:moveTo>
                    <a:pt x="9691" y="1"/>
                  </a:moveTo>
                  <a:cubicBezTo>
                    <a:pt x="9628" y="1"/>
                    <a:pt x="9564" y="64"/>
                    <a:pt x="9564" y="127"/>
                  </a:cubicBezTo>
                  <a:cubicBezTo>
                    <a:pt x="9564" y="191"/>
                    <a:pt x="9628" y="254"/>
                    <a:pt x="9691" y="254"/>
                  </a:cubicBezTo>
                  <a:lnTo>
                    <a:pt x="10229" y="254"/>
                  </a:lnTo>
                  <a:cubicBezTo>
                    <a:pt x="10324" y="254"/>
                    <a:pt x="10356" y="191"/>
                    <a:pt x="10356" y="127"/>
                  </a:cubicBezTo>
                  <a:cubicBezTo>
                    <a:pt x="10356" y="64"/>
                    <a:pt x="10324" y="1"/>
                    <a:pt x="10229" y="1"/>
                  </a:cubicBezTo>
                  <a:close/>
                  <a:moveTo>
                    <a:pt x="11306" y="1"/>
                  </a:moveTo>
                  <a:cubicBezTo>
                    <a:pt x="11243" y="1"/>
                    <a:pt x="11179" y="64"/>
                    <a:pt x="11179" y="127"/>
                  </a:cubicBezTo>
                  <a:cubicBezTo>
                    <a:pt x="11179" y="191"/>
                    <a:pt x="11243" y="254"/>
                    <a:pt x="11306" y="254"/>
                  </a:cubicBezTo>
                  <a:lnTo>
                    <a:pt x="11844" y="254"/>
                  </a:lnTo>
                  <a:cubicBezTo>
                    <a:pt x="11908" y="254"/>
                    <a:pt x="11971" y="191"/>
                    <a:pt x="11971" y="127"/>
                  </a:cubicBezTo>
                  <a:cubicBezTo>
                    <a:pt x="11971" y="64"/>
                    <a:pt x="11908" y="1"/>
                    <a:pt x="11844" y="1"/>
                  </a:cubicBezTo>
                  <a:close/>
                  <a:moveTo>
                    <a:pt x="12890" y="1"/>
                  </a:moveTo>
                  <a:cubicBezTo>
                    <a:pt x="12826" y="1"/>
                    <a:pt x="12763" y="64"/>
                    <a:pt x="12763" y="127"/>
                  </a:cubicBezTo>
                  <a:cubicBezTo>
                    <a:pt x="12763" y="191"/>
                    <a:pt x="12826" y="254"/>
                    <a:pt x="12890" y="254"/>
                  </a:cubicBezTo>
                  <a:lnTo>
                    <a:pt x="13428" y="254"/>
                  </a:lnTo>
                  <a:cubicBezTo>
                    <a:pt x="13491" y="254"/>
                    <a:pt x="13555" y="191"/>
                    <a:pt x="13555" y="127"/>
                  </a:cubicBezTo>
                  <a:cubicBezTo>
                    <a:pt x="13555" y="64"/>
                    <a:pt x="13491" y="1"/>
                    <a:pt x="13428" y="1"/>
                  </a:cubicBezTo>
                  <a:close/>
                  <a:moveTo>
                    <a:pt x="14505" y="1"/>
                  </a:moveTo>
                  <a:cubicBezTo>
                    <a:pt x="14410" y="1"/>
                    <a:pt x="14346" y="64"/>
                    <a:pt x="14346" y="127"/>
                  </a:cubicBezTo>
                  <a:cubicBezTo>
                    <a:pt x="14346" y="191"/>
                    <a:pt x="14410" y="254"/>
                    <a:pt x="14505" y="254"/>
                  </a:cubicBezTo>
                  <a:lnTo>
                    <a:pt x="15011" y="254"/>
                  </a:lnTo>
                  <a:cubicBezTo>
                    <a:pt x="15106" y="254"/>
                    <a:pt x="15170" y="191"/>
                    <a:pt x="15170" y="127"/>
                  </a:cubicBezTo>
                  <a:cubicBezTo>
                    <a:pt x="15170" y="64"/>
                    <a:pt x="15106" y="1"/>
                    <a:pt x="15011" y="1"/>
                  </a:cubicBezTo>
                  <a:close/>
                  <a:moveTo>
                    <a:pt x="16088" y="1"/>
                  </a:moveTo>
                  <a:cubicBezTo>
                    <a:pt x="16025" y="1"/>
                    <a:pt x="15961" y="64"/>
                    <a:pt x="15961" y="127"/>
                  </a:cubicBezTo>
                  <a:cubicBezTo>
                    <a:pt x="15961" y="191"/>
                    <a:pt x="16025" y="254"/>
                    <a:pt x="16088" y="254"/>
                  </a:cubicBezTo>
                  <a:lnTo>
                    <a:pt x="16626" y="254"/>
                  </a:lnTo>
                  <a:cubicBezTo>
                    <a:pt x="16690" y="254"/>
                    <a:pt x="16753" y="191"/>
                    <a:pt x="16753" y="127"/>
                  </a:cubicBezTo>
                  <a:cubicBezTo>
                    <a:pt x="16753" y="64"/>
                    <a:pt x="16690" y="1"/>
                    <a:pt x="16626" y="1"/>
                  </a:cubicBezTo>
                  <a:close/>
                  <a:moveTo>
                    <a:pt x="17703" y="1"/>
                  </a:moveTo>
                  <a:cubicBezTo>
                    <a:pt x="17608" y="1"/>
                    <a:pt x="17545" y="64"/>
                    <a:pt x="17545" y="127"/>
                  </a:cubicBezTo>
                  <a:cubicBezTo>
                    <a:pt x="17545" y="191"/>
                    <a:pt x="17608" y="254"/>
                    <a:pt x="17703" y="254"/>
                  </a:cubicBezTo>
                  <a:lnTo>
                    <a:pt x="18210" y="254"/>
                  </a:lnTo>
                  <a:cubicBezTo>
                    <a:pt x="18305" y="254"/>
                    <a:pt x="18368" y="191"/>
                    <a:pt x="18368" y="127"/>
                  </a:cubicBezTo>
                  <a:cubicBezTo>
                    <a:pt x="18368" y="64"/>
                    <a:pt x="18305" y="1"/>
                    <a:pt x="18210" y="1"/>
                  </a:cubicBezTo>
                  <a:close/>
                  <a:moveTo>
                    <a:pt x="19287" y="1"/>
                  </a:moveTo>
                  <a:cubicBezTo>
                    <a:pt x="19223" y="1"/>
                    <a:pt x="19160" y="64"/>
                    <a:pt x="19160" y="127"/>
                  </a:cubicBezTo>
                  <a:cubicBezTo>
                    <a:pt x="19160" y="191"/>
                    <a:pt x="19223" y="254"/>
                    <a:pt x="19287" y="254"/>
                  </a:cubicBezTo>
                  <a:lnTo>
                    <a:pt x="19825" y="254"/>
                  </a:lnTo>
                  <a:cubicBezTo>
                    <a:pt x="19888" y="254"/>
                    <a:pt x="19952" y="191"/>
                    <a:pt x="19952" y="127"/>
                  </a:cubicBezTo>
                  <a:cubicBezTo>
                    <a:pt x="19952" y="64"/>
                    <a:pt x="19888" y="1"/>
                    <a:pt x="19825" y="1"/>
                  </a:cubicBezTo>
                  <a:close/>
                  <a:moveTo>
                    <a:pt x="20870" y="1"/>
                  </a:moveTo>
                  <a:cubicBezTo>
                    <a:pt x="20807" y="1"/>
                    <a:pt x="20743" y="64"/>
                    <a:pt x="20743" y="127"/>
                  </a:cubicBezTo>
                  <a:cubicBezTo>
                    <a:pt x="20743" y="191"/>
                    <a:pt x="20807" y="254"/>
                    <a:pt x="20870" y="254"/>
                  </a:cubicBezTo>
                  <a:lnTo>
                    <a:pt x="21408" y="254"/>
                  </a:lnTo>
                  <a:cubicBezTo>
                    <a:pt x="21472" y="254"/>
                    <a:pt x="21535" y="191"/>
                    <a:pt x="21535" y="127"/>
                  </a:cubicBezTo>
                  <a:cubicBezTo>
                    <a:pt x="21535" y="64"/>
                    <a:pt x="21503" y="1"/>
                    <a:pt x="21408" y="1"/>
                  </a:cubicBezTo>
                  <a:close/>
                  <a:moveTo>
                    <a:pt x="22485" y="1"/>
                  </a:moveTo>
                  <a:cubicBezTo>
                    <a:pt x="22390" y="1"/>
                    <a:pt x="22359" y="64"/>
                    <a:pt x="22359" y="127"/>
                  </a:cubicBezTo>
                  <a:cubicBezTo>
                    <a:pt x="22359" y="191"/>
                    <a:pt x="22390" y="254"/>
                    <a:pt x="22485" y="254"/>
                  </a:cubicBezTo>
                  <a:lnTo>
                    <a:pt x="23024" y="254"/>
                  </a:lnTo>
                  <a:cubicBezTo>
                    <a:pt x="23087" y="254"/>
                    <a:pt x="23150" y="191"/>
                    <a:pt x="23150" y="127"/>
                  </a:cubicBezTo>
                  <a:cubicBezTo>
                    <a:pt x="23150" y="64"/>
                    <a:pt x="23087" y="1"/>
                    <a:pt x="23024" y="1"/>
                  </a:cubicBezTo>
                  <a:close/>
                  <a:moveTo>
                    <a:pt x="24069" y="1"/>
                  </a:moveTo>
                  <a:cubicBezTo>
                    <a:pt x="24005" y="1"/>
                    <a:pt x="23942" y="64"/>
                    <a:pt x="23942" y="127"/>
                  </a:cubicBezTo>
                  <a:cubicBezTo>
                    <a:pt x="23942" y="191"/>
                    <a:pt x="24005" y="254"/>
                    <a:pt x="24069" y="254"/>
                  </a:cubicBezTo>
                  <a:lnTo>
                    <a:pt x="24607" y="254"/>
                  </a:lnTo>
                  <a:cubicBezTo>
                    <a:pt x="24670" y="254"/>
                    <a:pt x="24734" y="191"/>
                    <a:pt x="24734" y="127"/>
                  </a:cubicBezTo>
                  <a:cubicBezTo>
                    <a:pt x="24734" y="64"/>
                    <a:pt x="24670" y="1"/>
                    <a:pt x="24607" y="1"/>
                  </a:cubicBezTo>
                  <a:close/>
                  <a:moveTo>
                    <a:pt x="25684" y="1"/>
                  </a:moveTo>
                  <a:cubicBezTo>
                    <a:pt x="25589" y="1"/>
                    <a:pt x="25525" y="64"/>
                    <a:pt x="25525" y="127"/>
                  </a:cubicBezTo>
                  <a:cubicBezTo>
                    <a:pt x="25525" y="191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1"/>
                    <a:pt x="26349" y="127"/>
                  </a:cubicBezTo>
                  <a:cubicBezTo>
                    <a:pt x="26349" y="64"/>
                    <a:pt x="26286" y="1"/>
                    <a:pt x="26191" y="1"/>
                  </a:cubicBezTo>
                  <a:close/>
                  <a:moveTo>
                    <a:pt x="27267" y="1"/>
                  </a:moveTo>
                  <a:cubicBezTo>
                    <a:pt x="27204" y="1"/>
                    <a:pt x="27141" y="64"/>
                    <a:pt x="27141" y="127"/>
                  </a:cubicBezTo>
                  <a:cubicBezTo>
                    <a:pt x="27141" y="191"/>
                    <a:pt x="27204" y="254"/>
                    <a:pt x="27267" y="254"/>
                  </a:cubicBezTo>
                  <a:lnTo>
                    <a:pt x="27806" y="254"/>
                  </a:lnTo>
                  <a:cubicBezTo>
                    <a:pt x="27869" y="254"/>
                    <a:pt x="27932" y="191"/>
                    <a:pt x="27932" y="127"/>
                  </a:cubicBezTo>
                  <a:cubicBezTo>
                    <a:pt x="27932" y="64"/>
                    <a:pt x="27869" y="1"/>
                    <a:pt x="27806" y="1"/>
                  </a:cubicBezTo>
                  <a:close/>
                  <a:moveTo>
                    <a:pt x="28851" y="1"/>
                  </a:moveTo>
                  <a:cubicBezTo>
                    <a:pt x="28787" y="1"/>
                    <a:pt x="28724" y="64"/>
                    <a:pt x="28724" y="127"/>
                  </a:cubicBezTo>
                  <a:cubicBezTo>
                    <a:pt x="28724" y="191"/>
                    <a:pt x="28787" y="254"/>
                    <a:pt x="28851" y="254"/>
                  </a:cubicBezTo>
                  <a:lnTo>
                    <a:pt x="29389" y="254"/>
                  </a:lnTo>
                  <a:cubicBezTo>
                    <a:pt x="29484" y="254"/>
                    <a:pt x="29516" y="191"/>
                    <a:pt x="29516" y="127"/>
                  </a:cubicBezTo>
                  <a:cubicBezTo>
                    <a:pt x="29516" y="64"/>
                    <a:pt x="29484" y="1"/>
                    <a:pt x="29389" y="1"/>
                  </a:cubicBezTo>
                  <a:close/>
                  <a:moveTo>
                    <a:pt x="30466" y="1"/>
                  </a:moveTo>
                  <a:cubicBezTo>
                    <a:pt x="30403" y="1"/>
                    <a:pt x="30339" y="64"/>
                    <a:pt x="30339" y="127"/>
                  </a:cubicBezTo>
                  <a:cubicBezTo>
                    <a:pt x="30339" y="191"/>
                    <a:pt x="30403" y="254"/>
                    <a:pt x="30466" y="254"/>
                  </a:cubicBezTo>
                  <a:lnTo>
                    <a:pt x="31004" y="254"/>
                  </a:lnTo>
                  <a:cubicBezTo>
                    <a:pt x="31068" y="254"/>
                    <a:pt x="31131" y="191"/>
                    <a:pt x="31131" y="127"/>
                  </a:cubicBezTo>
                  <a:cubicBezTo>
                    <a:pt x="31131" y="64"/>
                    <a:pt x="31068" y="1"/>
                    <a:pt x="31004" y="1"/>
                  </a:cubicBezTo>
                  <a:close/>
                  <a:moveTo>
                    <a:pt x="32049" y="1"/>
                  </a:moveTo>
                  <a:cubicBezTo>
                    <a:pt x="31986" y="1"/>
                    <a:pt x="31923" y="64"/>
                    <a:pt x="31923" y="127"/>
                  </a:cubicBezTo>
                  <a:cubicBezTo>
                    <a:pt x="31923" y="191"/>
                    <a:pt x="31986" y="254"/>
                    <a:pt x="32049" y="254"/>
                  </a:cubicBezTo>
                  <a:lnTo>
                    <a:pt x="32588" y="254"/>
                  </a:lnTo>
                  <a:cubicBezTo>
                    <a:pt x="32651" y="254"/>
                    <a:pt x="32714" y="191"/>
                    <a:pt x="32714" y="127"/>
                  </a:cubicBezTo>
                  <a:cubicBezTo>
                    <a:pt x="32714" y="64"/>
                    <a:pt x="32651" y="1"/>
                    <a:pt x="32588" y="1"/>
                  </a:cubicBezTo>
                  <a:close/>
                  <a:moveTo>
                    <a:pt x="33664" y="1"/>
                  </a:moveTo>
                  <a:cubicBezTo>
                    <a:pt x="33569" y="1"/>
                    <a:pt x="33506" y="64"/>
                    <a:pt x="33506" y="127"/>
                  </a:cubicBezTo>
                  <a:cubicBezTo>
                    <a:pt x="33506" y="191"/>
                    <a:pt x="33569" y="254"/>
                    <a:pt x="33664" y="254"/>
                  </a:cubicBezTo>
                  <a:lnTo>
                    <a:pt x="34171" y="254"/>
                  </a:lnTo>
                  <a:cubicBezTo>
                    <a:pt x="34266" y="254"/>
                    <a:pt x="34329" y="191"/>
                    <a:pt x="34329" y="127"/>
                  </a:cubicBezTo>
                  <a:cubicBezTo>
                    <a:pt x="34329" y="64"/>
                    <a:pt x="34266" y="1"/>
                    <a:pt x="34171" y="1"/>
                  </a:cubicBezTo>
                  <a:close/>
                  <a:moveTo>
                    <a:pt x="35248" y="1"/>
                  </a:moveTo>
                  <a:cubicBezTo>
                    <a:pt x="35185" y="1"/>
                    <a:pt x="35121" y="64"/>
                    <a:pt x="35121" y="127"/>
                  </a:cubicBezTo>
                  <a:cubicBezTo>
                    <a:pt x="35121" y="191"/>
                    <a:pt x="35185" y="254"/>
                    <a:pt x="35248" y="254"/>
                  </a:cubicBezTo>
                  <a:lnTo>
                    <a:pt x="35786" y="254"/>
                  </a:lnTo>
                  <a:cubicBezTo>
                    <a:pt x="35850" y="254"/>
                    <a:pt x="35913" y="191"/>
                    <a:pt x="35913" y="127"/>
                  </a:cubicBezTo>
                  <a:cubicBezTo>
                    <a:pt x="35913" y="64"/>
                    <a:pt x="35850" y="1"/>
                    <a:pt x="35786" y="1"/>
                  </a:cubicBezTo>
                  <a:close/>
                  <a:moveTo>
                    <a:pt x="36863" y="1"/>
                  </a:moveTo>
                  <a:cubicBezTo>
                    <a:pt x="36768" y="1"/>
                    <a:pt x="36705" y="64"/>
                    <a:pt x="36705" y="127"/>
                  </a:cubicBezTo>
                  <a:cubicBezTo>
                    <a:pt x="36705" y="191"/>
                    <a:pt x="36768" y="254"/>
                    <a:pt x="36863" y="254"/>
                  </a:cubicBezTo>
                  <a:lnTo>
                    <a:pt x="37370" y="254"/>
                  </a:lnTo>
                  <a:cubicBezTo>
                    <a:pt x="37465" y="254"/>
                    <a:pt x="37528" y="191"/>
                    <a:pt x="37528" y="127"/>
                  </a:cubicBezTo>
                  <a:cubicBezTo>
                    <a:pt x="37528" y="64"/>
                    <a:pt x="37465" y="1"/>
                    <a:pt x="37370" y="1"/>
                  </a:cubicBezTo>
                  <a:close/>
                  <a:moveTo>
                    <a:pt x="38446" y="1"/>
                  </a:moveTo>
                  <a:cubicBezTo>
                    <a:pt x="38383" y="1"/>
                    <a:pt x="38320" y="64"/>
                    <a:pt x="38320" y="127"/>
                  </a:cubicBezTo>
                  <a:cubicBezTo>
                    <a:pt x="38320" y="191"/>
                    <a:pt x="38383" y="254"/>
                    <a:pt x="38446" y="254"/>
                  </a:cubicBezTo>
                  <a:lnTo>
                    <a:pt x="38985" y="254"/>
                  </a:lnTo>
                  <a:cubicBezTo>
                    <a:pt x="39048" y="254"/>
                    <a:pt x="39111" y="191"/>
                    <a:pt x="39111" y="127"/>
                  </a:cubicBezTo>
                  <a:cubicBezTo>
                    <a:pt x="39111" y="64"/>
                    <a:pt x="39048" y="1"/>
                    <a:pt x="38985" y="1"/>
                  </a:cubicBezTo>
                  <a:close/>
                  <a:moveTo>
                    <a:pt x="40030" y="1"/>
                  </a:moveTo>
                  <a:cubicBezTo>
                    <a:pt x="39967" y="1"/>
                    <a:pt x="39903" y="64"/>
                    <a:pt x="39903" y="127"/>
                  </a:cubicBezTo>
                  <a:cubicBezTo>
                    <a:pt x="39903" y="191"/>
                    <a:pt x="39967" y="254"/>
                    <a:pt x="40030" y="254"/>
                  </a:cubicBezTo>
                  <a:lnTo>
                    <a:pt x="40568" y="254"/>
                  </a:lnTo>
                  <a:cubicBezTo>
                    <a:pt x="40632" y="254"/>
                    <a:pt x="40695" y="191"/>
                    <a:pt x="40695" y="127"/>
                  </a:cubicBezTo>
                  <a:cubicBezTo>
                    <a:pt x="40695" y="64"/>
                    <a:pt x="40663" y="1"/>
                    <a:pt x="40568" y="1"/>
                  </a:cubicBezTo>
                  <a:close/>
                  <a:moveTo>
                    <a:pt x="41645" y="1"/>
                  </a:moveTo>
                  <a:cubicBezTo>
                    <a:pt x="41550" y="1"/>
                    <a:pt x="41518" y="64"/>
                    <a:pt x="41518" y="127"/>
                  </a:cubicBezTo>
                  <a:cubicBezTo>
                    <a:pt x="41518" y="191"/>
                    <a:pt x="41550" y="254"/>
                    <a:pt x="41645" y="254"/>
                  </a:cubicBezTo>
                  <a:lnTo>
                    <a:pt x="42183" y="254"/>
                  </a:lnTo>
                  <a:cubicBezTo>
                    <a:pt x="42247" y="254"/>
                    <a:pt x="42310" y="191"/>
                    <a:pt x="42310" y="127"/>
                  </a:cubicBezTo>
                  <a:cubicBezTo>
                    <a:pt x="42310" y="64"/>
                    <a:pt x="42247" y="1"/>
                    <a:pt x="42183" y="1"/>
                  </a:cubicBezTo>
                  <a:close/>
                  <a:moveTo>
                    <a:pt x="43228" y="1"/>
                  </a:moveTo>
                  <a:cubicBezTo>
                    <a:pt x="43165" y="1"/>
                    <a:pt x="43102" y="64"/>
                    <a:pt x="43102" y="127"/>
                  </a:cubicBezTo>
                  <a:cubicBezTo>
                    <a:pt x="43102" y="191"/>
                    <a:pt x="43165" y="254"/>
                    <a:pt x="43228" y="254"/>
                  </a:cubicBezTo>
                  <a:lnTo>
                    <a:pt x="43767" y="254"/>
                  </a:lnTo>
                  <a:cubicBezTo>
                    <a:pt x="43830" y="254"/>
                    <a:pt x="43894" y="191"/>
                    <a:pt x="43894" y="127"/>
                  </a:cubicBezTo>
                  <a:cubicBezTo>
                    <a:pt x="43894" y="64"/>
                    <a:pt x="43830" y="1"/>
                    <a:pt x="43767" y="1"/>
                  </a:cubicBezTo>
                  <a:close/>
                  <a:moveTo>
                    <a:pt x="44844" y="1"/>
                  </a:moveTo>
                  <a:cubicBezTo>
                    <a:pt x="44749" y="1"/>
                    <a:pt x="44685" y="64"/>
                    <a:pt x="44685" y="127"/>
                  </a:cubicBezTo>
                  <a:cubicBezTo>
                    <a:pt x="44685" y="191"/>
                    <a:pt x="44749" y="254"/>
                    <a:pt x="44844" y="254"/>
                  </a:cubicBezTo>
                  <a:lnTo>
                    <a:pt x="45350" y="254"/>
                  </a:lnTo>
                  <a:cubicBezTo>
                    <a:pt x="45445" y="254"/>
                    <a:pt x="45509" y="191"/>
                    <a:pt x="45509" y="127"/>
                  </a:cubicBezTo>
                  <a:cubicBezTo>
                    <a:pt x="45509" y="64"/>
                    <a:pt x="45445" y="1"/>
                    <a:pt x="45350" y="1"/>
                  </a:cubicBezTo>
                  <a:close/>
                  <a:moveTo>
                    <a:pt x="46427" y="1"/>
                  </a:moveTo>
                  <a:cubicBezTo>
                    <a:pt x="46364" y="1"/>
                    <a:pt x="46300" y="64"/>
                    <a:pt x="46300" y="127"/>
                  </a:cubicBezTo>
                  <a:cubicBezTo>
                    <a:pt x="46300" y="191"/>
                    <a:pt x="46364" y="254"/>
                    <a:pt x="46427" y="254"/>
                  </a:cubicBezTo>
                  <a:lnTo>
                    <a:pt x="46965" y="254"/>
                  </a:lnTo>
                  <a:cubicBezTo>
                    <a:pt x="47029" y="254"/>
                    <a:pt x="47092" y="191"/>
                    <a:pt x="47092" y="127"/>
                  </a:cubicBezTo>
                  <a:cubicBezTo>
                    <a:pt x="47092" y="64"/>
                    <a:pt x="47029" y="1"/>
                    <a:pt x="46965" y="1"/>
                  </a:cubicBezTo>
                  <a:close/>
                  <a:moveTo>
                    <a:pt x="48011" y="1"/>
                  </a:moveTo>
                  <a:cubicBezTo>
                    <a:pt x="47947" y="1"/>
                    <a:pt x="47884" y="64"/>
                    <a:pt x="47884" y="127"/>
                  </a:cubicBezTo>
                  <a:cubicBezTo>
                    <a:pt x="47884" y="191"/>
                    <a:pt x="47947" y="254"/>
                    <a:pt x="48011" y="254"/>
                  </a:cubicBezTo>
                  <a:lnTo>
                    <a:pt x="48549" y="254"/>
                  </a:lnTo>
                  <a:cubicBezTo>
                    <a:pt x="48644" y="254"/>
                    <a:pt x="48676" y="191"/>
                    <a:pt x="48676" y="127"/>
                  </a:cubicBezTo>
                  <a:cubicBezTo>
                    <a:pt x="48676" y="64"/>
                    <a:pt x="48644" y="1"/>
                    <a:pt x="48549" y="1"/>
                  </a:cubicBezTo>
                  <a:close/>
                  <a:moveTo>
                    <a:pt x="49626" y="1"/>
                  </a:moveTo>
                  <a:cubicBezTo>
                    <a:pt x="49562" y="1"/>
                    <a:pt x="49499" y="64"/>
                    <a:pt x="49499" y="127"/>
                  </a:cubicBezTo>
                  <a:cubicBezTo>
                    <a:pt x="49499" y="191"/>
                    <a:pt x="49562" y="254"/>
                    <a:pt x="49626" y="254"/>
                  </a:cubicBezTo>
                  <a:lnTo>
                    <a:pt x="50164" y="254"/>
                  </a:lnTo>
                  <a:cubicBezTo>
                    <a:pt x="50227" y="254"/>
                    <a:pt x="50291" y="191"/>
                    <a:pt x="50291" y="127"/>
                  </a:cubicBezTo>
                  <a:cubicBezTo>
                    <a:pt x="50291" y="64"/>
                    <a:pt x="50227" y="1"/>
                    <a:pt x="50164" y="1"/>
                  </a:cubicBezTo>
                  <a:close/>
                  <a:moveTo>
                    <a:pt x="51209" y="1"/>
                  </a:moveTo>
                  <a:cubicBezTo>
                    <a:pt x="51146" y="1"/>
                    <a:pt x="51082" y="64"/>
                    <a:pt x="51082" y="127"/>
                  </a:cubicBezTo>
                  <a:cubicBezTo>
                    <a:pt x="51082" y="191"/>
                    <a:pt x="51146" y="254"/>
                    <a:pt x="51209" y="254"/>
                  </a:cubicBezTo>
                  <a:lnTo>
                    <a:pt x="51747" y="254"/>
                  </a:lnTo>
                  <a:cubicBezTo>
                    <a:pt x="51811" y="254"/>
                    <a:pt x="51874" y="191"/>
                    <a:pt x="51874" y="127"/>
                  </a:cubicBezTo>
                  <a:cubicBezTo>
                    <a:pt x="51874" y="64"/>
                    <a:pt x="51811" y="1"/>
                    <a:pt x="51747" y="1"/>
                  </a:cubicBezTo>
                  <a:close/>
                  <a:moveTo>
                    <a:pt x="52824" y="1"/>
                  </a:moveTo>
                  <a:cubicBezTo>
                    <a:pt x="52729" y="1"/>
                    <a:pt x="52666" y="64"/>
                    <a:pt x="52666" y="127"/>
                  </a:cubicBezTo>
                  <a:cubicBezTo>
                    <a:pt x="52666" y="191"/>
                    <a:pt x="52729" y="254"/>
                    <a:pt x="52824" y="254"/>
                  </a:cubicBezTo>
                  <a:lnTo>
                    <a:pt x="53331" y="254"/>
                  </a:lnTo>
                  <a:cubicBezTo>
                    <a:pt x="53426" y="254"/>
                    <a:pt x="53489" y="191"/>
                    <a:pt x="53489" y="127"/>
                  </a:cubicBezTo>
                  <a:cubicBezTo>
                    <a:pt x="53489" y="64"/>
                    <a:pt x="53426" y="1"/>
                    <a:pt x="53331" y="1"/>
                  </a:cubicBezTo>
                  <a:close/>
                  <a:moveTo>
                    <a:pt x="54408" y="1"/>
                  </a:moveTo>
                  <a:cubicBezTo>
                    <a:pt x="54344" y="1"/>
                    <a:pt x="54281" y="64"/>
                    <a:pt x="54281" y="127"/>
                  </a:cubicBezTo>
                  <a:cubicBezTo>
                    <a:pt x="54281" y="191"/>
                    <a:pt x="54344" y="254"/>
                    <a:pt x="54408" y="254"/>
                  </a:cubicBezTo>
                  <a:lnTo>
                    <a:pt x="54946" y="254"/>
                  </a:lnTo>
                  <a:cubicBezTo>
                    <a:pt x="55009" y="254"/>
                    <a:pt x="55073" y="191"/>
                    <a:pt x="55073" y="127"/>
                  </a:cubicBezTo>
                  <a:cubicBezTo>
                    <a:pt x="55073" y="64"/>
                    <a:pt x="55009" y="1"/>
                    <a:pt x="54946" y="1"/>
                  </a:cubicBezTo>
                  <a:close/>
                  <a:moveTo>
                    <a:pt x="56023" y="1"/>
                  </a:moveTo>
                  <a:cubicBezTo>
                    <a:pt x="55928" y="1"/>
                    <a:pt x="55864" y="64"/>
                    <a:pt x="55864" y="127"/>
                  </a:cubicBezTo>
                  <a:cubicBezTo>
                    <a:pt x="55864" y="191"/>
                    <a:pt x="55928" y="254"/>
                    <a:pt x="56023" y="254"/>
                  </a:cubicBezTo>
                  <a:lnTo>
                    <a:pt x="56529" y="254"/>
                  </a:lnTo>
                  <a:cubicBezTo>
                    <a:pt x="56624" y="254"/>
                    <a:pt x="56656" y="191"/>
                    <a:pt x="56656" y="127"/>
                  </a:cubicBezTo>
                  <a:cubicBezTo>
                    <a:pt x="56656" y="64"/>
                    <a:pt x="56624" y="1"/>
                    <a:pt x="56529" y="1"/>
                  </a:cubicBezTo>
                  <a:close/>
                  <a:moveTo>
                    <a:pt x="57606" y="1"/>
                  </a:moveTo>
                  <a:cubicBezTo>
                    <a:pt x="57543" y="1"/>
                    <a:pt x="57480" y="64"/>
                    <a:pt x="57480" y="127"/>
                  </a:cubicBezTo>
                  <a:cubicBezTo>
                    <a:pt x="57480" y="191"/>
                    <a:pt x="57543" y="254"/>
                    <a:pt x="57606" y="254"/>
                  </a:cubicBezTo>
                  <a:lnTo>
                    <a:pt x="58145" y="254"/>
                  </a:lnTo>
                  <a:cubicBezTo>
                    <a:pt x="58208" y="254"/>
                    <a:pt x="58271" y="191"/>
                    <a:pt x="58271" y="127"/>
                  </a:cubicBezTo>
                  <a:cubicBezTo>
                    <a:pt x="58271" y="64"/>
                    <a:pt x="58208" y="1"/>
                    <a:pt x="58145" y="1"/>
                  </a:cubicBezTo>
                  <a:close/>
                  <a:moveTo>
                    <a:pt x="59190" y="1"/>
                  </a:moveTo>
                  <a:cubicBezTo>
                    <a:pt x="59126" y="1"/>
                    <a:pt x="59063" y="64"/>
                    <a:pt x="59063" y="127"/>
                  </a:cubicBezTo>
                  <a:cubicBezTo>
                    <a:pt x="59063" y="191"/>
                    <a:pt x="59126" y="254"/>
                    <a:pt x="59190" y="254"/>
                  </a:cubicBezTo>
                  <a:lnTo>
                    <a:pt x="59728" y="254"/>
                  </a:lnTo>
                  <a:cubicBezTo>
                    <a:pt x="59791" y="254"/>
                    <a:pt x="59855" y="191"/>
                    <a:pt x="59855" y="127"/>
                  </a:cubicBezTo>
                  <a:cubicBezTo>
                    <a:pt x="59855" y="64"/>
                    <a:pt x="59823" y="1"/>
                    <a:pt x="59728" y="1"/>
                  </a:cubicBezTo>
                  <a:close/>
                  <a:moveTo>
                    <a:pt x="60805" y="1"/>
                  </a:moveTo>
                  <a:cubicBezTo>
                    <a:pt x="60710" y="1"/>
                    <a:pt x="60678" y="64"/>
                    <a:pt x="60678" y="127"/>
                  </a:cubicBezTo>
                  <a:cubicBezTo>
                    <a:pt x="60678" y="191"/>
                    <a:pt x="60710" y="254"/>
                    <a:pt x="60805" y="254"/>
                  </a:cubicBezTo>
                  <a:lnTo>
                    <a:pt x="61343" y="254"/>
                  </a:lnTo>
                  <a:cubicBezTo>
                    <a:pt x="61407" y="254"/>
                    <a:pt x="61470" y="191"/>
                    <a:pt x="61470" y="127"/>
                  </a:cubicBezTo>
                  <a:cubicBezTo>
                    <a:pt x="61470" y="64"/>
                    <a:pt x="61407" y="1"/>
                    <a:pt x="61343" y="1"/>
                  </a:cubicBezTo>
                  <a:close/>
                  <a:moveTo>
                    <a:pt x="62388" y="1"/>
                  </a:moveTo>
                  <a:cubicBezTo>
                    <a:pt x="62325" y="1"/>
                    <a:pt x="62262" y="64"/>
                    <a:pt x="62262" y="127"/>
                  </a:cubicBezTo>
                  <a:cubicBezTo>
                    <a:pt x="62262" y="191"/>
                    <a:pt x="62325" y="254"/>
                    <a:pt x="62388" y="254"/>
                  </a:cubicBezTo>
                  <a:lnTo>
                    <a:pt x="62927" y="254"/>
                  </a:lnTo>
                  <a:cubicBezTo>
                    <a:pt x="62990" y="254"/>
                    <a:pt x="63053" y="191"/>
                    <a:pt x="63053" y="127"/>
                  </a:cubicBezTo>
                  <a:cubicBezTo>
                    <a:pt x="63053" y="64"/>
                    <a:pt x="62990" y="1"/>
                    <a:pt x="62927" y="1"/>
                  </a:cubicBezTo>
                  <a:close/>
                  <a:moveTo>
                    <a:pt x="64003" y="1"/>
                  </a:moveTo>
                  <a:cubicBezTo>
                    <a:pt x="63908" y="1"/>
                    <a:pt x="63845" y="64"/>
                    <a:pt x="63845" y="127"/>
                  </a:cubicBezTo>
                  <a:cubicBezTo>
                    <a:pt x="63845" y="191"/>
                    <a:pt x="63908" y="254"/>
                    <a:pt x="64003" y="254"/>
                  </a:cubicBezTo>
                  <a:lnTo>
                    <a:pt x="64510" y="254"/>
                  </a:lnTo>
                  <a:cubicBezTo>
                    <a:pt x="64605" y="254"/>
                    <a:pt x="64668" y="191"/>
                    <a:pt x="64668" y="127"/>
                  </a:cubicBezTo>
                  <a:cubicBezTo>
                    <a:pt x="64668" y="64"/>
                    <a:pt x="64605" y="1"/>
                    <a:pt x="64510" y="1"/>
                  </a:cubicBezTo>
                  <a:close/>
                  <a:moveTo>
                    <a:pt x="65587" y="1"/>
                  </a:moveTo>
                  <a:cubicBezTo>
                    <a:pt x="65523" y="1"/>
                    <a:pt x="65460" y="64"/>
                    <a:pt x="65460" y="127"/>
                  </a:cubicBezTo>
                  <a:cubicBezTo>
                    <a:pt x="65460" y="191"/>
                    <a:pt x="65523" y="254"/>
                    <a:pt x="65587" y="254"/>
                  </a:cubicBezTo>
                  <a:lnTo>
                    <a:pt x="66125" y="254"/>
                  </a:lnTo>
                  <a:cubicBezTo>
                    <a:pt x="66189" y="254"/>
                    <a:pt x="66252" y="191"/>
                    <a:pt x="66252" y="127"/>
                  </a:cubicBezTo>
                  <a:cubicBezTo>
                    <a:pt x="66252" y="64"/>
                    <a:pt x="66189" y="1"/>
                    <a:pt x="66125" y="1"/>
                  </a:cubicBezTo>
                  <a:close/>
                  <a:moveTo>
                    <a:pt x="67170" y="1"/>
                  </a:moveTo>
                  <a:cubicBezTo>
                    <a:pt x="67107" y="1"/>
                    <a:pt x="67044" y="64"/>
                    <a:pt x="67044" y="127"/>
                  </a:cubicBezTo>
                  <a:cubicBezTo>
                    <a:pt x="67044" y="191"/>
                    <a:pt x="67107" y="254"/>
                    <a:pt x="67170" y="254"/>
                  </a:cubicBezTo>
                  <a:lnTo>
                    <a:pt x="67709" y="254"/>
                  </a:lnTo>
                  <a:cubicBezTo>
                    <a:pt x="67804" y="254"/>
                    <a:pt x="67835" y="191"/>
                    <a:pt x="67835" y="127"/>
                  </a:cubicBezTo>
                  <a:cubicBezTo>
                    <a:pt x="67835" y="64"/>
                    <a:pt x="67804" y="1"/>
                    <a:pt x="67709" y="1"/>
                  </a:cubicBezTo>
                  <a:close/>
                  <a:moveTo>
                    <a:pt x="68785" y="1"/>
                  </a:moveTo>
                  <a:cubicBezTo>
                    <a:pt x="68722" y="1"/>
                    <a:pt x="68659" y="64"/>
                    <a:pt x="68659" y="127"/>
                  </a:cubicBezTo>
                  <a:cubicBezTo>
                    <a:pt x="68659" y="191"/>
                    <a:pt x="68722" y="254"/>
                    <a:pt x="68785" y="254"/>
                  </a:cubicBezTo>
                  <a:lnTo>
                    <a:pt x="69324" y="254"/>
                  </a:lnTo>
                  <a:cubicBezTo>
                    <a:pt x="69387" y="254"/>
                    <a:pt x="69450" y="191"/>
                    <a:pt x="69450" y="127"/>
                  </a:cubicBezTo>
                  <a:cubicBezTo>
                    <a:pt x="69450" y="64"/>
                    <a:pt x="69387" y="1"/>
                    <a:pt x="69324" y="1"/>
                  </a:cubicBezTo>
                  <a:close/>
                  <a:moveTo>
                    <a:pt x="70369" y="1"/>
                  </a:moveTo>
                  <a:cubicBezTo>
                    <a:pt x="70306" y="1"/>
                    <a:pt x="70242" y="64"/>
                    <a:pt x="70242" y="127"/>
                  </a:cubicBezTo>
                  <a:cubicBezTo>
                    <a:pt x="70242" y="191"/>
                    <a:pt x="70306" y="254"/>
                    <a:pt x="70369" y="254"/>
                  </a:cubicBezTo>
                  <a:lnTo>
                    <a:pt x="70907" y="254"/>
                  </a:lnTo>
                  <a:cubicBezTo>
                    <a:pt x="70971" y="254"/>
                    <a:pt x="71034" y="191"/>
                    <a:pt x="71034" y="127"/>
                  </a:cubicBezTo>
                  <a:cubicBezTo>
                    <a:pt x="71034" y="64"/>
                    <a:pt x="70971" y="1"/>
                    <a:pt x="70907" y="1"/>
                  </a:cubicBezTo>
                  <a:close/>
                  <a:moveTo>
                    <a:pt x="71984" y="1"/>
                  </a:moveTo>
                  <a:cubicBezTo>
                    <a:pt x="71889" y="1"/>
                    <a:pt x="71826" y="64"/>
                    <a:pt x="71826" y="127"/>
                  </a:cubicBezTo>
                  <a:cubicBezTo>
                    <a:pt x="71826" y="191"/>
                    <a:pt x="71889" y="254"/>
                    <a:pt x="71984" y="254"/>
                  </a:cubicBezTo>
                  <a:lnTo>
                    <a:pt x="72491" y="254"/>
                  </a:lnTo>
                  <a:cubicBezTo>
                    <a:pt x="72586" y="254"/>
                    <a:pt x="72649" y="191"/>
                    <a:pt x="72649" y="127"/>
                  </a:cubicBezTo>
                  <a:cubicBezTo>
                    <a:pt x="72649" y="64"/>
                    <a:pt x="72586" y="1"/>
                    <a:pt x="72491" y="1"/>
                  </a:cubicBezTo>
                  <a:close/>
                  <a:moveTo>
                    <a:pt x="73567" y="1"/>
                  </a:moveTo>
                  <a:cubicBezTo>
                    <a:pt x="73504" y="1"/>
                    <a:pt x="73441" y="64"/>
                    <a:pt x="73441" y="127"/>
                  </a:cubicBezTo>
                  <a:cubicBezTo>
                    <a:pt x="73441" y="191"/>
                    <a:pt x="73504" y="254"/>
                    <a:pt x="73567" y="254"/>
                  </a:cubicBezTo>
                  <a:lnTo>
                    <a:pt x="74106" y="254"/>
                  </a:lnTo>
                  <a:cubicBezTo>
                    <a:pt x="74169" y="254"/>
                    <a:pt x="74232" y="191"/>
                    <a:pt x="74232" y="127"/>
                  </a:cubicBezTo>
                  <a:cubicBezTo>
                    <a:pt x="74232" y="64"/>
                    <a:pt x="74169" y="1"/>
                    <a:pt x="74106" y="1"/>
                  </a:cubicBezTo>
                  <a:close/>
                  <a:moveTo>
                    <a:pt x="75183" y="1"/>
                  </a:moveTo>
                  <a:cubicBezTo>
                    <a:pt x="75088" y="1"/>
                    <a:pt x="75024" y="64"/>
                    <a:pt x="75024" y="127"/>
                  </a:cubicBezTo>
                  <a:cubicBezTo>
                    <a:pt x="75024" y="191"/>
                    <a:pt x="75088" y="254"/>
                    <a:pt x="75183" y="254"/>
                  </a:cubicBezTo>
                  <a:lnTo>
                    <a:pt x="75689" y="254"/>
                  </a:lnTo>
                  <a:cubicBezTo>
                    <a:pt x="75784" y="254"/>
                    <a:pt x="75816" y="191"/>
                    <a:pt x="75848" y="127"/>
                  </a:cubicBezTo>
                  <a:cubicBezTo>
                    <a:pt x="75848" y="64"/>
                    <a:pt x="75784" y="1"/>
                    <a:pt x="75689" y="1"/>
                  </a:cubicBezTo>
                  <a:close/>
                  <a:moveTo>
                    <a:pt x="76766" y="1"/>
                  </a:moveTo>
                  <a:cubicBezTo>
                    <a:pt x="76703" y="1"/>
                    <a:pt x="76639" y="64"/>
                    <a:pt x="76639" y="127"/>
                  </a:cubicBezTo>
                  <a:cubicBezTo>
                    <a:pt x="76639" y="191"/>
                    <a:pt x="76703" y="254"/>
                    <a:pt x="76766" y="254"/>
                  </a:cubicBezTo>
                  <a:lnTo>
                    <a:pt x="77304" y="254"/>
                  </a:lnTo>
                  <a:cubicBezTo>
                    <a:pt x="77368" y="254"/>
                    <a:pt x="77431" y="191"/>
                    <a:pt x="77431" y="127"/>
                  </a:cubicBezTo>
                  <a:cubicBezTo>
                    <a:pt x="77431" y="64"/>
                    <a:pt x="77368" y="1"/>
                    <a:pt x="77304" y="1"/>
                  </a:cubicBezTo>
                  <a:close/>
                  <a:moveTo>
                    <a:pt x="78349" y="1"/>
                  </a:moveTo>
                  <a:cubicBezTo>
                    <a:pt x="78286" y="1"/>
                    <a:pt x="78223" y="64"/>
                    <a:pt x="78223" y="127"/>
                  </a:cubicBezTo>
                  <a:cubicBezTo>
                    <a:pt x="78223" y="191"/>
                    <a:pt x="78286" y="254"/>
                    <a:pt x="78349" y="254"/>
                  </a:cubicBezTo>
                  <a:lnTo>
                    <a:pt x="78888" y="254"/>
                  </a:lnTo>
                  <a:cubicBezTo>
                    <a:pt x="78951" y="254"/>
                    <a:pt x="79015" y="191"/>
                    <a:pt x="79015" y="127"/>
                  </a:cubicBezTo>
                  <a:cubicBezTo>
                    <a:pt x="79015" y="64"/>
                    <a:pt x="78983" y="1"/>
                    <a:pt x="78888" y="1"/>
                  </a:cubicBezTo>
                  <a:close/>
                  <a:moveTo>
                    <a:pt x="79965" y="1"/>
                  </a:moveTo>
                  <a:cubicBezTo>
                    <a:pt x="79870" y="1"/>
                    <a:pt x="79838" y="64"/>
                    <a:pt x="79838" y="127"/>
                  </a:cubicBezTo>
                  <a:cubicBezTo>
                    <a:pt x="79838" y="191"/>
                    <a:pt x="79870" y="254"/>
                    <a:pt x="79965" y="254"/>
                  </a:cubicBezTo>
                  <a:lnTo>
                    <a:pt x="80503" y="254"/>
                  </a:lnTo>
                  <a:cubicBezTo>
                    <a:pt x="80566" y="254"/>
                    <a:pt x="80630" y="191"/>
                    <a:pt x="80630" y="127"/>
                  </a:cubicBezTo>
                  <a:cubicBezTo>
                    <a:pt x="80630" y="64"/>
                    <a:pt x="80566" y="1"/>
                    <a:pt x="80503" y="1"/>
                  </a:cubicBezTo>
                  <a:close/>
                  <a:moveTo>
                    <a:pt x="81548" y="1"/>
                  </a:moveTo>
                  <a:cubicBezTo>
                    <a:pt x="81485" y="1"/>
                    <a:pt x="81421" y="64"/>
                    <a:pt x="81421" y="127"/>
                  </a:cubicBezTo>
                  <a:cubicBezTo>
                    <a:pt x="81421" y="191"/>
                    <a:pt x="81485" y="254"/>
                    <a:pt x="81548" y="254"/>
                  </a:cubicBezTo>
                  <a:lnTo>
                    <a:pt x="82086" y="254"/>
                  </a:lnTo>
                  <a:cubicBezTo>
                    <a:pt x="82150" y="254"/>
                    <a:pt x="82213" y="191"/>
                    <a:pt x="82213" y="127"/>
                  </a:cubicBezTo>
                  <a:cubicBezTo>
                    <a:pt x="82213" y="64"/>
                    <a:pt x="82150" y="1"/>
                    <a:pt x="82086" y="1"/>
                  </a:cubicBezTo>
                  <a:close/>
                  <a:moveTo>
                    <a:pt x="83163" y="1"/>
                  </a:moveTo>
                  <a:cubicBezTo>
                    <a:pt x="83068" y="1"/>
                    <a:pt x="83005" y="64"/>
                    <a:pt x="83005" y="127"/>
                  </a:cubicBezTo>
                  <a:cubicBezTo>
                    <a:pt x="83005" y="191"/>
                    <a:pt x="83068" y="254"/>
                    <a:pt x="83163" y="254"/>
                  </a:cubicBezTo>
                  <a:lnTo>
                    <a:pt x="83670" y="254"/>
                  </a:lnTo>
                  <a:cubicBezTo>
                    <a:pt x="83765" y="254"/>
                    <a:pt x="83828" y="191"/>
                    <a:pt x="83797" y="127"/>
                  </a:cubicBezTo>
                  <a:cubicBezTo>
                    <a:pt x="83797" y="64"/>
                    <a:pt x="83765" y="1"/>
                    <a:pt x="83670" y="1"/>
                  </a:cubicBezTo>
                  <a:close/>
                  <a:moveTo>
                    <a:pt x="84747" y="1"/>
                  </a:moveTo>
                  <a:cubicBezTo>
                    <a:pt x="84683" y="1"/>
                    <a:pt x="84620" y="64"/>
                    <a:pt x="84620" y="127"/>
                  </a:cubicBezTo>
                  <a:cubicBezTo>
                    <a:pt x="84620" y="191"/>
                    <a:pt x="84683" y="254"/>
                    <a:pt x="84747" y="254"/>
                  </a:cubicBezTo>
                  <a:lnTo>
                    <a:pt x="85285" y="254"/>
                  </a:lnTo>
                  <a:cubicBezTo>
                    <a:pt x="85348" y="254"/>
                    <a:pt x="85412" y="191"/>
                    <a:pt x="85412" y="127"/>
                  </a:cubicBezTo>
                  <a:cubicBezTo>
                    <a:pt x="85412" y="64"/>
                    <a:pt x="85348" y="1"/>
                    <a:pt x="85285" y="1"/>
                  </a:cubicBezTo>
                  <a:close/>
                  <a:moveTo>
                    <a:pt x="86330" y="1"/>
                  </a:moveTo>
                  <a:cubicBezTo>
                    <a:pt x="86267" y="1"/>
                    <a:pt x="86203" y="64"/>
                    <a:pt x="86203" y="127"/>
                  </a:cubicBezTo>
                  <a:cubicBezTo>
                    <a:pt x="86203" y="191"/>
                    <a:pt x="86267" y="254"/>
                    <a:pt x="86330" y="254"/>
                  </a:cubicBezTo>
                  <a:lnTo>
                    <a:pt x="86868" y="254"/>
                  </a:lnTo>
                  <a:cubicBezTo>
                    <a:pt x="86963" y="254"/>
                    <a:pt x="86995" y="191"/>
                    <a:pt x="86995" y="127"/>
                  </a:cubicBezTo>
                  <a:cubicBezTo>
                    <a:pt x="86995" y="64"/>
                    <a:pt x="86963" y="1"/>
                    <a:pt x="86868" y="1"/>
                  </a:cubicBezTo>
                  <a:close/>
                  <a:moveTo>
                    <a:pt x="87945" y="1"/>
                  </a:moveTo>
                  <a:cubicBezTo>
                    <a:pt x="87850" y="1"/>
                    <a:pt x="87819" y="64"/>
                    <a:pt x="87819" y="127"/>
                  </a:cubicBezTo>
                  <a:cubicBezTo>
                    <a:pt x="87819" y="191"/>
                    <a:pt x="87850" y="254"/>
                    <a:pt x="87945" y="254"/>
                  </a:cubicBezTo>
                  <a:lnTo>
                    <a:pt x="88484" y="254"/>
                  </a:lnTo>
                  <a:cubicBezTo>
                    <a:pt x="88547" y="254"/>
                    <a:pt x="88610" y="191"/>
                    <a:pt x="88610" y="127"/>
                  </a:cubicBezTo>
                  <a:cubicBezTo>
                    <a:pt x="88610" y="64"/>
                    <a:pt x="88547" y="1"/>
                    <a:pt x="88484" y="1"/>
                  </a:cubicBezTo>
                  <a:close/>
                  <a:moveTo>
                    <a:pt x="89529" y="1"/>
                  </a:moveTo>
                  <a:cubicBezTo>
                    <a:pt x="89465" y="1"/>
                    <a:pt x="89402" y="64"/>
                    <a:pt x="89402" y="127"/>
                  </a:cubicBezTo>
                  <a:cubicBezTo>
                    <a:pt x="89402" y="191"/>
                    <a:pt x="89465" y="254"/>
                    <a:pt x="89529" y="254"/>
                  </a:cubicBezTo>
                  <a:lnTo>
                    <a:pt x="90067" y="254"/>
                  </a:lnTo>
                  <a:cubicBezTo>
                    <a:pt x="90130" y="254"/>
                    <a:pt x="90194" y="191"/>
                    <a:pt x="90194" y="127"/>
                  </a:cubicBezTo>
                  <a:cubicBezTo>
                    <a:pt x="90194" y="64"/>
                    <a:pt x="90130" y="1"/>
                    <a:pt x="90067" y="1"/>
                  </a:cubicBezTo>
                  <a:close/>
                  <a:moveTo>
                    <a:pt x="91144" y="1"/>
                  </a:moveTo>
                  <a:cubicBezTo>
                    <a:pt x="91049" y="1"/>
                    <a:pt x="90985" y="64"/>
                    <a:pt x="90985" y="127"/>
                  </a:cubicBezTo>
                  <a:cubicBezTo>
                    <a:pt x="90985" y="191"/>
                    <a:pt x="91049" y="254"/>
                    <a:pt x="91144" y="254"/>
                  </a:cubicBezTo>
                  <a:lnTo>
                    <a:pt x="91650" y="254"/>
                  </a:lnTo>
                  <a:cubicBezTo>
                    <a:pt x="91745" y="254"/>
                    <a:pt x="91809" y="191"/>
                    <a:pt x="91809" y="127"/>
                  </a:cubicBezTo>
                  <a:cubicBezTo>
                    <a:pt x="91809" y="64"/>
                    <a:pt x="91745" y="1"/>
                    <a:pt x="91650" y="1"/>
                  </a:cubicBezTo>
                  <a:close/>
                  <a:moveTo>
                    <a:pt x="92727" y="1"/>
                  </a:moveTo>
                  <a:cubicBezTo>
                    <a:pt x="92664" y="1"/>
                    <a:pt x="92601" y="64"/>
                    <a:pt x="92601" y="127"/>
                  </a:cubicBezTo>
                  <a:cubicBezTo>
                    <a:pt x="92601" y="191"/>
                    <a:pt x="92664" y="254"/>
                    <a:pt x="92727" y="254"/>
                  </a:cubicBezTo>
                  <a:lnTo>
                    <a:pt x="93266" y="254"/>
                  </a:lnTo>
                  <a:cubicBezTo>
                    <a:pt x="93329" y="254"/>
                    <a:pt x="93392" y="191"/>
                    <a:pt x="93392" y="127"/>
                  </a:cubicBezTo>
                  <a:cubicBezTo>
                    <a:pt x="93392" y="64"/>
                    <a:pt x="93329" y="1"/>
                    <a:pt x="93266" y="1"/>
                  </a:cubicBezTo>
                  <a:close/>
                  <a:moveTo>
                    <a:pt x="94342" y="1"/>
                  </a:moveTo>
                  <a:cubicBezTo>
                    <a:pt x="94247" y="1"/>
                    <a:pt x="94184" y="64"/>
                    <a:pt x="94184" y="127"/>
                  </a:cubicBezTo>
                  <a:cubicBezTo>
                    <a:pt x="94184" y="191"/>
                    <a:pt x="94247" y="254"/>
                    <a:pt x="94342" y="254"/>
                  </a:cubicBezTo>
                  <a:lnTo>
                    <a:pt x="94849" y="254"/>
                  </a:lnTo>
                  <a:cubicBezTo>
                    <a:pt x="94944" y="254"/>
                    <a:pt x="94976" y="191"/>
                    <a:pt x="95007" y="127"/>
                  </a:cubicBezTo>
                  <a:cubicBezTo>
                    <a:pt x="95007" y="64"/>
                    <a:pt x="94944" y="1"/>
                    <a:pt x="94849" y="1"/>
                  </a:cubicBezTo>
                  <a:close/>
                  <a:moveTo>
                    <a:pt x="95926" y="1"/>
                  </a:moveTo>
                  <a:cubicBezTo>
                    <a:pt x="95862" y="1"/>
                    <a:pt x="95799" y="64"/>
                    <a:pt x="95799" y="127"/>
                  </a:cubicBezTo>
                  <a:cubicBezTo>
                    <a:pt x="95799" y="191"/>
                    <a:pt x="95862" y="254"/>
                    <a:pt x="95926" y="254"/>
                  </a:cubicBezTo>
                  <a:lnTo>
                    <a:pt x="96464" y="254"/>
                  </a:lnTo>
                  <a:cubicBezTo>
                    <a:pt x="96528" y="254"/>
                    <a:pt x="96591" y="191"/>
                    <a:pt x="96591" y="127"/>
                  </a:cubicBezTo>
                  <a:cubicBezTo>
                    <a:pt x="96591" y="64"/>
                    <a:pt x="96528" y="1"/>
                    <a:pt x="96464" y="1"/>
                  </a:cubicBezTo>
                  <a:close/>
                  <a:moveTo>
                    <a:pt x="97509" y="1"/>
                  </a:moveTo>
                  <a:cubicBezTo>
                    <a:pt x="97446" y="1"/>
                    <a:pt x="97383" y="64"/>
                    <a:pt x="97383" y="127"/>
                  </a:cubicBezTo>
                  <a:cubicBezTo>
                    <a:pt x="97383" y="191"/>
                    <a:pt x="97446" y="254"/>
                    <a:pt x="97509" y="254"/>
                  </a:cubicBezTo>
                  <a:lnTo>
                    <a:pt x="98048" y="254"/>
                  </a:lnTo>
                  <a:cubicBezTo>
                    <a:pt x="98111" y="254"/>
                    <a:pt x="98174" y="191"/>
                    <a:pt x="98174" y="127"/>
                  </a:cubicBezTo>
                  <a:cubicBezTo>
                    <a:pt x="98174" y="64"/>
                    <a:pt x="98111" y="1"/>
                    <a:pt x="98048" y="1"/>
                  </a:cubicBezTo>
                  <a:close/>
                  <a:moveTo>
                    <a:pt x="99124" y="1"/>
                  </a:moveTo>
                  <a:cubicBezTo>
                    <a:pt x="99029" y="1"/>
                    <a:pt x="98998" y="64"/>
                    <a:pt x="98998" y="127"/>
                  </a:cubicBezTo>
                  <a:cubicBezTo>
                    <a:pt x="98998" y="191"/>
                    <a:pt x="99029" y="254"/>
                    <a:pt x="99124" y="254"/>
                  </a:cubicBezTo>
                  <a:lnTo>
                    <a:pt x="99663" y="254"/>
                  </a:lnTo>
                  <a:cubicBezTo>
                    <a:pt x="99726" y="254"/>
                    <a:pt x="99789" y="191"/>
                    <a:pt x="99789" y="127"/>
                  </a:cubicBezTo>
                  <a:cubicBezTo>
                    <a:pt x="99789" y="64"/>
                    <a:pt x="99726" y="1"/>
                    <a:pt x="99663" y="1"/>
                  </a:cubicBezTo>
                  <a:close/>
                  <a:moveTo>
                    <a:pt x="100708" y="1"/>
                  </a:moveTo>
                  <a:cubicBezTo>
                    <a:pt x="100644" y="1"/>
                    <a:pt x="100581" y="64"/>
                    <a:pt x="100581" y="127"/>
                  </a:cubicBezTo>
                  <a:cubicBezTo>
                    <a:pt x="100581" y="191"/>
                    <a:pt x="100644" y="254"/>
                    <a:pt x="100708" y="254"/>
                  </a:cubicBezTo>
                  <a:lnTo>
                    <a:pt x="101246" y="254"/>
                  </a:lnTo>
                  <a:cubicBezTo>
                    <a:pt x="101310" y="254"/>
                    <a:pt x="101373" y="191"/>
                    <a:pt x="101373" y="127"/>
                  </a:cubicBezTo>
                  <a:cubicBezTo>
                    <a:pt x="101373" y="64"/>
                    <a:pt x="101310" y="1"/>
                    <a:pt x="101246" y="1"/>
                  </a:cubicBezTo>
                  <a:close/>
                  <a:moveTo>
                    <a:pt x="102323" y="1"/>
                  </a:moveTo>
                  <a:cubicBezTo>
                    <a:pt x="102228" y="1"/>
                    <a:pt x="102165" y="64"/>
                    <a:pt x="102165" y="127"/>
                  </a:cubicBezTo>
                  <a:cubicBezTo>
                    <a:pt x="102165" y="191"/>
                    <a:pt x="102228" y="254"/>
                    <a:pt x="102323" y="254"/>
                  </a:cubicBezTo>
                  <a:lnTo>
                    <a:pt x="102830" y="254"/>
                  </a:lnTo>
                  <a:cubicBezTo>
                    <a:pt x="102925" y="254"/>
                    <a:pt x="102988" y="191"/>
                    <a:pt x="102988" y="127"/>
                  </a:cubicBezTo>
                  <a:cubicBezTo>
                    <a:pt x="102988" y="64"/>
                    <a:pt x="102925" y="1"/>
                    <a:pt x="102830" y="1"/>
                  </a:cubicBezTo>
                  <a:close/>
                  <a:moveTo>
                    <a:pt x="103906" y="1"/>
                  </a:moveTo>
                  <a:cubicBezTo>
                    <a:pt x="103843" y="1"/>
                    <a:pt x="103780" y="64"/>
                    <a:pt x="103780" y="127"/>
                  </a:cubicBezTo>
                  <a:cubicBezTo>
                    <a:pt x="103780" y="191"/>
                    <a:pt x="103843" y="254"/>
                    <a:pt x="103906" y="254"/>
                  </a:cubicBezTo>
                  <a:lnTo>
                    <a:pt x="104445" y="254"/>
                  </a:lnTo>
                  <a:cubicBezTo>
                    <a:pt x="104508" y="254"/>
                    <a:pt x="104571" y="191"/>
                    <a:pt x="104571" y="127"/>
                  </a:cubicBezTo>
                  <a:cubicBezTo>
                    <a:pt x="104571" y="64"/>
                    <a:pt x="104508" y="1"/>
                    <a:pt x="104445" y="1"/>
                  </a:cubicBezTo>
                  <a:close/>
                  <a:moveTo>
                    <a:pt x="105490" y="1"/>
                  </a:moveTo>
                  <a:cubicBezTo>
                    <a:pt x="105427" y="1"/>
                    <a:pt x="105363" y="64"/>
                    <a:pt x="105363" y="127"/>
                  </a:cubicBezTo>
                  <a:cubicBezTo>
                    <a:pt x="105363" y="191"/>
                    <a:pt x="105427" y="254"/>
                    <a:pt x="105490" y="254"/>
                  </a:cubicBezTo>
                  <a:lnTo>
                    <a:pt x="106028" y="254"/>
                  </a:lnTo>
                  <a:cubicBezTo>
                    <a:pt x="106092" y="254"/>
                    <a:pt x="106155" y="191"/>
                    <a:pt x="106155" y="127"/>
                  </a:cubicBezTo>
                  <a:cubicBezTo>
                    <a:pt x="106155" y="64"/>
                    <a:pt x="106123" y="1"/>
                    <a:pt x="106028" y="1"/>
                  </a:cubicBezTo>
                  <a:close/>
                  <a:moveTo>
                    <a:pt x="107105" y="1"/>
                  </a:moveTo>
                  <a:cubicBezTo>
                    <a:pt x="107010" y="1"/>
                    <a:pt x="106947" y="64"/>
                    <a:pt x="106947" y="127"/>
                  </a:cubicBezTo>
                  <a:cubicBezTo>
                    <a:pt x="106947" y="191"/>
                    <a:pt x="107010" y="254"/>
                    <a:pt x="107105" y="254"/>
                  </a:cubicBezTo>
                  <a:lnTo>
                    <a:pt x="107643" y="254"/>
                  </a:lnTo>
                  <a:cubicBezTo>
                    <a:pt x="107707" y="254"/>
                    <a:pt x="107770" y="191"/>
                    <a:pt x="107770" y="127"/>
                  </a:cubicBezTo>
                  <a:cubicBezTo>
                    <a:pt x="107770" y="64"/>
                    <a:pt x="107707" y="1"/>
                    <a:pt x="107643" y="1"/>
                  </a:cubicBezTo>
                  <a:close/>
                  <a:moveTo>
                    <a:pt x="108688" y="1"/>
                  </a:moveTo>
                  <a:cubicBezTo>
                    <a:pt x="108625" y="1"/>
                    <a:pt x="108562" y="64"/>
                    <a:pt x="108562" y="127"/>
                  </a:cubicBezTo>
                  <a:cubicBezTo>
                    <a:pt x="108562" y="191"/>
                    <a:pt x="108625" y="254"/>
                    <a:pt x="108688" y="254"/>
                  </a:cubicBezTo>
                  <a:lnTo>
                    <a:pt x="109227" y="254"/>
                  </a:lnTo>
                  <a:cubicBezTo>
                    <a:pt x="109290" y="254"/>
                    <a:pt x="109353" y="191"/>
                    <a:pt x="109353" y="127"/>
                  </a:cubicBezTo>
                  <a:cubicBezTo>
                    <a:pt x="109353" y="64"/>
                    <a:pt x="109290" y="1"/>
                    <a:pt x="109227" y="1"/>
                  </a:cubicBezTo>
                  <a:close/>
                  <a:moveTo>
                    <a:pt x="110304" y="1"/>
                  </a:moveTo>
                  <a:cubicBezTo>
                    <a:pt x="110209" y="1"/>
                    <a:pt x="110145" y="64"/>
                    <a:pt x="110145" y="127"/>
                  </a:cubicBezTo>
                  <a:cubicBezTo>
                    <a:pt x="110145" y="191"/>
                    <a:pt x="110209" y="254"/>
                    <a:pt x="110304" y="254"/>
                  </a:cubicBezTo>
                  <a:lnTo>
                    <a:pt x="110810" y="254"/>
                  </a:lnTo>
                  <a:cubicBezTo>
                    <a:pt x="110905" y="254"/>
                    <a:pt x="110969" y="191"/>
                    <a:pt x="110969" y="127"/>
                  </a:cubicBezTo>
                  <a:cubicBezTo>
                    <a:pt x="110969" y="64"/>
                    <a:pt x="110905" y="1"/>
                    <a:pt x="110810" y="1"/>
                  </a:cubicBezTo>
                  <a:close/>
                  <a:moveTo>
                    <a:pt x="111887" y="1"/>
                  </a:moveTo>
                  <a:cubicBezTo>
                    <a:pt x="111824" y="1"/>
                    <a:pt x="111760" y="64"/>
                    <a:pt x="111760" y="127"/>
                  </a:cubicBezTo>
                  <a:cubicBezTo>
                    <a:pt x="111760" y="191"/>
                    <a:pt x="111824" y="254"/>
                    <a:pt x="111887" y="254"/>
                  </a:cubicBezTo>
                  <a:lnTo>
                    <a:pt x="112425" y="254"/>
                  </a:lnTo>
                  <a:cubicBezTo>
                    <a:pt x="112489" y="254"/>
                    <a:pt x="112552" y="191"/>
                    <a:pt x="112552" y="127"/>
                  </a:cubicBezTo>
                  <a:cubicBezTo>
                    <a:pt x="112552" y="64"/>
                    <a:pt x="112489" y="1"/>
                    <a:pt x="112425" y="1"/>
                  </a:cubicBezTo>
                  <a:close/>
                  <a:moveTo>
                    <a:pt x="113470" y="1"/>
                  </a:moveTo>
                  <a:cubicBezTo>
                    <a:pt x="113407" y="1"/>
                    <a:pt x="113344" y="64"/>
                    <a:pt x="113344" y="127"/>
                  </a:cubicBezTo>
                  <a:cubicBezTo>
                    <a:pt x="113344" y="191"/>
                    <a:pt x="113407" y="254"/>
                    <a:pt x="113470" y="254"/>
                  </a:cubicBezTo>
                  <a:lnTo>
                    <a:pt x="114009" y="254"/>
                  </a:lnTo>
                  <a:cubicBezTo>
                    <a:pt x="114104" y="254"/>
                    <a:pt x="114136" y="191"/>
                    <a:pt x="114167" y="127"/>
                  </a:cubicBezTo>
                  <a:cubicBezTo>
                    <a:pt x="114167" y="64"/>
                    <a:pt x="114104" y="1"/>
                    <a:pt x="114009" y="1"/>
                  </a:cubicBezTo>
                  <a:close/>
                  <a:moveTo>
                    <a:pt x="115086" y="1"/>
                  </a:moveTo>
                  <a:cubicBezTo>
                    <a:pt x="115022" y="1"/>
                    <a:pt x="114959" y="64"/>
                    <a:pt x="114959" y="127"/>
                  </a:cubicBezTo>
                  <a:cubicBezTo>
                    <a:pt x="114959" y="191"/>
                    <a:pt x="115022" y="254"/>
                    <a:pt x="115086" y="254"/>
                  </a:cubicBezTo>
                  <a:lnTo>
                    <a:pt x="115624" y="254"/>
                  </a:lnTo>
                  <a:cubicBezTo>
                    <a:pt x="115687" y="254"/>
                    <a:pt x="115751" y="191"/>
                    <a:pt x="115751" y="127"/>
                  </a:cubicBezTo>
                  <a:cubicBezTo>
                    <a:pt x="115751" y="64"/>
                    <a:pt x="115687" y="1"/>
                    <a:pt x="115624" y="1"/>
                  </a:cubicBezTo>
                  <a:close/>
                  <a:moveTo>
                    <a:pt x="116669" y="1"/>
                  </a:moveTo>
                  <a:cubicBezTo>
                    <a:pt x="116606" y="1"/>
                    <a:pt x="116542" y="64"/>
                    <a:pt x="116542" y="127"/>
                  </a:cubicBezTo>
                  <a:cubicBezTo>
                    <a:pt x="116542" y="191"/>
                    <a:pt x="116606" y="254"/>
                    <a:pt x="116669" y="254"/>
                  </a:cubicBezTo>
                  <a:lnTo>
                    <a:pt x="117207" y="254"/>
                  </a:lnTo>
                  <a:cubicBezTo>
                    <a:pt x="117271" y="254"/>
                    <a:pt x="117334" y="191"/>
                    <a:pt x="117334" y="127"/>
                  </a:cubicBezTo>
                  <a:cubicBezTo>
                    <a:pt x="117334" y="64"/>
                    <a:pt x="117271" y="1"/>
                    <a:pt x="117207" y="1"/>
                  </a:cubicBezTo>
                  <a:close/>
                  <a:moveTo>
                    <a:pt x="118284" y="1"/>
                  </a:moveTo>
                  <a:cubicBezTo>
                    <a:pt x="118189" y="1"/>
                    <a:pt x="118126" y="64"/>
                    <a:pt x="118126" y="127"/>
                  </a:cubicBezTo>
                  <a:cubicBezTo>
                    <a:pt x="118126" y="191"/>
                    <a:pt x="118189" y="254"/>
                    <a:pt x="118284" y="254"/>
                  </a:cubicBezTo>
                  <a:lnTo>
                    <a:pt x="118823" y="254"/>
                  </a:lnTo>
                  <a:cubicBezTo>
                    <a:pt x="118886" y="254"/>
                    <a:pt x="118949" y="191"/>
                    <a:pt x="118949" y="127"/>
                  </a:cubicBezTo>
                  <a:cubicBezTo>
                    <a:pt x="118949" y="64"/>
                    <a:pt x="118886" y="1"/>
                    <a:pt x="118823" y="1"/>
                  </a:cubicBezTo>
                  <a:close/>
                  <a:moveTo>
                    <a:pt x="119868" y="1"/>
                  </a:moveTo>
                  <a:cubicBezTo>
                    <a:pt x="119804" y="1"/>
                    <a:pt x="119741" y="64"/>
                    <a:pt x="119741" y="127"/>
                  </a:cubicBezTo>
                  <a:cubicBezTo>
                    <a:pt x="119741" y="191"/>
                    <a:pt x="119804" y="254"/>
                    <a:pt x="119868" y="254"/>
                  </a:cubicBezTo>
                  <a:lnTo>
                    <a:pt x="120406" y="254"/>
                  </a:lnTo>
                  <a:cubicBezTo>
                    <a:pt x="120469" y="254"/>
                    <a:pt x="120533" y="191"/>
                    <a:pt x="120533" y="127"/>
                  </a:cubicBezTo>
                  <a:cubicBezTo>
                    <a:pt x="120533" y="64"/>
                    <a:pt x="120469" y="1"/>
                    <a:pt x="120406" y="1"/>
                  </a:cubicBezTo>
                  <a:close/>
                  <a:moveTo>
                    <a:pt x="121483" y="1"/>
                  </a:moveTo>
                  <a:cubicBezTo>
                    <a:pt x="121388" y="1"/>
                    <a:pt x="121324" y="64"/>
                    <a:pt x="121324" y="127"/>
                  </a:cubicBezTo>
                  <a:cubicBezTo>
                    <a:pt x="121324" y="191"/>
                    <a:pt x="121388" y="254"/>
                    <a:pt x="121483" y="254"/>
                  </a:cubicBezTo>
                  <a:lnTo>
                    <a:pt x="121989" y="254"/>
                  </a:lnTo>
                  <a:cubicBezTo>
                    <a:pt x="122084" y="254"/>
                    <a:pt x="122148" y="191"/>
                    <a:pt x="122148" y="127"/>
                  </a:cubicBezTo>
                  <a:cubicBezTo>
                    <a:pt x="122148" y="64"/>
                    <a:pt x="122084" y="1"/>
                    <a:pt x="121989" y="1"/>
                  </a:cubicBezTo>
                  <a:close/>
                  <a:moveTo>
                    <a:pt x="123066" y="1"/>
                  </a:moveTo>
                  <a:cubicBezTo>
                    <a:pt x="123003" y="1"/>
                    <a:pt x="122940" y="64"/>
                    <a:pt x="122940" y="127"/>
                  </a:cubicBezTo>
                  <a:cubicBezTo>
                    <a:pt x="122940" y="191"/>
                    <a:pt x="123003" y="254"/>
                    <a:pt x="123066" y="254"/>
                  </a:cubicBezTo>
                  <a:lnTo>
                    <a:pt x="123605" y="254"/>
                  </a:lnTo>
                  <a:cubicBezTo>
                    <a:pt x="123668" y="254"/>
                    <a:pt x="123731" y="191"/>
                    <a:pt x="123731" y="127"/>
                  </a:cubicBezTo>
                  <a:cubicBezTo>
                    <a:pt x="123731" y="64"/>
                    <a:pt x="123668" y="1"/>
                    <a:pt x="123605" y="1"/>
                  </a:cubicBezTo>
                  <a:close/>
                  <a:moveTo>
                    <a:pt x="124650" y="1"/>
                  </a:moveTo>
                  <a:cubicBezTo>
                    <a:pt x="124586" y="1"/>
                    <a:pt x="124523" y="64"/>
                    <a:pt x="124523" y="127"/>
                  </a:cubicBezTo>
                  <a:cubicBezTo>
                    <a:pt x="124523" y="191"/>
                    <a:pt x="124586" y="254"/>
                    <a:pt x="124650" y="254"/>
                  </a:cubicBezTo>
                  <a:lnTo>
                    <a:pt x="125188" y="254"/>
                  </a:lnTo>
                  <a:cubicBezTo>
                    <a:pt x="125283" y="254"/>
                    <a:pt x="125315" y="191"/>
                    <a:pt x="125315" y="127"/>
                  </a:cubicBezTo>
                  <a:cubicBezTo>
                    <a:pt x="125315" y="64"/>
                    <a:pt x="125283" y="1"/>
                    <a:pt x="125188" y="1"/>
                  </a:cubicBezTo>
                  <a:close/>
                  <a:moveTo>
                    <a:pt x="126265" y="1"/>
                  </a:moveTo>
                  <a:cubicBezTo>
                    <a:pt x="126170" y="1"/>
                    <a:pt x="126106" y="64"/>
                    <a:pt x="126106" y="127"/>
                  </a:cubicBezTo>
                  <a:cubicBezTo>
                    <a:pt x="126106" y="191"/>
                    <a:pt x="126170" y="254"/>
                    <a:pt x="126265" y="254"/>
                  </a:cubicBezTo>
                  <a:lnTo>
                    <a:pt x="126771" y="254"/>
                  </a:lnTo>
                  <a:cubicBezTo>
                    <a:pt x="126866" y="254"/>
                    <a:pt x="126930" y="191"/>
                    <a:pt x="126930" y="127"/>
                  </a:cubicBezTo>
                  <a:cubicBezTo>
                    <a:pt x="126930" y="64"/>
                    <a:pt x="126866" y="1"/>
                    <a:pt x="126771" y="1"/>
                  </a:cubicBezTo>
                  <a:close/>
                  <a:moveTo>
                    <a:pt x="127848" y="1"/>
                  </a:moveTo>
                  <a:cubicBezTo>
                    <a:pt x="127785" y="1"/>
                    <a:pt x="127722" y="64"/>
                    <a:pt x="127722" y="127"/>
                  </a:cubicBezTo>
                  <a:cubicBezTo>
                    <a:pt x="127722" y="191"/>
                    <a:pt x="127785" y="254"/>
                    <a:pt x="127848" y="254"/>
                  </a:cubicBezTo>
                  <a:lnTo>
                    <a:pt x="128387" y="254"/>
                  </a:lnTo>
                  <a:cubicBezTo>
                    <a:pt x="128450" y="254"/>
                    <a:pt x="128513" y="191"/>
                    <a:pt x="128513" y="127"/>
                  </a:cubicBezTo>
                  <a:cubicBezTo>
                    <a:pt x="128513" y="64"/>
                    <a:pt x="128450" y="1"/>
                    <a:pt x="128387" y="1"/>
                  </a:cubicBezTo>
                  <a:close/>
                  <a:moveTo>
                    <a:pt x="129463" y="1"/>
                  </a:moveTo>
                  <a:cubicBezTo>
                    <a:pt x="129368" y="1"/>
                    <a:pt x="129305" y="64"/>
                    <a:pt x="129305" y="127"/>
                  </a:cubicBezTo>
                  <a:cubicBezTo>
                    <a:pt x="129305" y="191"/>
                    <a:pt x="129368" y="254"/>
                    <a:pt x="129463" y="254"/>
                  </a:cubicBezTo>
                  <a:lnTo>
                    <a:pt x="129970" y="254"/>
                  </a:lnTo>
                  <a:cubicBezTo>
                    <a:pt x="130065" y="254"/>
                    <a:pt x="130128" y="191"/>
                    <a:pt x="130128" y="127"/>
                  </a:cubicBezTo>
                  <a:cubicBezTo>
                    <a:pt x="130128" y="64"/>
                    <a:pt x="130065" y="1"/>
                    <a:pt x="129970" y="1"/>
                  </a:cubicBezTo>
                  <a:close/>
                  <a:moveTo>
                    <a:pt x="131047" y="1"/>
                  </a:moveTo>
                  <a:cubicBezTo>
                    <a:pt x="130983" y="1"/>
                    <a:pt x="130920" y="64"/>
                    <a:pt x="130920" y="127"/>
                  </a:cubicBezTo>
                  <a:cubicBezTo>
                    <a:pt x="130920" y="191"/>
                    <a:pt x="130983" y="254"/>
                    <a:pt x="131047" y="254"/>
                  </a:cubicBezTo>
                  <a:lnTo>
                    <a:pt x="131585" y="254"/>
                  </a:lnTo>
                  <a:cubicBezTo>
                    <a:pt x="131649" y="254"/>
                    <a:pt x="131712" y="191"/>
                    <a:pt x="131712" y="127"/>
                  </a:cubicBezTo>
                  <a:cubicBezTo>
                    <a:pt x="131712" y="64"/>
                    <a:pt x="131649" y="1"/>
                    <a:pt x="131585" y="1"/>
                  </a:cubicBezTo>
                  <a:close/>
                  <a:moveTo>
                    <a:pt x="132630" y="1"/>
                  </a:moveTo>
                  <a:cubicBezTo>
                    <a:pt x="132567" y="1"/>
                    <a:pt x="132504" y="64"/>
                    <a:pt x="132504" y="127"/>
                  </a:cubicBezTo>
                  <a:cubicBezTo>
                    <a:pt x="132504" y="191"/>
                    <a:pt x="132567" y="254"/>
                    <a:pt x="132630" y="254"/>
                  </a:cubicBezTo>
                  <a:lnTo>
                    <a:pt x="133169" y="254"/>
                  </a:lnTo>
                  <a:cubicBezTo>
                    <a:pt x="133264" y="254"/>
                    <a:pt x="133295" y="191"/>
                    <a:pt x="133327" y="127"/>
                  </a:cubicBezTo>
                  <a:cubicBezTo>
                    <a:pt x="133327" y="64"/>
                    <a:pt x="133264" y="1"/>
                    <a:pt x="133169" y="1"/>
                  </a:cubicBezTo>
                  <a:close/>
                  <a:moveTo>
                    <a:pt x="134245" y="1"/>
                  </a:moveTo>
                  <a:cubicBezTo>
                    <a:pt x="134150" y="1"/>
                    <a:pt x="134119" y="64"/>
                    <a:pt x="134119" y="127"/>
                  </a:cubicBezTo>
                  <a:cubicBezTo>
                    <a:pt x="134119" y="191"/>
                    <a:pt x="134150" y="254"/>
                    <a:pt x="134245" y="254"/>
                  </a:cubicBezTo>
                  <a:lnTo>
                    <a:pt x="134784" y="254"/>
                  </a:lnTo>
                  <a:cubicBezTo>
                    <a:pt x="134847" y="254"/>
                    <a:pt x="134910" y="191"/>
                    <a:pt x="134910" y="127"/>
                  </a:cubicBezTo>
                  <a:cubicBezTo>
                    <a:pt x="134910" y="64"/>
                    <a:pt x="134847" y="1"/>
                    <a:pt x="134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5001925" y="4115925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190"/>
                    <a:pt x="64" y="254"/>
                    <a:pt x="127" y="254"/>
                  </a:cubicBezTo>
                  <a:lnTo>
                    <a:pt x="666" y="254"/>
                  </a:lnTo>
                  <a:cubicBezTo>
                    <a:pt x="729" y="254"/>
                    <a:pt x="793" y="190"/>
                    <a:pt x="793" y="127"/>
                  </a:cubicBezTo>
                  <a:cubicBezTo>
                    <a:pt x="793" y="64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4"/>
                    <a:pt x="1584" y="127"/>
                  </a:cubicBezTo>
                  <a:cubicBezTo>
                    <a:pt x="1584" y="190"/>
                    <a:pt x="1648" y="254"/>
                    <a:pt x="1743" y="254"/>
                  </a:cubicBezTo>
                  <a:lnTo>
                    <a:pt x="2249" y="254"/>
                  </a:lnTo>
                  <a:cubicBezTo>
                    <a:pt x="2344" y="254"/>
                    <a:pt x="2376" y="190"/>
                    <a:pt x="2408" y="127"/>
                  </a:cubicBezTo>
                  <a:cubicBezTo>
                    <a:pt x="2408" y="64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4"/>
                    <a:pt x="3199" y="127"/>
                  </a:cubicBezTo>
                  <a:cubicBezTo>
                    <a:pt x="3199" y="190"/>
                    <a:pt x="3263" y="254"/>
                    <a:pt x="3326" y="254"/>
                  </a:cubicBezTo>
                  <a:lnTo>
                    <a:pt x="3864" y="254"/>
                  </a:lnTo>
                  <a:cubicBezTo>
                    <a:pt x="3928" y="254"/>
                    <a:pt x="3991" y="190"/>
                    <a:pt x="3991" y="127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4"/>
                    <a:pt x="4783" y="127"/>
                  </a:cubicBezTo>
                  <a:cubicBezTo>
                    <a:pt x="4783" y="190"/>
                    <a:pt x="4846" y="254"/>
                    <a:pt x="4909" y="254"/>
                  </a:cubicBezTo>
                  <a:lnTo>
                    <a:pt x="5448" y="254"/>
                  </a:lnTo>
                  <a:cubicBezTo>
                    <a:pt x="5511" y="254"/>
                    <a:pt x="5575" y="190"/>
                    <a:pt x="5575" y="127"/>
                  </a:cubicBezTo>
                  <a:cubicBezTo>
                    <a:pt x="5575" y="64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4"/>
                    <a:pt x="6398" y="127"/>
                  </a:cubicBezTo>
                  <a:cubicBezTo>
                    <a:pt x="6398" y="190"/>
                    <a:pt x="6430" y="254"/>
                    <a:pt x="6525" y="254"/>
                  </a:cubicBezTo>
                  <a:lnTo>
                    <a:pt x="7063" y="254"/>
                  </a:lnTo>
                  <a:cubicBezTo>
                    <a:pt x="7126" y="254"/>
                    <a:pt x="7190" y="190"/>
                    <a:pt x="7190" y="127"/>
                  </a:cubicBezTo>
                  <a:cubicBezTo>
                    <a:pt x="7190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4"/>
                    <a:pt x="7981" y="127"/>
                  </a:cubicBezTo>
                  <a:cubicBezTo>
                    <a:pt x="7981" y="190"/>
                    <a:pt x="8045" y="254"/>
                    <a:pt x="8108" y="254"/>
                  </a:cubicBezTo>
                  <a:lnTo>
                    <a:pt x="8646" y="254"/>
                  </a:lnTo>
                  <a:cubicBezTo>
                    <a:pt x="8710" y="254"/>
                    <a:pt x="8773" y="190"/>
                    <a:pt x="8773" y="127"/>
                  </a:cubicBezTo>
                  <a:cubicBezTo>
                    <a:pt x="8773" y="64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4"/>
                    <a:pt x="9565" y="127"/>
                  </a:cubicBezTo>
                  <a:cubicBezTo>
                    <a:pt x="9565" y="190"/>
                    <a:pt x="9628" y="254"/>
                    <a:pt x="9723" y="254"/>
                  </a:cubicBezTo>
                  <a:lnTo>
                    <a:pt x="10230" y="254"/>
                  </a:lnTo>
                  <a:cubicBezTo>
                    <a:pt x="10325" y="254"/>
                    <a:pt x="10388" y="190"/>
                    <a:pt x="10388" y="127"/>
                  </a:cubicBezTo>
                  <a:cubicBezTo>
                    <a:pt x="10388" y="64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4"/>
                    <a:pt x="11180" y="127"/>
                  </a:cubicBezTo>
                  <a:cubicBezTo>
                    <a:pt x="11180" y="190"/>
                    <a:pt x="11243" y="254"/>
                    <a:pt x="11307" y="254"/>
                  </a:cubicBezTo>
                  <a:lnTo>
                    <a:pt x="11845" y="254"/>
                  </a:lnTo>
                  <a:cubicBezTo>
                    <a:pt x="11908" y="254"/>
                    <a:pt x="11972" y="190"/>
                    <a:pt x="11972" y="127"/>
                  </a:cubicBezTo>
                  <a:cubicBezTo>
                    <a:pt x="11972" y="64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4"/>
                    <a:pt x="12763" y="127"/>
                  </a:cubicBezTo>
                  <a:cubicBezTo>
                    <a:pt x="12763" y="190"/>
                    <a:pt x="12827" y="254"/>
                    <a:pt x="12890" y="254"/>
                  </a:cubicBezTo>
                  <a:lnTo>
                    <a:pt x="13428" y="254"/>
                  </a:lnTo>
                  <a:cubicBezTo>
                    <a:pt x="13492" y="254"/>
                    <a:pt x="13555" y="190"/>
                    <a:pt x="13555" y="127"/>
                  </a:cubicBezTo>
                  <a:cubicBezTo>
                    <a:pt x="13555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4"/>
                    <a:pt x="14379" y="127"/>
                  </a:cubicBezTo>
                  <a:cubicBezTo>
                    <a:pt x="14379" y="190"/>
                    <a:pt x="14410" y="254"/>
                    <a:pt x="14505" y="254"/>
                  </a:cubicBezTo>
                  <a:lnTo>
                    <a:pt x="15044" y="254"/>
                  </a:lnTo>
                  <a:cubicBezTo>
                    <a:pt x="15107" y="254"/>
                    <a:pt x="15170" y="190"/>
                    <a:pt x="15170" y="127"/>
                  </a:cubicBezTo>
                  <a:cubicBezTo>
                    <a:pt x="15170" y="64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4"/>
                    <a:pt x="15962" y="127"/>
                  </a:cubicBezTo>
                  <a:cubicBezTo>
                    <a:pt x="15962" y="190"/>
                    <a:pt x="16025" y="254"/>
                    <a:pt x="16089" y="254"/>
                  </a:cubicBezTo>
                  <a:lnTo>
                    <a:pt x="16627" y="254"/>
                  </a:lnTo>
                  <a:cubicBezTo>
                    <a:pt x="16690" y="254"/>
                    <a:pt x="16754" y="190"/>
                    <a:pt x="16754" y="127"/>
                  </a:cubicBezTo>
                  <a:cubicBezTo>
                    <a:pt x="16754" y="64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4"/>
                    <a:pt x="17545" y="127"/>
                  </a:cubicBezTo>
                  <a:cubicBezTo>
                    <a:pt x="17545" y="190"/>
                    <a:pt x="17609" y="254"/>
                    <a:pt x="17704" y="254"/>
                  </a:cubicBezTo>
                  <a:lnTo>
                    <a:pt x="18211" y="254"/>
                  </a:lnTo>
                  <a:cubicBezTo>
                    <a:pt x="18306" y="254"/>
                    <a:pt x="18369" y="190"/>
                    <a:pt x="18369" y="127"/>
                  </a:cubicBezTo>
                  <a:cubicBezTo>
                    <a:pt x="18369" y="64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4"/>
                    <a:pt x="19161" y="127"/>
                  </a:cubicBezTo>
                  <a:cubicBezTo>
                    <a:pt x="19161" y="190"/>
                    <a:pt x="19224" y="254"/>
                    <a:pt x="19287" y="254"/>
                  </a:cubicBezTo>
                  <a:lnTo>
                    <a:pt x="19826" y="254"/>
                  </a:lnTo>
                  <a:cubicBezTo>
                    <a:pt x="19889" y="254"/>
                    <a:pt x="19952" y="190"/>
                    <a:pt x="19952" y="127"/>
                  </a:cubicBezTo>
                  <a:cubicBezTo>
                    <a:pt x="19952" y="64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4"/>
                    <a:pt x="20744" y="127"/>
                  </a:cubicBezTo>
                  <a:cubicBezTo>
                    <a:pt x="20744" y="190"/>
                    <a:pt x="20807" y="254"/>
                    <a:pt x="20902" y="254"/>
                  </a:cubicBezTo>
                  <a:lnTo>
                    <a:pt x="21409" y="254"/>
                  </a:lnTo>
                  <a:cubicBezTo>
                    <a:pt x="21504" y="254"/>
                    <a:pt x="21536" y="190"/>
                    <a:pt x="21567" y="127"/>
                  </a:cubicBezTo>
                  <a:cubicBezTo>
                    <a:pt x="21567" y="64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4"/>
                    <a:pt x="22359" y="127"/>
                  </a:cubicBezTo>
                  <a:cubicBezTo>
                    <a:pt x="22359" y="190"/>
                    <a:pt x="22391" y="254"/>
                    <a:pt x="22486" y="254"/>
                  </a:cubicBezTo>
                  <a:lnTo>
                    <a:pt x="23024" y="254"/>
                  </a:lnTo>
                  <a:cubicBezTo>
                    <a:pt x="23088" y="254"/>
                    <a:pt x="23151" y="190"/>
                    <a:pt x="23151" y="127"/>
                  </a:cubicBezTo>
                  <a:cubicBezTo>
                    <a:pt x="23151" y="64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4"/>
                    <a:pt x="23943" y="127"/>
                  </a:cubicBezTo>
                  <a:cubicBezTo>
                    <a:pt x="23943" y="190"/>
                    <a:pt x="24006" y="254"/>
                    <a:pt x="24069" y="254"/>
                  </a:cubicBezTo>
                  <a:lnTo>
                    <a:pt x="24608" y="254"/>
                  </a:lnTo>
                  <a:cubicBezTo>
                    <a:pt x="24671" y="254"/>
                    <a:pt x="24734" y="190"/>
                    <a:pt x="24734" y="127"/>
                  </a:cubicBezTo>
                  <a:cubicBezTo>
                    <a:pt x="24734" y="64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4"/>
                    <a:pt x="25526" y="127"/>
                  </a:cubicBezTo>
                  <a:cubicBezTo>
                    <a:pt x="25526" y="190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0"/>
                    <a:pt x="26349" y="127"/>
                  </a:cubicBezTo>
                  <a:cubicBezTo>
                    <a:pt x="26349" y="64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4"/>
                    <a:pt x="27141" y="127"/>
                  </a:cubicBezTo>
                  <a:cubicBezTo>
                    <a:pt x="27141" y="190"/>
                    <a:pt x="27205" y="254"/>
                    <a:pt x="27268" y="254"/>
                  </a:cubicBezTo>
                  <a:lnTo>
                    <a:pt x="27806" y="254"/>
                  </a:lnTo>
                  <a:cubicBezTo>
                    <a:pt x="27870" y="254"/>
                    <a:pt x="27933" y="190"/>
                    <a:pt x="27933" y="127"/>
                  </a:cubicBezTo>
                  <a:cubicBezTo>
                    <a:pt x="27933" y="64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4"/>
                    <a:pt x="28725" y="127"/>
                  </a:cubicBezTo>
                  <a:cubicBezTo>
                    <a:pt x="28725" y="190"/>
                    <a:pt x="28788" y="254"/>
                    <a:pt x="28883" y="254"/>
                  </a:cubicBezTo>
                  <a:lnTo>
                    <a:pt x="29390" y="254"/>
                  </a:lnTo>
                  <a:cubicBezTo>
                    <a:pt x="29485" y="254"/>
                    <a:pt x="29548" y="190"/>
                    <a:pt x="29548" y="127"/>
                  </a:cubicBezTo>
                  <a:cubicBezTo>
                    <a:pt x="29548" y="64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4"/>
                    <a:pt x="30340" y="127"/>
                  </a:cubicBezTo>
                  <a:cubicBezTo>
                    <a:pt x="30340" y="190"/>
                    <a:pt x="30403" y="254"/>
                    <a:pt x="30466" y="254"/>
                  </a:cubicBezTo>
                  <a:lnTo>
                    <a:pt x="31005" y="254"/>
                  </a:lnTo>
                  <a:cubicBezTo>
                    <a:pt x="31068" y="254"/>
                    <a:pt x="31131" y="190"/>
                    <a:pt x="31131" y="127"/>
                  </a:cubicBezTo>
                  <a:cubicBezTo>
                    <a:pt x="31131" y="64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4"/>
                    <a:pt x="31923" y="127"/>
                  </a:cubicBezTo>
                  <a:cubicBezTo>
                    <a:pt x="31923" y="190"/>
                    <a:pt x="31987" y="254"/>
                    <a:pt x="32050" y="254"/>
                  </a:cubicBezTo>
                  <a:lnTo>
                    <a:pt x="32588" y="254"/>
                  </a:lnTo>
                  <a:cubicBezTo>
                    <a:pt x="32652" y="254"/>
                    <a:pt x="32715" y="190"/>
                    <a:pt x="32715" y="127"/>
                  </a:cubicBezTo>
                  <a:cubicBezTo>
                    <a:pt x="32715" y="64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4"/>
                    <a:pt x="33538" y="127"/>
                  </a:cubicBezTo>
                  <a:cubicBezTo>
                    <a:pt x="33538" y="190"/>
                    <a:pt x="33570" y="254"/>
                    <a:pt x="33665" y="254"/>
                  </a:cubicBezTo>
                  <a:lnTo>
                    <a:pt x="34203" y="254"/>
                  </a:lnTo>
                  <a:cubicBezTo>
                    <a:pt x="34267" y="254"/>
                    <a:pt x="34330" y="190"/>
                    <a:pt x="34330" y="127"/>
                  </a:cubicBezTo>
                  <a:cubicBezTo>
                    <a:pt x="34330" y="64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4"/>
                    <a:pt x="35122" y="127"/>
                  </a:cubicBezTo>
                  <a:cubicBezTo>
                    <a:pt x="35122" y="190"/>
                    <a:pt x="35185" y="254"/>
                    <a:pt x="35248" y="254"/>
                  </a:cubicBezTo>
                  <a:lnTo>
                    <a:pt x="35787" y="254"/>
                  </a:lnTo>
                  <a:cubicBezTo>
                    <a:pt x="35850" y="254"/>
                    <a:pt x="35914" y="190"/>
                    <a:pt x="35914" y="127"/>
                  </a:cubicBezTo>
                  <a:cubicBezTo>
                    <a:pt x="35914" y="64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4"/>
                    <a:pt x="36705" y="127"/>
                  </a:cubicBezTo>
                  <a:cubicBezTo>
                    <a:pt x="36705" y="190"/>
                    <a:pt x="36769" y="254"/>
                    <a:pt x="36864" y="254"/>
                  </a:cubicBezTo>
                  <a:lnTo>
                    <a:pt x="37370" y="254"/>
                  </a:lnTo>
                  <a:cubicBezTo>
                    <a:pt x="37465" y="254"/>
                    <a:pt x="37529" y="190"/>
                    <a:pt x="37529" y="127"/>
                  </a:cubicBezTo>
                  <a:cubicBezTo>
                    <a:pt x="37529" y="64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4"/>
                    <a:pt x="38320" y="127"/>
                  </a:cubicBezTo>
                  <a:cubicBezTo>
                    <a:pt x="38320" y="190"/>
                    <a:pt x="38384" y="254"/>
                    <a:pt x="38447" y="254"/>
                  </a:cubicBezTo>
                  <a:lnTo>
                    <a:pt x="38985" y="254"/>
                  </a:lnTo>
                  <a:cubicBezTo>
                    <a:pt x="39049" y="254"/>
                    <a:pt x="39112" y="190"/>
                    <a:pt x="39112" y="127"/>
                  </a:cubicBezTo>
                  <a:cubicBezTo>
                    <a:pt x="39112" y="64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4"/>
                    <a:pt x="39904" y="127"/>
                  </a:cubicBezTo>
                  <a:cubicBezTo>
                    <a:pt x="39904" y="190"/>
                    <a:pt x="39967" y="254"/>
                    <a:pt x="40062" y="254"/>
                  </a:cubicBezTo>
                  <a:lnTo>
                    <a:pt x="40569" y="254"/>
                  </a:lnTo>
                  <a:cubicBezTo>
                    <a:pt x="40664" y="254"/>
                    <a:pt x="40696" y="190"/>
                    <a:pt x="40727" y="127"/>
                  </a:cubicBezTo>
                  <a:cubicBezTo>
                    <a:pt x="40727" y="64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4"/>
                    <a:pt x="41519" y="127"/>
                  </a:cubicBezTo>
                  <a:cubicBezTo>
                    <a:pt x="41519" y="190"/>
                    <a:pt x="41551" y="254"/>
                    <a:pt x="41646" y="254"/>
                  </a:cubicBezTo>
                  <a:lnTo>
                    <a:pt x="42184" y="254"/>
                  </a:lnTo>
                  <a:cubicBezTo>
                    <a:pt x="42247" y="254"/>
                    <a:pt x="42311" y="190"/>
                    <a:pt x="42311" y="127"/>
                  </a:cubicBezTo>
                  <a:cubicBezTo>
                    <a:pt x="42311" y="64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4"/>
                    <a:pt x="43102" y="127"/>
                  </a:cubicBezTo>
                  <a:cubicBezTo>
                    <a:pt x="43102" y="190"/>
                    <a:pt x="43166" y="254"/>
                    <a:pt x="43229" y="254"/>
                  </a:cubicBezTo>
                  <a:lnTo>
                    <a:pt x="43767" y="254"/>
                  </a:lnTo>
                  <a:cubicBezTo>
                    <a:pt x="43831" y="254"/>
                    <a:pt x="43894" y="190"/>
                    <a:pt x="43894" y="127"/>
                  </a:cubicBezTo>
                  <a:cubicBezTo>
                    <a:pt x="43894" y="64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001925" y="2047950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190"/>
                    <a:pt x="64" y="253"/>
                    <a:pt x="127" y="253"/>
                  </a:cubicBezTo>
                  <a:lnTo>
                    <a:pt x="666" y="253"/>
                  </a:lnTo>
                  <a:cubicBezTo>
                    <a:pt x="729" y="253"/>
                    <a:pt x="793" y="190"/>
                    <a:pt x="793" y="127"/>
                  </a:cubicBezTo>
                  <a:cubicBezTo>
                    <a:pt x="793" y="63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3"/>
                    <a:pt x="1584" y="127"/>
                  </a:cubicBezTo>
                  <a:cubicBezTo>
                    <a:pt x="1584" y="190"/>
                    <a:pt x="1648" y="253"/>
                    <a:pt x="1743" y="253"/>
                  </a:cubicBezTo>
                  <a:lnTo>
                    <a:pt x="2249" y="253"/>
                  </a:lnTo>
                  <a:cubicBezTo>
                    <a:pt x="2344" y="253"/>
                    <a:pt x="2376" y="190"/>
                    <a:pt x="2408" y="127"/>
                  </a:cubicBezTo>
                  <a:cubicBezTo>
                    <a:pt x="2408" y="63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3"/>
                    <a:pt x="3199" y="127"/>
                  </a:cubicBezTo>
                  <a:cubicBezTo>
                    <a:pt x="3199" y="190"/>
                    <a:pt x="3263" y="253"/>
                    <a:pt x="3326" y="253"/>
                  </a:cubicBezTo>
                  <a:lnTo>
                    <a:pt x="3864" y="253"/>
                  </a:lnTo>
                  <a:cubicBezTo>
                    <a:pt x="3928" y="253"/>
                    <a:pt x="3991" y="190"/>
                    <a:pt x="3991" y="127"/>
                  </a:cubicBezTo>
                  <a:cubicBezTo>
                    <a:pt x="3991" y="63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3"/>
                    <a:pt x="4783" y="127"/>
                  </a:cubicBezTo>
                  <a:cubicBezTo>
                    <a:pt x="4783" y="190"/>
                    <a:pt x="4846" y="253"/>
                    <a:pt x="4909" y="253"/>
                  </a:cubicBezTo>
                  <a:lnTo>
                    <a:pt x="5448" y="253"/>
                  </a:lnTo>
                  <a:cubicBezTo>
                    <a:pt x="5511" y="253"/>
                    <a:pt x="5575" y="190"/>
                    <a:pt x="5575" y="127"/>
                  </a:cubicBezTo>
                  <a:cubicBezTo>
                    <a:pt x="5575" y="63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3"/>
                    <a:pt x="6398" y="127"/>
                  </a:cubicBezTo>
                  <a:cubicBezTo>
                    <a:pt x="6398" y="190"/>
                    <a:pt x="6430" y="253"/>
                    <a:pt x="6525" y="253"/>
                  </a:cubicBezTo>
                  <a:lnTo>
                    <a:pt x="7063" y="253"/>
                  </a:lnTo>
                  <a:cubicBezTo>
                    <a:pt x="7126" y="253"/>
                    <a:pt x="7190" y="190"/>
                    <a:pt x="7190" y="127"/>
                  </a:cubicBezTo>
                  <a:cubicBezTo>
                    <a:pt x="7190" y="63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3"/>
                    <a:pt x="7981" y="127"/>
                  </a:cubicBezTo>
                  <a:cubicBezTo>
                    <a:pt x="7981" y="190"/>
                    <a:pt x="8045" y="253"/>
                    <a:pt x="8108" y="253"/>
                  </a:cubicBezTo>
                  <a:lnTo>
                    <a:pt x="8646" y="253"/>
                  </a:lnTo>
                  <a:cubicBezTo>
                    <a:pt x="8710" y="253"/>
                    <a:pt x="8773" y="190"/>
                    <a:pt x="8773" y="127"/>
                  </a:cubicBezTo>
                  <a:cubicBezTo>
                    <a:pt x="8773" y="63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3"/>
                    <a:pt x="9565" y="127"/>
                  </a:cubicBezTo>
                  <a:cubicBezTo>
                    <a:pt x="9565" y="190"/>
                    <a:pt x="9628" y="253"/>
                    <a:pt x="9723" y="253"/>
                  </a:cubicBezTo>
                  <a:lnTo>
                    <a:pt x="10230" y="253"/>
                  </a:lnTo>
                  <a:cubicBezTo>
                    <a:pt x="10325" y="253"/>
                    <a:pt x="10388" y="190"/>
                    <a:pt x="10388" y="127"/>
                  </a:cubicBezTo>
                  <a:cubicBezTo>
                    <a:pt x="10388" y="63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3"/>
                    <a:pt x="11180" y="127"/>
                  </a:cubicBezTo>
                  <a:cubicBezTo>
                    <a:pt x="11180" y="190"/>
                    <a:pt x="11243" y="253"/>
                    <a:pt x="11307" y="253"/>
                  </a:cubicBezTo>
                  <a:lnTo>
                    <a:pt x="11845" y="253"/>
                  </a:lnTo>
                  <a:cubicBezTo>
                    <a:pt x="11908" y="253"/>
                    <a:pt x="11972" y="190"/>
                    <a:pt x="11972" y="127"/>
                  </a:cubicBezTo>
                  <a:cubicBezTo>
                    <a:pt x="11972" y="63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3"/>
                    <a:pt x="12763" y="127"/>
                  </a:cubicBezTo>
                  <a:cubicBezTo>
                    <a:pt x="12763" y="190"/>
                    <a:pt x="12827" y="253"/>
                    <a:pt x="12890" y="253"/>
                  </a:cubicBezTo>
                  <a:lnTo>
                    <a:pt x="13428" y="253"/>
                  </a:lnTo>
                  <a:cubicBezTo>
                    <a:pt x="13492" y="253"/>
                    <a:pt x="13555" y="190"/>
                    <a:pt x="13555" y="127"/>
                  </a:cubicBezTo>
                  <a:cubicBezTo>
                    <a:pt x="13555" y="63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3"/>
                    <a:pt x="14379" y="127"/>
                  </a:cubicBezTo>
                  <a:cubicBezTo>
                    <a:pt x="14379" y="190"/>
                    <a:pt x="14410" y="253"/>
                    <a:pt x="14505" y="253"/>
                  </a:cubicBezTo>
                  <a:lnTo>
                    <a:pt x="15044" y="253"/>
                  </a:lnTo>
                  <a:cubicBezTo>
                    <a:pt x="15107" y="253"/>
                    <a:pt x="15170" y="190"/>
                    <a:pt x="15170" y="127"/>
                  </a:cubicBezTo>
                  <a:cubicBezTo>
                    <a:pt x="15170" y="63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3"/>
                    <a:pt x="15962" y="127"/>
                  </a:cubicBezTo>
                  <a:cubicBezTo>
                    <a:pt x="15962" y="190"/>
                    <a:pt x="16025" y="253"/>
                    <a:pt x="16089" y="253"/>
                  </a:cubicBezTo>
                  <a:lnTo>
                    <a:pt x="16627" y="253"/>
                  </a:lnTo>
                  <a:cubicBezTo>
                    <a:pt x="16690" y="253"/>
                    <a:pt x="16754" y="190"/>
                    <a:pt x="16754" y="127"/>
                  </a:cubicBezTo>
                  <a:cubicBezTo>
                    <a:pt x="16754" y="63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3"/>
                    <a:pt x="17545" y="127"/>
                  </a:cubicBezTo>
                  <a:cubicBezTo>
                    <a:pt x="17545" y="190"/>
                    <a:pt x="17609" y="253"/>
                    <a:pt x="17704" y="253"/>
                  </a:cubicBezTo>
                  <a:lnTo>
                    <a:pt x="18211" y="253"/>
                  </a:lnTo>
                  <a:cubicBezTo>
                    <a:pt x="18306" y="253"/>
                    <a:pt x="18369" y="190"/>
                    <a:pt x="18369" y="127"/>
                  </a:cubicBezTo>
                  <a:cubicBezTo>
                    <a:pt x="18369" y="63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3"/>
                    <a:pt x="19161" y="127"/>
                  </a:cubicBezTo>
                  <a:cubicBezTo>
                    <a:pt x="19161" y="190"/>
                    <a:pt x="19224" y="253"/>
                    <a:pt x="19287" y="253"/>
                  </a:cubicBezTo>
                  <a:lnTo>
                    <a:pt x="19826" y="253"/>
                  </a:lnTo>
                  <a:cubicBezTo>
                    <a:pt x="19889" y="253"/>
                    <a:pt x="19952" y="190"/>
                    <a:pt x="19952" y="127"/>
                  </a:cubicBezTo>
                  <a:cubicBezTo>
                    <a:pt x="19952" y="63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3"/>
                    <a:pt x="20744" y="127"/>
                  </a:cubicBezTo>
                  <a:cubicBezTo>
                    <a:pt x="20744" y="190"/>
                    <a:pt x="20807" y="253"/>
                    <a:pt x="20902" y="253"/>
                  </a:cubicBezTo>
                  <a:lnTo>
                    <a:pt x="21409" y="253"/>
                  </a:lnTo>
                  <a:cubicBezTo>
                    <a:pt x="21504" y="253"/>
                    <a:pt x="21536" y="190"/>
                    <a:pt x="21567" y="127"/>
                  </a:cubicBezTo>
                  <a:cubicBezTo>
                    <a:pt x="21567" y="63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3"/>
                    <a:pt x="22359" y="127"/>
                  </a:cubicBezTo>
                  <a:cubicBezTo>
                    <a:pt x="22359" y="190"/>
                    <a:pt x="22391" y="253"/>
                    <a:pt x="22486" y="253"/>
                  </a:cubicBezTo>
                  <a:lnTo>
                    <a:pt x="23024" y="253"/>
                  </a:lnTo>
                  <a:cubicBezTo>
                    <a:pt x="23088" y="253"/>
                    <a:pt x="23151" y="190"/>
                    <a:pt x="23151" y="127"/>
                  </a:cubicBezTo>
                  <a:cubicBezTo>
                    <a:pt x="23151" y="63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3"/>
                    <a:pt x="23943" y="127"/>
                  </a:cubicBezTo>
                  <a:cubicBezTo>
                    <a:pt x="23943" y="190"/>
                    <a:pt x="24006" y="253"/>
                    <a:pt x="24069" y="253"/>
                  </a:cubicBezTo>
                  <a:lnTo>
                    <a:pt x="24608" y="253"/>
                  </a:lnTo>
                  <a:cubicBezTo>
                    <a:pt x="24671" y="253"/>
                    <a:pt x="24734" y="190"/>
                    <a:pt x="24734" y="127"/>
                  </a:cubicBezTo>
                  <a:cubicBezTo>
                    <a:pt x="24734" y="63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3"/>
                    <a:pt x="25526" y="127"/>
                  </a:cubicBezTo>
                  <a:cubicBezTo>
                    <a:pt x="25526" y="190"/>
                    <a:pt x="25589" y="253"/>
                    <a:pt x="25684" y="253"/>
                  </a:cubicBezTo>
                  <a:lnTo>
                    <a:pt x="26191" y="253"/>
                  </a:lnTo>
                  <a:cubicBezTo>
                    <a:pt x="26286" y="253"/>
                    <a:pt x="26349" y="190"/>
                    <a:pt x="26349" y="127"/>
                  </a:cubicBezTo>
                  <a:cubicBezTo>
                    <a:pt x="26349" y="63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3"/>
                    <a:pt x="27141" y="127"/>
                  </a:cubicBezTo>
                  <a:cubicBezTo>
                    <a:pt x="27141" y="190"/>
                    <a:pt x="27205" y="253"/>
                    <a:pt x="27268" y="253"/>
                  </a:cubicBezTo>
                  <a:lnTo>
                    <a:pt x="27806" y="253"/>
                  </a:lnTo>
                  <a:cubicBezTo>
                    <a:pt x="27870" y="253"/>
                    <a:pt x="27933" y="190"/>
                    <a:pt x="27933" y="127"/>
                  </a:cubicBezTo>
                  <a:cubicBezTo>
                    <a:pt x="27933" y="63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3"/>
                    <a:pt x="28725" y="127"/>
                  </a:cubicBezTo>
                  <a:cubicBezTo>
                    <a:pt x="28725" y="190"/>
                    <a:pt x="28788" y="253"/>
                    <a:pt x="28883" y="253"/>
                  </a:cubicBezTo>
                  <a:lnTo>
                    <a:pt x="29390" y="253"/>
                  </a:lnTo>
                  <a:cubicBezTo>
                    <a:pt x="29485" y="253"/>
                    <a:pt x="29548" y="190"/>
                    <a:pt x="29548" y="127"/>
                  </a:cubicBezTo>
                  <a:cubicBezTo>
                    <a:pt x="29548" y="63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3"/>
                    <a:pt x="30340" y="127"/>
                  </a:cubicBezTo>
                  <a:cubicBezTo>
                    <a:pt x="30340" y="190"/>
                    <a:pt x="30403" y="253"/>
                    <a:pt x="30466" y="253"/>
                  </a:cubicBezTo>
                  <a:lnTo>
                    <a:pt x="31005" y="253"/>
                  </a:lnTo>
                  <a:cubicBezTo>
                    <a:pt x="31068" y="253"/>
                    <a:pt x="31131" y="190"/>
                    <a:pt x="31131" y="127"/>
                  </a:cubicBezTo>
                  <a:cubicBezTo>
                    <a:pt x="31131" y="63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3"/>
                    <a:pt x="31923" y="127"/>
                  </a:cubicBezTo>
                  <a:cubicBezTo>
                    <a:pt x="31923" y="190"/>
                    <a:pt x="31987" y="253"/>
                    <a:pt x="32050" y="253"/>
                  </a:cubicBezTo>
                  <a:lnTo>
                    <a:pt x="32588" y="253"/>
                  </a:lnTo>
                  <a:cubicBezTo>
                    <a:pt x="32652" y="253"/>
                    <a:pt x="32715" y="190"/>
                    <a:pt x="32715" y="127"/>
                  </a:cubicBezTo>
                  <a:cubicBezTo>
                    <a:pt x="32715" y="63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3"/>
                    <a:pt x="33538" y="127"/>
                  </a:cubicBezTo>
                  <a:cubicBezTo>
                    <a:pt x="33538" y="190"/>
                    <a:pt x="33570" y="253"/>
                    <a:pt x="33665" y="253"/>
                  </a:cubicBezTo>
                  <a:lnTo>
                    <a:pt x="34203" y="253"/>
                  </a:lnTo>
                  <a:cubicBezTo>
                    <a:pt x="34267" y="253"/>
                    <a:pt x="34330" y="190"/>
                    <a:pt x="34330" y="127"/>
                  </a:cubicBezTo>
                  <a:cubicBezTo>
                    <a:pt x="34330" y="63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3"/>
                    <a:pt x="35122" y="127"/>
                  </a:cubicBezTo>
                  <a:cubicBezTo>
                    <a:pt x="35122" y="190"/>
                    <a:pt x="35185" y="253"/>
                    <a:pt x="35248" y="253"/>
                  </a:cubicBezTo>
                  <a:lnTo>
                    <a:pt x="35787" y="253"/>
                  </a:lnTo>
                  <a:cubicBezTo>
                    <a:pt x="35850" y="253"/>
                    <a:pt x="35914" y="190"/>
                    <a:pt x="35914" y="127"/>
                  </a:cubicBezTo>
                  <a:cubicBezTo>
                    <a:pt x="35914" y="63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3"/>
                    <a:pt x="36705" y="127"/>
                  </a:cubicBezTo>
                  <a:cubicBezTo>
                    <a:pt x="36705" y="190"/>
                    <a:pt x="36769" y="253"/>
                    <a:pt x="36864" y="253"/>
                  </a:cubicBezTo>
                  <a:lnTo>
                    <a:pt x="37370" y="253"/>
                  </a:lnTo>
                  <a:cubicBezTo>
                    <a:pt x="37465" y="253"/>
                    <a:pt x="37529" y="190"/>
                    <a:pt x="37529" y="127"/>
                  </a:cubicBezTo>
                  <a:cubicBezTo>
                    <a:pt x="37529" y="63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3"/>
                    <a:pt x="38320" y="127"/>
                  </a:cubicBezTo>
                  <a:cubicBezTo>
                    <a:pt x="38320" y="190"/>
                    <a:pt x="38384" y="253"/>
                    <a:pt x="38447" y="253"/>
                  </a:cubicBezTo>
                  <a:lnTo>
                    <a:pt x="38985" y="253"/>
                  </a:lnTo>
                  <a:cubicBezTo>
                    <a:pt x="39049" y="253"/>
                    <a:pt x="39112" y="190"/>
                    <a:pt x="39112" y="127"/>
                  </a:cubicBezTo>
                  <a:cubicBezTo>
                    <a:pt x="39112" y="63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3"/>
                    <a:pt x="39904" y="127"/>
                  </a:cubicBezTo>
                  <a:cubicBezTo>
                    <a:pt x="39904" y="190"/>
                    <a:pt x="39967" y="253"/>
                    <a:pt x="40062" y="253"/>
                  </a:cubicBezTo>
                  <a:lnTo>
                    <a:pt x="40569" y="253"/>
                  </a:lnTo>
                  <a:cubicBezTo>
                    <a:pt x="40664" y="253"/>
                    <a:pt x="40696" y="190"/>
                    <a:pt x="40727" y="127"/>
                  </a:cubicBezTo>
                  <a:cubicBezTo>
                    <a:pt x="40727" y="63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3"/>
                    <a:pt x="41519" y="127"/>
                  </a:cubicBezTo>
                  <a:cubicBezTo>
                    <a:pt x="41519" y="190"/>
                    <a:pt x="41551" y="253"/>
                    <a:pt x="41646" y="253"/>
                  </a:cubicBezTo>
                  <a:lnTo>
                    <a:pt x="42184" y="253"/>
                  </a:lnTo>
                  <a:cubicBezTo>
                    <a:pt x="42247" y="253"/>
                    <a:pt x="42311" y="190"/>
                    <a:pt x="42311" y="127"/>
                  </a:cubicBezTo>
                  <a:cubicBezTo>
                    <a:pt x="42311" y="63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3"/>
                    <a:pt x="43102" y="127"/>
                  </a:cubicBezTo>
                  <a:cubicBezTo>
                    <a:pt x="43102" y="190"/>
                    <a:pt x="43166" y="253"/>
                    <a:pt x="43229" y="253"/>
                  </a:cubicBezTo>
                  <a:lnTo>
                    <a:pt x="43767" y="253"/>
                  </a:lnTo>
                  <a:cubicBezTo>
                    <a:pt x="43831" y="253"/>
                    <a:pt x="43894" y="190"/>
                    <a:pt x="43894" y="127"/>
                  </a:cubicBezTo>
                  <a:cubicBezTo>
                    <a:pt x="43894" y="63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93250" y="2047950"/>
              <a:ext cx="2288925" cy="2074325"/>
            </a:xfrm>
            <a:custGeom>
              <a:avLst/>
              <a:gdLst/>
              <a:ahLst/>
              <a:cxnLst/>
              <a:rect l="l" t="t" r="r" b="b"/>
              <a:pathLst>
                <a:path w="91557" h="82973" extrusionOk="0">
                  <a:moveTo>
                    <a:pt x="12320" y="0"/>
                  </a:moveTo>
                  <a:cubicBezTo>
                    <a:pt x="12257" y="0"/>
                    <a:pt x="12193" y="63"/>
                    <a:pt x="12193" y="127"/>
                  </a:cubicBezTo>
                  <a:cubicBezTo>
                    <a:pt x="12225" y="190"/>
                    <a:pt x="12257" y="253"/>
                    <a:pt x="12352" y="253"/>
                  </a:cubicBezTo>
                  <a:lnTo>
                    <a:pt x="12858" y="253"/>
                  </a:lnTo>
                  <a:cubicBezTo>
                    <a:pt x="12953" y="253"/>
                    <a:pt x="13017" y="190"/>
                    <a:pt x="13017" y="127"/>
                  </a:cubicBezTo>
                  <a:cubicBezTo>
                    <a:pt x="13017" y="63"/>
                    <a:pt x="12953" y="0"/>
                    <a:pt x="12858" y="0"/>
                  </a:cubicBezTo>
                  <a:close/>
                  <a:moveTo>
                    <a:pt x="13935" y="0"/>
                  </a:moveTo>
                  <a:cubicBezTo>
                    <a:pt x="13872" y="0"/>
                    <a:pt x="13808" y="63"/>
                    <a:pt x="13808" y="127"/>
                  </a:cubicBezTo>
                  <a:cubicBezTo>
                    <a:pt x="13808" y="190"/>
                    <a:pt x="13872" y="253"/>
                    <a:pt x="13935" y="253"/>
                  </a:cubicBezTo>
                  <a:lnTo>
                    <a:pt x="14474" y="253"/>
                  </a:lnTo>
                  <a:cubicBezTo>
                    <a:pt x="14537" y="253"/>
                    <a:pt x="14600" y="190"/>
                    <a:pt x="14600" y="127"/>
                  </a:cubicBezTo>
                  <a:cubicBezTo>
                    <a:pt x="14600" y="63"/>
                    <a:pt x="14537" y="0"/>
                    <a:pt x="14474" y="0"/>
                  </a:cubicBezTo>
                  <a:close/>
                  <a:moveTo>
                    <a:pt x="15550" y="0"/>
                  </a:moveTo>
                  <a:cubicBezTo>
                    <a:pt x="15455" y="0"/>
                    <a:pt x="15392" y="63"/>
                    <a:pt x="15392" y="127"/>
                  </a:cubicBezTo>
                  <a:cubicBezTo>
                    <a:pt x="15392" y="190"/>
                    <a:pt x="15455" y="253"/>
                    <a:pt x="15550" y="253"/>
                  </a:cubicBezTo>
                  <a:lnTo>
                    <a:pt x="16057" y="253"/>
                  </a:lnTo>
                  <a:cubicBezTo>
                    <a:pt x="16120" y="253"/>
                    <a:pt x="16184" y="190"/>
                    <a:pt x="16215" y="127"/>
                  </a:cubicBezTo>
                  <a:cubicBezTo>
                    <a:pt x="16215" y="63"/>
                    <a:pt x="16152" y="0"/>
                    <a:pt x="16057" y="0"/>
                  </a:cubicBezTo>
                  <a:close/>
                  <a:moveTo>
                    <a:pt x="17134" y="0"/>
                  </a:moveTo>
                  <a:cubicBezTo>
                    <a:pt x="17070" y="0"/>
                    <a:pt x="17007" y="63"/>
                    <a:pt x="17007" y="127"/>
                  </a:cubicBezTo>
                  <a:cubicBezTo>
                    <a:pt x="17007" y="190"/>
                    <a:pt x="17070" y="253"/>
                    <a:pt x="17134" y="253"/>
                  </a:cubicBezTo>
                  <a:lnTo>
                    <a:pt x="17672" y="253"/>
                  </a:lnTo>
                  <a:cubicBezTo>
                    <a:pt x="17735" y="253"/>
                    <a:pt x="17799" y="190"/>
                    <a:pt x="17799" y="127"/>
                  </a:cubicBezTo>
                  <a:cubicBezTo>
                    <a:pt x="17799" y="63"/>
                    <a:pt x="17735" y="0"/>
                    <a:pt x="17672" y="0"/>
                  </a:cubicBezTo>
                  <a:close/>
                  <a:moveTo>
                    <a:pt x="18717" y="0"/>
                  </a:moveTo>
                  <a:cubicBezTo>
                    <a:pt x="18654" y="0"/>
                    <a:pt x="18591" y="63"/>
                    <a:pt x="18591" y="127"/>
                  </a:cubicBezTo>
                  <a:cubicBezTo>
                    <a:pt x="18591" y="190"/>
                    <a:pt x="18654" y="253"/>
                    <a:pt x="18717" y="253"/>
                  </a:cubicBezTo>
                  <a:lnTo>
                    <a:pt x="19256" y="253"/>
                  </a:lnTo>
                  <a:cubicBezTo>
                    <a:pt x="19319" y="253"/>
                    <a:pt x="19382" y="190"/>
                    <a:pt x="19382" y="127"/>
                  </a:cubicBezTo>
                  <a:cubicBezTo>
                    <a:pt x="19382" y="63"/>
                    <a:pt x="19319" y="0"/>
                    <a:pt x="19256" y="0"/>
                  </a:cubicBezTo>
                  <a:close/>
                  <a:moveTo>
                    <a:pt x="20332" y="0"/>
                  </a:moveTo>
                  <a:cubicBezTo>
                    <a:pt x="20237" y="0"/>
                    <a:pt x="20206" y="63"/>
                    <a:pt x="20206" y="127"/>
                  </a:cubicBezTo>
                  <a:cubicBezTo>
                    <a:pt x="20206" y="190"/>
                    <a:pt x="20237" y="253"/>
                    <a:pt x="20332" y="253"/>
                  </a:cubicBezTo>
                  <a:lnTo>
                    <a:pt x="20871" y="253"/>
                  </a:lnTo>
                  <a:cubicBezTo>
                    <a:pt x="20934" y="253"/>
                    <a:pt x="20997" y="190"/>
                    <a:pt x="20997" y="127"/>
                  </a:cubicBezTo>
                  <a:cubicBezTo>
                    <a:pt x="20997" y="63"/>
                    <a:pt x="20934" y="0"/>
                    <a:pt x="20871" y="0"/>
                  </a:cubicBezTo>
                  <a:close/>
                  <a:moveTo>
                    <a:pt x="21916" y="0"/>
                  </a:moveTo>
                  <a:cubicBezTo>
                    <a:pt x="21852" y="0"/>
                    <a:pt x="21789" y="63"/>
                    <a:pt x="21789" y="127"/>
                  </a:cubicBezTo>
                  <a:cubicBezTo>
                    <a:pt x="21789" y="190"/>
                    <a:pt x="21852" y="253"/>
                    <a:pt x="21916" y="253"/>
                  </a:cubicBezTo>
                  <a:lnTo>
                    <a:pt x="22454" y="253"/>
                  </a:lnTo>
                  <a:cubicBezTo>
                    <a:pt x="22517" y="253"/>
                    <a:pt x="22581" y="190"/>
                    <a:pt x="22581" y="127"/>
                  </a:cubicBezTo>
                  <a:cubicBezTo>
                    <a:pt x="22581" y="63"/>
                    <a:pt x="22517" y="0"/>
                    <a:pt x="22454" y="0"/>
                  </a:cubicBezTo>
                  <a:close/>
                  <a:moveTo>
                    <a:pt x="23531" y="0"/>
                  </a:moveTo>
                  <a:cubicBezTo>
                    <a:pt x="23436" y="0"/>
                    <a:pt x="23373" y="63"/>
                    <a:pt x="23373" y="127"/>
                  </a:cubicBezTo>
                  <a:cubicBezTo>
                    <a:pt x="23373" y="190"/>
                    <a:pt x="23436" y="253"/>
                    <a:pt x="23531" y="253"/>
                  </a:cubicBezTo>
                  <a:lnTo>
                    <a:pt x="24038" y="253"/>
                  </a:lnTo>
                  <a:cubicBezTo>
                    <a:pt x="24133" y="253"/>
                    <a:pt x="24196" y="190"/>
                    <a:pt x="24164" y="127"/>
                  </a:cubicBezTo>
                  <a:cubicBezTo>
                    <a:pt x="24164" y="63"/>
                    <a:pt x="24133" y="0"/>
                    <a:pt x="24038" y="0"/>
                  </a:cubicBezTo>
                  <a:close/>
                  <a:moveTo>
                    <a:pt x="25114" y="0"/>
                  </a:moveTo>
                  <a:cubicBezTo>
                    <a:pt x="25051" y="0"/>
                    <a:pt x="24988" y="63"/>
                    <a:pt x="24988" y="127"/>
                  </a:cubicBezTo>
                  <a:cubicBezTo>
                    <a:pt x="24988" y="190"/>
                    <a:pt x="25051" y="253"/>
                    <a:pt x="25114" y="253"/>
                  </a:cubicBezTo>
                  <a:lnTo>
                    <a:pt x="25653" y="253"/>
                  </a:lnTo>
                  <a:cubicBezTo>
                    <a:pt x="25716" y="253"/>
                    <a:pt x="25779" y="190"/>
                    <a:pt x="25779" y="127"/>
                  </a:cubicBezTo>
                  <a:cubicBezTo>
                    <a:pt x="25779" y="63"/>
                    <a:pt x="25716" y="0"/>
                    <a:pt x="25653" y="0"/>
                  </a:cubicBezTo>
                  <a:close/>
                  <a:moveTo>
                    <a:pt x="26698" y="0"/>
                  </a:moveTo>
                  <a:cubicBezTo>
                    <a:pt x="26634" y="0"/>
                    <a:pt x="26571" y="63"/>
                    <a:pt x="26571" y="127"/>
                  </a:cubicBezTo>
                  <a:cubicBezTo>
                    <a:pt x="26571" y="190"/>
                    <a:pt x="26634" y="253"/>
                    <a:pt x="26698" y="253"/>
                  </a:cubicBezTo>
                  <a:lnTo>
                    <a:pt x="27236" y="253"/>
                  </a:lnTo>
                  <a:cubicBezTo>
                    <a:pt x="27331" y="253"/>
                    <a:pt x="27363" y="190"/>
                    <a:pt x="27363" y="127"/>
                  </a:cubicBezTo>
                  <a:cubicBezTo>
                    <a:pt x="27363" y="63"/>
                    <a:pt x="27331" y="0"/>
                    <a:pt x="27236" y="0"/>
                  </a:cubicBezTo>
                  <a:close/>
                  <a:moveTo>
                    <a:pt x="28313" y="0"/>
                  </a:moveTo>
                  <a:cubicBezTo>
                    <a:pt x="28218" y="0"/>
                    <a:pt x="28186" y="63"/>
                    <a:pt x="28186" y="127"/>
                  </a:cubicBezTo>
                  <a:cubicBezTo>
                    <a:pt x="28186" y="190"/>
                    <a:pt x="28218" y="253"/>
                    <a:pt x="28313" y="253"/>
                  </a:cubicBezTo>
                  <a:lnTo>
                    <a:pt x="28851" y="253"/>
                  </a:lnTo>
                  <a:cubicBezTo>
                    <a:pt x="28915" y="253"/>
                    <a:pt x="28978" y="190"/>
                    <a:pt x="28978" y="127"/>
                  </a:cubicBezTo>
                  <a:cubicBezTo>
                    <a:pt x="28978" y="63"/>
                    <a:pt x="28915" y="0"/>
                    <a:pt x="28851" y="0"/>
                  </a:cubicBezTo>
                  <a:close/>
                  <a:moveTo>
                    <a:pt x="29896" y="0"/>
                  </a:moveTo>
                  <a:cubicBezTo>
                    <a:pt x="29833" y="0"/>
                    <a:pt x="29770" y="63"/>
                    <a:pt x="29770" y="127"/>
                  </a:cubicBezTo>
                  <a:cubicBezTo>
                    <a:pt x="29770" y="190"/>
                    <a:pt x="29833" y="253"/>
                    <a:pt x="29896" y="253"/>
                  </a:cubicBezTo>
                  <a:lnTo>
                    <a:pt x="30435" y="253"/>
                  </a:lnTo>
                  <a:cubicBezTo>
                    <a:pt x="30498" y="253"/>
                    <a:pt x="30561" y="190"/>
                    <a:pt x="30561" y="127"/>
                  </a:cubicBezTo>
                  <a:cubicBezTo>
                    <a:pt x="30561" y="63"/>
                    <a:pt x="30498" y="0"/>
                    <a:pt x="30435" y="0"/>
                  </a:cubicBezTo>
                  <a:close/>
                  <a:moveTo>
                    <a:pt x="31512" y="0"/>
                  </a:moveTo>
                  <a:cubicBezTo>
                    <a:pt x="31417" y="0"/>
                    <a:pt x="31353" y="63"/>
                    <a:pt x="31353" y="127"/>
                  </a:cubicBezTo>
                  <a:cubicBezTo>
                    <a:pt x="31353" y="190"/>
                    <a:pt x="31417" y="253"/>
                    <a:pt x="31512" y="253"/>
                  </a:cubicBezTo>
                  <a:lnTo>
                    <a:pt x="32018" y="253"/>
                  </a:lnTo>
                  <a:cubicBezTo>
                    <a:pt x="32113" y="253"/>
                    <a:pt x="32177" y="190"/>
                    <a:pt x="32177" y="127"/>
                  </a:cubicBezTo>
                  <a:cubicBezTo>
                    <a:pt x="32177" y="63"/>
                    <a:pt x="32113" y="0"/>
                    <a:pt x="32018" y="0"/>
                  </a:cubicBezTo>
                  <a:close/>
                  <a:moveTo>
                    <a:pt x="33095" y="0"/>
                  </a:moveTo>
                  <a:cubicBezTo>
                    <a:pt x="33032" y="0"/>
                    <a:pt x="32968" y="63"/>
                    <a:pt x="32968" y="127"/>
                  </a:cubicBezTo>
                  <a:cubicBezTo>
                    <a:pt x="32968" y="190"/>
                    <a:pt x="33032" y="253"/>
                    <a:pt x="33095" y="253"/>
                  </a:cubicBezTo>
                  <a:lnTo>
                    <a:pt x="33633" y="253"/>
                  </a:lnTo>
                  <a:cubicBezTo>
                    <a:pt x="33697" y="253"/>
                    <a:pt x="33760" y="190"/>
                    <a:pt x="33760" y="127"/>
                  </a:cubicBezTo>
                  <a:cubicBezTo>
                    <a:pt x="33760" y="63"/>
                    <a:pt x="33697" y="0"/>
                    <a:pt x="33633" y="0"/>
                  </a:cubicBezTo>
                  <a:close/>
                  <a:moveTo>
                    <a:pt x="34710" y="0"/>
                  </a:moveTo>
                  <a:cubicBezTo>
                    <a:pt x="34615" y="0"/>
                    <a:pt x="34552" y="63"/>
                    <a:pt x="34552" y="127"/>
                  </a:cubicBezTo>
                  <a:cubicBezTo>
                    <a:pt x="34552" y="190"/>
                    <a:pt x="34615" y="253"/>
                    <a:pt x="34710" y="253"/>
                  </a:cubicBezTo>
                  <a:lnTo>
                    <a:pt x="35217" y="253"/>
                  </a:lnTo>
                  <a:cubicBezTo>
                    <a:pt x="35312" y="253"/>
                    <a:pt x="35343" y="190"/>
                    <a:pt x="35375" y="127"/>
                  </a:cubicBezTo>
                  <a:cubicBezTo>
                    <a:pt x="35375" y="63"/>
                    <a:pt x="35312" y="0"/>
                    <a:pt x="35217" y="0"/>
                  </a:cubicBezTo>
                  <a:close/>
                  <a:moveTo>
                    <a:pt x="36294" y="0"/>
                  </a:moveTo>
                  <a:cubicBezTo>
                    <a:pt x="36230" y="0"/>
                    <a:pt x="36167" y="63"/>
                    <a:pt x="36167" y="127"/>
                  </a:cubicBezTo>
                  <a:cubicBezTo>
                    <a:pt x="36167" y="190"/>
                    <a:pt x="36230" y="253"/>
                    <a:pt x="36294" y="253"/>
                  </a:cubicBezTo>
                  <a:lnTo>
                    <a:pt x="36832" y="253"/>
                  </a:lnTo>
                  <a:cubicBezTo>
                    <a:pt x="36895" y="253"/>
                    <a:pt x="36959" y="190"/>
                    <a:pt x="36959" y="127"/>
                  </a:cubicBezTo>
                  <a:cubicBezTo>
                    <a:pt x="36959" y="63"/>
                    <a:pt x="36895" y="0"/>
                    <a:pt x="36832" y="0"/>
                  </a:cubicBezTo>
                  <a:close/>
                  <a:moveTo>
                    <a:pt x="37877" y="0"/>
                  </a:moveTo>
                  <a:cubicBezTo>
                    <a:pt x="37814" y="0"/>
                    <a:pt x="37750" y="63"/>
                    <a:pt x="37750" y="127"/>
                  </a:cubicBezTo>
                  <a:cubicBezTo>
                    <a:pt x="37750" y="190"/>
                    <a:pt x="37814" y="253"/>
                    <a:pt x="37877" y="253"/>
                  </a:cubicBezTo>
                  <a:lnTo>
                    <a:pt x="38415" y="253"/>
                  </a:lnTo>
                  <a:cubicBezTo>
                    <a:pt x="38479" y="253"/>
                    <a:pt x="38542" y="190"/>
                    <a:pt x="38542" y="127"/>
                  </a:cubicBezTo>
                  <a:cubicBezTo>
                    <a:pt x="38542" y="63"/>
                    <a:pt x="38479" y="0"/>
                    <a:pt x="38415" y="0"/>
                  </a:cubicBezTo>
                  <a:close/>
                  <a:moveTo>
                    <a:pt x="39492" y="0"/>
                  </a:moveTo>
                  <a:cubicBezTo>
                    <a:pt x="39397" y="0"/>
                    <a:pt x="39365" y="63"/>
                    <a:pt x="39365" y="127"/>
                  </a:cubicBezTo>
                  <a:cubicBezTo>
                    <a:pt x="39365" y="190"/>
                    <a:pt x="39397" y="253"/>
                    <a:pt x="39492" y="253"/>
                  </a:cubicBezTo>
                  <a:lnTo>
                    <a:pt x="40030" y="253"/>
                  </a:lnTo>
                  <a:cubicBezTo>
                    <a:pt x="40094" y="253"/>
                    <a:pt x="40157" y="190"/>
                    <a:pt x="40157" y="127"/>
                  </a:cubicBezTo>
                  <a:cubicBezTo>
                    <a:pt x="40157" y="63"/>
                    <a:pt x="40094" y="0"/>
                    <a:pt x="40030" y="0"/>
                  </a:cubicBezTo>
                  <a:close/>
                  <a:moveTo>
                    <a:pt x="41076" y="0"/>
                  </a:moveTo>
                  <a:cubicBezTo>
                    <a:pt x="41012" y="0"/>
                    <a:pt x="40949" y="63"/>
                    <a:pt x="40949" y="127"/>
                  </a:cubicBezTo>
                  <a:cubicBezTo>
                    <a:pt x="40949" y="190"/>
                    <a:pt x="41012" y="253"/>
                    <a:pt x="41076" y="253"/>
                  </a:cubicBezTo>
                  <a:lnTo>
                    <a:pt x="41614" y="253"/>
                  </a:lnTo>
                  <a:cubicBezTo>
                    <a:pt x="41677" y="253"/>
                    <a:pt x="41741" y="190"/>
                    <a:pt x="41741" y="127"/>
                  </a:cubicBezTo>
                  <a:cubicBezTo>
                    <a:pt x="41741" y="63"/>
                    <a:pt x="41677" y="0"/>
                    <a:pt x="41614" y="0"/>
                  </a:cubicBezTo>
                  <a:close/>
                  <a:moveTo>
                    <a:pt x="42691" y="0"/>
                  </a:moveTo>
                  <a:cubicBezTo>
                    <a:pt x="42596" y="0"/>
                    <a:pt x="42532" y="63"/>
                    <a:pt x="42532" y="127"/>
                  </a:cubicBezTo>
                  <a:cubicBezTo>
                    <a:pt x="42532" y="190"/>
                    <a:pt x="42596" y="253"/>
                    <a:pt x="42691" y="253"/>
                  </a:cubicBezTo>
                  <a:lnTo>
                    <a:pt x="43197" y="253"/>
                  </a:lnTo>
                  <a:cubicBezTo>
                    <a:pt x="43292" y="253"/>
                    <a:pt x="43356" y="190"/>
                    <a:pt x="43356" y="127"/>
                  </a:cubicBezTo>
                  <a:cubicBezTo>
                    <a:pt x="43356" y="63"/>
                    <a:pt x="43292" y="0"/>
                    <a:pt x="43197" y="0"/>
                  </a:cubicBezTo>
                  <a:close/>
                  <a:moveTo>
                    <a:pt x="44274" y="0"/>
                  </a:moveTo>
                  <a:cubicBezTo>
                    <a:pt x="44211" y="0"/>
                    <a:pt x="44147" y="63"/>
                    <a:pt x="44147" y="127"/>
                  </a:cubicBezTo>
                  <a:cubicBezTo>
                    <a:pt x="44147" y="190"/>
                    <a:pt x="44211" y="253"/>
                    <a:pt x="44274" y="253"/>
                  </a:cubicBezTo>
                  <a:lnTo>
                    <a:pt x="44813" y="253"/>
                  </a:lnTo>
                  <a:cubicBezTo>
                    <a:pt x="44876" y="253"/>
                    <a:pt x="44939" y="190"/>
                    <a:pt x="44939" y="127"/>
                  </a:cubicBezTo>
                  <a:cubicBezTo>
                    <a:pt x="44939" y="63"/>
                    <a:pt x="44876" y="0"/>
                    <a:pt x="44813" y="0"/>
                  </a:cubicBezTo>
                  <a:close/>
                  <a:moveTo>
                    <a:pt x="45858" y="0"/>
                  </a:moveTo>
                  <a:cubicBezTo>
                    <a:pt x="45794" y="0"/>
                    <a:pt x="45731" y="63"/>
                    <a:pt x="45731" y="127"/>
                  </a:cubicBezTo>
                  <a:cubicBezTo>
                    <a:pt x="45731" y="190"/>
                    <a:pt x="45794" y="253"/>
                    <a:pt x="45858" y="253"/>
                  </a:cubicBezTo>
                  <a:lnTo>
                    <a:pt x="46396" y="253"/>
                  </a:lnTo>
                  <a:cubicBezTo>
                    <a:pt x="46459" y="253"/>
                    <a:pt x="46523" y="190"/>
                    <a:pt x="46523" y="127"/>
                  </a:cubicBezTo>
                  <a:cubicBezTo>
                    <a:pt x="46523" y="63"/>
                    <a:pt x="46491" y="0"/>
                    <a:pt x="46396" y="0"/>
                  </a:cubicBezTo>
                  <a:close/>
                  <a:moveTo>
                    <a:pt x="47473" y="0"/>
                  </a:moveTo>
                  <a:cubicBezTo>
                    <a:pt x="47378" y="0"/>
                    <a:pt x="47346" y="63"/>
                    <a:pt x="47346" y="127"/>
                  </a:cubicBezTo>
                  <a:cubicBezTo>
                    <a:pt x="47346" y="190"/>
                    <a:pt x="47378" y="253"/>
                    <a:pt x="47473" y="253"/>
                  </a:cubicBezTo>
                  <a:lnTo>
                    <a:pt x="48011" y="253"/>
                  </a:lnTo>
                  <a:cubicBezTo>
                    <a:pt x="48074" y="253"/>
                    <a:pt x="48138" y="190"/>
                    <a:pt x="48138" y="127"/>
                  </a:cubicBezTo>
                  <a:cubicBezTo>
                    <a:pt x="48138" y="63"/>
                    <a:pt x="48074" y="0"/>
                    <a:pt x="48011" y="0"/>
                  </a:cubicBezTo>
                  <a:close/>
                  <a:moveTo>
                    <a:pt x="49056" y="0"/>
                  </a:moveTo>
                  <a:cubicBezTo>
                    <a:pt x="48993" y="0"/>
                    <a:pt x="48929" y="63"/>
                    <a:pt x="48929" y="127"/>
                  </a:cubicBezTo>
                  <a:cubicBezTo>
                    <a:pt x="48929" y="190"/>
                    <a:pt x="48993" y="253"/>
                    <a:pt x="49056" y="253"/>
                  </a:cubicBezTo>
                  <a:lnTo>
                    <a:pt x="49595" y="253"/>
                  </a:lnTo>
                  <a:cubicBezTo>
                    <a:pt x="49658" y="253"/>
                    <a:pt x="49721" y="190"/>
                    <a:pt x="49721" y="127"/>
                  </a:cubicBezTo>
                  <a:cubicBezTo>
                    <a:pt x="49721" y="63"/>
                    <a:pt x="49658" y="0"/>
                    <a:pt x="49595" y="0"/>
                  </a:cubicBezTo>
                  <a:close/>
                  <a:moveTo>
                    <a:pt x="50671" y="0"/>
                  </a:moveTo>
                  <a:cubicBezTo>
                    <a:pt x="50576" y="0"/>
                    <a:pt x="50513" y="63"/>
                    <a:pt x="50513" y="127"/>
                  </a:cubicBezTo>
                  <a:cubicBezTo>
                    <a:pt x="50513" y="190"/>
                    <a:pt x="50576" y="253"/>
                    <a:pt x="50671" y="253"/>
                  </a:cubicBezTo>
                  <a:lnTo>
                    <a:pt x="51178" y="253"/>
                  </a:lnTo>
                  <a:cubicBezTo>
                    <a:pt x="51273" y="253"/>
                    <a:pt x="51336" y="190"/>
                    <a:pt x="51336" y="127"/>
                  </a:cubicBezTo>
                  <a:cubicBezTo>
                    <a:pt x="51336" y="63"/>
                    <a:pt x="51273" y="0"/>
                    <a:pt x="51178" y="0"/>
                  </a:cubicBezTo>
                  <a:close/>
                  <a:moveTo>
                    <a:pt x="52255" y="0"/>
                  </a:moveTo>
                  <a:cubicBezTo>
                    <a:pt x="52191" y="0"/>
                    <a:pt x="52128" y="63"/>
                    <a:pt x="52128" y="127"/>
                  </a:cubicBezTo>
                  <a:cubicBezTo>
                    <a:pt x="52128" y="190"/>
                    <a:pt x="52191" y="253"/>
                    <a:pt x="52255" y="253"/>
                  </a:cubicBezTo>
                  <a:lnTo>
                    <a:pt x="52793" y="253"/>
                  </a:lnTo>
                  <a:cubicBezTo>
                    <a:pt x="52856" y="253"/>
                    <a:pt x="52920" y="190"/>
                    <a:pt x="52920" y="127"/>
                  </a:cubicBezTo>
                  <a:cubicBezTo>
                    <a:pt x="52920" y="63"/>
                    <a:pt x="52856" y="0"/>
                    <a:pt x="52793" y="0"/>
                  </a:cubicBezTo>
                  <a:close/>
                  <a:moveTo>
                    <a:pt x="53870" y="0"/>
                  </a:moveTo>
                  <a:cubicBezTo>
                    <a:pt x="53775" y="0"/>
                    <a:pt x="53712" y="63"/>
                    <a:pt x="53712" y="127"/>
                  </a:cubicBezTo>
                  <a:cubicBezTo>
                    <a:pt x="53712" y="190"/>
                    <a:pt x="53775" y="253"/>
                    <a:pt x="53870" y="253"/>
                  </a:cubicBezTo>
                  <a:lnTo>
                    <a:pt x="54377" y="253"/>
                  </a:lnTo>
                  <a:cubicBezTo>
                    <a:pt x="54472" y="253"/>
                    <a:pt x="54503" y="190"/>
                    <a:pt x="54503" y="127"/>
                  </a:cubicBezTo>
                  <a:cubicBezTo>
                    <a:pt x="54503" y="63"/>
                    <a:pt x="54472" y="0"/>
                    <a:pt x="54377" y="0"/>
                  </a:cubicBezTo>
                  <a:close/>
                  <a:moveTo>
                    <a:pt x="55453" y="0"/>
                  </a:moveTo>
                  <a:cubicBezTo>
                    <a:pt x="55390" y="0"/>
                    <a:pt x="55327" y="63"/>
                    <a:pt x="55327" y="127"/>
                  </a:cubicBezTo>
                  <a:cubicBezTo>
                    <a:pt x="55327" y="190"/>
                    <a:pt x="55390" y="253"/>
                    <a:pt x="55453" y="253"/>
                  </a:cubicBezTo>
                  <a:lnTo>
                    <a:pt x="55992" y="253"/>
                  </a:lnTo>
                  <a:cubicBezTo>
                    <a:pt x="56055" y="253"/>
                    <a:pt x="56118" y="190"/>
                    <a:pt x="56118" y="127"/>
                  </a:cubicBezTo>
                  <a:cubicBezTo>
                    <a:pt x="56118" y="63"/>
                    <a:pt x="56055" y="0"/>
                    <a:pt x="55992" y="0"/>
                  </a:cubicBezTo>
                  <a:close/>
                  <a:moveTo>
                    <a:pt x="57037" y="0"/>
                  </a:moveTo>
                  <a:cubicBezTo>
                    <a:pt x="56973" y="0"/>
                    <a:pt x="56910" y="63"/>
                    <a:pt x="56910" y="127"/>
                  </a:cubicBezTo>
                  <a:cubicBezTo>
                    <a:pt x="56910" y="190"/>
                    <a:pt x="56973" y="253"/>
                    <a:pt x="57037" y="253"/>
                  </a:cubicBezTo>
                  <a:lnTo>
                    <a:pt x="57575" y="253"/>
                  </a:lnTo>
                  <a:cubicBezTo>
                    <a:pt x="57638" y="253"/>
                    <a:pt x="57702" y="190"/>
                    <a:pt x="57702" y="127"/>
                  </a:cubicBezTo>
                  <a:cubicBezTo>
                    <a:pt x="57702" y="63"/>
                    <a:pt x="57638" y="0"/>
                    <a:pt x="57575" y="0"/>
                  </a:cubicBezTo>
                  <a:close/>
                  <a:moveTo>
                    <a:pt x="58652" y="0"/>
                  </a:moveTo>
                  <a:cubicBezTo>
                    <a:pt x="58557" y="0"/>
                    <a:pt x="58525" y="63"/>
                    <a:pt x="58525" y="127"/>
                  </a:cubicBezTo>
                  <a:cubicBezTo>
                    <a:pt x="58525" y="190"/>
                    <a:pt x="58557" y="253"/>
                    <a:pt x="58652" y="253"/>
                  </a:cubicBezTo>
                  <a:lnTo>
                    <a:pt x="59190" y="253"/>
                  </a:lnTo>
                  <a:cubicBezTo>
                    <a:pt x="59254" y="253"/>
                    <a:pt x="59317" y="190"/>
                    <a:pt x="59317" y="127"/>
                  </a:cubicBezTo>
                  <a:cubicBezTo>
                    <a:pt x="59317" y="63"/>
                    <a:pt x="59254" y="0"/>
                    <a:pt x="59190" y="0"/>
                  </a:cubicBezTo>
                  <a:close/>
                  <a:moveTo>
                    <a:pt x="60235" y="0"/>
                  </a:moveTo>
                  <a:cubicBezTo>
                    <a:pt x="60172" y="0"/>
                    <a:pt x="60109" y="63"/>
                    <a:pt x="60109" y="127"/>
                  </a:cubicBezTo>
                  <a:cubicBezTo>
                    <a:pt x="60109" y="190"/>
                    <a:pt x="60172" y="253"/>
                    <a:pt x="60235" y="253"/>
                  </a:cubicBezTo>
                  <a:lnTo>
                    <a:pt x="60774" y="253"/>
                  </a:lnTo>
                  <a:cubicBezTo>
                    <a:pt x="60837" y="253"/>
                    <a:pt x="60900" y="190"/>
                    <a:pt x="60900" y="127"/>
                  </a:cubicBezTo>
                  <a:cubicBezTo>
                    <a:pt x="60900" y="63"/>
                    <a:pt x="60837" y="0"/>
                    <a:pt x="60774" y="0"/>
                  </a:cubicBezTo>
                  <a:close/>
                  <a:moveTo>
                    <a:pt x="61850" y="0"/>
                  </a:moveTo>
                  <a:cubicBezTo>
                    <a:pt x="61755" y="0"/>
                    <a:pt x="61692" y="63"/>
                    <a:pt x="61692" y="127"/>
                  </a:cubicBezTo>
                  <a:cubicBezTo>
                    <a:pt x="61692" y="190"/>
                    <a:pt x="61755" y="253"/>
                    <a:pt x="61850" y="253"/>
                  </a:cubicBezTo>
                  <a:lnTo>
                    <a:pt x="62357" y="253"/>
                  </a:lnTo>
                  <a:cubicBezTo>
                    <a:pt x="62452" y="253"/>
                    <a:pt x="62516" y="190"/>
                    <a:pt x="62516" y="127"/>
                  </a:cubicBezTo>
                  <a:cubicBezTo>
                    <a:pt x="62516" y="63"/>
                    <a:pt x="62452" y="0"/>
                    <a:pt x="62357" y="0"/>
                  </a:cubicBezTo>
                  <a:close/>
                  <a:moveTo>
                    <a:pt x="63434" y="0"/>
                  </a:moveTo>
                  <a:cubicBezTo>
                    <a:pt x="63371" y="0"/>
                    <a:pt x="63307" y="63"/>
                    <a:pt x="63307" y="127"/>
                  </a:cubicBezTo>
                  <a:cubicBezTo>
                    <a:pt x="63307" y="190"/>
                    <a:pt x="63371" y="253"/>
                    <a:pt x="63434" y="253"/>
                  </a:cubicBezTo>
                  <a:lnTo>
                    <a:pt x="63972" y="253"/>
                  </a:lnTo>
                  <a:cubicBezTo>
                    <a:pt x="64036" y="253"/>
                    <a:pt x="64099" y="190"/>
                    <a:pt x="64099" y="127"/>
                  </a:cubicBezTo>
                  <a:cubicBezTo>
                    <a:pt x="64099" y="63"/>
                    <a:pt x="64036" y="0"/>
                    <a:pt x="63972" y="0"/>
                  </a:cubicBezTo>
                  <a:close/>
                  <a:moveTo>
                    <a:pt x="65017" y="0"/>
                  </a:moveTo>
                  <a:cubicBezTo>
                    <a:pt x="64954" y="0"/>
                    <a:pt x="64891" y="63"/>
                    <a:pt x="64891" y="127"/>
                  </a:cubicBezTo>
                  <a:cubicBezTo>
                    <a:pt x="64891" y="190"/>
                    <a:pt x="64954" y="253"/>
                    <a:pt x="65017" y="253"/>
                  </a:cubicBezTo>
                  <a:lnTo>
                    <a:pt x="65556" y="253"/>
                  </a:lnTo>
                  <a:cubicBezTo>
                    <a:pt x="65619" y="253"/>
                    <a:pt x="65682" y="190"/>
                    <a:pt x="65682" y="127"/>
                  </a:cubicBezTo>
                  <a:cubicBezTo>
                    <a:pt x="65682" y="63"/>
                    <a:pt x="65651" y="0"/>
                    <a:pt x="65556" y="0"/>
                  </a:cubicBezTo>
                  <a:close/>
                  <a:moveTo>
                    <a:pt x="66633" y="0"/>
                  </a:moveTo>
                  <a:cubicBezTo>
                    <a:pt x="66537" y="0"/>
                    <a:pt x="66506" y="63"/>
                    <a:pt x="66506" y="127"/>
                  </a:cubicBezTo>
                  <a:cubicBezTo>
                    <a:pt x="66506" y="190"/>
                    <a:pt x="66537" y="253"/>
                    <a:pt x="66633" y="253"/>
                  </a:cubicBezTo>
                  <a:lnTo>
                    <a:pt x="67171" y="253"/>
                  </a:lnTo>
                  <a:cubicBezTo>
                    <a:pt x="67234" y="253"/>
                    <a:pt x="67298" y="190"/>
                    <a:pt x="67298" y="127"/>
                  </a:cubicBezTo>
                  <a:cubicBezTo>
                    <a:pt x="67298" y="63"/>
                    <a:pt x="67234" y="0"/>
                    <a:pt x="67171" y="0"/>
                  </a:cubicBezTo>
                  <a:close/>
                  <a:moveTo>
                    <a:pt x="68216" y="0"/>
                  </a:moveTo>
                  <a:cubicBezTo>
                    <a:pt x="68153" y="0"/>
                    <a:pt x="68089" y="63"/>
                    <a:pt x="68089" y="127"/>
                  </a:cubicBezTo>
                  <a:cubicBezTo>
                    <a:pt x="68089" y="190"/>
                    <a:pt x="68153" y="253"/>
                    <a:pt x="68216" y="253"/>
                  </a:cubicBezTo>
                  <a:lnTo>
                    <a:pt x="68754" y="253"/>
                  </a:lnTo>
                  <a:cubicBezTo>
                    <a:pt x="68818" y="253"/>
                    <a:pt x="68881" y="190"/>
                    <a:pt x="68881" y="127"/>
                  </a:cubicBezTo>
                  <a:cubicBezTo>
                    <a:pt x="68881" y="63"/>
                    <a:pt x="68818" y="0"/>
                    <a:pt x="68754" y="0"/>
                  </a:cubicBezTo>
                  <a:close/>
                  <a:moveTo>
                    <a:pt x="69831" y="0"/>
                  </a:moveTo>
                  <a:cubicBezTo>
                    <a:pt x="69736" y="0"/>
                    <a:pt x="69673" y="63"/>
                    <a:pt x="69673" y="127"/>
                  </a:cubicBezTo>
                  <a:cubicBezTo>
                    <a:pt x="69673" y="190"/>
                    <a:pt x="69736" y="253"/>
                    <a:pt x="69831" y="253"/>
                  </a:cubicBezTo>
                  <a:lnTo>
                    <a:pt x="70338" y="253"/>
                  </a:lnTo>
                  <a:cubicBezTo>
                    <a:pt x="70433" y="253"/>
                    <a:pt x="70496" y="190"/>
                    <a:pt x="70496" y="127"/>
                  </a:cubicBezTo>
                  <a:cubicBezTo>
                    <a:pt x="70496" y="63"/>
                    <a:pt x="70433" y="0"/>
                    <a:pt x="70338" y="0"/>
                  </a:cubicBezTo>
                  <a:close/>
                  <a:moveTo>
                    <a:pt x="71415" y="0"/>
                  </a:moveTo>
                  <a:cubicBezTo>
                    <a:pt x="71351" y="0"/>
                    <a:pt x="71288" y="63"/>
                    <a:pt x="71288" y="127"/>
                  </a:cubicBezTo>
                  <a:cubicBezTo>
                    <a:pt x="71288" y="190"/>
                    <a:pt x="71351" y="253"/>
                    <a:pt x="71415" y="253"/>
                  </a:cubicBezTo>
                  <a:lnTo>
                    <a:pt x="71953" y="253"/>
                  </a:lnTo>
                  <a:cubicBezTo>
                    <a:pt x="72016" y="253"/>
                    <a:pt x="72080" y="190"/>
                    <a:pt x="72080" y="127"/>
                  </a:cubicBezTo>
                  <a:cubicBezTo>
                    <a:pt x="72080" y="63"/>
                    <a:pt x="72016" y="0"/>
                    <a:pt x="71953" y="0"/>
                  </a:cubicBezTo>
                  <a:close/>
                  <a:moveTo>
                    <a:pt x="73030" y="0"/>
                  </a:moveTo>
                  <a:cubicBezTo>
                    <a:pt x="72935" y="0"/>
                    <a:pt x="72871" y="63"/>
                    <a:pt x="72871" y="127"/>
                  </a:cubicBezTo>
                  <a:cubicBezTo>
                    <a:pt x="72871" y="190"/>
                    <a:pt x="72935" y="253"/>
                    <a:pt x="73030" y="253"/>
                  </a:cubicBezTo>
                  <a:lnTo>
                    <a:pt x="73536" y="253"/>
                  </a:lnTo>
                  <a:cubicBezTo>
                    <a:pt x="73631" y="253"/>
                    <a:pt x="73663" y="190"/>
                    <a:pt x="73695" y="127"/>
                  </a:cubicBezTo>
                  <a:cubicBezTo>
                    <a:pt x="73695" y="63"/>
                    <a:pt x="73631" y="0"/>
                    <a:pt x="73536" y="0"/>
                  </a:cubicBezTo>
                  <a:close/>
                  <a:moveTo>
                    <a:pt x="74613" y="0"/>
                  </a:moveTo>
                  <a:cubicBezTo>
                    <a:pt x="74550" y="0"/>
                    <a:pt x="74486" y="63"/>
                    <a:pt x="74486" y="127"/>
                  </a:cubicBezTo>
                  <a:cubicBezTo>
                    <a:pt x="74486" y="190"/>
                    <a:pt x="74550" y="253"/>
                    <a:pt x="74613" y="253"/>
                  </a:cubicBezTo>
                  <a:lnTo>
                    <a:pt x="75151" y="253"/>
                  </a:lnTo>
                  <a:cubicBezTo>
                    <a:pt x="75215" y="253"/>
                    <a:pt x="75278" y="190"/>
                    <a:pt x="75278" y="127"/>
                  </a:cubicBezTo>
                  <a:cubicBezTo>
                    <a:pt x="75278" y="63"/>
                    <a:pt x="75215" y="0"/>
                    <a:pt x="75151" y="0"/>
                  </a:cubicBezTo>
                  <a:close/>
                  <a:moveTo>
                    <a:pt x="76197" y="0"/>
                  </a:moveTo>
                  <a:cubicBezTo>
                    <a:pt x="76133" y="0"/>
                    <a:pt x="76070" y="63"/>
                    <a:pt x="76070" y="127"/>
                  </a:cubicBezTo>
                  <a:cubicBezTo>
                    <a:pt x="76070" y="190"/>
                    <a:pt x="76133" y="253"/>
                    <a:pt x="76197" y="253"/>
                  </a:cubicBezTo>
                  <a:lnTo>
                    <a:pt x="76735" y="253"/>
                  </a:lnTo>
                  <a:cubicBezTo>
                    <a:pt x="76798" y="253"/>
                    <a:pt x="76862" y="190"/>
                    <a:pt x="76862" y="127"/>
                  </a:cubicBezTo>
                  <a:cubicBezTo>
                    <a:pt x="76862" y="63"/>
                    <a:pt x="76798" y="0"/>
                    <a:pt x="76735" y="0"/>
                  </a:cubicBezTo>
                  <a:close/>
                  <a:moveTo>
                    <a:pt x="77812" y="0"/>
                  </a:moveTo>
                  <a:cubicBezTo>
                    <a:pt x="77717" y="0"/>
                    <a:pt x="77685" y="63"/>
                    <a:pt x="77685" y="127"/>
                  </a:cubicBezTo>
                  <a:cubicBezTo>
                    <a:pt x="77685" y="190"/>
                    <a:pt x="77717" y="253"/>
                    <a:pt x="77812" y="253"/>
                  </a:cubicBezTo>
                  <a:lnTo>
                    <a:pt x="78350" y="253"/>
                  </a:lnTo>
                  <a:cubicBezTo>
                    <a:pt x="78413" y="253"/>
                    <a:pt x="78477" y="190"/>
                    <a:pt x="78477" y="127"/>
                  </a:cubicBezTo>
                  <a:cubicBezTo>
                    <a:pt x="78477" y="63"/>
                    <a:pt x="78413" y="0"/>
                    <a:pt x="78350" y="0"/>
                  </a:cubicBezTo>
                  <a:close/>
                  <a:moveTo>
                    <a:pt x="79395" y="0"/>
                  </a:moveTo>
                  <a:cubicBezTo>
                    <a:pt x="79332" y="0"/>
                    <a:pt x="79268" y="63"/>
                    <a:pt x="79268" y="127"/>
                  </a:cubicBezTo>
                  <a:cubicBezTo>
                    <a:pt x="79268" y="190"/>
                    <a:pt x="79332" y="253"/>
                    <a:pt x="79395" y="253"/>
                  </a:cubicBezTo>
                  <a:lnTo>
                    <a:pt x="79934" y="253"/>
                  </a:lnTo>
                  <a:cubicBezTo>
                    <a:pt x="79997" y="253"/>
                    <a:pt x="80060" y="190"/>
                    <a:pt x="80060" y="127"/>
                  </a:cubicBezTo>
                  <a:cubicBezTo>
                    <a:pt x="80060" y="63"/>
                    <a:pt x="79997" y="0"/>
                    <a:pt x="79934" y="0"/>
                  </a:cubicBezTo>
                  <a:close/>
                  <a:moveTo>
                    <a:pt x="81010" y="0"/>
                  </a:moveTo>
                  <a:cubicBezTo>
                    <a:pt x="80915" y="0"/>
                    <a:pt x="80852" y="63"/>
                    <a:pt x="80852" y="127"/>
                  </a:cubicBezTo>
                  <a:cubicBezTo>
                    <a:pt x="80852" y="190"/>
                    <a:pt x="80915" y="253"/>
                    <a:pt x="81010" y="253"/>
                  </a:cubicBezTo>
                  <a:lnTo>
                    <a:pt x="81517" y="253"/>
                  </a:lnTo>
                  <a:cubicBezTo>
                    <a:pt x="81612" y="253"/>
                    <a:pt x="81675" y="190"/>
                    <a:pt x="81644" y="127"/>
                  </a:cubicBezTo>
                  <a:cubicBezTo>
                    <a:pt x="81644" y="63"/>
                    <a:pt x="81612" y="0"/>
                    <a:pt x="81517" y="0"/>
                  </a:cubicBezTo>
                  <a:close/>
                  <a:moveTo>
                    <a:pt x="82594" y="0"/>
                  </a:moveTo>
                  <a:cubicBezTo>
                    <a:pt x="82530" y="0"/>
                    <a:pt x="82467" y="63"/>
                    <a:pt x="82467" y="127"/>
                  </a:cubicBezTo>
                  <a:cubicBezTo>
                    <a:pt x="82467" y="190"/>
                    <a:pt x="82530" y="253"/>
                    <a:pt x="82594" y="253"/>
                  </a:cubicBezTo>
                  <a:lnTo>
                    <a:pt x="83132" y="253"/>
                  </a:lnTo>
                  <a:cubicBezTo>
                    <a:pt x="83195" y="253"/>
                    <a:pt x="83259" y="190"/>
                    <a:pt x="83259" y="127"/>
                  </a:cubicBezTo>
                  <a:cubicBezTo>
                    <a:pt x="83259" y="63"/>
                    <a:pt x="83195" y="0"/>
                    <a:pt x="83132" y="0"/>
                  </a:cubicBezTo>
                  <a:close/>
                  <a:moveTo>
                    <a:pt x="84177" y="0"/>
                  </a:moveTo>
                  <a:cubicBezTo>
                    <a:pt x="84114" y="0"/>
                    <a:pt x="84050" y="63"/>
                    <a:pt x="84050" y="127"/>
                  </a:cubicBezTo>
                  <a:cubicBezTo>
                    <a:pt x="84050" y="190"/>
                    <a:pt x="84114" y="253"/>
                    <a:pt x="84177" y="253"/>
                  </a:cubicBezTo>
                  <a:lnTo>
                    <a:pt x="84716" y="253"/>
                  </a:lnTo>
                  <a:cubicBezTo>
                    <a:pt x="84779" y="253"/>
                    <a:pt x="84842" y="190"/>
                    <a:pt x="84842" y="127"/>
                  </a:cubicBezTo>
                  <a:cubicBezTo>
                    <a:pt x="84842" y="63"/>
                    <a:pt x="84811" y="0"/>
                    <a:pt x="84716" y="0"/>
                  </a:cubicBezTo>
                  <a:close/>
                  <a:moveTo>
                    <a:pt x="85792" y="0"/>
                  </a:moveTo>
                  <a:cubicBezTo>
                    <a:pt x="85697" y="0"/>
                    <a:pt x="85666" y="63"/>
                    <a:pt x="85666" y="127"/>
                  </a:cubicBezTo>
                  <a:cubicBezTo>
                    <a:pt x="85666" y="190"/>
                    <a:pt x="85697" y="253"/>
                    <a:pt x="85792" y="253"/>
                  </a:cubicBezTo>
                  <a:lnTo>
                    <a:pt x="86331" y="253"/>
                  </a:lnTo>
                  <a:cubicBezTo>
                    <a:pt x="86394" y="253"/>
                    <a:pt x="86457" y="190"/>
                    <a:pt x="86457" y="127"/>
                  </a:cubicBezTo>
                  <a:cubicBezTo>
                    <a:pt x="86457" y="63"/>
                    <a:pt x="86394" y="0"/>
                    <a:pt x="86331" y="0"/>
                  </a:cubicBezTo>
                  <a:close/>
                  <a:moveTo>
                    <a:pt x="87376" y="0"/>
                  </a:moveTo>
                  <a:cubicBezTo>
                    <a:pt x="87312" y="0"/>
                    <a:pt x="87249" y="63"/>
                    <a:pt x="87249" y="127"/>
                  </a:cubicBezTo>
                  <a:cubicBezTo>
                    <a:pt x="87249" y="190"/>
                    <a:pt x="87312" y="253"/>
                    <a:pt x="87376" y="253"/>
                  </a:cubicBezTo>
                  <a:lnTo>
                    <a:pt x="87914" y="253"/>
                  </a:lnTo>
                  <a:cubicBezTo>
                    <a:pt x="87977" y="253"/>
                    <a:pt x="88041" y="190"/>
                    <a:pt x="88041" y="127"/>
                  </a:cubicBezTo>
                  <a:cubicBezTo>
                    <a:pt x="88041" y="63"/>
                    <a:pt x="87977" y="0"/>
                    <a:pt x="87914" y="0"/>
                  </a:cubicBezTo>
                  <a:close/>
                  <a:moveTo>
                    <a:pt x="88991" y="0"/>
                  </a:moveTo>
                  <a:cubicBezTo>
                    <a:pt x="88896" y="0"/>
                    <a:pt x="88833" y="63"/>
                    <a:pt x="88833" y="127"/>
                  </a:cubicBezTo>
                  <a:cubicBezTo>
                    <a:pt x="88833" y="190"/>
                    <a:pt x="88896" y="253"/>
                    <a:pt x="88991" y="253"/>
                  </a:cubicBezTo>
                  <a:lnTo>
                    <a:pt x="89498" y="253"/>
                  </a:lnTo>
                  <a:cubicBezTo>
                    <a:pt x="89593" y="253"/>
                    <a:pt x="89656" y="190"/>
                    <a:pt x="89656" y="127"/>
                  </a:cubicBezTo>
                  <a:cubicBezTo>
                    <a:pt x="89656" y="63"/>
                    <a:pt x="89593" y="0"/>
                    <a:pt x="89498" y="0"/>
                  </a:cubicBezTo>
                  <a:close/>
                  <a:moveTo>
                    <a:pt x="90574" y="0"/>
                  </a:moveTo>
                  <a:cubicBezTo>
                    <a:pt x="90511" y="0"/>
                    <a:pt x="90448" y="63"/>
                    <a:pt x="90448" y="127"/>
                  </a:cubicBezTo>
                  <a:cubicBezTo>
                    <a:pt x="90448" y="190"/>
                    <a:pt x="90511" y="253"/>
                    <a:pt x="90574" y="253"/>
                  </a:cubicBezTo>
                  <a:lnTo>
                    <a:pt x="91113" y="253"/>
                  </a:lnTo>
                  <a:cubicBezTo>
                    <a:pt x="91176" y="253"/>
                    <a:pt x="91239" y="190"/>
                    <a:pt x="91239" y="127"/>
                  </a:cubicBezTo>
                  <a:cubicBezTo>
                    <a:pt x="91239" y="63"/>
                    <a:pt x="91176" y="0"/>
                    <a:pt x="91113" y="0"/>
                  </a:cubicBezTo>
                  <a:close/>
                  <a:moveTo>
                    <a:pt x="11275" y="95"/>
                  </a:moveTo>
                  <a:cubicBezTo>
                    <a:pt x="11085" y="127"/>
                    <a:pt x="10895" y="127"/>
                    <a:pt x="10737" y="158"/>
                  </a:cubicBezTo>
                  <a:cubicBezTo>
                    <a:pt x="10673" y="158"/>
                    <a:pt x="10610" y="222"/>
                    <a:pt x="10610" y="285"/>
                  </a:cubicBezTo>
                  <a:cubicBezTo>
                    <a:pt x="10642" y="348"/>
                    <a:pt x="10705" y="412"/>
                    <a:pt x="10768" y="412"/>
                  </a:cubicBezTo>
                  <a:cubicBezTo>
                    <a:pt x="10958" y="380"/>
                    <a:pt x="11117" y="348"/>
                    <a:pt x="11307" y="348"/>
                  </a:cubicBezTo>
                  <a:cubicBezTo>
                    <a:pt x="11370" y="317"/>
                    <a:pt x="11402" y="253"/>
                    <a:pt x="11402" y="190"/>
                  </a:cubicBezTo>
                  <a:cubicBezTo>
                    <a:pt x="11402" y="127"/>
                    <a:pt x="11338" y="95"/>
                    <a:pt x="11275" y="95"/>
                  </a:cubicBezTo>
                  <a:close/>
                  <a:moveTo>
                    <a:pt x="9692" y="348"/>
                  </a:moveTo>
                  <a:cubicBezTo>
                    <a:pt x="9502" y="412"/>
                    <a:pt x="9343" y="443"/>
                    <a:pt x="9153" y="475"/>
                  </a:cubicBezTo>
                  <a:cubicBezTo>
                    <a:pt x="9090" y="507"/>
                    <a:pt x="9058" y="570"/>
                    <a:pt x="9058" y="633"/>
                  </a:cubicBezTo>
                  <a:cubicBezTo>
                    <a:pt x="9090" y="697"/>
                    <a:pt x="9153" y="728"/>
                    <a:pt x="9185" y="728"/>
                  </a:cubicBezTo>
                  <a:lnTo>
                    <a:pt x="9248" y="728"/>
                  </a:lnTo>
                  <a:cubicBezTo>
                    <a:pt x="9406" y="665"/>
                    <a:pt x="9565" y="633"/>
                    <a:pt x="9755" y="602"/>
                  </a:cubicBezTo>
                  <a:cubicBezTo>
                    <a:pt x="9818" y="570"/>
                    <a:pt x="9850" y="507"/>
                    <a:pt x="9850" y="443"/>
                  </a:cubicBezTo>
                  <a:cubicBezTo>
                    <a:pt x="9818" y="380"/>
                    <a:pt x="9755" y="348"/>
                    <a:pt x="9692" y="348"/>
                  </a:cubicBezTo>
                  <a:close/>
                  <a:moveTo>
                    <a:pt x="8140" y="792"/>
                  </a:moveTo>
                  <a:cubicBezTo>
                    <a:pt x="7981" y="855"/>
                    <a:pt x="7823" y="918"/>
                    <a:pt x="7633" y="982"/>
                  </a:cubicBezTo>
                  <a:cubicBezTo>
                    <a:pt x="7570" y="1013"/>
                    <a:pt x="7538" y="1077"/>
                    <a:pt x="7570" y="1140"/>
                  </a:cubicBezTo>
                  <a:cubicBezTo>
                    <a:pt x="7601" y="1203"/>
                    <a:pt x="7633" y="1235"/>
                    <a:pt x="7696" y="1235"/>
                  </a:cubicBezTo>
                  <a:cubicBezTo>
                    <a:pt x="7728" y="1235"/>
                    <a:pt x="7728" y="1235"/>
                    <a:pt x="7760" y="1203"/>
                  </a:cubicBezTo>
                  <a:cubicBezTo>
                    <a:pt x="7918" y="1140"/>
                    <a:pt x="8076" y="1108"/>
                    <a:pt x="8235" y="1045"/>
                  </a:cubicBezTo>
                  <a:cubicBezTo>
                    <a:pt x="8298" y="1013"/>
                    <a:pt x="8330" y="950"/>
                    <a:pt x="8330" y="887"/>
                  </a:cubicBezTo>
                  <a:cubicBezTo>
                    <a:pt x="8298" y="823"/>
                    <a:pt x="8203" y="792"/>
                    <a:pt x="8140" y="792"/>
                  </a:cubicBezTo>
                  <a:close/>
                  <a:moveTo>
                    <a:pt x="6739" y="1413"/>
                  </a:moveTo>
                  <a:cubicBezTo>
                    <a:pt x="6719" y="1413"/>
                    <a:pt x="6700" y="1417"/>
                    <a:pt x="6683" y="1425"/>
                  </a:cubicBezTo>
                  <a:cubicBezTo>
                    <a:pt x="6525" y="1489"/>
                    <a:pt x="6366" y="1584"/>
                    <a:pt x="6208" y="1679"/>
                  </a:cubicBezTo>
                  <a:cubicBezTo>
                    <a:pt x="6145" y="1710"/>
                    <a:pt x="6145" y="1774"/>
                    <a:pt x="6176" y="1837"/>
                  </a:cubicBezTo>
                  <a:cubicBezTo>
                    <a:pt x="6208" y="1869"/>
                    <a:pt x="6240" y="1900"/>
                    <a:pt x="6271" y="1900"/>
                  </a:cubicBezTo>
                  <a:cubicBezTo>
                    <a:pt x="6303" y="1900"/>
                    <a:pt x="6335" y="1900"/>
                    <a:pt x="6366" y="1869"/>
                  </a:cubicBezTo>
                  <a:cubicBezTo>
                    <a:pt x="6525" y="1805"/>
                    <a:pt x="6651" y="1710"/>
                    <a:pt x="6810" y="1647"/>
                  </a:cubicBezTo>
                  <a:cubicBezTo>
                    <a:pt x="6873" y="1615"/>
                    <a:pt x="6905" y="1520"/>
                    <a:pt x="6873" y="1489"/>
                  </a:cubicBezTo>
                  <a:cubicBezTo>
                    <a:pt x="6850" y="1442"/>
                    <a:pt x="6793" y="1413"/>
                    <a:pt x="6739" y="1413"/>
                  </a:cubicBezTo>
                  <a:close/>
                  <a:moveTo>
                    <a:pt x="5411" y="2180"/>
                  </a:moveTo>
                  <a:cubicBezTo>
                    <a:pt x="5380" y="2180"/>
                    <a:pt x="5348" y="2190"/>
                    <a:pt x="5321" y="2217"/>
                  </a:cubicBezTo>
                  <a:cubicBezTo>
                    <a:pt x="5195" y="2312"/>
                    <a:pt x="5036" y="2407"/>
                    <a:pt x="4909" y="2502"/>
                  </a:cubicBezTo>
                  <a:cubicBezTo>
                    <a:pt x="4846" y="2534"/>
                    <a:pt x="4814" y="2629"/>
                    <a:pt x="4878" y="2660"/>
                  </a:cubicBezTo>
                  <a:cubicBezTo>
                    <a:pt x="4909" y="2692"/>
                    <a:pt x="4941" y="2724"/>
                    <a:pt x="4973" y="2724"/>
                  </a:cubicBezTo>
                  <a:cubicBezTo>
                    <a:pt x="5004" y="2724"/>
                    <a:pt x="5036" y="2724"/>
                    <a:pt x="5068" y="2692"/>
                  </a:cubicBezTo>
                  <a:cubicBezTo>
                    <a:pt x="5195" y="2597"/>
                    <a:pt x="5353" y="2502"/>
                    <a:pt x="5480" y="2407"/>
                  </a:cubicBezTo>
                  <a:cubicBezTo>
                    <a:pt x="5543" y="2375"/>
                    <a:pt x="5543" y="2280"/>
                    <a:pt x="5511" y="2217"/>
                  </a:cubicBezTo>
                  <a:cubicBezTo>
                    <a:pt x="5493" y="2199"/>
                    <a:pt x="5454" y="2180"/>
                    <a:pt x="5411" y="2180"/>
                  </a:cubicBezTo>
                  <a:close/>
                  <a:moveTo>
                    <a:pt x="4181" y="3112"/>
                  </a:moveTo>
                  <a:cubicBezTo>
                    <a:pt x="4149" y="3112"/>
                    <a:pt x="4118" y="3119"/>
                    <a:pt x="4086" y="3135"/>
                  </a:cubicBezTo>
                  <a:cubicBezTo>
                    <a:pt x="3959" y="3230"/>
                    <a:pt x="3833" y="3357"/>
                    <a:pt x="3706" y="3484"/>
                  </a:cubicBezTo>
                  <a:cubicBezTo>
                    <a:pt x="3643" y="3515"/>
                    <a:pt x="3643" y="3610"/>
                    <a:pt x="3706" y="3642"/>
                  </a:cubicBezTo>
                  <a:cubicBezTo>
                    <a:pt x="3706" y="3674"/>
                    <a:pt x="3769" y="3674"/>
                    <a:pt x="3801" y="3674"/>
                  </a:cubicBezTo>
                  <a:cubicBezTo>
                    <a:pt x="3833" y="3674"/>
                    <a:pt x="3864" y="3674"/>
                    <a:pt x="3896" y="3642"/>
                  </a:cubicBezTo>
                  <a:cubicBezTo>
                    <a:pt x="4023" y="3515"/>
                    <a:pt x="4149" y="3420"/>
                    <a:pt x="4276" y="3294"/>
                  </a:cubicBezTo>
                  <a:cubicBezTo>
                    <a:pt x="4308" y="3262"/>
                    <a:pt x="4308" y="3199"/>
                    <a:pt x="4276" y="3135"/>
                  </a:cubicBezTo>
                  <a:cubicBezTo>
                    <a:pt x="4244" y="3119"/>
                    <a:pt x="4213" y="3112"/>
                    <a:pt x="4181" y="3112"/>
                  </a:cubicBezTo>
                  <a:close/>
                  <a:moveTo>
                    <a:pt x="3079" y="4160"/>
                  </a:moveTo>
                  <a:cubicBezTo>
                    <a:pt x="3037" y="4160"/>
                    <a:pt x="2996" y="4175"/>
                    <a:pt x="2978" y="4212"/>
                  </a:cubicBezTo>
                  <a:cubicBezTo>
                    <a:pt x="2851" y="4339"/>
                    <a:pt x="2756" y="4465"/>
                    <a:pt x="2629" y="4592"/>
                  </a:cubicBezTo>
                  <a:cubicBezTo>
                    <a:pt x="2598" y="4655"/>
                    <a:pt x="2598" y="4719"/>
                    <a:pt x="2661" y="4750"/>
                  </a:cubicBezTo>
                  <a:cubicBezTo>
                    <a:pt x="2693" y="4782"/>
                    <a:pt x="2724" y="4782"/>
                    <a:pt x="2756" y="4782"/>
                  </a:cubicBezTo>
                  <a:cubicBezTo>
                    <a:pt x="2788" y="4782"/>
                    <a:pt x="2819" y="4750"/>
                    <a:pt x="2851" y="4719"/>
                  </a:cubicBezTo>
                  <a:cubicBezTo>
                    <a:pt x="2946" y="4592"/>
                    <a:pt x="3073" y="4465"/>
                    <a:pt x="3168" y="4370"/>
                  </a:cubicBezTo>
                  <a:cubicBezTo>
                    <a:pt x="3231" y="4307"/>
                    <a:pt x="3231" y="4244"/>
                    <a:pt x="3168" y="4180"/>
                  </a:cubicBezTo>
                  <a:cubicBezTo>
                    <a:pt x="3141" y="4167"/>
                    <a:pt x="3110" y="4160"/>
                    <a:pt x="3079" y="4160"/>
                  </a:cubicBezTo>
                  <a:close/>
                  <a:moveTo>
                    <a:pt x="2129" y="5331"/>
                  </a:moveTo>
                  <a:cubicBezTo>
                    <a:pt x="2086" y="5331"/>
                    <a:pt x="2046" y="5347"/>
                    <a:pt x="2028" y="5384"/>
                  </a:cubicBezTo>
                  <a:cubicBezTo>
                    <a:pt x="1933" y="5510"/>
                    <a:pt x="1838" y="5669"/>
                    <a:pt x="1743" y="5795"/>
                  </a:cubicBezTo>
                  <a:cubicBezTo>
                    <a:pt x="1711" y="5859"/>
                    <a:pt x="1711" y="5954"/>
                    <a:pt x="1774" y="5985"/>
                  </a:cubicBezTo>
                  <a:lnTo>
                    <a:pt x="1869" y="5985"/>
                  </a:lnTo>
                  <a:cubicBezTo>
                    <a:pt x="1901" y="5985"/>
                    <a:pt x="1933" y="5954"/>
                    <a:pt x="1964" y="5922"/>
                  </a:cubicBezTo>
                  <a:cubicBezTo>
                    <a:pt x="2059" y="5795"/>
                    <a:pt x="2154" y="5669"/>
                    <a:pt x="2249" y="5510"/>
                  </a:cubicBezTo>
                  <a:cubicBezTo>
                    <a:pt x="2281" y="5479"/>
                    <a:pt x="2281" y="5384"/>
                    <a:pt x="2218" y="5352"/>
                  </a:cubicBezTo>
                  <a:cubicBezTo>
                    <a:pt x="2191" y="5339"/>
                    <a:pt x="2160" y="5331"/>
                    <a:pt x="2129" y="5331"/>
                  </a:cubicBezTo>
                  <a:close/>
                  <a:moveTo>
                    <a:pt x="1370" y="6606"/>
                  </a:moveTo>
                  <a:cubicBezTo>
                    <a:pt x="1316" y="6606"/>
                    <a:pt x="1259" y="6636"/>
                    <a:pt x="1236" y="6682"/>
                  </a:cubicBezTo>
                  <a:cubicBezTo>
                    <a:pt x="1173" y="6809"/>
                    <a:pt x="1078" y="6967"/>
                    <a:pt x="1014" y="7126"/>
                  </a:cubicBezTo>
                  <a:cubicBezTo>
                    <a:pt x="983" y="7189"/>
                    <a:pt x="1014" y="7252"/>
                    <a:pt x="1078" y="7284"/>
                  </a:cubicBezTo>
                  <a:lnTo>
                    <a:pt x="1141" y="7284"/>
                  </a:lnTo>
                  <a:cubicBezTo>
                    <a:pt x="1204" y="7284"/>
                    <a:pt x="1236" y="7252"/>
                    <a:pt x="1268" y="7221"/>
                  </a:cubicBezTo>
                  <a:cubicBezTo>
                    <a:pt x="1331" y="7062"/>
                    <a:pt x="1394" y="6904"/>
                    <a:pt x="1489" y="6777"/>
                  </a:cubicBezTo>
                  <a:cubicBezTo>
                    <a:pt x="1521" y="6714"/>
                    <a:pt x="1489" y="6651"/>
                    <a:pt x="1426" y="6619"/>
                  </a:cubicBezTo>
                  <a:cubicBezTo>
                    <a:pt x="1409" y="6610"/>
                    <a:pt x="1390" y="6606"/>
                    <a:pt x="1370" y="6606"/>
                  </a:cubicBezTo>
                  <a:close/>
                  <a:moveTo>
                    <a:pt x="793" y="7949"/>
                  </a:moveTo>
                  <a:cubicBezTo>
                    <a:pt x="729" y="7949"/>
                    <a:pt x="666" y="7981"/>
                    <a:pt x="634" y="8044"/>
                  </a:cubicBezTo>
                  <a:cubicBezTo>
                    <a:pt x="602" y="8202"/>
                    <a:pt x="539" y="8329"/>
                    <a:pt x="476" y="8487"/>
                  </a:cubicBezTo>
                  <a:cubicBezTo>
                    <a:pt x="476" y="8582"/>
                    <a:pt x="507" y="8646"/>
                    <a:pt x="571" y="8646"/>
                  </a:cubicBezTo>
                  <a:lnTo>
                    <a:pt x="602" y="8646"/>
                  </a:lnTo>
                  <a:cubicBezTo>
                    <a:pt x="666" y="8646"/>
                    <a:pt x="729" y="8614"/>
                    <a:pt x="729" y="8551"/>
                  </a:cubicBezTo>
                  <a:cubicBezTo>
                    <a:pt x="793" y="8424"/>
                    <a:pt x="856" y="8266"/>
                    <a:pt x="888" y="8107"/>
                  </a:cubicBezTo>
                  <a:cubicBezTo>
                    <a:pt x="919" y="8044"/>
                    <a:pt x="888" y="7981"/>
                    <a:pt x="793" y="7949"/>
                  </a:cubicBezTo>
                  <a:close/>
                  <a:moveTo>
                    <a:pt x="381" y="9342"/>
                  </a:moveTo>
                  <a:cubicBezTo>
                    <a:pt x="317" y="9342"/>
                    <a:pt x="254" y="9374"/>
                    <a:pt x="254" y="9437"/>
                  </a:cubicBezTo>
                  <a:cubicBezTo>
                    <a:pt x="191" y="9627"/>
                    <a:pt x="191" y="9786"/>
                    <a:pt x="159" y="9944"/>
                  </a:cubicBezTo>
                  <a:cubicBezTo>
                    <a:pt x="127" y="10007"/>
                    <a:pt x="191" y="10071"/>
                    <a:pt x="254" y="10071"/>
                  </a:cubicBezTo>
                  <a:lnTo>
                    <a:pt x="286" y="10071"/>
                  </a:lnTo>
                  <a:cubicBezTo>
                    <a:pt x="349" y="10071"/>
                    <a:pt x="412" y="10039"/>
                    <a:pt x="412" y="9976"/>
                  </a:cubicBezTo>
                  <a:cubicBezTo>
                    <a:pt x="444" y="9817"/>
                    <a:pt x="476" y="9659"/>
                    <a:pt x="507" y="9501"/>
                  </a:cubicBezTo>
                  <a:cubicBezTo>
                    <a:pt x="507" y="9437"/>
                    <a:pt x="476" y="9374"/>
                    <a:pt x="381" y="9342"/>
                  </a:cubicBezTo>
                  <a:close/>
                  <a:moveTo>
                    <a:pt x="191" y="10799"/>
                  </a:moveTo>
                  <a:cubicBezTo>
                    <a:pt x="96" y="10799"/>
                    <a:pt x="32" y="10831"/>
                    <a:pt x="32" y="10894"/>
                  </a:cubicBezTo>
                  <a:cubicBezTo>
                    <a:pt x="32" y="11084"/>
                    <a:pt x="1" y="11243"/>
                    <a:pt x="1" y="11401"/>
                  </a:cubicBezTo>
                  <a:cubicBezTo>
                    <a:pt x="1" y="11464"/>
                    <a:pt x="64" y="11528"/>
                    <a:pt x="159" y="11528"/>
                  </a:cubicBezTo>
                  <a:cubicBezTo>
                    <a:pt x="222" y="11528"/>
                    <a:pt x="286" y="11464"/>
                    <a:pt x="286" y="11401"/>
                  </a:cubicBezTo>
                  <a:cubicBezTo>
                    <a:pt x="286" y="11243"/>
                    <a:pt x="286" y="11084"/>
                    <a:pt x="317" y="10926"/>
                  </a:cubicBezTo>
                  <a:cubicBezTo>
                    <a:pt x="317" y="10862"/>
                    <a:pt x="254" y="10799"/>
                    <a:pt x="191" y="10799"/>
                  </a:cubicBezTo>
                  <a:close/>
                  <a:moveTo>
                    <a:pt x="159" y="12224"/>
                  </a:moveTo>
                  <a:cubicBezTo>
                    <a:pt x="64" y="12224"/>
                    <a:pt x="1" y="12288"/>
                    <a:pt x="1" y="12351"/>
                  </a:cubicBezTo>
                  <a:lnTo>
                    <a:pt x="1" y="12858"/>
                  </a:lnTo>
                  <a:cubicBezTo>
                    <a:pt x="1" y="12921"/>
                    <a:pt x="64" y="12953"/>
                    <a:pt x="159" y="12953"/>
                  </a:cubicBezTo>
                  <a:cubicBezTo>
                    <a:pt x="222" y="12953"/>
                    <a:pt x="286" y="12921"/>
                    <a:pt x="286" y="12858"/>
                  </a:cubicBezTo>
                  <a:lnTo>
                    <a:pt x="286" y="12351"/>
                  </a:lnTo>
                  <a:cubicBezTo>
                    <a:pt x="286" y="12288"/>
                    <a:pt x="222" y="12224"/>
                    <a:pt x="159" y="12224"/>
                  </a:cubicBezTo>
                  <a:close/>
                  <a:moveTo>
                    <a:pt x="159" y="13681"/>
                  </a:moveTo>
                  <a:cubicBezTo>
                    <a:pt x="64" y="13681"/>
                    <a:pt x="1" y="13744"/>
                    <a:pt x="1" y="13808"/>
                  </a:cubicBezTo>
                  <a:lnTo>
                    <a:pt x="1" y="14283"/>
                  </a:lnTo>
                  <a:cubicBezTo>
                    <a:pt x="1" y="14378"/>
                    <a:pt x="64" y="14409"/>
                    <a:pt x="159" y="14409"/>
                  </a:cubicBezTo>
                  <a:cubicBezTo>
                    <a:pt x="222" y="14409"/>
                    <a:pt x="286" y="14378"/>
                    <a:pt x="286" y="14283"/>
                  </a:cubicBezTo>
                  <a:lnTo>
                    <a:pt x="286" y="13808"/>
                  </a:lnTo>
                  <a:cubicBezTo>
                    <a:pt x="286" y="13744"/>
                    <a:pt x="222" y="13681"/>
                    <a:pt x="159" y="13681"/>
                  </a:cubicBezTo>
                  <a:close/>
                  <a:moveTo>
                    <a:pt x="159" y="15138"/>
                  </a:moveTo>
                  <a:cubicBezTo>
                    <a:pt x="64" y="15138"/>
                    <a:pt x="1" y="15201"/>
                    <a:pt x="1" y="15264"/>
                  </a:cubicBezTo>
                  <a:lnTo>
                    <a:pt x="1" y="15740"/>
                  </a:lnTo>
                  <a:cubicBezTo>
                    <a:pt x="1" y="15803"/>
                    <a:pt x="64" y="15866"/>
                    <a:pt x="159" y="15866"/>
                  </a:cubicBezTo>
                  <a:cubicBezTo>
                    <a:pt x="222" y="15866"/>
                    <a:pt x="286" y="15803"/>
                    <a:pt x="286" y="15740"/>
                  </a:cubicBezTo>
                  <a:lnTo>
                    <a:pt x="286" y="15264"/>
                  </a:lnTo>
                  <a:cubicBezTo>
                    <a:pt x="286" y="15201"/>
                    <a:pt x="222" y="15138"/>
                    <a:pt x="159" y="15138"/>
                  </a:cubicBezTo>
                  <a:close/>
                  <a:moveTo>
                    <a:pt x="159" y="16595"/>
                  </a:moveTo>
                  <a:cubicBezTo>
                    <a:pt x="64" y="16595"/>
                    <a:pt x="1" y="16658"/>
                    <a:pt x="1" y="16721"/>
                  </a:cubicBezTo>
                  <a:lnTo>
                    <a:pt x="1" y="17196"/>
                  </a:lnTo>
                  <a:cubicBezTo>
                    <a:pt x="1" y="17260"/>
                    <a:pt x="64" y="17323"/>
                    <a:pt x="159" y="17323"/>
                  </a:cubicBezTo>
                  <a:cubicBezTo>
                    <a:pt x="222" y="17323"/>
                    <a:pt x="286" y="17260"/>
                    <a:pt x="286" y="17196"/>
                  </a:cubicBezTo>
                  <a:lnTo>
                    <a:pt x="286" y="16721"/>
                  </a:lnTo>
                  <a:cubicBezTo>
                    <a:pt x="286" y="16658"/>
                    <a:pt x="222" y="16595"/>
                    <a:pt x="159" y="16595"/>
                  </a:cubicBezTo>
                  <a:close/>
                  <a:moveTo>
                    <a:pt x="159" y="18051"/>
                  </a:moveTo>
                  <a:cubicBezTo>
                    <a:pt x="64" y="18051"/>
                    <a:pt x="1" y="18115"/>
                    <a:pt x="1" y="18178"/>
                  </a:cubicBezTo>
                  <a:lnTo>
                    <a:pt x="1" y="18653"/>
                  </a:lnTo>
                  <a:cubicBezTo>
                    <a:pt x="1" y="18716"/>
                    <a:pt x="64" y="18780"/>
                    <a:pt x="159" y="18780"/>
                  </a:cubicBezTo>
                  <a:cubicBezTo>
                    <a:pt x="222" y="18780"/>
                    <a:pt x="286" y="18716"/>
                    <a:pt x="286" y="18653"/>
                  </a:cubicBezTo>
                  <a:lnTo>
                    <a:pt x="286" y="18178"/>
                  </a:lnTo>
                  <a:cubicBezTo>
                    <a:pt x="286" y="18083"/>
                    <a:pt x="222" y="18051"/>
                    <a:pt x="159" y="18051"/>
                  </a:cubicBezTo>
                  <a:close/>
                  <a:moveTo>
                    <a:pt x="159" y="19508"/>
                  </a:moveTo>
                  <a:cubicBezTo>
                    <a:pt x="64" y="19508"/>
                    <a:pt x="1" y="19540"/>
                    <a:pt x="1" y="19603"/>
                  </a:cubicBezTo>
                  <a:lnTo>
                    <a:pt x="1" y="20110"/>
                  </a:lnTo>
                  <a:cubicBezTo>
                    <a:pt x="1" y="20173"/>
                    <a:pt x="64" y="20236"/>
                    <a:pt x="159" y="20236"/>
                  </a:cubicBezTo>
                  <a:cubicBezTo>
                    <a:pt x="222" y="20236"/>
                    <a:pt x="286" y="20173"/>
                    <a:pt x="286" y="20110"/>
                  </a:cubicBezTo>
                  <a:lnTo>
                    <a:pt x="286" y="19603"/>
                  </a:lnTo>
                  <a:cubicBezTo>
                    <a:pt x="286" y="19540"/>
                    <a:pt x="222" y="19508"/>
                    <a:pt x="159" y="19508"/>
                  </a:cubicBezTo>
                  <a:close/>
                  <a:moveTo>
                    <a:pt x="159" y="20933"/>
                  </a:moveTo>
                  <a:cubicBezTo>
                    <a:pt x="64" y="20933"/>
                    <a:pt x="1" y="20997"/>
                    <a:pt x="1" y="21060"/>
                  </a:cubicBezTo>
                  <a:lnTo>
                    <a:pt x="1" y="21567"/>
                  </a:lnTo>
                  <a:cubicBezTo>
                    <a:pt x="1" y="21630"/>
                    <a:pt x="64" y="21662"/>
                    <a:pt x="159" y="21662"/>
                  </a:cubicBezTo>
                  <a:cubicBezTo>
                    <a:pt x="222" y="21662"/>
                    <a:pt x="286" y="21630"/>
                    <a:pt x="286" y="21567"/>
                  </a:cubicBezTo>
                  <a:lnTo>
                    <a:pt x="286" y="21060"/>
                  </a:lnTo>
                  <a:cubicBezTo>
                    <a:pt x="286" y="20997"/>
                    <a:pt x="222" y="20933"/>
                    <a:pt x="159" y="20933"/>
                  </a:cubicBezTo>
                  <a:close/>
                  <a:moveTo>
                    <a:pt x="159" y="22390"/>
                  </a:moveTo>
                  <a:cubicBezTo>
                    <a:pt x="64" y="22390"/>
                    <a:pt x="1" y="22453"/>
                    <a:pt x="1" y="22517"/>
                  </a:cubicBezTo>
                  <a:lnTo>
                    <a:pt x="1" y="22992"/>
                  </a:lnTo>
                  <a:cubicBezTo>
                    <a:pt x="1" y="23087"/>
                    <a:pt x="64" y="23118"/>
                    <a:pt x="159" y="23118"/>
                  </a:cubicBezTo>
                  <a:cubicBezTo>
                    <a:pt x="222" y="23118"/>
                    <a:pt x="286" y="23087"/>
                    <a:pt x="286" y="22992"/>
                  </a:cubicBezTo>
                  <a:lnTo>
                    <a:pt x="286" y="22517"/>
                  </a:lnTo>
                  <a:cubicBezTo>
                    <a:pt x="286" y="22453"/>
                    <a:pt x="222" y="22390"/>
                    <a:pt x="159" y="22390"/>
                  </a:cubicBezTo>
                  <a:close/>
                  <a:moveTo>
                    <a:pt x="159" y="23847"/>
                  </a:moveTo>
                  <a:cubicBezTo>
                    <a:pt x="64" y="23847"/>
                    <a:pt x="1" y="23910"/>
                    <a:pt x="1" y="23973"/>
                  </a:cubicBezTo>
                  <a:lnTo>
                    <a:pt x="1" y="24448"/>
                  </a:lnTo>
                  <a:cubicBezTo>
                    <a:pt x="1" y="24512"/>
                    <a:pt x="64" y="24575"/>
                    <a:pt x="159" y="24575"/>
                  </a:cubicBezTo>
                  <a:cubicBezTo>
                    <a:pt x="222" y="24575"/>
                    <a:pt x="286" y="24512"/>
                    <a:pt x="286" y="24448"/>
                  </a:cubicBezTo>
                  <a:lnTo>
                    <a:pt x="286" y="23973"/>
                  </a:lnTo>
                  <a:cubicBezTo>
                    <a:pt x="286" y="23910"/>
                    <a:pt x="222" y="23847"/>
                    <a:pt x="159" y="23847"/>
                  </a:cubicBezTo>
                  <a:close/>
                  <a:moveTo>
                    <a:pt x="159" y="25304"/>
                  </a:moveTo>
                  <a:cubicBezTo>
                    <a:pt x="64" y="25304"/>
                    <a:pt x="1" y="25367"/>
                    <a:pt x="1" y="25430"/>
                  </a:cubicBezTo>
                  <a:lnTo>
                    <a:pt x="1" y="25905"/>
                  </a:lnTo>
                  <a:cubicBezTo>
                    <a:pt x="1" y="25969"/>
                    <a:pt x="64" y="26032"/>
                    <a:pt x="159" y="26032"/>
                  </a:cubicBezTo>
                  <a:cubicBezTo>
                    <a:pt x="222" y="26032"/>
                    <a:pt x="286" y="25969"/>
                    <a:pt x="286" y="25905"/>
                  </a:cubicBezTo>
                  <a:lnTo>
                    <a:pt x="286" y="25430"/>
                  </a:lnTo>
                  <a:cubicBezTo>
                    <a:pt x="286" y="25367"/>
                    <a:pt x="222" y="25304"/>
                    <a:pt x="159" y="25304"/>
                  </a:cubicBezTo>
                  <a:close/>
                  <a:moveTo>
                    <a:pt x="159" y="26760"/>
                  </a:moveTo>
                  <a:cubicBezTo>
                    <a:pt x="64" y="26760"/>
                    <a:pt x="1" y="26792"/>
                    <a:pt x="1" y="26887"/>
                  </a:cubicBezTo>
                  <a:lnTo>
                    <a:pt x="1" y="27362"/>
                  </a:lnTo>
                  <a:cubicBezTo>
                    <a:pt x="1" y="27425"/>
                    <a:pt x="64" y="27489"/>
                    <a:pt x="159" y="27489"/>
                  </a:cubicBezTo>
                  <a:cubicBezTo>
                    <a:pt x="222" y="27489"/>
                    <a:pt x="286" y="27425"/>
                    <a:pt x="286" y="27362"/>
                  </a:cubicBezTo>
                  <a:lnTo>
                    <a:pt x="286" y="26887"/>
                  </a:lnTo>
                  <a:cubicBezTo>
                    <a:pt x="286" y="26792"/>
                    <a:pt x="222" y="26760"/>
                    <a:pt x="159" y="26760"/>
                  </a:cubicBezTo>
                  <a:close/>
                  <a:moveTo>
                    <a:pt x="159" y="28217"/>
                  </a:moveTo>
                  <a:cubicBezTo>
                    <a:pt x="64" y="28217"/>
                    <a:pt x="1" y="28249"/>
                    <a:pt x="1" y="28312"/>
                  </a:cubicBezTo>
                  <a:lnTo>
                    <a:pt x="1" y="28819"/>
                  </a:lnTo>
                  <a:cubicBezTo>
                    <a:pt x="1" y="28882"/>
                    <a:pt x="64" y="28945"/>
                    <a:pt x="159" y="28945"/>
                  </a:cubicBezTo>
                  <a:cubicBezTo>
                    <a:pt x="222" y="28945"/>
                    <a:pt x="286" y="28882"/>
                    <a:pt x="286" y="28819"/>
                  </a:cubicBezTo>
                  <a:lnTo>
                    <a:pt x="286" y="28312"/>
                  </a:lnTo>
                  <a:cubicBezTo>
                    <a:pt x="286" y="28249"/>
                    <a:pt x="222" y="28217"/>
                    <a:pt x="159" y="28217"/>
                  </a:cubicBezTo>
                  <a:close/>
                  <a:moveTo>
                    <a:pt x="159" y="29642"/>
                  </a:moveTo>
                  <a:cubicBezTo>
                    <a:pt x="64" y="29642"/>
                    <a:pt x="1" y="29705"/>
                    <a:pt x="1" y="29769"/>
                  </a:cubicBezTo>
                  <a:lnTo>
                    <a:pt x="1" y="30276"/>
                  </a:lnTo>
                  <a:cubicBezTo>
                    <a:pt x="1" y="30339"/>
                    <a:pt x="64" y="30371"/>
                    <a:pt x="159" y="30371"/>
                  </a:cubicBezTo>
                  <a:cubicBezTo>
                    <a:pt x="222" y="30371"/>
                    <a:pt x="286" y="30339"/>
                    <a:pt x="286" y="30276"/>
                  </a:cubicBezTo>
                  <a:lnTo>
                    <a:pt x="286" y="29769"/>
                  </a:lnTo>
                  <a:cubicBezTo>
                    <a:pt x="286" y="29705"/>
                    <a:pt x="222" y="29642"/>
                    <a:pt x="159" y="29642"/>
                  </a:cubicBezTo>
                  <a:close/>
                  <a:moveTo>
                    <a:pt x="159" y="31099"/>
                  </a:moveTo>
                  <a:cubicBezTo>
                    <a:pt x="64" y="31099"/>
                    <a:pt x="1" y="31162"/>
                    <a:pt x="1" y="31226"/>
                  </a:cubicBezTo>
                  <a:lnTo>
                    <a:pt x="1" y="31701"/>
                  </a:lnTo>
                  <a:cubicBezTo>
                    <a:pt x="1" y="31764"/>
                    <a:pt x="64" y="31827"/>
                    <a:pt x="159" y="31827"/>
                  </a:cubicBezTo>
                  <a:cubicBezTo>
                    <a:pt x="222" y="31827"/>
                    <a:pt x="286" y="31764"/>
                    <a:pt x="286" y="31701"/>
                  </a:cubicBezTo>
                  <a:lnTo>
                    <a:pt x="286" y="31226"/>
                  </a:lnTo>
                  <a:cubicBezTo>
                    <a:pt x="286" y="31162"/>
                    <a:pt x="222" y="31099"/>
                    <a:pt x="159" y="31099"/>
                  </a:cubicBezTo>
                  <a:close/>
                  <a:moveTo>
                    <a:pt x="159" y="32556"/>
                  </a:moveTo>
                  <a:cubicBezTo>
                    <a:pt x="64" y="32556"/>
                    <a:pt x="1" y="32619"/>
                    <a:pt x="1" y="32682"/>
                  </a:cubicBezTo>
                  <a:lnTo>
                    <a:pt x="1" y="33157"/>
                  </a:lnTo>
                  <a:cubicBezTo>
                    <a:pt x="1" y="33221"/>
                    <a:pt x="64" y="33284"/>
                    <a:pt x="159" y="33284"/>
                  </a:cubicBezTo>
                  <a:cubicBezTo>
                    <a:pt x="222" y="33284"/>
                    <a:pt x="286" y="33221"/>
                    <a:pt x="286" y="33157"/>
                  </a:cubicBezTo>
                  <a:lnTo>
                    <a:pt x="286" y="32682"/>
                  </a:lnTo>
                  <a:cubicBezTo>
                    <a:pt x="286" y="32619"/>
                    <a:pt x="222" y="32556"/>
                    <a:pt x="159" y="32556"/>
                  </a:cubicBezTo>
                  <a:close/>
                  <a:moveTo>
                    <a:pt x="159" y="34012"/>
                  </a:moveTo>
                  <a:cubicBezTo>
                    <a:pt x="64" y="34012"/>
                    <a:pt x="1" y="34076"/>
                    <a:pt x="1" y="34139"/>
                  </a:cubicBezTo>
                  <a:lnTo>
                    <a:pt x="1" y="34614"/>
                  </a:lnTo>
                  <a:cubicBezTo>
                    <a:pt x="1" y="34677"/>
                    <a:pt x="64" y="34741"/>
                    <a:pt x="159" y="34741"/>
                  </a:cubicBezTo>
                  <a:cubicBezTo>
                    <a:pt x="222" y="34741"/>
                    <a:pt x="286" y="34677"/>
                    <a:pt x="286" y="34614"/>
                  </a:cubicBezTo>
                  <a:lnTo>
                    <a:pt x="286" y="34139"/>
                  </a:lnTo>
                  <a:cubicBezTo>
                    <a:pt x="286" y="34044"/>
                    <a:pt x="222" y="34012"/>
                    <a:pt x="159" y="34012"/>
                  </a:cubicBezTo>
                  <a:close/>
                  <a:moveTo>
                    <a:pt x="159" y="35469"/>
                  </a:moveTo>
                  <a:cubicBezTo>
                    <a:pt x="64" y="35469"/>
                    <a:pt x="1" y="35501"/>
                    <a:pt x="1" y="35596"/>
                  </a:cubicBezTo>
                  <a:lnTo>
                    <a:pt x="1" y="36071"/>
                  </a:lnTo>
                  <a:cubicBezTo>
                    <a:pt x="1" y="36134"/>
                    <a:pt x="64" y="36198"/>
                    <a:pt x="159" y="36198"/>
                  </a:cubicBezTo>
                  <a:cubicBezTo>
                    <a:pt x="222" y="36198"/>
                    <a:pt x="286" y="36134"/>
                    <a:pt x="286" y="36071"/>
                  </a:cubicBezTo>
                  <a:lnTo>
                    <a:pt x="286" y="35596"/>
                  </a:lnTo>
                  <a:cubicBezTo>
                    <a:pt x="286" y="35501"/>
                    <a:pt x="222" y="35469"/>
                    <a:pt x="159" y="35469"/>
                  </a:cubicBezTo>
                  <a:close/>
                  <a:moveTo>
                    <a:pt x="159" y="36926"/>
                  </a:moveTo>
                  <a:cubicBezTo>
                    <a:pt x="64" y="36926"/>
                    <a:pt x="1" y="36958"/>
                    <a:pt x="1" y="37021"/>
                  </a:cubicBezTo>
                  <a:lnTo>
                    <a:pt x="1" y="37528"/>
                  </a:lnTo>
                  <a:cubicBezTo>
                    <a:pt x="1" y="37591"/>
                    <a:pt x="64" y="37654"/>
                    <a:pt x="159" y="37654"/>
                  </a:cubicBezTo>
                  <a:cubicBezTo>
                    <a:pt x="222" y="37654"/>
                    <a:pt x="286" y="37591"/>
                    <a:pt x="286" y="37528"/>
                  </a:cubicBezTo>
                  <a:lnTo>
                    <a:pt x="286" y="37021"/>
                  </a:lnTo>
                  <a:cubicBezTo>
                    <a:pt x="286" y="36958"/>
                    <a:pt x="222" y="36926"/>
                    <a:pt x="159" y="36926"/>
                  </a:cubicBezTo>
                  <a:close/>
                  <a:moveTo>
                    <a:pt x="159" y="38351"/>
                  </a:moveTo>
                  <a:cubicBezTo>
                    <a:pt x="64" y="38351"/>
                    <a:pt x="1" y="38414"/>
                    <a:pt x="1" y="38478"/>
                  </a:cubicBezTo>
                  <a:lnTo>
                    <a:pt x="1" y="38953"/>
                  </a:lnTo>
                  <a:cubicBezTo>
                    <a:pt x="1" y="39048"/>
                    <a:pt x="64" y="39079"/>
                    <a:pt x="159" y="39079"/>
                  </a:cubicBezTo>
                  <a:cubicBezTo>
                    <a:pt x="222" y="39079"/>
                    <a:pt x="286" y="39048"/>
                    <a:pt x="286" y="38953"/>
                  </a:cubicBezTo>
                  <a:lnTo>
                    <a:pt x="286" y="38478"/>
                  </a:lnTo>
                  <a:cubicBezTo>
                    <a:pt x="286" y="38414"/>
                    <a:pt x="222" y="38351"/>
                    <a:pt x="159" y="38351"/>
                  </a:cubicBezTo>
                  <a:close/>
                  <a:moveTo>
                    <a:pt x="159" y="39808"/>
                  </a:moveTo>
                  <a:cubicBezTo>
                    <a:pt x="64" y="39808"/>
                    <a:pt x="1" y="39871"/>
                    <a:pt x="1" y="39935"/>
                  </a:cubicBezTo>
                  <a:lnTo>
                    <a:pt x="1" y="40410"/>
                  </a:lnTo>
                  <a:cubicBezTo>
                    <a:pt x="1" y="40473"/>
                    <a:pt x="64" y="40536"/>
                    <a:pt x="159" y="40536"/>
                  </a:cubicBezTo>
                  <a:cubicBezTo>
                    <a:pt x="222" y="40536"/>
                    <a:pt x="286" y="40473"/>
                    <a:pt x="286" y="40410"/>
                  </a:cubicBezTo>
                  <a:lnTo>
                    <a:pt x="286" y="39935"/>
                  </a:lnTo>
                  <a:cubicBezTo>
                    <a:pt x="286" y="39871"/>
                    <a:pt x="222" y="39808"/>
                    <a:pt x="159" y="39808"/>
                  </a:cubicBezTo>
                  <a:close/>
                  <a:moveTo>
                    <a:pt x="159" y="41265"/>
                  </a:moveTo>
                  <a:cubicBezTo>
                    <a:pt x="64" y="41265"/>
                    <a:pt x="1" y="41328"/>
                    <a:pt x="1" y="41391"/>
                  </a:cubicBezTo>
                  <a:lnTo>
                    <a:pt x="1" y="41866"/>
                  </a:lnTo>
                  <a:cubicBezTo>
                    <a:pt x="1" y="41930"/>
                    <a:pt x="64" y="41993"/>
                    <a:pt x="159" y="41993"/>
                  </a:cubicBezTo>
                  <a:cubicBezTo>
                    <a:pt x="222" y="41993"/>
                    <a:pt x="286" y="41930"/>
                    <a:pt x="286" y="41866"/>
                  </a:cubicBezTo>
                  <a:lnTo>
                    <a:pt x="286" y="41391"/>
                  </a:lnTo>
                  <a:cubicBezTo>
                    <a:pt x="286" y="41328"/>
                    <a:pt x="222" y="41265"/>
                    <a:pt x="159" y="41265"/>
                  </a:cubicBezTo>
                  <a:close/>
                  <a:moveTo>
                    <a:pt x="159" y="42721"/>
                  </a:moveTo>
                  <a:cubicBezTo>
                    <a:pt x="64" y="42721"/>
                    <a:pt x="1" y="42785"/>
                    <a:pt x="1" y="42848"/>
                  </a:cubicBezTo>
                  <a:lnTo>
                    <a:pt x="1" y="43323"/>
                  </a:lnTo>
                  <a:cubicBezTo>
                    <a:pt x="1" y="43386"/>
                    <a:pt x="64" y="43450"/>
                    <a:pt x="159" y="43450"/>
                  </a:cubicBezTo>
                  <a:cubicBezTo>
                    <a:pt x="222" y="43450"/>
                    <a:pt x="286" y="43386"/>
                    <a:pt x="286" y="43323"/>
                  </a:cubicBezTo>
                  <a:lnTo>
                    <a:pt x="286" y="42848"/>
                  </a:lnTo>
                  <a:cubicBezTo>
                    <a:pt x="286" y="42753"/>
                    <a:pt x="222" y="42721"/>
                    <a:pt x="159" y="42721"/>
                  </a:cubicBezTo>
                  <a:close/>
                  <a:moveTo>
                    <a:pt x="159" y="44178"/>
                  </a:moveTo>
                  <a:cubicBezTo>
                    <a:pt x="64" y="44178"/>
                    <a:pt x="1" y="44210"/>
                    <a:pt x="1" y="44305"/>
                  </a:cubicBezTo>
                  <a:lnTo>
                    <a:pt x="1" y="44780"/>
                  </a:lnTo>
                  <a:cubicBezTo>
                    <a:pt x="1" y="44843"/>
                    <a:pt x="64" y="44907"/>
                    <a:pt x="159" y="44907"/>
                  </a:cubicBezTo>
                  <a:cubicBezTo>
                    <a:pt x="222" y="44907"/>
                    <a:pt x="286" y="44843"/>
                    <a:pt x="286" y="44780"/>
                  </a:cubicBezTo>
                  <a:lnTo>
                    <a:pt x="286" y="44305"/>
                  </a:lnTo>
                  <a:cubicBezTo>
                    <a:pt x="286" y="44210"/>
                    <a:pt x="222" y="44178"/>
                    <a:pt x="159" y="44178"/>
                  </a:cubicBezTo>
                  <a:close/>
                  <a:moveTo>
                    <a:pt x="159" y="45603"/>
                  </a:moveTo>
                  <a:cubicBezTo>
                    <a:pt x="64" y="45603"/>
                    <a:pt x="1" y="45667"/>
                    <a:pt x="1" y="45730"/>
                  </a:cubicBezTo>
                  <a:lnTo>
                    <a:pt x="1" y="46237"/>
                  </a:lnTo>
                  <a:cubicBezTo>
                    <a:pt x="1" y="46300"/>
                    <a:pt x="64" y="46332"/>
                    <a:pt x="159" y="46332"/>
                  </a:cubicBezTo>
                  <a:cubicBezTo>
                    <a:pt x="222" y="46332"/>
                    <a:pt x="286" y="46300"/>
                    <a:pt x="286" y="46237"/>
                  </a:cubicBezTo>
                  <a:lnTo>
                    <a:pt x="286" y="45730"/>
                  </a:lnTo>
                  <a:cubicBezTo>
                    <a:pt x="286" y="45667"/>
                    <a:pt x="222" y="45603"/>
                    <a:pt x="159" y="45603"/>
                  </a:cubicBezTo>
                  <a:close/>
                  <a:moveTo>
                    <a:pt x="159" y="47060"/>
                  </a:moveTo>
                  <a:cubicBezTo>
                    <a:pt x="64" y="47060"/>
                    <a:pt x="1" y="47123"/>
                    <a:pt x="1" y="47187"/>
                  </a:cubicBezTo>
                  <a:lnTo>
                    <a:pt x="1" y="47662"/>
                  </a:lnTo>
                  <a:cubicBezTo>
                    <a:pt x="1" y="47757"/>
                    <a:pt x="64" y="47788"/>
                    <a:pt x="159" y="47788"/>
                  </a:cubicBezTo>
                  <a:cubicBezTo>
                    <a:pt x="222" y="47788"/>
                    <a:pt x="286" y="47757"/>
                    <a:pt x="286" y="47662"/>
                  </a:cubicBezTo>
                  <a:lnTo>
                    <a:pt x="286" y="47187"/>
                  </a:lnTo>
                  <a:cubicBezTo>
                    <a:pt x="286" y="47123"/>
                    <a:pt x="222" y="47060"/>
                    <a:pt x="159" y="47060"/>
                  </a:cubicBezTo>
                  <a:close/>
                  <a:moveTo>
                    <a:pt x="159" y="48517"/>
                  </a:moveTo>
                  <a:cubicBezTo>
                    <a:pt x="64" y="48517"/>
                    <a:pt x="1" y="48580"/>
                    <a:pt x="1" y="48643"/>
                  </a:cubicBezTo>
                  <a:lnTo>
                    <a:pt x="1" y="49119"/>
                  </a:lnTo>
                  <a:cubicBezTo>
                    <a:pt x="1" y="49182"/>
                    <a:pt x="64" y="49245"/>
                    <a:pt x="159" y="49245"/>
                  </a:cubicBezTo>
                  <a:cubicBezTo>
                    <a:pt x="222" y="49245"/>
                    <a:pt x="286" y="49182"/>
                    <a:pt x="286" y="49119"/>
                  </a:cubicBezTo>
                  <a:lnTo>
                    <a:pt x="286" y="48643"/>
                  </a:lnTo>
                  <a:cubicBezTo>
                    <a:pt x="286" y="48580"/>
                    <a:pt x="222" y="48517"/>
                    <a:pt x="159" y="48517"/>
                  </a:cubicBezTo>
                  <a:close/>
                  <a:moveTo>
                    <a:pt x="159" y="49974"/>
                  </a:moveTo>
                  <a:cubicBezTo>
                    <a:pt x="64" y="49974"/>
                    <a:pt x="1" y="50037"/>
                    <a:pt x="1" y="50100"/>
                  </a:cubicBezTo>
                  <a:lnTo>
                    <a:pt x="1" y="50575"/>
                  </a:lnTo>
                  <a:cubicBezTo>
                    <a:pt x="1" y="50639"/>
                    <a:pt x="64" y="50702"/>
                    <a:pt x="159" y="50702"/>
                  </a:cubicBezTo>
                  <a:cubicBezTo>
                    <a:pt x="222" y="50702"/>
                    <a:pt x="286" y="50639"/>
                    <a:pt x="286" y="50575"/>
                  </a:cubicBezTo>
                  <a:lnTo>
                    <a:pt x="286" y="50100"/>
                  </a:lnTo>
                  <a:cubicBezTo>
                    <a:pt x="286" y="50037"/>
                    <a:pt x="222" y="49974"/>
                    <a:pt x="159" y="49974"/>
                  </a:cubicBezTo>
                  <a:close/>
                  <a:moveTo>
                    <a:pt x="159" y="51430"/>
                  </a:moveTo>
                  <a:cubicBezTo>
                    <a:pt x="64" y="51430"/>
                    <a:pt x="1" y="51494"/>
                    <a:pt x="1" y="51557"/>
                  </a:cubicBezTo>
                  <a:lnTo>
                    <a:pt x="1" y="52032"/>
                  </a:lnTo>
                  <a:cubicBezTo>
                    <a:pt x="1" y="52095"/>
                    <a:pt x="64" y="52159"/>
                    <a:pt x="159" y="52159"/>
                  </a:cubicBezTo>
                  <a:cubicBezTo>
                    <a:pt x="222" y="52159"/>
                    <a:pt x="286" y="52095"/>
                    <a:pt x="286" y="52032"/>
                  </a:cubicBezTo>
                  <a:lnTo>
                    <a:pt x="286" y="51557"/>
                  </a:lnTo>
                  <a:cubicBezTo>
                    <a:pt x="286" y="51462"/>
                    <a:pt x="222" y="51430"/>
                    <a:pt x="159" y="51430"/>
                  </a:cubicBezTo>
                  <a:close/>
                  <a:moveTo>
                    <a:pt x="159" y="52855"/>
                  </a:moveTo>
                  <a:cubicBezTo>
                    <a:pt x="64" y="52855"/>
                    <a:pt x="1" y="52919"/>
                    <a:pt x="1" y="52982"/>
                  </a:cubicBezTo>
                  <a:lnTo>
                    <a:pt x="1" y="53489"/>
                  </a:lnTo>
                  <a:cubicBezTo>
                    <a:pt x="1" y="53552"/>
                    <a:pt x="64" y="53615"/>
                    <a:pt x="159" y="53615"/>
                  </a:cubicBezTo>
                  <a:cubicBezTo>
                    <a:pt x="222" y="53615"/>
                    <a:pt x="286" y="53552"/>
                    <a:pt x="286" y="53489"/>
                  </a:cubicBezTo>
                  <a:lnTo>
                    <a:pt x="286" y="52982"/>
                  </a:lnTo>
                  <a:cubicBezTo>
                    <a:pt x="286" y="52919"/>
                    <a:pt x="222" y="52855"/>
                    <a:pt x="159" y="52855"/>
                  </a:cubicBezTo>
                  <a:close/>
                  <a:moveTo>
                    <a:pt x="159" y="54312"/>
                  </a:moveTo>
                  <a:cubicBezTo>
                    <a:pt x="64" y="54312"/>
                    <a:pt x="1" y="54376"/>
                    <a:pt x="1" y="54439"/>
                  </a:cubicBezTo>
                  <a:lnTo>
                    <a:pt x="1" y="54946"/>
                  </a:lnTo>
                  <a:cubicBezTo>
                    <a:pt x="1" y="55009"/>
                    <a:pt x="64" y="55041"/>
                    <a:pt x="159" y="55041"/>
                  </a:cubicBezTo>
                  <a:cubicBezTo>
                    <a:pt x="222" y="55041"/>
                    <a:pt x="286" y="55009"/>
                    <a:pt x="286" y="54946"/>
                  </a:cubicBezTo>
                  <a:lnTo>
                    <a:pt x="286" y="54439"/>
                  </a:lnTo>
                  <a:cubicBezTo>
                    <a:pt x="286" y="54376"/>
                    <a:pt x="222" y="54312"/>
                    <a:pt x="159" y="54312"/>
                  </a:cubicBezTo>
                  <a:close/>
                  <a:moveTo>
                    <a:pt x="159" y="55769"/>
                  </a:moveTo>
                  <a:cubicBezTo>
                    <a:pt x="64" y="55769"/>
                    <a:pt x="1" y="55832"/>
                    <a:pt x="1" y="55896"/>
                  </a:cubicBezTo>
                  <a:lnTo>
                    <a:pt x="1" y="56371"/>
                  </a:lnTo>
                  <a:cubicBezTo>
                    <a:pt x="1" y="56434"/>
                    <a:pt x="64" y="56497"/>
                    <a:pt x="159" y="56497"/>
                  </a:cubicBezTo>
                  <a:cubicBezTo>
                    <a:pt x="222" y="56497"/>
                    <a:pt x="286" y="56434"/>
                    <a:pt x="286" y="56371"/>
                  </a:cubicBezTo>
                  <a:lnTo>
                    <a:pt x="286" y="55896"/>
                  </a:lnTo>
                  <a:cubicBezTo>
                    <a:pt x="286" y="55832"/>
                    <a:pt x="222" y="55769"/>
                    <a:pt x="159" y="55769"/>
                  </a:cubicBezTo>
                  <a:close/>
                  <a:moveTo>
                    <a:pt x="159" y="57226"/>
                  </a:moveTo>
                  <a:cubicBezTo>
                    <a:pt x="64" y="57226"/>
                    <a:pt x="1" y="57289"/>
                    <a:pt x="1" y="57352"/>
                  </a:cubicBezTo>
                  <a:lnTo>
                    <a:pt x="1" y="57827"/>
                  </a:lnTo>
                  <a:cubicBezTo>
                    <a:pt x="1" y="57891"/>
                    <a:pt x="64" y="57954"/>
                    <a:pt x="159" y="57954"/>
                  </a:cubicBezTo>
                  <a:cubicBezTo>
                    <a:pt x="222" y="57954"/>
                    <a:pt x="286" y="57891"/>
                    <a:pt x="286" y="57827"/>
                  </a:cubicBezTo>
                  <a:lnTo>
                    <a:pt x="286" y="57352"/>
                  </a:lnTo>
                  <a:cubicBezTo>
                    <a:pt x="286" y="57289"/>
                    <a:pt x="222" y="57226"/>
                    <a:pt x="159" y="57226"/>
                  </a:cubicBezTo>
                  <a:close/>
                  <a:moveTo>
                    <a:pt x="159" y="58683"/>
                  </a:moveTo>
                  <a:cubicBezTo>
                    <a:pt x="64" y="58683"/>
                    <a:pt x="1" y="58746"/>
                    <a:pt x="1" y="58809"/>
                  </a:cubicBezTo>
                  <a:lnTo>
                    <a:pt x="1" y="59284"/>
                  </a:lnTo>
                  <a:cubicBezTo>
                    <a:pt x="1" y="59348"/>
                    <a:pt x="64" y="59411"/>
                    <a:pt x="159" y="59411"/>
                  </a:cubicBezTo>
                  <a:cubicBezTo>
                    <a:pt x="222" y="59411"/>
                    <a:pt x="286" y="59348"/>
                    <a:pt x="286" y="59284"/>
                  </a:cubicBezTo>
                  <a:lnTo>
                    <a:pt x="286" y="58809"/>
                  </a:lnTo>
                  <a:cubicBezTo>
                    <a:pt x="286" y="58746"/>
                    <a:pt x="222" y="58683"/>
                    <a:pt x="159" y="58683"/>
                  </a:cubicBezTo>
                  <a:close/>
                  <a:moveTo>
                    <a:pt x="159" y="60139"/>
                  </a:moveTo>
                  <a:cubicBezTo>
                    <a:pt x="64" y="60139"/>
                    <a:pt x="1" y="60171"/>
                    <a:pt x="1" y="60266"/>
                  </a:cubicBezTo>
                  <a:lnTo>
                    <a:pt x="1" y="60741"/>
                  </a:lnTo>
                  <a:cubicBezTo>
                    <a:pt x="1" y="60804"/>
                    <a:pt x="64" y="60868"/>
                    <a:pt x="159" y="60868"/>
                  </a:cubicBezTo>
                  <a:cubicBezTo>
                    <a:pt x="222" y="60868"/>
                    <a:pt x="286" y="60804"/>
                    <a:pt x="286" y="60741"/>
                  </a:cubicBezTo>
                  <a:lnTo>
                    <a:pt x="286" y="60266"/>
                  </a:lnTo>
                  <a:cubicBezTo>
                    <a:pt x="286" y="60171"/>
                    <a:pt x="222" y="60139"/>
                    <a:pt x="159" y="60139"/>
                  </a:cubicBezTo>
                  <a:close/>
                  <a:moveTo>
                    <a:pt x="159" y="61564"/>
                  </a:moveTo>
                  <a:cubicBezTo>
                    <a:pt x="64" y="61564"/>
                    <a:pt x="1" y="61628"/>
                    <a:pt x="1" y="61691"/>
                  </a:cubicBezTo>
                  <a:lnTo>
                    <a:pt x="1" y="62198"/>
                  </a:lnTo>
                  <a:cubicBezTo>
                    <a:pt x="1" y="62261"/>
                    <a:pt x="64" y="62324"/>
                    <a:pt x="159" y="62324"/>
                  </a:cubicBezTo>
                  <a:cubicBezTo>
                    <a:pt x="222" y="62324"/>
                    <a:pt x="286" y="62261"/>
                    <a:pt x="286" y="62198"/>
                  </a:cubicBezTo>
                  <a:lnTo>
                    <a:pt x="286" y="61691"/>
                  </a:lnTo>
                  <a:cubicBezTo>
                    <a:pt x="286" y="61628"/>
                    <a:pt x="222" y="61564"/>
                    <a:pt x="159" y="61564"/>
                  </a:cubicBezTo>
                  <a:close/>
                  <a:moveTo>
                    <a:pt x="159" y="63021"/>
                  </a:moveTo>
                  <a:cubicBezTo>
                    <a:pt x="64" y="63021"/>
                    <a:pt x="1" y="63084"/>
                    <a:pt x="1" y="63148"/>
                  </a:cubicBezTo>
                  <a:lnTo>
                    <a:pt x="1" y="63623"/>
                  </a:lnTo>
                  <a:cubicBezTo>
                    <a:pt x="1" y="63718"/>
                    <a:pt x="64" y="63750"/>
                    <a:pt x="159" y="63750"/>
                  </a:cubicBezTo>
                  <a:cubicBezTo>
                    <a:pt x="222" y="63750"/>
                    <a:pt x="286" y="63718"/>
                    <a:pt x="286" y="63655"/>
                  </a:cubicBezTo>
                  <a:lnTo>
                    <a:pt x="286" y="63148"/>
                  </a:lnTo>
                  <a:cubicBezTo>
                    <a:pt x="286" y="63084"/>
                    <a:pt x="222" y="63021"/>
                    <a:pt x="159" y="63021"/>
                  </a:cubicBezTo>
                  <a:close/>
                  <a:moveTo>
                    <a:pt x="159" y="64478"/>
                  </a:moveTo>
                  <a:cubicBezTo>
                    <a:pt x="64" y="64478"/>
                    <a:pt x="1" y="64541"/>
                    <a:pt x="1" y="64605"/>
                  </a:cubicBezTo>
                  <a:lnTo>
                    <a:pt x="1" y="65080"/>
                  </a:lnTo>
                  <a:cubicBezTo>
                    <a:pt x="1" y="65143"/>
                    <a:pt x="64" y="65206"/>
                    <a:pt x="159" y="65206"/>
                  </a:cubicBezTo>
                  <a:cubicBezTo>
                    <a:pt x="222" y="65206"/>
                    <a:pt x="286" y="65143"/>
                    <a:pt x="286" y="65080"/>
                  </a:cubicBezTo>
                  <a:lnTo>
                    <a:pt x="286" y="64605"/>
                  </a:lnTo>
                  <a:cubicBezTo>
                    <a:pt x="286" y="64541"/>
                    <a:pt x="222" y="64478"/>
                    <a:pt x="159" y="64478"/>
                  </a:cubicBezTo>
                  <a:close/>
                  <a:moveTo>
                    <a:pt x="159" y="65935"/>
                  </a:moveTo>
                  <a:cubicBezTo>
                    <a:pt x="64" y="65935"/>
                    <a:pt x="1" y="65998"/>
                    <a:pt x="1" y="66061"/>
                  </a:cubicBezTo>
                  <a:lnTo>
                    <a:pt x="1" y="66536"/>
                  </a:lnTo>
                  <a:cubicBezTo>
                    <a:pt x="1" y="66600"/>
                    <a:pt x="64" y="66663"/>
                    <a:pt x="159" y="66663"/>
                  </a:cubicBezTo>
                  <a:cubicBezTo>
                    <a:pt x="222" y="66663"/>
                    <a:pt x="286" y="66600"/>
                    <a:pt x="286" y="66536"/>
                  </a:cubicBezTo>
                  <a:lnTo>
                    <a:pt x="286" y="66061"/>
                  </a:lnTo>
                  <a:cubicBezTo>
                    <a:pt x="286" y="65998"/>
                    <a:pt x="222" y="65935"/>
                    <a:pt x="159" y="65935"/>
                  </a:cubicBezTo>
                  <a:close/>
                  <a:moveTo>
                    <a:pt x="159" y="67391"/>
                  </a:moveTo>
                  <a:cubicBezTo>
                    <a:pt x="64" y="67391"/>
                    <a:pt x="1" y="67423"/>
                    <a:pt x="1" y="67518"/>
                  </a:cubicBezTo>
                  <a:lnTo>
                    <a:pt x="1" y="67993"/>
                  </a:lnTo>
                  <a:cubicBezTo>
                    <a:pt x="1" y="68057"/>
                    <a:pt x="64" y="68120"/>
                    <a:pt x="159" y="68120"/>
                  </a:cubicBezTo>
                  <a:cubicBezTo>
                    <a:pt x="222" y="68120"/>
                    <a:pt x="286" y="68057"/>
                    <a:pt x="286" y="67993"/>
                  </a:cubicBezTo>
                  <a:lnTo>
                    <a:pt x="286" y="67518"/>
                  </a:lnTo>
                  <a:cubicBezTo>
                    <a:pt x="286" y="67423"/>
                    <a:pt x="222" y="67391"/>
                    <a:pt x="159" y="67391"/>
                  </a:cubicBezTo>
                  <a:close/>
                  <a:moveTo>
                    <a:pt x="159" y="68848"/>
                  </a:moveTo>
                  <a:cubicBezTo>
                    <a:pt x="64" y="68848"/>
                    <a:pt x="1" y="68880"/>
                    <a:pt x="1" y="68975"/>
                  </a:cubicBezTo>
                  <a:lnTo>
                    <a:pt x="1" y="69450"/>
                  </a:lnTo>
                  <a:cubicBezTo>
                    <a:pt x="1" y="69513"/>
                    <a:pt x="64" y="69577"/>
                    <a:pt x="159" y="69577"/>
                  </a:cubicBezTo>
                  <a:cubicBezTo>
                    <a:pt x="222" y="69577"/>
                    <a:pt x="286" y="69513"/>
                    <a:pt x="286" y="69450"/>
                  </a:cubicBezTo>
                  <a:lnTo>
                    <a:pt x="286" y="68975"/>
                  </a:lnTo>
                  <a:cubicBezTo>
                    <a:pt x="286" y="68880"/>
                    <a:pt x="222" y="68848"/>
                    <a:pt x="159" y="68848"/>
                  </a:cubicBezTo>
                  <a:close/>
                  <a:moveTo>
                    <a:pt x="159" y="70273"/>
                  </a:moveTo>
                  <a:cubicBezTo>
                    <a:pt x="64" y="70273"/>
                    <a:pt x="1" y="70337"/>
                    <a:pt x="1" y="70400"/>
                  </a:cubicBezTo>
                  <a:lnTo>
                    <a:pt x="1" y="70907"/>
                  </a:lnTo>
                  <a:cubicBezTo>
                    <a:pt x="1" y="70970"/>
                    <a:pt x="64" y="71002"/>
                    <a:pt x="159" y="71002"/>
                  </a:cubicBezTo>
                  <a:cubicBezTo>
                    <a:pt x="222" y="71002"/>
                    <a:pt x="286" y="70970"/>
                    <a:pt x="286" y="70907"/>
                  </a:cubicBezTo>
                  <a:lnTo>
                    <a:pt x="286" y="70400"/>
                  </a:lnTo>
                  <a:cubicBezTo>
                    <a:pt x="286" y="70337"/>
                    <a:pt x="222" y="70273"/>
                    <a:pt x="159" y="70273"/>
                  </a:cubicBezTo>
                  <a:close/>
                  <a:moveTo>
                    <a:pt x="159" y="71730"/>
                  </a:moveTo>
                  <a:cubicBezTo>
                    <a:pt x="64" y="71762"/>
                    <a:pt x="32" y="71793"/>
                    <a:pt x="32" y="71857"/>
                  </a:cubicBezTo>
                  <a:cubicBezTo>
                    <a:pt x="32" y="72047"/>
                    <a:pt x="64" y="72205"/>
                    <a:pt x="64" y="72363"/>
                  </a:cubicBezTo>
                  <a:cubicBezTo>
                    <a:pt x="64" y="72427"/>
                    <a:pt x="127" y="72458"/>
                    <a:pt x="191" y="72458"/>
                  </a:cubicBezTo>
                  <a:cubicBezTo>
                    <a:pt x="286" y="72458"/>
                    <a:pt x="349" y="72395"/>
                    <a:pt x="317" y="72332"/>
                  </a:cubicBezTo>
                  <a:cubicBezTo>
                    <a:pt x="317" y="72173"/>
                    <a:pt x="286" y="72015"/>
                    <a:pt x="286" y="71857"/>
                  </a:cubicBezTo>
                  <a:cubicBezTo>
                    <a:pt x="286" y="71793"/>
                    <a:pt x="222" y="71730"/>
                    <a:pt x="159" y="71730"/>
                  </a:cubicBezTo>
                  <a:close/>
                  <a:moveTo>
                    <a:pt x="317" y="73187"/>
                  </a:moveTo>
                  <a:cubicBezTo>
                    <a:pt x="222" y="73187"/>
                    <a:pt x="191" y="73250"/>
                    <a:pt x="191" y="73314"/>
                  </a:cubicBezTo>
                  <a:cubicBezTo>
                    <a:pt x="222" y="73504"/>
                    <a:pt x="254" y="73662"/>
                    <a:pt x="286" y="73820"/>
                  </a:cubicBezTo>
                  <a:cubicBezTo>
                    <a:pt x="317" y="73852"/>
                    <a:pt x="381" y="73915"/>
                    <a:pt x="444" y="73915"/>
                  </a:cubicBezTo>
                  <a:cubicBezTo>
                    <a:pt x="539" y="73884"/>
                    <a:pt x="571" y="73820"/>
                    <a:pt x="571" y="73757"/>
                  </a:cubicBezTo>
                  <a:cubicBezTo>
                    <a:pt x="507" y="73599"/>
                    <a:pt x="507" y="73440"/>
                    <a:pt x="444" y="73282"/>
                  </a:cubicBezTo>
                  <a:cubicBezTo>
                    <a:pt x="444" y="73219"/>
                    <a:pt x="381" y="73187"/>
                    <a:pt x="317" y="73187"/>
                  </a:cubicBezTo>
                  <a:close/>
                  <a:moveTo>
                    <a:pt x="716" y="74600"/>
                  </a:moveTo>
                  <a:cubicBezTo>
                    <a:pt x="700" y="74600"/>
                    <a:pt x="683" y="74603"/>
                    <a:pt x="666" y="74612"/>
                  </a:cubicBezTo>
                  <a:cubicBezTo>
                    <a:pt x="602" y="74612"/>
                    <a:pt x="539" y="74675"/>
                    <a:pt x="571" y="74739"/>
                  </a:cubicBezTo>
                  <a:cubicBezTo>
                    <a:pt x="634" y="74897"/>
                    <a:pt x="698" y="75055"/>
                    <a:pt x="729" y="75214"/>
                  </a:cubicBezTo>
                  <a:cubicBezTo>
                    <a:pt x="761" y="75277"/>
                    <a:pt x="824" y="75309"/>
                    <a:pt x="856" y="75309"/>
                  </a:cubicBezTo>
                  <a:cubicBezTo>
                    <a:pt x="888" y="75309"/>
                    <a:pt x="888" y="75277"/>
                    <a:pt x="919" y="75277"/>
                  </a:cubicBezTo>
                  <a:cubicBezTo>
                    <a:pt x="983" y="75277"/>
                    <a:pt x="1014" y="75214"/>
                    <a:pt x="983" y="75119"/>
                  </a:cubicBezTo>
                  <a:cubicBezTo>
                    <a:pt x="919" y="74992"/>
                    <a:pt x="888" y="74834"/>
                    <a:pt x="824" y="74675"/>
                  </a:cubicBezTo>
                  <a:cubicBezTo>
                    <a:pt x="801" y="74629"/>
                    <a:pt x="761" y="74600"/>
                    <a:pt x="716" y="74600"/>
                  </a:cubicBezTo>
                  <a:close/>
                  <a:moveTo>
                    <a:pt x="1266" y="75961"/>
                  </a:moveTo>
                  <a:cubicBezTo>
                    <a:pt x="1244" y="75961"/>
                    <a:pt x="1223" y="75964"/>
                    <a:pt x="1204" y="75974"/>
                  </a:cubicBezTo>
                  <a:cubicBezTo>
                    <a:pt x="1141" y="75974"/>
                    <a:pt x="1109" y="76069"/>
                    <a:pt x="1141" y="76132"/>
                  </a:cubicBezTo>
                  <a:cubicBezTo>
                    <a:pt x="1204" y="76259"/>
                    <a:pt x="1299" y="76417"/>
                    <a:pt x="1363" y="76544"/>
                  </a:cubicBezTo>
                  <a:cubicBezTo>
                    <a:pt x="1394" y="76607"/>
                    <a:pt x="1458" y="76639"/>
                    <a:pt x="1489" y="76639"/>
                  </a:cubicBezTo>
                  <a:cubicBezTo>
                    <a:pt x="1521" y="76639"/>
                    <a:pt x="1553" y="76607"/>
                    <a:pt x="1553" y="76607"/>
                  </a:cubicBezTo>
                  <a:cubicBezTo>
                    <a:pt x="1616" y="76575"/>
                    <a:pt x="1648" y="76512"/>
                    <a:pt x="1616" y="76449"/>
                  </a:cubicBezTo>
                  <a:cubicBezTo>
                    <a:pt x="1521" y="76322"/>
                    <a:pt x="1458" y="76164"/>
                    <a:pt x="1394" y="76005"/>
                  </a:cubicBezTo>
                  <a:cubicBezTo>
                    <a:pt x="1372" y="75983"/>
                    <a:pt x="1318" y="75961"/>
                    <a:pt x="1266" y="75961"/>
                  </a:cubicBezTo>
                  <a:close/>
                  <a:moveTo>
                    <a:pt x="2021" y="77220"/>
                  </a:moveTo>
                  <a:cubicBezTo>
                    <a:pt x="1991" y="77220"/>
                    <a:pt x="1959" y="77227"/>
                    <a:pt x="1933" y="77240"/>
                  </a:cubicBezTo>
                  <a:cubicBezTo>
                    <a:pt x="1869" y="77272"/>
                    <a:pt x="1869" y="77367"/>
                    <a:pt x="1901" y="77399"/>
                  </a:cubicBezTo>
                  <a:cubicBezTo>
                    <a:pt x="1996" y="77557"/>
                    <a:pt x="2091" y="77684"/>
                    <a:pt x="2186" y="77811"/>
                  </a:cubicBezTo>
                  <a:cubicBezTo>
                    <a:pt x="2218" y="77842"/>
                    <a:pt x="2249" y="77874"/>
                    <a:pt x="2313" y="77874"/>
                  </a:cubicBezTo>
                  <a:cubicBezTo>
                    <a:pt x="2313" y="77874"/>
                    <a:pt x="2344" y="77874"/>
                    <a:pt x="2376" y="77842"/>
                  </a:cubicBezTo>
                  <a:cubicBezTo>
                    <a:pt x="2439" y="77811"/>
                    <a:pt x="2439" y="77747"/>
                    <a:pt x="2408" y="77684"/>
                  </a:cubicBezTo>
                  <a:cubicBezTo>
                    <a:pt x="2313" y="77557"/>
                    <a:pt x="2218" y="77399"/>
                    <a:pt x="2123" y="77272"/>
                  </a:cubicBezTo>
                  <a:cubicBezTo>
                    <a:pt x="2104" y="77235"/>
                    <a:pt x="2064" y="77220"/>
                    <a:pt x="2021" y="77220"/>
                  </a:cubicBezTo>
                  <a:close/>
                  <a:moveTo>
                    <a:pt x="2924" y="78409"/>
                  </a:moveTo>
                  <a:cubicBezTo>
                    <a:pt x="2899" y="78409"/>
                    <a:pt x="2875" y="78420"/>
                    <a:pt x="2851" y="78444"/>
                  </a:cubicBezTo>
                  <a:cubicBezTo>
                    <a:pt x="2788" y="78476"/>
                    <a:pt x="2788" y="78571"/>
                    <a:pt x="2819" y="78602"/>
                  </a:cubicBezTo>
                  <a:cubicBezTo>
                    <a:pt x="2946" y="78729"/>
                    <a:pt x="3041" y="78856"/>
                    <a:pt x="3168" y="78982"/>
                  </a:cubicBezTo>
                  <a:cubicBezTo>
                    <a:pt x="3199" y="79014"/>
                    <a:pt x="3231" y="79014"/>
                    <a:pt x="3263" y="79014"/>
                  </a:cubicBezTo>
                  <a:lnTo>
                    <a:pt x="3358" y="79014"/>
                  </a:lnTo>
                  <a:cubicBezTo>
                    <a:pt x="3421" y="78951"/>
                    <a:pt x="3421" y="78887"/>
                    <a:pt x="3358" y="78824"/>
                  </a:cubicBezTo>
                  <a:cubicBezTo>
                    <a:pt x="3263" y="78697"/>
                    <a:pt x="3136" y="78571"/>
                    <a:pt x="3041" y="78476"/>
                  </a:cubicBezTo>
                  <a:cubicBezTo>
                    <a:pt x="3002" y="78436"/>
                    <a:pt x="2963" y="78409"/>
                    <a:pt x="2924" y="78409"/>
                  </a:cubicBezTo>
                  <a:close/>
                  <a:moveTo>
                    <a:pt x="4003" y="79497"/>
                  </a:moveTo>
                  <a:cubicBezTo>
                    <a:pt x="3967" y="79497"/>
                    <a:pt x="3928" y="79505"/>
                    <a:pt x="3896" y="79521"/>
                  </a:cubicBezTo>
                  <a:cubicBezTo>
                    <a:pt x="3864" y="79584"/>
                    <a:pt x="3864" y="79647"/>
                    <a:pt x="3896" y="79679"/>
                  </a:cubicBezTo>
                  <a:cubicBezTo>
                    <a:pt x="4054" y="79806"/>
                    <a:pt x="4181" y="79932"/>
                    <a:pt x="4308" y="80027"/>
                  </a:cubicBezTo>
                  <a:cubicBezTo>
                    <a:pt x="4339" y="80059"/>
                    <a:pt x="4371" y="80059"/>
                    <a:pt x="4403" y="80059"/>
                  </a:cubicBezTo>
                  <a:cubicBezTo>
                    <a:pt x="4434" y="80059"/>
                    <a:pt x="4466" y="80027"/>
                    <a:pt x="4498" y="80027"/>
                  </a:cubicBezTo>
                  <a:cubicBezTo>
                    <a:pt x="4529" y="79964"/>
                    <a:pt x="4529" y="79901"/>
                    <a:pt x="4498" y="79837"/>
                  </a:cubicBezTo>
                  <a:cubicBezTo>
                    <a:pt x="4339" y="79742"/>
                    <a:pt x="4213" y="79616"/>
                    <a:pt x="4086" y="79521"/>
                  </a:cubicBezTo>
                  <a:cubicBezTo>
                    <a:pt x="4070" y="79505"/>
                    <a:pt x="4039" y="79497"/>
                    <a:pt x="4003" y="79497"/>
                  </a:cubicBezTo>
                  <a:close/>
                  <a:moveTo>
                    <a:pt x="5211" y="80418"/>
                  </a:moveTo>
                  <a:cubicBezTo>
                    <a:pt x="5174" y="80418"/>
                    <a:pt x="5137" y="80434"/>
                    <a:pt x="5100" y="80471"/>
                  </a:cubicBezTo>
                  <a:cubicBezTo>
                    <a:pt x="5068" y="80534"/>
                    <a:pt x="5068" y="80597"/>
                    <a:pt x="5131" y="80629"/>
                  </a:cubicBezTo>
                  <a:cubicBezTo>
                    <a:pt x="5290" y="80756"/>
                    <a:pt x="5416" y="80851"/>
                    <a:pt x="5575" y="80946"/>
                  </a:cubicBezTo>
                  <a:lnTo>
                    <a:pt x="5638" y="80946"/>
                  </a:lnTo>
                  <a:cubicBezTo>
                    <a:pt x="5701" y="80946"/>
                    <a:pt x="5733" y="80946"/>
                    <a:pt x="5765" y="80882"/>
                  </a:cubicBezTo>
                  <a:cubicBezTo>
                    <a:pt x="5796" y="80851"/>
                    <a:pt x="5796" y="80756"/>
                    <a:pt x="5733" y="80724"/>
                  </a:cubicBezTo>
                  <a:cubicBezTo>
                    <a:pt x="5575" y="80629"/>
                    <a:pt x="5448" y="80534"/>
                    <a:pt x="5290" y="80439"/>
                  </a:cubicBezTo>
                  <a:cubicBezTo>
                    <a:pt x="5263" y="80426"/>
                    <a:pt x="5237" y="80418"/>
                    <a:pt x="5211" y="80418"/>
                  </a:cubicBezTo>
                  <a:close/>
                  <a:moveTo>
                    <a:pt x="6564" y="81218"/>
                  </a:moveTo>
                  <a:cubicBezTo>
                    <a:pt x="6510" y="81218"/>
                    <a:pt x="6453" y="81248"/>
                    <a:pt x="6430" y="81294"/>
                  </a:cubicBezTo>
                  <a:cubicBezTo>
                    <a:pt x="6398" y="81357"/>
                    <a:pt x="6430" y="81421"/>
                    <a:pt x="6493" y="81452"/>
                  </a:cubicBezTo>
                  <a:cubicBezTo>
                    <a:pt x="6651" y="81516"/>
                    <a:pt x="6810" y="81611"/>
                    <a:pt x="6968" y="81674"/>
                  </a:cubicBezTo>
                  <a:cubicBezTo>
                    <a:pt x="6968" y="81706"/>
                    <a:pt x="7000" y="81706"/>
                    <a:pt x="7031" y="81706"/>
                  </a:cubicBezTo>
                  <a:cubicBezTo>
                    <a:pt x="7063" y="81706"/>
                    <a:pt x="7126" y="81674"/>
                    <a:pt x="7126" y="81642"/>
                  </a:cubicBezTo>
                  <a:cubicBezTo>
                    <a:pt x="7190" y="81579"/>
                    <a:pt x="7158" y="81516"/>
                    <a:pt x="7095" y="81484"/>
                  </a:cubicBezTo>
                  <a:cubicBezTo>
                    <a:pt x="6936" y="81389"/>
                    <a:pt x="6778" y="81326"/>
                    <a:pt x="6620" y="81231"/>
                  </a:cubicBezTo>
                  <a:cubicBezTo>
                    <a:pt x="6603" y="81222"/>
                    <a:pt x="6583" y="81218"/>
                    <a:pt x="6564" y="81218"/>
                  </a:cubicBezTo>
                  <a:close/>
                  <a:moveTo>
                    <a:pt x="7989" y="81852"/>
                  </a:moveTo>
                  <a:cubicBezTo>
                    <a:pt x="7935" y="81852"/>
                    <a:pt x="7878" y="81881"/>
                    <a:pt x="7855" y="81927"/>
                  </a:cubicBezTo>
                  <a:cubicBezTo>
                    <a:pt x="7823" y="81991"/>
                    <a:pt x="7855" y="82054"/>
                    <a:pt x="7950" y="82086"/>
                  </a:cubicBezTo>
                  <a:cubicBezTo>
                    <a:pt x="8108" y="82149"/>
                    <a:pt x="8266" y="82213"/>
                    <a:pt x="8425" y="82276"/>
                  </a:cubicBezTo>
                  <a:lnTo>
                    <a:pt x="8488" y="82276"/>
                  </a:lnTo>
                  <a:cubicBezTo>
                    <a:pt x="8551" y="82276"/>
                    <a:pt x="8583" y="82244"/>
                    <a:pt x="8615" y="82181"/>
                  </a:cubicBezTo>
                  <a:cubicBezTo>
                    <a:pt x="8646" y="82117"/>
                    <a:pt x="8583" y="82054"/>
                    <a:pt x="8520" y="82054"/>
                  </a:cubicBezTo>
                  <a:cubicBezTo>
                    <a:pt x="8361" y="81991"/>
                    <a:pt x="8203" y="81927"/>
                    <a:pt x="8045" y="81864"/>
                  </a:cubicBezTo>
                  <a:cubicBezTo>
                    <a:pt x="8028" y="81856"/>
                    <a:pt x="8009" y="81852"/>
                    <a:pt x="7989" y="81852"/>
                  </a:cubicBezTo>
                  <a:close/>
                  <a:moveTo>
                    <a:pt x="9483" y="82327"/>
                  </a:moveTo>
                  <a:cubicBezTo>
                    <a:pt x="9438" y="82327"/>
                    <a:pt x="9398" y="82356"/>
                    <a:pt x="9375" y="82403"/>
                  </a:cubicBezTo>
                  <a:cubicBezTo>
                    <a:pt x="9343" y="82466"/>
                    <a:pt x="9406" y="82561"/>
                    <a:pt x="9470" y="82561"/>
                  </a:cubicBezTo>
                  <a:cubicBezTo>
                    <a:pt x="9628" y="82593"/>
                    <a:pt x="9818" y="82656"/>
                    <a:pt x="9977" y="82688"/>
                  </a:cubicBezTo>
                  <a:lnTo>
                    <a:pt x="10008" y="82688"/>
                  </a:lnTo>
                  <a:cubicBezTo>
                    <a:pt x="10072" y="82688"/>
                    <a:pt x="10135" y="82656"/>
                    <a:pt x="10135" y="82593"/>
                  </a:cubicBezTo>
                  <a:cubicBezTo>
                    <a:pt x="10167" y="82529"/>
                    <a:pt x="10103" y="82466"/>
                    <a:pt x="10040" y="82434"/>
                  </a:cubicBezTo>
                  <a:cubicBezTo>
                    <a:pt x="9882" y="82403"/>
                    <a:pt x="9692" y="82371"/>
                    <a:pt x="9533" y="82339"/>
                  </a:cubicBezTo>
                  <a:cubicBezTo>
                    <a:pt x="9516" y="82331"/>
                    <a:pt x="9499" y="82327"/>
                    <a:pt x="9483" y="82327"/>
                  </a:cubicBezTo>
                  <a:close/>
                  <a:moveTo>
                    <a:pt x="11085" y="82624"/>
                  </a:moveTo>
                  <a:cubicBezTo>
                    <a:pt x="11022" y="82624"/>
                    <a:pt x="10927" y="82656"/>
                    <a:pt x="10927" y="82719"/>
                  </a:cubicBezTo>
                  <a:cubicBezTo>
                    <a:pt x="10927" y="82783"/>
                    <a:pt x="10990" y="82846"/>
                    <a:pt x="11053" y="82846"/>
                  </a:cubicBezTo>
                  <a:cubicBezTo>
                    <a:pt x="11212" y="82878"/>
                    <a:pt x="11402" y="82909"/>
                    <a:pt x="11592" y="82909"/>
                  </a:cubicBezTo>
                  <a:cubicBezTo>
                    <a:pt x="11655" y="82909"/>
                    <a:pt x="11718" y="82878"/>
                    <a:pt x="11718" y="82814"/>
                  </a:cubicBezTo>
                  <a:cubicBezTo>
                    <a:pt x="11718" y="82751"/>
                    <a:pt x="11687" y="82688"/>
                    <a:pt x="11592" y="82688"/>
                  </a:cubicBezTo>
                  <a:cubicBezTo>
                    <a:pt x="11433" y="82656"/>
                    <a:pt x="11243" y="82656"/>
                    <a:pt x="11085" y="82624"/>
                  </a:cubicBezTo>
                  <a:close/>
                  <a:moveTo>
                    <a:pt x="12637" y="82719"/>
                  </a:moveTo>
                  <a:cubicBezTo>
                    <a:pt x="12573" y="82719"/>
                    <a:pt x="12510" y="82783"/>
                    <a:pt x="12510" y="82846"/>
                  </a:cubicBezTo>
                  <a:cubicBezTo>
                    <a:pt x="12510" y="82909"/>
                    <a:pt x="12573" y="82973"/>
                    <a:pt x="12637" y="82973"/>
                  </a:cubicBezTo>
                  <a:lnTo>
                    <a:pt x="13175" y="82973"/>
                  </a:lnTo>
                  <a:cubicBezTo>
                    <a:pt x="13270" y="82973"/>
                    <a:pt x="13333" y="82909"/>
                    <a:pt x="13333" y="82846"/>
                  </a:cubicBezTo>
                  <a:cubicBezTo>
                    <a:pt x="13333" y="82783"/>
                    <a:pt x="13270" y="82719"/>
                    <a:pt x="13175" y="82719"/>
                  </a:cubicBezTo>
                  <a:close/>
                  <a:moveTo>
                    <a:pt x="14252" y="82719"/>
                  </a:moveTo>
                  <a:cubicBezTo>
                    <a:pt x="14189" y="82719"/>
                    <a:pt x="14125" y="82783"/>
                    <a:pt x="14125" y="82846"/>
                  </a:cubicBezTo>
                  <a:cubicBezTo>
                    <a:pt x="14125" y="82909"/>
                    <a:pt x="14189" y="82973"/>
                    <a:pt x="14252" y="82973"/>
                  </a:cubicBezTo>
                  <a:lnTo>
                    <a:pt x="14790" y="82973"/>
                  </a:lnTo>
                  <a:cubicBezTo>
                    <a:pt x="14854" y="82973"/>
                    <a:pt x="14917" y="82909"/>
                    <a:pt x="14917" y="82846"/>
                  </a:cubicBezTo>
                  <a:cubicBezTo>
                    <a:pt x="14917" y="82783"/>
                    <a:pt x="14854" y="82719"/>
                    <a:pt x="14790" y="82719"/>
                  </a:cubicBezTo>
                  <a:close/>
                  <a:moveTo>
                    <a:pt x="15835" y="82719"/>
                  </a:moveTo>
                  <a:cubicBezTo>
                    <a:pt x="15772" y="82719"/>
                    <a:pt x="15709" y="82783"/>
                    <a:pt x="15709" y="82846"/>
                  </a:cubicBezTo>
                  <a:cubicBezTo>
                    <a:pt x="15709" y="82909"/>
                    <a:pt x="15772" y="82973"/>
                    <a:pt x="15835" y="82973"/>
                  </a:cubicBezTo>
                  <a:lnTo>
                    <a:pt x="16374" y="82973"/>
                  </a:lnTo>
                  <a:cubicBezTo>
                    <a:pt x="16469" y="82973"/>
                    <a:pt x="16500" y="82909"/>
                    <a:pt x="16500" y="82846"/>
                  </a:cubicBezTo>
                  <a:cubicBezTo>
                    <a:pt x="16500" y="82783"/>
                    <a:pt x="16469" y="82719"/>
                    <a:pt x="16374" y="82719"/>
                  </a:cubicBezTo>
                  <a:close/>
                  <a:moveTo>
                    <a:pt x="17450" y="82719"/>
                  </a:moveTo>
                  <a:cubicBezTo>
                    <a:pt x="17355" y="82719"/>
                    <a:pt x="17324" y="82783"/>
                    <a:pt x="17324" y="82846"/>
                  </a:cubicBezTo>
                  <a:cubicBezTo>
                    <a:pt x="17324" y="82909"/>
                    <a:pt x="17355" y="82973"/>
                    <a:pt x="17450" y="82973"/>
                  </a:cubicBezTo>
                  <a:lnTo>
                    <a:pt x="17989" y="82973"/>
                  </a:lnTo>
                  <a:cubicBezTo>
                    <a:pt x="18052" y="82973"/>
                    <a:pt x="18115" y="82909"/>
                    <a:pt x="18115" y="82846"/>
                  </a:cubicBezTo>
                  <a:cubicBezTo>
                    <a:pt x="18115" y="82783"/>
                    <a:pt x="18052" y="82719"/>
                    <a:pt x="17989" y="82719"/>
                  </a:cubicBezTo>
                  <a:close/>
                  <a:moveTo>
                    <a:pt x="19034" y="82719"/>
                  </a:moveTo>
                  <a:cubicBezTo>
                    <a:pt x="18971" y="82719"/>
                    <a:pt x="18907" y="82783"/>
                    <a:pt x="18907" y="82846"/>
                  </a:cubicBezTo>
                  <a:cubicBezTo>
                    <a:pt x="18907" y="82909"/>
                    <a:pt x="18971" y="82973"/>
                    <a:pt x="19034" y="82973"/>
                  </a:cubicBezTo>
                  <a:lnTo>
                    <a:pt x="19572" y="82973"/>
                  </a:lnTo>
                  <a:cubicBezTo>
                    <a:pt x="19636" y="82973"/>
                    <a:pt x="19699" y="82909"/>
                    <a:pt x="19699" y="82846"/>
                  </a:cubicBezTo>
                  <a:cubicBezTo>
                    <a:pt x="19699" y="82783"/>
                    <a:pt x="19636" y="82719"/>
                    <a:pt x="19572" y="82719"/>
                  </a:cubicBezTo>
                  <a:close/>
                  <a:moveTo>
                    <a:pt x="20649" y="82719"/>
                  </a:moveTo>
                  <a:cubicBezTo>
                    <a:pt x="20554" y="82719"/>
                    <a:pt x="20491" y="82783"/>
                    <a:pt x="20491" y="82846"/>
                  </a:cubicBezTo>
                  <a:cubicBezTo>
                    <a:pt x="20491" y="82909"/>
                    <a:pt x="20554" y="82973"/>
                    <a:pt x="20649" y="82973"/>
                  </a:cubicBezTo>
                  <a:lnTo>
                    <a:pt x="21156" y="82973"/>
                  </a:lnTo>
                  <a:cubicBezTo>
                    <a:pt x="21251" y="82973"/>
                    <a:pt x="21314" y="82909"/>
                    <a:pt x="21314" y="82846"/>
                  </a:cubicBezTo>
                  <a:cubicBezTo>
                    <a:pt x="21314" y="82783"/>
                    <a:pt x="21251" y="82719"/>
                    <a:pt x="21156" y="82719"/>
                  </a:cubicBezTo>
                  <a:close/>
                  <a:moveTo>
                    <a:pt x="22232" y="82719"/>
                  </a:moveTo>
                  <a:cubicBezTo>
                    <a:pt x="22169" y="82719"/>
                    <a:pt x="22106" y="82783"/>
                    <a:pt x="22106" y="82846"/>
                  </a:cubicBezTo>
                  <a:cubicBezTo>
                    <a:pt x="22106" y="82909"/>
                    <a:pt x="22169" y="82973"/>
                    <a:pt x="22232" y="82973"/>
                  </a:cubicBezTo>
                  <a:lnTo>
                    <a:pt x="22771" y="82973"/>
                  </a:lnTo>
                  <a:cubicBezTo>
                    <a:pt x="22834" y="82973"/>
                    <a:pt x="22898" y="82909"/>
                    <a:pt x="22898" y="82846"/>
                  </a:cubicBezTo>
                  <a:cubicBezTo>
                    <a:pt x="22898" y="82783"/>
                    <a:pt x="22834" y="82719"/>
                    <a:pt x="22771" y="82719"/>
                  </a:cubicBezTo>
                  <a:close/>
                  <a:moveTo>
                    <a:pt x="23848" y="82719"/>
                  </a:moveTo>
                  <a:cubicBezTo>
                    <a:pt x="23753" y="82719"/>
                    <a:pt x="23689" y="82783"/>
                    <a:pt x="23689" y="82846"/>
                  </a:cubicBezTo>
                  <a:cubicBezTo>
                    <a:pt x="23689" y="82909"/>
                    <a:pt x="23753" y="82973"/>
                    <a:pt x="23848" y="82973"/>
                  </a:cubicBezTo>
                  <a:lnTo>
                    <a:pt x="24354" y="82973"/>
                  </a:lnTo>
                  <a:cubicBezTo>
                    <a:pt x="24449" y="82973"/>
                    <a:pt x="24481" y="82909"/>
                    <a:pt x="24481" y="82846"/>
                  </a:cubicBezTo>
                  <a:cubicBezTo>
                    <a:pt x="24481" y="82783"/>
                    <a:pt x="24449" y="82719"/>
                    <a:pt x="24354" y="82719"/>
                  </a:cubicBezTo>
                  <a:close/>
                  <a:moveTo>
                    <a:pt x="25431" y="82719"/>
                  </a:moveTo>
                  <a:cubicBezTo>
                    <a:pt x="25368" y="82719"/>
                    <a:pt x="25304" y="82783"/>
                    <a:pt x="25304" y="82846"/>
                  </a:cubicBezTo>
                  <a:cubicBezTo>
                    <a:pt x="25304" y="82909"/>
                    <a:pt x="25368" y="82973"/>
                    <a:pt x="25431" y="82973"/>
                  </a:cubicBezTo>
                  <a:lnTo>
                    <a:pt x="25969" y="82973"/>
                  </a:lnTo>
                  <a:cubicBezTo>
                    <a:pt x="26033" y="82973"/>
                    <a:pt x="26096" y="82909"/>
                    <a:pt x="26096" y="82846"/>
                  </a:cubicBezTo>
                  <a:cubicBezTo>
                    <a:pt x="26096" y="82783"/>
                    <a:pt x="26033" y="82719"/>
                    <a:pt x="25969" y="82719"/>
                  </a:cubicBezTo>
                  <a:close/>
                  <a:moveTo>
                    <a:pt x="27015" y="82719"/>
                  </a:moveTo>
                  <a:cubicBezTo>
                    <a:pt x="26951" y="82719"/>
                    <a:pt x="26888" y="82783"/>
                    <a:pt x="26888" y="82846"/>
                  </a:cubicBezTo>
                  <a:cubicBezTo>
                    <a:pt x="26888" y="82909"/>
                    <a:pt x="26951" y="82973"/>
                    <a:pt x="27015" y="82973"/>
                  </a:cubicBezTo>
                  <a:lnTo>
                    <a:pt x="27553" y="82973"/>
                  </a:lnTo>
                  <a:cubicBezTo>
                    <a:pt x="27616" y="82973"/>
                    <a:pt x="27680" y="82909"/>
                    <a:pt x="27680" y="82846"/>
                  </a:cubicBezTo>
                  <a:cubicBezTo>
                    <a:pt x="27680" y="82783"/>
                    <a:pt x="27616" y="82719"/>
                    <a:pt x="27553" y="82719"/>
                  </a:cubicBezTo>
                  <a:close/>
                  <a:moveTo>
                    <a:pt x="28630" y="82719"/>
                  </a:moveTo>
                  <a:cubicBezTo>
                    <a:pt x="28535" y="82719"/>
                    <a:pt x="28503" y="82783"/>
                    <a:pt x="28503" y="82846"/>
                  </a:cubicBezTo>
                  <a:cubicBezTo>
                    <a:pt x="28503" y="82909"/>
                    <a:pt x="28535" y="82973"/>
                    <a:pt x="28630" y="82973"/>
                  </a:cubicBezTo>
                  <a:lnTo>
                    <a:pt x="29168" y="82973"/>
                  </a:lnTo>
                  <a:cubicBezTo>
                    <a:pt x="29231" y="82973"/>
                    <a:pt x="29295" y="82909"/>
                    <a:pt x="29295" y="82846"/>
                  </a:cubicBezTo>
                  <a:cubicBezTo>
                    <a:pt x="29295" y="82783"/>
                    <a:pt x="29231" y="82719"/>
                    <a:pt x="29168" y="82719"/>
                  </a:cubicBezTo>
                  <a:close/>
                  <a:moveTo>
                    <a:pt x="30213" y="82719"/>
                  </a:moveTo>
                  <a:cubicBezTo>
                    <a:pt x="30150" y="82719"/>
                    <a:pt x="30086" y="82783"/>
                    <a:pt x="30086" y="82846"/>
                  </a:cubicBezTo>
                  <a:cubicBezTo>
                    <a:pt x="30086" y="82909"/>
                    <a:pt x="30150" y="82973"/>
                    <a:pt x="30213" y="82973"/>
                  </a:cubicBezTo>
                  <a:lnTo>
                    <a:pt x="30751" y="82973"/>
                  </a:lnTo>
                  <a:cubicBezTo>
                    <a:pt x="30815" y="82973"/>
                    <a:pt x="30878" y="82909"/>
                    <a:pt x="30878" y="82846"/>
                  </a:cubicBezTo>
                  <a:cubicBezTo>
                    <a:pt x="30878" y="82783"/>
                    <a:pt x="30815" y="82719"/>
                    <a:pt x="30751" y="82719"/>
                  </a:cubicBezTo>
                  <a:close/>
                  <a:moveTo>
                    <a:pt x="31828" y="82719"/>
                  </a:moveTo>
                  <a:cubicBezTo>
                    <a:pt x="31733" y="82719"/>
                    <a:pt x="31670" y="82783"/>
                    <a:pt x="31670" y="82846"/>
                  </a:cubicBezTo>
                  <a:cubicBezTo>
                    <a:pt x="31670" y="82909"/>
                    <a:pt x="31733" y="82973"/>
                    <a:pt x="31828" y="82973"/>
                  </a:cubicBezTo>
                  <a:lnTo>
                    <a:pt x="32335" y="82973"/>
                  </a:lnTo>
                  <a:cubicBezTo>
                    <a:pt x="32430" y="82973"/>
                    <a:pt x="32462" y="82909"/>
                    <a:pt x="32462" y="82846"/>
                  </a:cubicBezTo>
                  <a:cubicBezTo>
                    <a:pt x="32462" y="82783"/>
                    <a:pt x="32430" y="82719"/>
                    <a:pt x="32335" y="82719"/>
                  </a:cubicBezTo>
                  <a:close/>
                  <a:moveTo>
                    <a:pt x="33412" y="82719"/>
                  </a:moveTo>
                  <a:cubicBezTo>
                    <a:pt x="33348" y="82719"/>
                    <a:pt x="33285" y="82783"/>
                    <a:pt x="33285" y="82846"/>
                  </a:cubicBezTo>
                  <a:cubicBezTo>
                    <a:pt x="33285" y="82909"/>
                    <a:pt x="33348" y="82973"/>
                    <a:pt x="33412" y="82973"/>
                  </a:cubicBezTo>
                  <a:lnTo>
                    <a:pt x="33950" y="82973"/>
                  </a:lnTo>
                  <a:cubicBezTo>
                    <a:pt x="34013" y="82973"/>
                    <a:pt x="34077" y="82909"/>
                    <a:pt x="34077" y="82846"/>
                  </a:cubicBezTo>
                  <a:cubicBezTo>
                    <a:pt x="34077" y="82783"/>
                    <a:pt x="34013" y="82719"/>
                    <a:pt x="33950" y="82719"/>
                  </a:cubicBezTo>
                  <a:close/>
                  <a:moveTo>
                    <a:pt x="34995" y="82719"/>
                  </a:moveTo>
                  <a:cubicBezTo>
                    <a:pt x="34932" y="82719"/>
                    <a:pt x="34868" y="82783"/>
                    <a:pt x="34868" y="82846"/>
                  </a:cubicBezTo>
                  <a:cubicBezTo>
                    <a:pt x="34868" y="82909"/>
                    <a:pt x="34932" y="82973"/>
                    <a:pt x="34995" y="82973"/>
                  </a:cubicBezTo>
                  <a:lnTo>
                    <a:pt x="35533" y="82973"/>
                  </a:lnTo>
                  <a:cubicBezTo>
                    <a:pt x="35597" y="82973"/>
                    <a:pt x="35660" y="82909"/>
                    <a:pt x="35660" y="82846"/>
                  </a:cubicBezTo>
                  <a:cubicBezTo>
                    <a:pt x="35660" y="82783"/>
                    <a:pt x="35628" y="82719"/>
                    <a:pt x="35533" y="82719"/>
                  </a:cubicBezTo>
                  <a:close/>
                  <a:moveTo>
                    <a:pt x="36610" y="82719"/>
                  </a:moveTo>
                  <a:cubicBezTo>
                    <a:pt x="36515" y="82719"/>
                    <a:pt x="36484" y="82783"/>
                    <a:pt x="36484" y="82846"/>
                  </a:cubicBezTo>
                  <a:cubicBezTo>
                    <a:pt x="36484" y="82909"/>
                    <a:pt x="36515" y="82973"/>
                    <a:pt x="36610" y="82973"/>
                  </a:cubicBezTo>
                  <a:lnTo>
                    <a:pt x="37149" y="82973"/>
                  </a:lnTo>
                  <a:cubicBezTo>
                    <a:pt x="37212" y="82973"/>
                    <a:pt x="37275" y="82909"/>
                    <a:pt x="37275" y="82846"/>
                  </a:cubicBezTo>
                  <a:cubicBezTo>
                    <a:pt x="37275" y="82783"/>
                    <a:pt x="37212" y="82719"/>
                    <a:pt x="37149" y="82719"/>
                  </a:cubicBezTo>
                  <a:close/>
                  <a:moveTo>
                    <a:pt x="38194" y="82719"/>
                  </a:moveTo>
                  <a:cubicBezTo>
                    <a:pt x="38130" y="82719"/>
                    <a:pt x="38067" y="82783"/>
                    <a:pt x="38067" y="82846"/>
                  </a:cubicBezTo>
                  <a:cubicBezTo>
                    <a:pt x="38067" y="82909"/>
                    <a:pt x="38130" y="82973"/>
                    <a:pt x="38194" y="82973"/>
                  </a:cubicBezTo>
                  <a:lnTo>
                    <a:pt x="38732" y="82973"/>
                  </a:lnTo>
                  <a:cubicBezTo>
                    <a:pt x="38795" y="82973"/>
                    <a:pt x="38859" y="82909"/>
                    <a:pt x="38859" y="82846"/>
                  </a:cubicBezTo>
                  <a:cubicBezTo>
                    <a:pt x="38859" y="82783"/>
                    <a:pt x="38795" y="82719"/>
                    <a:pt x="38732" y="82719"/>
                  </a:cubicBezTo>
                  <a:close/>
                  <a:moveTo>
                    <a:pt x="39809" y="82719"/>
                  </a:moveTo>
                  <a:cubicBezTo>
                    <a:pt x="39714" y="82719"/>
                    <a:pt x="39650" y="82783"/>
                    <a:pt x="39650" y="82846"/>
                  </a:cubicBezTo>
                  <a:cubicBezTo>
                    <a:pt x="39650" y="82909"/>
                    <a:pt x="39714" y="82973"/>
                    <a:pt x="39809" y="82973"/>
                  </a:cubicBezTo>
                  <a:lnTo>
                    <a:pt x="40316" y="82973"/>
                  </a:lnTo>
                  <a:cubicBezTo>
                    <a:pt x="40411" y="82973"/>
                    <a:pt x="40474" y="82909"/>
                    <a:pt x="40474" y="82846"/>
                  </a:cubicBezTo>
                  <a:cubicBezTo>
                    <a:pt x="40474" y="82783"/>
                    <a:pt x="40411" y="82719"/>
                    <a:pt x="40316" y="82719"/>
                  </a:cubicBezTo>
                  <a:close/>
                  <a:moveTo>
                    <a:pt x="41392" y="82719"/>
                  </a:moveTo>
                  <a:cubicBezTo>
                    <a:pt x="41329" y="82719"/>
                    <a:pt x="41266" y="82783"/>
                    <a:pt x="41266" y="82846"/>
                  </a:cubicBezTo>
                  <a:cubicBezTo>
                    <a:pt x="41266" y="82909"/>
                    <a:pt x="41329" y="82973"/>
                    <a:pt x="41392" y="82973"/>
                  </a:cubicBezTo>
                  <a:lnTo>
                    <a:pt x="41931" y="82973"/>
                  </a:lnTo>
                  <a:cubicBezTo>
                    <a:pt x="41994" y="82973"/>
                    <a:pt x="42057" y="82909"/>
                    <a:pt x="42057" y="82846"/>
                  </a:cubicBezTo>
                  <a:cubicBezTo>
                    <a:pt x="42057" y="82783"/>
                    <a:pt x="41994" y="82719"/>
                    <a:pt x="41931" y="82719"/>
                  </a:cubicBezTo>
                  <a:close/>
                  <a:moveTo>
                    <a:pt x="43007" y="82719"/>
                  </a:moveTo>
                  <a:cubicBezTo>
                    <a:pt x="42912" y="82719"/>
                    <a:pt x="42849" y="82783"/>
                    <a:pt x="42849" y="82846"/>
                  </a:cubicBezTo>
                  <a:cubicBezTo>
                    <a:pt x="42849" y="82909"/>
                    <a:pt x="42912" y="82973"/>
                    <a:pt x="43007" y="82973"/>
                  </a:cubicBezTo>
                  <a:lnTo>
                    <a:pt x="43514" y="82973"/>
                  </a:lnTo>
                  <a:cubicBezTo>
                    <a:pt x="43609" y="82973"/>
                    <a:pt x="43641" y="82909"/>
                    <a:pt x="43641" y="82846"/>
                  </a:cubicBezTo>
                  <a:cubicBezTo>
                    <a:pt x="43641" y="82783"/>
                    <a:pt x="43609" y="82719"/>
                    <a:pt x="43514" y="82719"/>
                  </a:cubicBezTo>
                  <a:close/>
                  <a:moveTo>
                    <a:pt x="44591" y="82719"/>
                  </a:moveTo>
                  <a:cubicBezTo>
                    <a:pt x="44527" y="82719"/>
                    <a:pt x="44464" y="82783"/>
                    <a:pt x="44464" y="82846"/>
                  </a:cubicBezTo>
                  <a:cubicBezTo>
                    <a:pt x="44464" y="82909"/>
                    <a:pt x="44527" y="82973"/>
                    <a:pt x="44591" y="82973"/>
                  </a:cubicBezTo>
                  <a:lnTo>
                    <a:pt x="45129" y="82973"/>
                  </a:lnTo>
                  <a:cubicBezTo>
                    <a:pt x="45193" y="82973"/>
                    <a:pt x="45256" y="82909"/>
                    <a:pt x="45256" y="82846"/>
                  </a:cubicBezTo>
                  <a:cubicBezTo>
                    <a:pt x="45256" y="82783"/>
                    <a:pt x="45193" y="82719"/>
                    <a:pt x="45129" y="82719"/>
                  </a:cubicBezTo>
                  <a:close/>
                  <a:moveTo>
                    <a:pt x="46174" y="82719"/>
                  </a:moveTo>
                  <a:cubicBezTo>
                    <a:pt x="46111" y="82719"/>
                    <a:pt x="46048" y="82783"/>
                    <a:pt x="46048" y="82846"/>
                  </a:cubicBezTo>
                  <a:cubicBezTo>
                    <a:pt x="46048" y="82909"/>
                    <a:pt x="46111" y="82973"/>
                    <a:pt x="46174" y="82973"/>
                  </a:cubicBezTo>
                  <a:lnTo>
                    <a:pt x="46713" y="82973"/>
                  </a:lnTo>
                  <a:cubicBezTo>
                    <a:pt x="46776" y="82973"/>
                    <a:pt x="46839" y="82909"/>
                    <a:pt x="46839" y="82846"/>
                  </a:cubicBezTo>
                  <a:cubicBezTo>
                    <a:pt x="46839" y="82783"/>
                    <a:pt x="46776" y="82719"/>
                    <a:pt x="46713" y="82719"/>
                  </a:cubicBezTo>
                  <a:close/>
                  <a:moveTo>
                    <a:pt x="47789" y="82719"/>
                  </a:moveTo>
                  <a:cubicBezTo>
                    <a:pt x="47694" y="82719"/>
                    <a:pt x="47663" y="82783"/>
                    <a:pt x="47663" y="82846"/>
                  </a:cubicBezTo>
                  <a:cubicBezTo>
                    <a:pt x="47663" y="82909"/>
                    <a:pt x="47694" y="82973"/>
                    <a:pt x="47789" y="82973"/>
                  </a:cubicBezTo>
                  <a:lnTo>
                    <a:pt x="48328" y="82973"/>
                  </a:lnTo>
                  <a:cubicBezTo>
                    <a:pt x="48391" y="82973"/>
                    <a:pt x="48454" y="82909"/>
                    <a:pt x="48454" y="82846"/>
                  </a:cubicBezTo>
                  <a:cubicBezTo>
                    <a:pt x="48454" y="82783"/>
                    <a:pt x="48391" y="82719"/>
                    <a:pt x="48328" y="82719"/>
                  </a:cubicBezTo>
                  <a:close/>
                  <a:moveTo>
                    <a:pt x="49373" y="82719"/>
                  </a:moveTo>
                  <a:cubicBezTo>
                    <a:pt x="49310" y="82719"/>
                    <a:pt x="49246" y="82783"/>
                    <a:pt x="49246" y="82846"/>
                  </a:cubicBezTo>
                  <a:cubicBezTo>
                    <a:pt x="49246" y="82909"/>
                    <a:pt x="49310" y="82973"/>
                    <a:pt x="49373" y="82973"/>
                  </a:cubicBezTo>
                  <a:lnTo>
                    <a:pt x="49911" y="82973"/>
                  </a:lnTo>
                  <a:cubicBezTo>
                    <a:pt x="49975" y="82973"/>
                    <a:pt x="50038" y="82909"/>
                    <a:pt x="50038" y="82846"/>
                  </a:cubicBezTo>
                  <a:cubicBezTo>
                    <a:pt x="50038" y="82783"/>
                    <a:pt x="49975" y="82719"/>
                    <a:pt x="49911" y="82719"/>
                  </a:cubicBezTo>
                  <a:close/>
                  <a:moveTo>
                    <a:pt x="50988" y="82719"/>
                  </a:moveTo>
                  <a:cubicBezTo>
                    <a:pt x="50893" y="82719"/>
                    <a:pt x="50830" y="82783"/>
                    <a:pt x="50830" y="82846"/>
                  </a:cubicBezTo>
                  <a:cubicBezTo>
                    <a:pt x="50830" y="82909"/>
                    <a:pt x="50893" y="82973"/>
                    <a:pt x="50988" y="82973"/>
                  </a:cubicBezTo>
                  <a:lnTo>
                    <a:pt x="51495" y="82973"/>
                  </a:lnTo>
                  <a:cubicBezTo>
                    <a:pt x="51590" y="82973"/>
                    <a:pt x="51653" y="82909"/>
                    <a:pt x="51653" y="82846"/>
                  </a:cubicBezTo>
                  <a:cubicBezTo>
                    <a:pt x="51653" y="82783"/>
                    <a:pt x="51590" y="82719"/>
                    <a:pt x="51495" y="82719"/>
                  </a:cubicBezTo>
                  <a:close/>
                  <a:moveTo>
                    <a:pt x="52571" y="82719"/>
                  </a:moveTo>
                  <a:cubicBezTo>
                    <a:pt x="52508" y="82719"/>
                    <a:pt x="52445" y="82783"/>
                    <a:pt x="52445" y="82846"/>
                  </a:cubicBezTo>
                  <a:cubicBezTo>
                    <a:pt x="52445" y="82909"/>
                    <a:pt x="52508" y="82973"/>
                    <a:pt x="52571" y="82973"/>
                  </a:cubicBezTo>
                  <a:lnTo>
                    <a:pt x="53110" y="82973"/>
                  </a:lnTo>
                  <a:cubicBezTo>
                    <a:pt x="53173" y="82973"/>
                    <a:pt x="53236" y="82909"/>
                    <a:pt x="53236" y="82846"/>
                  </a:cubicBezTo>
                  <a:cubicBezTo>
                    <a:pt x="53236" y="82783"/>
                    <a:pt x="53173" y="82719"/>
                    <a:pt x="53110" y="82719"/>
                  </a:cubicBezTo>
                  <a:close/>
                  <a:moveTo>
                    <a:pt x="54155" y="82719"/>
                  </a:moveTo>
                  <a:cubicBezTo>
                    <a:pt x="54092" y="82719"/>
                    <a:pt x="54028" y="82783"/>
                    <a:pt x="54028" y="82846"/>
                  </a:cubicBezTo>
                  <a:cubicBezTo>
                    <a:pt x="54028" y="82909"/>
                    <a:pt x="54092" y="82973"/>
                    <a:pt x="54155" y="82973"/>
                  </a:cubicBezTo>
                  <a:lnTo>
                    <a:pt x="54693" y="82973"/>
                  </a:lnTo>
                  <a:cubicBezTo>
                    <a:pt x="54757" y="82973"/>
                    <a:pt x="54820" y="82909"/>
                    <a:pt x="54820" y="82846"/>
                  </a:cubicBezTo>
                  <a:cubicBezTo>
                    <a:pt x="54820" y="82783"/>
                    <a:pt x="54788" y="82719"/>
                    <a:pt x="54693" y="82719"/>
                  </a:cubicBezTo>
                  <a:close/>
                  <a:moveTo>
                    <a:pt x="55770" y="82719"/>
                  </a:moveTo>
                  <a:cubicBezTo>
                    <a:pt x="55675" y="82719"/>
                    <a:pt x="55643" y="82783"/>
                    <a:pt x="55643" y="82846"/>
                  </a:cubicBezTo>
                  <a:cubicBezTo>
                    <a:pt x="55643" y="82909"/>
                    <a:pt x="55675" y="82973"/>
                    <a:pt x="55770" y="82973"/>
                  </a:cubicBezTo>
                  <a:lnTo>
                    <a:pt x="56308" y="82973"/>
                  </a:lnTo>
                  <a:cubicBezTo>
                    <a:pt x="56372" y="82973"/>
                    <a:pt x="56435" y="82909"/>
                    <a:pt x="56435" y="82846"/>
                  </a:cubicBezTo>
                  <a:cubicBezTo>
                    <a:pt x="56435" y="82783"/>
                    <a:pt x="56372" y="82719"/>
                    <a:pt x="56308" y="82719"/>
                  </a:cubicBezTo>
                  <a:close/>
                  <a:moveTo>
                    <a:pt x="57353" y="82719"/>
                  </a:moveTo>
                  <a:cubicBezTo>
                    <a:pt x="57290" y="82719"/>
                    <a:pt x="57227" y="82783"/>
                    <a:pt x="57227" y="82846"/>
                  </a:cubicBezTo>
                  <a:cubicBezTo>
                    <a:pt x="57227" y="82909"/>
                    <a:pt x="57290" y="82973"/>
                    <a:pt x="57353" y="82973"/>
                  </a:cubicBezTo>
                  <a:lnTo>
                    <a:pt x="57892" y="82973"/>
                  </a:lnTo>
                  <a:cubicBezTo>
                    <a:pt x="57955" y="82973"/>
                    <a:pt x="58019" y="82909"/>
                    <a:pt x="58019" y="82846"/>
                  </a:cubicBezTo>
                  <a:cubicBezTo>
                    <a:pt x="58019" y="82783"/>
                    <a:pt x="57955" y="82719"/>
                    <a:pt x="57892" y="82719"/>
                  </a:cubicBezTo>
                  <a:close/>
                  <a:moveTo>
                    <a:pt x="58969" y="82719"/>
                  </a:moveTo>
                  <a:cubicBezTo>
                    <a:pt x="58874" y="82719"/>
                    <a:pt x="58810" y="82783"/>
                    <a:pt x="58810" y="82846"/>
                  </a:cubicBezTo>
                  <a:cubicBezTo>
                    <a:pt x="58810" y="82909"/>
                    <a:pt x="58874" y="82973"/>
                    <a:pt x="58969" y="82973"/>
                  </a:cubicBezTo>
                  <a:lnTo>
                    <a:pt x="59475" y="82973"/>
                  </a:lnTo>
                  <a:cubicBezTo>
                    <a:pt x="59570" y="82973"/>
                    <a:pt x="59602" y="82909"/>
                    <a:pt x="59602" y="82846"/>
                  </a:cubicBezTo>
                  <a:cubicBezTo>
                    <a:pt x="59602" y="82783"/>
                    <a:pt x="59570" y="82719"/>
                    <a:pt x="59475" y="82719"/>
                  </a:cubicBezTo>
                  <a:close/>
                  <a:moveTo>
                    <a:pt x="60552" y="82719"/>
                  </a:moveTo>
                  <a:cubicBezTo>
                    <a:pt x="60489" y="82719"/>
                    <a:pt x="60425" y="82783"/>
                    <a:pt x="60425" y="82846"/>
                  </a:cubicBezTo>
                  <a:cubicBezTo>
                    <a:pt x="60425" y="82909"/>
                    <a:pt x="60489" y="82973"/>
                    <a:pt x="60552" y="82973"/>
                  </a:cubicBezTo>
                  <a:lnTo>
                    <a:pt x="61090" y="82973"/>
                  </a:lnTo>
                  <a:cubicBezTo>
                    <a:pt x="61154" y="82973"/>
                    <a:pt x="61217" y="82909"/>
                    <a:pt x="61217" y="82846"/>
                  </a:cubicBezTo>
                  <a:cubicBezTo>
                    <a:pt x="61217" y="82783"/>
                    <a:pt x="61154" y="82719"/>
                    <a:pt x="61090" y="82719"/>
                  </a:cubicBezTo>
                  <a:close/>
                  <a:moveTo>
                    <a:pt x="62167" y="82719"/>
                  </a:moveTo>
                  <a:cubicBezTo>
                    <a:pt x="62072" y="82719"/>
                    <a:pt x="62009" y="82783"/>
                    <a:pt x="62009" y="82846"/>
                  </a:cubicBezTo>
                  <a:cubicBezTo>
                    <a:pt x="62009" y="82909"/>
                    <a:pt x="62072" y="82973"/>
                    <a:pt x="62167" y="82973"/>
                  </a:cubicBezTo>
                  <a:lnTo>
                    <a:pt x="62674" y="82973"/>
                  </a:lnTo>
                  <a:cubicBezTo>
                    <a:pt x="62769" y="82973"/>
                    <a:pt x="62832" y="82909"/>
                    <a:pt x="62832" y="82846"/>
                  </a:cubicBezTo>
                  <a:cubicBezTo>
                    <a:pt x="62832" y="82783"/>
                    <a:pt x="62769" y="82719"/>
                    <a:pt x="62674" y="82719"/>
                  </a:cubicBezTo>
                  <a:close/>
                  <a:moveTo>
                    <a:pt x="63751" y="82719"/>
                  </a:moveTo>
                  <a:cubicBezTo>
                    <a:pt x="63687" y="82719"/>
                    <a:pt x="63624" y="82783"/>
                    <a:pt x="63624" y="82846"/>
                  </a:cubicBezTo>
                  <a:cubicBezTo>
                    <a:pt x="63624" y="82909"/>
                    <a:pt x="63687" y="82973"/>
                    <a:pt x="63751" y="82973"/>
                  </a:cubicBezTo>
                  <a:lnTo>
                    <a:pt x="64289" y="82973"/>
                  </a:lnTo>
                  <a:cubicBezTo>
                    <a:pt x="64352" y="82973"/>
                    <a:pt x="64416" y="82909"/>
                    <a:pt x="64416" y="82846"/>
                  </a:cubicBezTo>
                  <a:cubicBezTo>
                    <a:pt x="64416" y="82783"/>
                    <a:pt x="64352" y="82719"/>
                    <a:pt x="64289" y="82719"/>
                  </a:cubicBezTo>
                  <a:close/>
                  <a:moveTo>
                    <a:pt x="65334" y="82719"/>
                  </a:moveTo>
                  <a:cubicBezTo>
                    <a:pt x="65271" y="82719"/>
                    <a:pt x="65207" y="82783"/>
                    <a:pt x="65207" y="82846"/>
                  </a:cubicBezTo>
                  <a:cubicBezTo>
                    <a:pt x="65207" y="82909"/>
                    <a:pt x="65271" y="82973"/>
                    <a:pt x="65334" y="82973"/>
                  </a:cubicBezTo>
                  <a:lnTo>
                    <a:pt x="65872" y="82973"/>
                  </a:lnTo>
                  <a:cubicBezTo>
                    <a:pt x="65936" y="82973"/>
                    <a:pt x="65999" y="82909"/>
                    <a:pt x="65999" y="82846"/>
                  </a:cubicBezTo>
                  <a:cubicBezTo>
                    <a:pt x="65999" y="82783"/>
                    <a:pt x="65936" y="82719"/>
                    <a:pt x="65872" y="82719"/>
                  </a:cubicBezTo>
                  <a:close/>
                  <a:moveTo>
                    <a:pt x="66949" y="82719"/>
                  </a:moveTo>
                  <a:cubicBezTo>
                    <a:pt x="66854" y="82719"/>
                    <a:pt x="66823" y="82783"/>
                    <a:pt x="66823" y="82846"/>
                  </a:cubicBezTo>
                  <a:cubicBezTo>
                    <a:pt x="66823" y="82909"/>
                    <a:pt x="66854" y="82973"/>
                    <a:pt x="66949" y="82973"/>
                  </a:cubicBezTo>
                  <a:lnTo>
                    <a:pt x="67488" y="82973"/>
                  </a:lnTo>
                  <a:cubicBezTo>
                    <a:pt x="67551" y="82973"/>
                    <a:pt x="67614" y="82909"/>
                    <a:pt x="67614" y="82846"/>
                  </a:cubicBezTo>
                  <a:cubicBezTo>
                    <a:pt x="67614" y="82783"/>
                    <a:pt x="67551" y="82719"/>
                    <a:pt x="67488" y="82719"/>
                  </a:cubicBezTo>
                  <a:close/>
                  <a:moveTo>
                    <a:pt x="68533" y="82719"/>
                  </a:moveTo>
                  <a:cubicBezTo>
                    <a:pt x="68469" y="82719"/>
                    <a:pt x="68406" y="82783"/>
                    <a:pt x="68406" y="82846"/>
                  </a:cubicBezTo>
                  <a:cubicBezTo>
                    <a:pt x="68406" y="82909"/>
                    <a:pt x="68469" y="82973"/>
                    <a:pt x="68533" y="82973"/>
                  </a:cubicBezTo>
                  <a:lnTo>
                    <a:pt x="69071" y="82973"/>
                  </a:lnTo>
                  <a:cubicBezTo>
                    <a:pt x="69134" y="82973"/>
                    <a:pt x="69198" y="82909"/>
                    <a:pt x="69198" y="82846"/>
                  </a:cubicBezTo>
                  <a:cubicBezTo>
                    <a:pt x="69198" y="82783"/>
                    <a:pt x="69134" y="82719"/>
                    <a:pt x="69071" y="82719"/>
                  </a:cubicBezTo>
                  <a:close/>
                  <a:moveTo>
                    <a:pt x="70148" y="82719"/>
                  </a:moveTo>
                  <a:cubicBezTo>
                    <a:pt x="70053" y="82719"/>
                    <a:pt x="69989" y="82783"/>
                    <a:pt x="69989" y="82846"/>
                  </a:cubicBezTo>
                  <a:cubicBezTo>
                    <a:pt x="69989" y="82909"/>
                    <a:pt x="70053" y="82973"/>
                    <a:pt x="70148" y="82973"/>
                  </a:cubicBezTo>
                  <a:lnTo>
                    <a:pt x="70654" y="82973"/>
                  </a:lnTo>
                  <a:cubicBezTo>
                    <a:pt x="70749" y="82973"/>
                    <a:pt x="70781" y="82909"/>
                    <a:pt x="70781" y="82846"/>
                  </a:cubicBezTo>
                  <a:cubicBezTo>
                    <a:pt x="70781" y="82783"/>
                    <a:pt x="70749" y="82719"/>
                    <a:pt x="70654" y="82719"/>
                  </a:cubicBezTo>
                  <a:close/>
                  <a:moveTo>
                    <a:pt x="71731" y="82719"/>
                  </a:moveTo>
                  <a:cubicBezTo>
                    <a:pt x="71668" y="82719"/>
                    <a:pt x="71605" y="82783"/>
                    <a:pt x="71605" y="82846"/>
                  </a:cubicBezTo>
                  <a:cubicBezTo>
                    <a:pt x="71605" y="82909"/>
                    <a:pt x="71668" y="82973"/>
                    <a:pt x="71731" y="82973"/>
                  </a:cubicBezTo>
                  <a:lnTo>
                    <a:pt x="72270" y="82973"/>
                  </a:lnTo>
                  <a:cubicBezTo>
                    <a:pt x="72333" y="82973"/>
                    <a:pt x="72396" y="82909"/>
                    <a:pt x="72396" y="82846"/>
                  </a:cubicBezTo>
                  <a:cubicBezTo>
                    <a:pt x="72396" y="82783"/>
                    <a:pt x="72333" y="82719"/>
                    <a:pt x="72270" y="82719"/>
                  </a:cubicBezTo>
                  <a:close/>
                  <a:moveTo>
                    <a:pt x="73315" y="82719"/>
                  </a:moveTo>
                  <a:cubicBezTo>
                    <a:pt x="73251" y="82719"/>
                    <a:pt x="73188" y="82783"/>
                    <a:pt x="73188" y="82846"/>
                  </a:cubicBezTo>
                  <a:cubicBezTo>
                    <a:pt x="73188" y="82909"/>
                    <a:pt x="73251" y="82973"/>
                    <a:pt x="73315" y="82973"/>
                  </a:cubicBezTo>
                  <a:lnTo>
                    <a:pt x="73853" y="82973"/>
                  </a:lnTo>
                  <a:cubicBezTo>
                    <a:pt x="73916" y="82973"/>
                    <a:pt x="73980" y="82909"/>
                    <a:pt x="73980" y="82846"/>
                  </a:cubicBezTo>
                  <a:cubicBezTo>
                    <a:pt x="73980" y="82783"/>
                    <a:pt x="73948" y="82719"/>
                    <a:pt x="73853" y="82719"/>
                  </a:cubicBezTo>
                  <a:close/>
                  <a:moveTo>
                    <a:pt x="74930" y="82719"/>
                  </a:moveTo>
                  <a:cubicBezTo>
                    <a:pt x="74835" y="82719"/>
                    <a:pt x="74803" y="82783"/>
                    <a:pt x="74803" y="82846"/>
                  </a:cubicBezTo>
                  <a:cubicBezTo>
                    <a:pt x="74803" y="82909"/>
                    <a:pt x="74835" y="82973"/>
                    <a:pt x="74930" y="82973"/>
                  </a:cubicBezTo>
                  <a:lnTo>
                    <a:pt x="75468" y="82973"/>
                  </a:lnTo>
                  <a:cubicBezTo>
                    <a:pt x="75532" y="82973"/>
                    <a:pt x="75595" y="82909"/>
                    <a:pt x="75595" y="82846"/>
                  </a:cubicBezTo>
                  <a:cubicBezTo>
                    <a:pt x="75595" y="82783"/>
                    <a:pt x="75532" y="82719"/>
                    <a:pt x="75468" y="82719"/>
                  </a:cubicBezTo>
                  <a:close/>
                  <a:moveTo>
                    <a:pt x="76513" y="82719"/>
                  </a:moveTo>
                  <a:cubicBezTo>
                    <a:pt x="76450" y="82719"/>
                    <a:pt x="76387" y="82783"/>
                    <a:pt x="76387" y="82846"/>
                  </a:cubicBezTo>
                  <a:cubicBezTo>
                    <a:pt x="76387" y="82909"/>
                    <a:pt x="76450" y="82973"/>
                    <a:pt x="76513" y="82973"/>
                  </a:cubicBezTo>
                  <a:lnTo>
                    <a:pt x="77052" y="82973"/>
                  </a:lnTo>
                  <a:cubicBezTo>
                    <a:pt x="77115" y="82973"/>
                    <a:pt x="77178" y="82909"/>
                    <a:pt x="77178" y="82846"/>
                  </a:cubicBezTo>
                  <a:cubicBezTo>
                    <a:pt x="77178" y="82783"/>
                    <a:pt x="77115" y="82719"/>
                    <a:pt x="77052" y="82719"/>
                  </a:cubicBezTo>
                  <a:close/>
                  <a:moveTo>
                    <a:pt x="78128" y="82719"/>
                  </a:moveTo>
                  <a:cubicBezTo>
                    <a:pt x="78033" y="82719"/>
                    <a:pt x="77970" y="82783"/>
                    <a:pt x="77970" y="82846"/>
                  </a:cubicBezTo>
                  <a:cubicBezTo>
                    <a:pt x="77970" y="82909"/>
                    <a:pt x="78033" y="82973"/>
                    <a:pt x="78128" y="82973"/>
                  </a:cubicBezTo>
                  <a:lnTo>
                    <a:pt x="78635" y="82973"/>
                  </a:lnTo>
                  <a:cubicBezTo>
                    <a:pt x="78730" y="82973"/>
                    <a:pt x="78793" y="82909"/>
                    <a:pt x="78793" y="82846"/>
                  </a:cubicBezTo>
                  <a:cubicBezTo>
                    <a:pt x="78793" y="82783"/>
                    <a:pt x="78730" y="82719"/>
                    <a:pt x="78635" y="82719"/>
                  </a:cubicBezTo>
                  <a:close/>
                  <a:moveTo>
                    <a:pt x="79712" y="82719"/>
                  </a:moveTo>
                  <a:cubicBezTo>
                    <a:pt x="79648" y="82719"/>
                    <a:pt x="79585" y="82783"/>
                    <a:pt x="79585" y="82846"/>
                  </a:cubicBezTo>
                  <a:cubicBezTo>
                    <a:pt x="79585" y="82909"/>
                    <a:pt x="79648" y="82973"/>
                    <a:pt x="79712" y="82973"/>
                  </a:cubicBezTo>
                  <a:lnTo>
                    <a:pt x="80250" y="82973"/>
                  </a:lnTo>
                  <a:cubicBezTo>
                    <a:pt x="80314" y="82973"/>
                    <a:pt x="80377" y="82909"/>
                    <a:pt x="80377" y="82846"/>
                  </a:cubicBezTo>
                  <a:cubicBezTo>
                    <a:pt x="80377" y="82783"/>
                    <a:pt x="80314" y="82719"/>
                    <a:pt x="80250" y="82719"/>
                  </a:cubicBezTo>
                  <a:close/>
                  <a:moveTo>
                    <a:pt x="81327" y="82719"/>
                  </a:moveTo>
                  <a:cubicBezTo>
                    <a:pt x="81232" y="82719"/>
                    <a:pt x="81169" y="82783"/>
                    <a:pt x="81169" y="82846"/>
                  </a:cubicBezTo>
                  <a:cubicBezTo>
                    <a:pt x="81169" y="82909"/>
                    <a:pt x="81232" y="82973"/>
                    <a:pt x="81327" y="82973"/>
                  </a:cubicBezTo>
                  <a:lnTo>
                    <a:pt x="81834" y="82973"/>
                  </a:lnTo>
                  <a:cubicBezTo>
                    <a:pt x="81929" y="82973"/>
                    <a:pt x="81992" y="82909"/>
                    <a:pt x="81992" y="82846"/>
                  </a:cubicBezTo>
                  <a:cubicBezTo>
                    <a:pt x="81992" y="82783"/>
                    <a:pt x="81929" y="82719"/>
                    <a:pt x="81834" y="82719"/>
                  </a:cubicBezTo>
                  <a:close/>
                  <a:moveTo>
                    <a:pt x="82910" y="82719"/>
                  </a:moveTo>
                  <a:cubicBezTo>
                    <a:pt x="82847" y="82719"/>
                    <a:pt x="82784" y="82783"/>
                    <a:pt x="82784" y="82846"/>
                  </a:cubicBezTo>
                  <a:cubicBezTo>
                    <a:pt x="82784" y="82909"/>
                    <a:pt x="82847" y="82973"/>
                    <a:pt x="82910" y="82973"/>
                  </a:cubicBezTo>
                  <a:lnTo>
                    <a:pt x="83449" y="82973"/>
                  </a:lnTo>
                  <a:cubicBezTo>
                    <a:pt x="83512" y="82973"/>
                    <a:pt x="83575" y="82909"/>
                    <a:pt x="83575" y="82846"/>
                  </a:cubicBezTo>
                  <a:cubicBezTo>
                    <a:pt x="83575" y="82783"/>
                    <a:pt x="83512" y="82719"/>
                    <a:pt x="83449" y="82719"/>
                  </a:cubicBezTo>
                  <a:close/>
                  <a:moveTo>
                    <a:pt x="84494" y="82719"/>
                  </a:moveTo>
                  <a:cubicBezTo>
                    <a:pt x="84431" y="82719"/>
                    <a:pt x="84367" y="82783"/>
                    <a:pt x="84367" y="82846"/>
                  </a:cubicBezTo>
                  <a:cubicBezTo>
                    <a:pt x="84367" y="82909"/>
                    <a:pt x="84431" y="82973"/>
                    <a:pt x="84494" y="82973"/>
                  </a:cubicBezTo>
                  <a:lnTo>
                    <a:pt x="85032" y="82973"/>
                  </a:lnTo>
                  <a:cubicBezTo>
                    <a:pt x="85096" y="82973"/>
                    <a:pt x="85159" y="82909"/>
                    <a:pt x="85159" y="82846"/>
                  </a:cubicBezTo>
                  <a:cubicBezTo>
                    <a:pt x="85159" y="82783"/>
                    <a:pt x="85096" y="82719"/>
                    <a:pt x="85032" y="82719"/>
                  </a:cubicBezTo>
                  <a:close/>
                  <a:moveTo>
                    <a:pt x="86109" y="82719"/>
                  </a:moveTo>
                  <a:cubicBezTo>
                    <a:pt x="86014" y="82719"/>
                    <a:pt x="85982" y="82783"/>
                    <a:pt x="85982" y="82846"/>
                  </a:cubicBezTo>
                  <a:cubicBezTo>
                    <a:pt x="85982" y="82909"/>
                    <a:pt x="86014" y="82973"/>
                    <a:pt x="86109" y="82973"/>
                  </a:cubicBezTo>
                  <a:lnTo>
                    <a:pt x="86647" y="82973"/>
                  </a:lnTo>
                  <a:cubicBezTo>
                    <a:pt x="86711" y="82973"/>
                    <a:pt x="86774" y="82909"/>
                    <a:pt x="86774" y="82846"/>
                  </a:cubicBezTo>
                  <a:cubicBezTo>
                    <a:pt x="86774" y="82783"/>
                    <a:pt x="86711" y="82719"/>
                    <a:pt x="86647" y="82719"/>
                  </a:cubicBezTo>
                  <a:close/>
                  <a:moveTo>
                    <a:pt x="87692" y="82719"/>
                  </a:moveTo>
                  <a:cubicBezTo>
                    <a:pt x="87629" y="82719"/>
                    <a:pt x="87566" y="82783"/>
                    <a:pt x="87566" y="82846"/>
                  </a:cubicBezTo>
                  <a:cubicBezTo>
                    <a:pt x="87566" y="82909"/>
                    <a:pt x="87629" y="82973"/>
                    <a:pt x="87692" y="82973"/>
                  </a:cubicBezTo>
                  <a:lnTo>
                    <a:pt x="88231" y="82973"/>
                  </a:lnTo>
                  <a:cubicBezTo>
                    <a:pt x="88294" y="82973"/>
                    <a:pt x="88357" y="82909"/>
                    <a:pt x="88357" y="82846"/>
                  </a:cubicBezTo>
                  <a:cubicBezTo>
                    <a:pt x="88357" y="82783"/>
                    <a:pt x="88294" y="82719"/>
                    <a:pt x="88231" y="82719"/>
                  </a:cubicBezTo>
                  <a:close/>
                  <a:moveTo>
                    <a:pt x="89308" y="82719"/>
                  </a:moveTo>
                  <a:cubicBezTo>
                    <a:pt x="89213" y="82719"/>
                    <a:pt x="89149" y="82783"/>
                    <a:pt x="89149" y="82846"/>
                  </a:cubicBezTo>
                  <a:cubicBezTo>
                    <a:pt x="89149" y="82909"/>
                    <a:pt x="89213" y="82973"/>
                    <a:pt x="89308" y="82973"/>
                  </a:cubicBezTo>
                  <a:lnTo>
                    <a:pt x="89814" y="82973"/>
                  </a:lnTo>
                  <a:cubicBezTo>
                    <a:pt x="89909" y="82973"/>
                    <a:pt x="89973" y="82909"/>
                    <a:pt x="89973" y="82846"/>
                  </a:cubicBezTo>
                  <a:cubicBezTo>
                    <a:pt x="89973" y="82783"/>
                    <a:pt x="89909" y="82719"/>
                    <a:pt x="89814" y="82719"/>
                  </a:cubicBezTo>
                  <a:close/>
                  <a:moveTo>
                    <a:pt x="90891" y="82719"/>
                  </a:moveTo>
                  <a:cubicBezTo>
                    <a:pt x="90828" y="82719"/>
                    <a:pt x="90764" y="82783"/>
                    <a:pt x="90764" y="82846"/>
                  </a:cubicBezTo>
                  <a:cubicBezTo>
                    <a:pt x="90764" y="82909"/>
                    <a:pt x="90828" y="82973"/>
                    <a:pt x="90891" y="82973"/>
                  </a:cubicBezTo>
                  <a:lnTo>
                    <a:pt x="91429" y="82973"/>
                  </a:lnTo>
                  <a:cubicBezTo>
                    <a:pt x="91493" y="82973"/>
                    <a:pt x="91556" y="82909"/>
                    <a:pt x="91556" y="82846"/>
                  </a:cubicBezTo>
                  <a:cubicBezTo>
                    <a:pt x="91556" y="82783"/>
                    <a:pt x="91493" y="82719"/>
                    <a:pt x="91429" y="82719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2439;p29"/>
          <p:cNvGrpSpPr/>
          <p:nvPr/>
        </p:nvGrpSpPr>
        <p:grpSpPr>
          <a:xfrm>
            <a:off x="4209175" y="950746"/>
            <a:ext cx="1013778" cy="643456"/>
            <a:chOff x="3799925" y="786471"/>
            <a:chExt cx="1013778" cy="643456"/>
          </a:xfrm>
        </p:grpSpPr>
        <p:sp>
          <p:nvSpPr>
            <p:cNvPr id="2440" name="Google Shape;2440;p29"/>
            <p:cNvSpPr/>
            <p:nvPr/>
          </p:nvSpPr>
          <p:spPr>
            <a:xfrm>
              <a:off x="3799925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4031104" y="1087783"/>
              <a:ext cx="551387" cy="342143"/>
            </a:xfrm>
            <a:custGeom>
              <a:avLst/>
              <a:gdLst/>
              <a:ahLst/>
              <a:cxnLst/>
              <a:rect l="l" t="t" r="r" b="b"/>
              <a:pathLst>
                <a:path w="16691" h="10357" extrusionOk="0">
                  <a:moveTo>
                    <a:pt x="1" y="0"/>
                  </a:moveTo>
                  <a:lnTo>
                    <a:pt x="1" y="9406"/>
                  </a:lnTo>
                  <a:cubicBezTo>
                    <a:pt x="1" y="9913"/>
                    <a:pt x="413" y="10356"/>
                    <a:pt x="919" y="10356"/>
                  </a:cubicBezTo>
                  <a:lnTo>
                    <a:pt x="15772" y="10356"/>
                  </a:lnTo>
                  <a:cubicBezTo>
                    <a:pt x="16279" y="10356"/>
                    <a:pt x="16691" y="9913"/>
                    <a:pt x="16691" y="9406"/>
                  </a:cubicBezTo>
                  <a:lnTo>
                    <a:pt x="1669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4033218" y="1203108"/>
              <a:ext cx="547192" cy="216346"/>
            </a:xfrm>
            <a:custGeom>
              <a:avLst/>
              <a:gdLst/>
              <a:ahLst/>
              <a:cxnLst/>
              <a:rect l="l" t="t" r="r" b="b"/>
              <a:pathLst>
                <a:path w="16564" h="6549" extrusionOk="0">
                  <a:moveTo>
                    <a:pt x="8282" y="1"/>
                  </a:moveTo>
                  <a:cubicBezTo>
                    <a:pt x="8250" y="1"/>
                    <a:pt x="8218" y="9"/>
                    <a:pt x="8203" y="25"/>
                  </a:cubicBezTo>
                  <a:lnTo>
                    <a:pt x="64" y="6295"/>
                  </a:lnTo>
                  <a:cubicBezTo>
                    <a:pt x="0" y="6358"/>
                    <a:pt x="0" y="6422"/>
                    <a:pt x="64" y="6485"/>
                  </a:cubicBezTo>
                  <a:cubicBezTo>
                    <a:pt x="82" y="6522"/>
                    <a:pt x="122" y="6538"/>
                    <a:pt x="159" y="6538"/>
                  </a:cubicBezTo>
                  <a:cubicBezTo>
                    <a:pt x="185" y="6538"/>
                    <a:pt x="209" y="6530"/>
                    <a:pt x="222" y="6517"/>
                  </a:cubicBezTo>
                  <a:lnTo>
                    <a:pt x="8298" y="310"/>
                  </a:lnTo>
                  <a:lnTo>
                    <a:pt x="16342" y="6517"/>
                  </a:lnTo>
                  <a:cubicBezTo>
                    <a:pt x="16373" y="6548"/>
                    <a:pt x="16373" y="6548"/>
                    <a:pt x="16405" y="6548"/>
                  </a:cubicBezTo>
                  <a:cubicBezTo>
                    <a:pt x="16468" y="6548"/>
                    <a:pt x="16500" y="6517"/>
                    <a:pt x="16500" y="6485"/>
                  </a:cubicBezTo>
                  <a:cubicBezTo>
                    <a:pt x="16563" y="6422"/>
                    <a:pt x="16563" y="6358"/>
                    <a:pt x="16500" y="6295"/>
                  </a:cubicBezTo>
                  <a:lnTo>
                    <a:pt x="8361" y="25"/>
                  </a:lnTo>
                  <a:cubicBezTo>
                    <a:pt x="8345" y="9"/>
                    <a:pt x="8313" y="1"/>
                    <a:pt x="82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4030080" y="875401"/>
              <a:ext cx="554492" cy="426878"/>
            </a:xfrm>
            <a:custGeom>
              <a:avLst/>
              <a:gdLst/>
              <a:ahLst/>
              <a:cxnLst/>
              <a:rect l="l" t="t" r="r" b="b"/>
              <a:pathLst>
                <a:path w="16785" h="12922" extrusionOk="0">
                  <a:moveTo>
                    <a:pt x="8393" y="1"/>
                  </a:moveTo>
                  <a:lnTo>
                    <a:pt x="4212" y="3199"/>
                  </a:lnTo>
                  <a:lnTo>
                    <a:pt x="64" y="6429"/>
                  </a:lnTo>
                  <a:lnTo>
                    <a:pt x="0" y="6429"/>
                  </a:lnTo>
                  <a:lnTo>
                    <a:pt x="4181" y="9660"/>
                  </a:lnTo>
                  <a:lnTo>
                    <a:pt x="8393" y="12921"/>
                  </a:lnTo>
                  <a:lnTo>
                    <a:pt x="12573" y="9660"/>
                  </a:lnTo>
                  <a:lnTo>
                    <a:pt x="16785" y="6429"/>
                  </a:lnTo>
                  <a:lnTo>
                    <a:pt x="16690" y="6429"/>
                  </a:lnTo>
                  <a:lnTo>
                    <a:pt x="12541" y="3199"/>
                  </a:lnTo>
                  <a:lnTo>
                    <a:pt x="83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4127368" y="943420"/>
              <a:ext cx="358892" cy="340029"/>
            </a:xfrm>
            <a:custGeom>
              <a:avLst/>
              <a:gdLst/>
              <a:ahLst/>
              <a:cxnLst/>
              <a:rect l="l" t="t" r="r" b="b"/>
              <a:pathLst>
                <a:path w="10864" h="10293" extrusionOk="0">
                  <a:moveTo>
                    <a:pt x="1" y="0"/>
                  </a:moveTo>
                  <a:lnTo>
                    <a:pt x="1" y="3990"/>
                  </a:lnTo>
                  <a:lnTo>
                    <a:pt x="1" y="6080"/>
                  </a:lnTo>
                  <a:lnTo>
                    <a:pt x="1362" y="7126"/>
                  </a:lnTo>
                  <a:lnTo>
                    <a:pt x="5448" y="10292"/>
                  </a:lnTo>
                  <a:lnTo>
                    <a:pt x="9501" y="7126"/>
                  </a:lnTo>
                  <a:lnTo>
                    <a:pt x="10863" y="6080"/>
                  </a:lnTo>
                  <a:lnTo>
                    <a:pt x="10863" y="3990"/>
                  </a:lnTo>
                  <a:lnTo>
                    <a:pt x="10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4205826" y="1017683"/>
              <a:ext cx="201943" cy="175779"/>
            </a:xfrm>
            <a:custGeom>
              <a:avLst/>
              <a:gdLst/>
              <a:ahLst/>
              <a:cxnLst/>
              <a:rect l="l" t="t" r="r" b="b"/>
              <a:pathLst>
                <a:path w="6113" h="5321" extrusionOk="0">
                  <a:moveTo>
                    <a:pt x="3073" y="1077"/>
                  </a:moveTo>
                  <a:cubicBezTo>
                    <a:pt x="3263" y="1077"/>
                    <a:pt x="3421" y="1236"/>
                    <a:pt x="3421" y="1426"/>
                  </a:cubicBezTo>
                  <a:lnTo>
                    <a:pt x="3421" y="2851"/>
                  </a:lnTo>
                  <a:cubicBezTo>
                    <a:pt x="3421" y="3041"/>
                    <a:pt x="3263" y="3199"/>
                    <a:pt x="3073" y="3199"/>
                  </a:cubicBezTo>
                  <a:cubicBezTo>
                    <a:pt x="2851" y="3199"/>
                    <a:pt x="2693" y="3041"/>
                    <a:pt x="2693" y="2851"/>
                  </a:cubicBezTo>
                  <a:lnTo>
                    <a:pt x="2693" y="1426"/>
                  </a:lnTo>
                  <a:cubicBezTo>
                    <a:pt x="2693" y="1236"/>
                    <a:pt x="2851" y="1077"/>
                    <a:pt x="3073" y="1077"/>
                  </a:cubicBezTo>
                  <a:close/>
                  <a:moveTo>
                    <a:pt x="3073" y="3547"/>
                  </a:moveTo>
                  <a:cubicBezTo>
                    <a:pt x="3358" y="3547"/>
                    <a:pt x="3579" y="3801"/>
                    <a:pt x="3579" y="4086"/>
                  </a:cubicBezTo>
                  <a:cubicBezTo>
                    <a:pt x="3579" y="4371"/>
                    <a:pt x="3358" y="4624"/>
                    <a:pt x="3073" y="4624"/>
                  </a:cubicBezTo>
                  <a:cubicBezTo>
                    <a:pt x="2756" y="4624"/>
                    <a:pt x="2534" y="4371"/>
                    <a:pt x="2534" y="4086"/>
                  </a:cubicBezTo>
                  <a:cubicBezTo>
                    <a:pt x="2534" y="3801"/>
                    <a:pt x="2756" y="3547"/>
                    <a:pt x="3073" y="3547"/>
                  </a:cubicBezTo>
                  <a:close/>
                  <a:moveTo>
                    <a:pt x="3073" y="1"/>
                  </a:moveTo>
                  <a:cubicBezTo>
                    <a:pt x="2756" y="1"/>
                    <a:pt x="2471" y="159"/>
                    <a:pt x="2313" y="412"/>
                  </a:cubicBezTo>
                  <a:lnTo>
                    <a:pt x="159" y="3991"/>
                  </a:lnTo>
                  <a:cubicBezTo>
                    <a:pt x="1" y="4276"/>
                    <a:pt x="1" y="4593"/>
                    <a:pt x="159" y="4878"/>
                  </a:cubicBezTo>
                  <a:cubicBezTo>
                    <a:pt x="317" y="5163"/>
                    <a:pt x="602" y="5321"/>
                    <a:pt x="951" y="5321"/>
                  </a:cubicBezTo>
                  <a:lnTo>
                    <a:pt x="5194" y="5321"/>
                  </a:lnTo>
                  <a:cubicBezTo>
                    <a:pt x="5511" y="5321"/>
                    <a:pt x="5796" y="5163"/>
                    <a:pt x="5954" y="4878"/>
                  </a:cubicBezTo>
                  <a:cubicBezTo>
                    <a:pt x="6113" y="4593"/>
                    <a:pt x="6113" y="4276"/>
                    <a:pt x="5954" y="3991"/>
                  </a:cubicBezTo>
                  <a:lnTo>
                    <a:pt x="3833" y="412"/>
                  </a:lnTo>
                  <a:cubicBezTo>
                    <a:pt x="3674" y="159"/>
                    <a:pt x="3389" y="1"/>
                    <a:pt x="307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151418" y="958055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1521" y="412"/>
                  </a:lnTo>
                  <a:cubicBezTo>
                    <a:pt x="1616" y="412"/>
                    <a:pt x="1711" y="317"/>
                    <a:pt x="1711" y="222"/>
                  </a:cubicBezTo>
                  <a:cubicBezTo>
                    <a:pt x="1711" y="95"/>
                    <a:pt x="1616" y="0"/>
                    <a:pt x="15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151418" y="982104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64" y="413"/>
                    <a:pt x="191" y="413"/>
                  </a:cubicBezTo>
                  <a:lnTo>
                    <a:pt x="1521" y="413"/>
                  </a:lnTo>
                  <a:cubicBezTo>
                    <a:pt x="1616" y="413"/>
                    <a:pt x="1711" y="318"/>
                    <a:pt x="1711" y="222"/>
                  </a:cubicBezTo>
                  <a:cubicBezTo>
                    <a:pt x="1711" y="96"/>
                    <a:pt x="161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4151418" y="1006187"/>
              <a:ext cx="30392" cy="13610"/>
            </a:xfrm>
            <a:custGeom>
              <a:avLst/>
              <a:gdLst/>
              <a:ahLst/>
              <a:cxnLst/>
              <a:rect l="l" t="t" r="r" b="b"/>
              <a:pathLst>
                <a:path w="920" h="412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729" y="412"/>
                  </a:lnTo>
                  <a:cubicBezTo>
                    <a:pt x="824" y="412"/>
                    <a:pt x="919" y="317"/>
                    <a:pt x="919" y="222"/>
                  </a:cubicBezTo>
                  <a:cubicBezTo>
                    <a:pt x="919" y="95"/>
                    <a:pt x="824" y="0"/>
                    <a:pt x="7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9" name="Google Shape;2449;p29"/>
          <p:cNvGrpSpPr/>
          <p:nvPr/>
        </p:nvGrpSpPr>
        <p:grpSpPr>
          <a:xfrm>
            <a:off x="4209175" y="2296129"/>
            <a:ext cx="1013778" cy="643456"/>
            <a:chOff x="3799925" y="2131854"/>
            <a:chExt cx="1013778" cy="643456"/>
          </a:xfrm>
        </p:grpSpPr>
        <p:sp>
          <p:nvSpPr>
            <p:cNvPr id="2450" name="Google Shape;2450;p29"/>
            <p:cNvSpPr/>
            <p:nvPr/>
          </p:nvSpPr>
          <p:spPr>
            <a:xfrm>
              <a:off x="3799925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4015413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185939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4357523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4529107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3932792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1583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83"/>
                  </a:cubicBezTo>
                  <a:lnTo>
                    <a:pt x="4592" y="443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4104343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83"/>
                  </a:cubicBezTo>
                  <a:lnTo>
                    <a:pt x="4593" y="443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4274869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83"/>
                  </a:cubicBezTo>
                  <a:lnTo>
                    <a:pt x="4625" y="443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4446453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83"/>
                  </a:cubicBezTo>
                  <a:lnTo>
                    <a:pt x="4624" y="443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4015413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4185939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4357523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4529107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3932792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4104343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4274869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4446453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4015413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4185939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213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4357523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529107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1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3932792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lnTo>
                    <a:pt x="0" y="1553"/>
                  </a:lnTo>
                  <a:cubicBezTo>
                    <a:pt x="0" y="1774"/>
                    <a:pt x="190" y="1964"/>
                    <a:pt x="412" y="1964"/>
                  </a:cubicBezTo>
                  <a:lnTo>
                    <a:pt x="4180" y="1964"/>
                  </a:lnTo>
                  <a:cubicBezTo>
                    <a:pt x="4402" y="1964"/>
                    <a:pt x="4592" y="1774"/>
                    <a:pt x="4592" y="1553"/>
                  </a:cubicBezTo>
                  <a:lnTo>
                    <a:pt x="4592" y="412"/>
                  </a:lnTo>
                  <a:cubicBezTo>
                    <a:pt x="4592" y="191"/>
                    <a:pt x="4402" y="1"/>
                    <a:pt x="418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104343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3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3" y="1964"/>
                  </a:cubicBezTo>
                  <a:lnTo>
                    <a:pt x="4181" y="1964"/>
                  </a:lnTo>
                  <a:cubicBezTo>
                    <a:pt x="4403" y="1964"/>
                    <a:pt x="4593" y="1774"/>
                    <a:pt x="4593" y="1553"/>
                  </a:cubicBezTo>
                  <a:lnTo>
                    <a:pt x="4593" y="412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4274869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44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44" y="1964"/>
                  </a:cubicBezTo>
                  <a:lnTo>
                    <a:pt x="4181" y="1964"/>
                  </a:lnTo>
                  <a:cubicBezTo>
                    <a:pt x="4435" y="1964"/>
                    <a:pt x="4625" y="1774"/>
                    <a:pt x="4625" y="1553"/>
                  </a:cubicBezTo>
                  <a:lnTo>
                    <a:pt x="4625" y="412"/>
                  </a:lnTo>
                  <a:cubicBezTo>
                    <a:pt x="4625" y="191"/>
                    <a:pt x="4435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4446453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2" y="1964"/>
                  </a:cubicBezTo>
                  <a:lnTo>
                    <a:pt x="4181" y="1964"/>
                  </a:lnTo>
                  <a:cubicBezTo>
                    <a:pt x="4434" y="1964"/>
                    <a:pt x="4624" y="1774"/>
                    <a:pt x="4624" y="1553"/>
                  </a:cubicBezTo>
                  <a:lnTo>
                    <a:pt x="4624" y="412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4079236" y="2368319"/>
              <a:ext cx="455123" cy="298174"/>
            </a:xfrm>
            <a:custGeom>
              <a:avLst/>
              <a:gdLst/>
              <a:ahLst/>
              <a:cxnLst/>
              <a:rect l="l" t="t" r="r" b="b"/>
              <a:pathLst>
                <a:path w="13777" h="9026" extrusionOk="0">
                  <a:moveTo>
                    <a:pt x="1" y="0"/>
                  </a:moveTo>
                  <a:lnTo>
                    <a:pt x="1" y="7949"/>
                  </a:lnTo>
                  <a:cubicBezTo>
                    <a:pt x="1" y="8551"/>
                    <a:pt x="476" y="9026"/>
                    <a:pt x="1109" y="9026"/>
                  </a:cubicBezTo>
                  <a:lnTo>
                    <a:pt x="12700" y="9026"/>
                  </a:lnTo>
                  <a:cubicBezTo>
                    <a:pt x="13302" y="9026"/>
                    <a:pt x="13777" y="8551"/>
                    <a:pt x="13777" y="7949"/>
                  </a:cubicBezTo>
                  <a:lnTo>
                    <a:pt x="13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4079236" y="2305519"/>
              <a:ext cx="455123" cy="62833"/>
            </a:xfrm>
            <a:custGeom>
              <a:avLst/>
              <a:gdLst/>
              <a:ahLst/>
              <a:cxnLst/>
              <a:rect l="l" t="t" r="r" b="b"/>
              <a:pathLst>
                <a:path w="13777" h="1902" extrusionOk="0">
                  <a:moveTo>
                    <a:pt x="1109" y="1"/>
                  </a:moveTo>
                  <a:cubicBezTo>
                    <a:pt x="507" y="1"/>
                    <a:pt x="1" y="476"/>
                    <a:pt x="1" y="1078"/>
                  </a:cubicBezTo>
                  <a:lnTo>
                    <a:pt x="1" y="1901"/>
                  </a:lnTo>
                  <a:lnTo>
                    <a:pt x="13777" y="1901"/>
                  </a:lnTo>
                  <a:lnTo>
                    <a:pt x="13777" y="1078"/>
                  </a:lnTo>
                  <a:cubicBezTo>
                    <a:pt x="13777" y="476"/>
                    <a:pt x="13302" y="1"/>
                    <a:pt x="1270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4399378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381" y="0"/>
                  </a:moveTo>
                  <a:cubicBezTo>
                    <a:pt x="191" y="0"/>
                    <a:pt x="0" y="159"/>
                    <a:pt x="0" y="380"/>
                  </a:cubicBezTo>
                  <a:cubicBezTo>
                    <a:pt x="0" y="602"/>
                    <a:pt x="191" y="792"/>
                    <a:pt x="381" y="792"/>
                  </a:cubicBezTo>
                  <a:cubicBezTo>
                    <a:pt x="602" y="792"/>
                    <a:pt x="792" y="602"/>
                    <a:pt x="792" y="380"/>
                  </a:cubicBezTo>
                  <a:cubicBezTo>
                    <a:pt x="792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4438095" y="2320187"/>
              <a:ext cx="26164" cy="26197"/>
            </a:xfrm>
            <a:custGeom>
              <a:avLst/>
              <a:gdLst/>
              <a:ahLst/>
              <a:cxnLst/>
              <a:rect l="l" t="t" r="r" b="b"/>
              <a:pathLst>
                <a:path w="792" h="793" extrusionOk="0">
                  <a:moveTo>
                    <a:pt x="412" y="0"/>
                  </a:moveTo>
                  <a:cubicBezTo>
                    <a:pt x="190" y="0"/>
                    <a:pt x="0" y="159"/>
                    <a:pt x="0" y="380"/>
                  </a:cubicBezTo>
                  <a:cubicBezTo>
                    <a:pt x="0" y="602"/>
                    <a:pt x="190" y="792"/>
                    <a:pt x="412" y="792"/>
                  </a:cubicBezTo>
                  <a:cubicBezTo>
                    <a:pt x="634" y="792"/>
                    <a:pt x="792" y="602"/>
                    <a:pt x="792" y="380"/>
                  </a:cubicBezTo>
                  <a:cubicBezTo>
                    <a:pt x="792" y="159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476779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413" y="0"/>
                  </a:moveTo>
                  <a:cubicBezTo>
                    <a:pt x="191" y="0"/>
                    <a:pt x="1" y="159"/>
                    <a:pt x="1" y="380"/>
                  </a:cubicBezTo>
                  <a:cubicBezTo>
                    <a:pt x="1" y="602"/>
                    <a:pt x="191" y="792"/>
                    <a:pt x="413" y="792"/>
                  </a:cubicBezTo>
                  <a:cubicBezTo>
                    <a:pt x="634" y="792"/>
                    <a:pt x="793" y="602"/>
                    <a:pt x="793" y="380"/>
                  </a:cubicBezTo>
                  <a:cubicBezTo>
                    <a:pt x="793" y="159"/>
                    <a:pt x="634" y="0"/>
                    <a:pt x="41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4222575" y="2398909"/>
              <a:ext cx="168478" cy="224704"/>
            </a:xfrm>
            <a:custGeom>
              <a:avLst/>
              <a:gdLst/>
              <a:ahLst/>
              <a:cxnLst/>
              <a:rect l="l" t="t" r="r" b="b"/>
              <a:pathLst>
                <a:path w="5100" h="6802" extrusionOk="0">
                  <a:moveTo>
                    <a:pt x="2756" y="4109"/>
                  </a:moveTo>
                  <a:cubicBezTo>
                    <a:pt x="2819" y="4331"/>
                    <a:pt x="2914" y="4489"/>
                    <a:pt x="3041" y="4648"/>
                  </a:cubicBezTo>
                  <a:cubicBezTo>
                    <a:pt x="3199" y="4869"/>
                    <a:pt x="3357" y="5123"/>
                    <a:pt x="3389" y="5535"/>
                  </a:cubicBezTo>
                  <a:cubicBezTo>
                    <a:pt x="3389" y="5566"/>
                    <a:pt x="3421" y="5598"/>
                    <a:pt x="3421" y="5598"/>
                  </a:cubicBezTo>
                  <a:cubicBezTo>
                    <a:pt x="3389" y="6105"/>
                    <a:pt x="3009" y="6516"/>
                    <a:pt x="2566" y="6516"/>
                  </a:cubicBezTo>
                  <a:cubicBezTo>
                    <a:pt x="2091" y="6516"/>
                    <a:pt x="1711" y="6105"/>
                    <a:pt x="1711" y="5598"/>
                  </a:cubicBezTo>
                  <a:lnTo>
                    <a:pt x="1711" y="5566"/>
                  </a:lnTo>
                  <a:cubicBezTo>
                    <a:pt x="1711" y="5345"/>
                    <a:pt x="1742" y="5186"/>
                    <a:pt x="1806" y="5091"/>
                  </a:cubicBezTo>
                  <a:cubicBezTo>
                    <a:pt x="1869" y="5281"/>
                    <a:pt x="2027" y="5440"/>
                    <a:pt x="2249" y="5440"/>
                  </a:cubicBezTo>
                  <a:cubicBezTo>
                    <a:pt x="2344" y="5440"/>
                    <a:pt x="2407" y="5376"/>
                    <a:pt x="2407" y="5313"/>
                  </a:cubicBezTo>
                  <a:cubicBezTo>
                    <a:pt x="2407" y="5091"/>
                    <a:pt x="2407" y="4869"/>
                    <a:pt x="2471" y="4648"/>
                  </a:cubicBezTo>
                  <a:cubicBezTo>
                    <a:pt x="2502" y="4458"/>
                    <a:pt x="2597" y="4268"/>
                    <a:pt x="2756" y="4109"/>
                  </a:cubicBezTo>
                  <a:close/>
                  <a:moveTo>
                    <a:pt x="3258" y="0"/>
                  </a:moveTo>
                  <a:cubicBezTo>
                    <a:pt x="3231" y="0"/>
                    <a:pt x="3199" y="8"/>
                    <a:pt x="3167" y="24"/>
                  </a:cubicBezTo>
                  <a:cubicBezTo>
                    <a:pt x="2566" y="468"/>
                    <a:pt x="2027" y="1228"/>
                    <a:pt x="1837" y="1956"/>
                  </a:cubicBezTo>
                  <a:cubicBezTo>
                    <a:pt x="1711" y="2463"/>
                    <a:pt x="1711" y="3001"/>
                    <a:pt x="1711" y="3381"/>
                  </a:cubicBezTo>
                  <a:cubicBezTo>
                    <a:pt x="1141" y="3254"/>
                    <a:pt x="982" y="2399"/>
                    <a:pt x="982" y="2399"/>
                  </a:cubicBezTo>
                  <a:cubicBezTo>
                    <a:pt x="982" y="2336"/>
                    <a:pt x="950" y="2304"/>
                    <a:pt x="919" y="2273"/>
                  </a:cubicBezTo>
                  <a:cubicBezTo>
                    <a:pt x="903" y="2257"/>
                    <a:pt x="879" y="2249"/>
                    <a:pt x="855" y="2249"/>
                  </a:cubicBezTo>
                  <a:cubicBezTo>
                    <a:pt x="832" y="2249"/>
                    <a:pt x="808" y="2257"/>
                    <a:pt x="792" y="2273"/>
                  </a:cubicBezTo>
                  <a:cubicBezTo>
                    <a:pt x="760" y="2273"/>
                    <a:pt x="64" y="2653"/>
                    <a:pt x="0" y="4109"/>
                  </a:cubicBezTo>
                  <a:cubicBezTo>
                    <a:pt x="0" y="4141"/>
                    <a:pt x="0" y="4204"/>
                    <a:pt x="0" y="4236"/>
                  </a:cubicBezTo>
                  <a:cubicBezTo>
                    <a:pt x="0" y="5661"/>
                    <a:pt x="1141" y="6801"/>
                    <a:pt x="2566" y="6801"/>
                  </a:cubicBezTo>
                  <a:cubicBezTo>
                    <a:pt x="3959" y="6801"/>
                    <a:pt x="5099" y="5661"/>
                    <a:pt x="5099" y="4236"/>
                  </a:cubicBezTo>
                  <a:cubicBezTo>
                    <a:pt x="5099" y="4173"/>
                    <a:pt x="5099" y="3983"/>
                    <a:pt x="5099" y="3983"/>
                  </a:cubicBezTo>
                  <a:cubicBezTo>
                    <a:pt x="5004" y="2969"/>
                    <a:pt x="4529" y="2336"/>
                    <a:pt x="4117" y="1766"/>
                  </a:cubicBezTo>
                  <a:cubicBezTo>
                    <a:pt x="3737" y="1259"/>
                    <a:pt x="3389" y="784"/>
                    <a:pt x="3389" y="151"/>
                  </a:cubicBezTo>
                  <a:cubicBezTo>
                    <a:pt x="3389" y="87"/>
                    <a:pt x="3357" y="24"/>
                    <a:pt x="3326" y="24"/>
                  </a:cubicBezTo>
                  <a:cubicBezTo>
                    <a:pt x="3310" y="8"/>
                    <a:pt x="3286" y="0"/>
                    <a:pt x="3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29"/>
          <p:cNvGrpSpPr/>
          <p:nvPr/>
        </p:nvGrpSpPr>
        <p:grpSpPr>
          <a:xfrm>
            <a:off x="4209175" y="3641546"/>
            <a:ext cx="1013778" cy="643423"/>
            <a:chOff x="3799925" y="3477271"/>
            <a:chExt cx="1013778" cy="643423"/>
          </a:xfrm>
        </p:grpSpPr>
        <p:sp>
          <p:nvSpPr>
            <p:cNvPr id="2482" name="Google Shape;2482;p29"/>
            <p:cNvSpPr/>
            <p:nvPr/>
          </p:nvSpPr>
          <p:spPr>
            <a:xfrm>
              <a:off x="3799925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0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0" y="19476"/>
                  </a:cubicBezTo>
                  <a:lnTo>
                    <a:pt x="28217" y="19476"/>
                  </a:lnTo>
                  <a:cubicBezTo>
                    <a:pt x="29579" y="19476"/>
                    <a:pt x="30687" y="18368"/>
                    <a:pt x="30687" y="17006"/>
                  </a:cubicBezTo>
                  <a:lnTo>
                    <a:pt x="30687" y="2470"/>
                  </a:lnTo>
                  <a:cubicBezTo>
                    <a:pt x="30687" y="1109"/>
                    <a:pt x="29579" y="0"/>
                    <a:pt x="28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850138" y="3652092"/>
              <a:ext cx="333753" cy="311289"/>
            </a:xfrm>
            <a:custGeom>
              <a:avLst/>
              <a:gdLst/>
              <a:ahLst/>
              <a:cxnLst/>
              <a:rect l="l" t="t" r="r" b="b"/>
              <a:pathLst>
                <a:path w="10103" h="9423" extrusionOk="0">
                  <a:moveTo>
                    <a:pt x="5081" y="1"/>
                  </a:moveTo>
                  <a:cubicBezTo>
                    <a:pt x="4836" y="1"/>
                    <a:pt x="4588" y="20"/>
                    <a:pt x="4339" y="60"/>
                  </a:cubicBezTo>
                  <a:cubicBezTo>
                    <a:pt x="1774" y="440"/>
                    <a:pt x="0" y="2847"/>
                    <a:pt x="380" y="5412"/>
                  </a:cubicBezTo>
                  <a:cubicBezTo>
                    <a:pt x="755" y="7744"/>
                    <a:pt x="2752" y="9422"/>
                    <a:pt x="5063" y="9422"/>
                  </a:cubicBezTo>
                  <a:cubicBezTo>
                    <a:pt x="5294" y="9422"/>
                    <a:pt x="5528" y="9405"/>
                    <a:pt x="5764" y="9371"/>
                  </a:cubicBezTo>
                  <a:cubicBezTo>
                    <a:pt x="8329" y="8959"/>
                    <a:pt x="10103" y="6584"/>
                    <a:pt x="9691" y="3987"/>
                  </a:cubicBezTo>
                  <a:cubicBezTo>
                    <a:pt x="9348" y="1671"/>
                    <a:pt x="7353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3928597" y="3712645"/>
              <a:ext cx="179975" cy="231245"/>
            </a:xfrm>
            <a:custGeom>
              <a:avLst/>
              <a:gdLst/>
              <a:ahLst/>
              <a:cxnLst/>
              <a:rect l="l" t="t" r="r" b="b"/>
              <a:pathLst>
                <a:path w="5448" h="7000" extrusionOk="0">
                  <a:moveTo>
                    <a:pt x="2724" y="1"/>
                  </a:moveTo>
                  <a:cubicBezTo>
                    <a:pt x="1869" y="1"/>
                    <a:pt x="1267" y="666"/>
                    <a:pt x="1140" y="1457"/>
                  </a:cubicBezTo>
                  <a:cubicBezTo>
                    <a:pt x="1045" y="2059"/>
                    <a:pt x="1204" y="2724"/>
                    <a:pt x="1457" y="3294"/>
                  </a:cubicBezTo>
                  <a:cubicBezTo>
                    <a:pt x="1521" y="3484"/>
                    <a:pt x="1647" y="3674"/>
                    <a:pt x="1774" y="3833"/>
                  </a:cubicBezTo>
                  <a:lnTo>
                    <a:pt x="1774" y="4244"/>
                  </a:lnTo>
                  <a:cubicBezTo>
                    <a:pt x="1774" y="4339"/>
                    <a:pt x="1711" y="4466"/>
                    <a:pt x="1584" y="4498"/>
                  </a:cubicBezTo>
                  <a:lnTo>
                    <a:pt x="539" y="5099"/>
                  </a:lnTo>
                  <a:cubicBezTo>
                    <a:pt x="222" y="5258"/>
                    <a:pt x="0" y="5606"/>
                    <a:pt x="0" y="5986"/>
                  </a:cubicBezTo>
                  <a:cubicBezTo>
                    <a:pt x="729" y="6619"/>
                    <a:pt x="1679" y="6999"/>
                    <a:pt x="2724" y="6999"/>
                  </a:cubicBezTo>
                  <a:cubicBezTo>
                    <a:pt x="3769" y="6999"/>
                    <a:pt x="4719" y="6619"/>
                    <a:pt x="5447" y="5986"/>
                  </a:cubicBezTo>
                  <a:cubicBezTo>
                    <a:pt x="5416" y="5606"/>
                    <a:pt x="5194" y="5258"/>
                    <a:pt x="4846" y="5099"/>
                  </a:cubicBezTo>
                  <a:lnTo>
                    <a:pt x="3706" y="4529"/>
                  </a:lnTo>
                  <a:cubicBezTo>
                    <a:pt x="3611" y="4466"/>
                    <a:pt x="3547" y="4371"/>
                    <a:pt x="3547" y="4244"/>
                  </a:cubicBezTo>
                  <a:cubicBezTo>
                    <a:pt x="3547" y="4054"/>
                    <a:pt x="3516" y="3928"/>
                    <a:pt x="3611" y="3738"/>
                  </a:cubicBezTo>
                  <a:cubicBezTo>
                    <a:pt x="4212" y="2851"/>
                    <a:pt x="4307" y="2186"/>
                    <a:pt x="4149" y="1299"/>
                  </a:cubicBezTo>
                  <a:cubicBezTo>
                    <a:pt x="4022" y="539"/>
                    <a:pt x="3516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4132588" y="3682319"/>
              <a:ext cx="593243" cy="111956"/>
            </a:xfrm>
            <a:custGeom>
              <a:avLst/>
              <a:gdLst/>
              <a:ahLst/>
              <a:cxnLst/>
              <a:rect l="l" t="t" r="r" b="b"/>
              <a:pathLst>
                <a:path w="17958" h="3389" extrusionOk="0">
                  <a:moveTo>
                    <a:pt x="1679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629"/>
                    <a:pt x="761" y="3389"/>
                    <a:pt x="1679" y="3389"/>
                  </a:cubicBezTo>
                  <a:lnTo>
                    <a:pt x="16279" y="3389"/>
                  </a:lnTo>
                  <a:cubicBezTo>
                    <a:pt x="17197" y="3389"/>
                    <a:pt x="17957" y="2629"/>
                    <a:pt x="17957" y="1679"/>
                  </a:cubicBezTo>
                  <a:cubicBezTo>
                    <a:pt x="17957" y="760"/>
                    <a:pt x="17197" y="0"/>
                    <a:pt x="162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4193273" y="3721003"/>
              <a:ext cx="30392" cy="29335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349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49" y="888"/>
                  </a:lnTo>
                  <a:lnTo>
                    <a:pt x="602" y="888"/>
                  </a:lnTo>
                  <a:lnTo>
                    <a:pt x="602" y="634"/>
                  </a:lnTo>
                  <a:lnTo>
                    <a:pt x="824" y="761"/>
                  </a:lnTo>
                  <a:lnTo>
                    <a:pt x="919" y="571"/>
                  </a:lnTo>
                  <a:lnTo>
                    <a:pt x="729" y="444"/>
                  </a:lnTo>
                  <a:lnTo>
                    <a:pt x="919" y="318"/>
                  </a:lnTo>
                  <a:lnTo>
                    <a:pt x="824" y="128"/>
                  </a:lnTo>
                  <a:lnTo>
                    <a:pt x="602" y="25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42462" y="3721003"/>
              <a:ext cx="30359" cy="28311"/>
            </a:xfrm>
            <a:custGeom>
              <a:avLst/>
              <a:gdLst/>
              <a:ahLst/>
              <a:cxnLst/>
              <a:rect l="l" t="t" r="r" b="b"/>
              <a:pathLst>
                <a:path w="919" h="857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71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9" y="571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290561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8" y="1"/>
                  </a:moveTo>
                  <a:lnTo>
                    <a:pt x="318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71"/>
                  </a:lnTo>
                  <a:lnTo>
                    <a:pt x="96" y="761"/>
                  </a:lnTo>
                  <a:lnTo>
                    <a:pt x="318" y="634"/>
                  </a:lnTo>
                  <a:lnTo>
                    <a:pt x="318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3" y="761"/>
                  </a:lnTo>
                  <a:lnTo>
                    <a:pt x="919" y="571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4338693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2" y="761"/>
                  </a:lnTo>
                  <a:lnTo>
                    <a:pt x="919" y="539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4136783" y="3824601"/>
              <a:ext cx="593209" cy="110932"/>
            </a:xfrm>
            <a:custGeom>
              <a:avLst/>
              <a:gdLst/>
              <a:ahLst/>
              <a:cxnLst/>
              <a:rect l="l" t="t" r="r" b="b"/>
              <a:pathLst>
                <a:path w="17957" h="3358" extrusionOk="0">
                  <a:moveTo>
                    <a:pt x="1711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597"/>
                    <a:pt x="761" y="3357"/>
                    <a:pt x="1711" y="3357"/>
                  </a:cubicBezTo>
                  <a:lnTo>
                    <a:pt x="16278" y="3357"/>
                  </a:lnTo>
                  <a:cubicBezTo>
                    <a:pt x="17197" y="3357"/>
                    <a:pt x="17957" y="2597"/>
                    <a:pt x="17957" y="1679"/>
                  </a:cubicBezTo>
                  <a:cubicBezTo>
                    <a:pt x="17957" y="760"/>
                    <a:pt x="17197" y="0"/>
                    <a:pt x="162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198526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39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8" y="539"/>
                  </a:lnTo>
                  <a:lnTo>
                    <a:pt x="697" y="444"/>
                  </a:lnTo>
                  <a:lnTo>
                    <a:pt x="918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4246625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61"/>
                  </a:lnTo>
                  <a:lnTo>
                    <a:pt x="919" y="539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4294757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96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342889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44"/>
                  </a:lnTo>
                  <a:lnTo>
                    <a:pt x="0" y="539"/>
                  </a:lnTo>
                  <a:lnTo>
                    <a:pt x="127" y="761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391021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1"/>
                  </a:moveTo>
                  <a:lnTo>
                    <a:pt x="348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8" y="603"/>
                  </a:lnTo>
                  <a:lnTo>
                    <a:pt x="348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439120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8" y="96"/>
                  </a:lnTo>
                  <a:lnTo>
                    <a:pt x="1" y="318"/>
                  </a:lnTo>
                  <a:lnTo>
                    <a:pt x="223" y="413"/>
                  </a:lnTo>
                  <a:lnTo>
                    <a:pt x="1" y="539"/>
                  </a:lnTo>
                  <a:lnTo>
                    <a:pt x="128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29"/>
                  </a:lnTo>
                  <a:lnTo>
                    <a:pt x="919" y="539"/>
                  </a:lnTo>
                  <a:lnTo>
                    <a:pt x="698" y="413"/>
                  </a:lnTo>
                  <a:lnTo>
                    <a:pt x="919" y="318"/>
                  </a:lnTo>
                  <a:lnTo>
                    <a:pt x="793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487251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1" y="318"/>
                  </a:lnTo>
                  <a:lnTo>
                    <a:pt x="222" y="413"/>
                  </a:lnTo>
                  <a:lnTo>
                    <a:pt x="1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535383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0" y="286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602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286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583515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0"/>
                  </a:moveTo>
                  <a:lnTo>
                    <a:pt x="349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9" y="634"/>
                  </a:lnTo>
                  <a:lnTo>
                    <a:pt x="349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9" y="570"/>
                  </a:lnTo>
                  <a:lnTo>
                    <a:pt x="697" y="444"/>
                  </a:lnTo>
                  <a:lnTo>
                    <a:pt x="919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631647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0"/>
                  </a:moveTo>
                  <a:lnTo>
                    <a:pt x="348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8" y="634"/>
                  </a:lnTo>
                  <a:lnTo>
                    <a:pt x="348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8" y="539"/>
                  </a:lnTo>
                  <a:lnTo>
                    <a:pt x="728" y="444"/>
                  </a:lnTo>
                  <a:lnTo>
                    <a:pt x="918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575125" y="3609080"/>
              <a:ext cx="120347" cy="120347"/>
            </a:xfrm>
            <a:custGeom>
              <a:avLst/>
              <a:gdLst/>
              <a:ahLst/>
              <a:cxnLst/>
              <a:rect l="l" t="t" r="r" b="b"/>
              <a:pathLst>
                <a:path w="3643" h="3643" extrusionOk="0">
                  <a:moveTo>
                    <a:pt x="1838" y="0"/>
                  </a:moveTo>
                  <a:cubicBezTo>
                    <a:pt x="824" y="0"/>
                    <a:pt x="1" y="824"/>
                    <a:pt x="1" y="1837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37"/>
                  </a:cubicBezTo>
                  <a:cubicBezTo>
                    <a:pt x="3643" y="824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604427" y="3638118"/>
              <a:ext cx="62800" cy="62271"/>
            </a:xfrm>
            <a:custGeom>
              <a:avLst/>
              <a:gdLst/>
              <a:ahLst/>
              <a:cxnLst/>
              <a:rect l="l" t="t" r="r" b="b"/>
              <a:pathLst>
                <a:path w="1901" h="1885" extrusionOk="0">
                  <a:moveTo>
                    <a:pt x="258" y="0"/>
                  </a:moveTo>
                  <a:cubicBezTo>
                    <a:pt x="206" y="0"/>
                    <a:pt x="159" y="24"/>
                    <a:pt x="127" y="71"/>
                  </a:cubicBezTo>
                  <a:lnTo>
                    <a:pt x="64" y="135"/>
                  </a:lnTo>
                  <a:cubicBezTo>
                    <a:pt x="1" y="198"/>
                    <a:pt x="1" y="325"/>
                    <a:pt x="64" y="420"/>
                  </a:cubicBezTo>
                  <a:lnTo>
                    <a:pt x="602" y="958"/>
                  </a:lnTo>
                  <a:lnTo>
                    <a:pt x="64" y="1497"/>
                  </a:lnTo>
                  <a:cubicBezTo>
                    <a:pt x="1" y="1560"/>
                    <a:pt x="1" y="1687"/>
                    <a:pt x="64" y="1782"/>
                  </a:cubicBezTo>
                  <a:lnTo>
                    <a:pt x="127" y="1813"/>
                  </a:lnTo>
                  <a:cubicBezTo>
                    <a:pt x="159" y="1861"/>
                    <a:pt x="206" y="1885"/>
                    <a:pt x="258" y="1885"/>
                  </a:cubicBezTo>
                  <a:cubicBezTo>
                    <a:pt x="309" y="1885"/>
                    <a:pt x="365" y="1861"/>
                    <a:pt x="412" y="1813"/>
                  </a:cubicBezTo>
                  <a:lnTo>
                    <a:pt x="951" y="1275"/>
                  </a:lnTo>
                  <a:lnTo>
                    <a:pt x="1489" y="1813"/>
                  </a:lnTo>
                  <a:cubicBezTo>
                    <a:pt x="1521" y="1861"/>
                    <a:pt x="1568" y="1885"/>
                    <a:pt x="1620" y="1885"/>
                  </a:cubicBezTo>
                  <a:cubicBezTo>
                    <a:pt x="1671" y="1885"/>
                    <a:pt x="1727" y="1861"/>
                    <a:pt x="1774" y="1813"/>
                  </a:cubicBezTo>
                  <a:lnTo>
                    <a:pt x="1837" y="1782"/>
                  </a:lnTo>
                  <a:cubicBezTo>
                    <a:pt x="1901" y="1687"/>
                    <a:pt x="1901" y="1560"/>
                    <a:pt x="1837" y="1497"/>
                  </a:cubicBezTo>
                  <a:lnTo>
                    <a:pt x="1299" y="958"/>
                  </a:lnTo>
                  <a:lnTo>
                    <a:pt x="1837" y="420"/>
                  </a:lnTo>
                  <a:cubicBezTo>
                    <a:pt x="1901" y="325"/>
                    <a:pt x="1901" y="198"/>
                    <a:pt x="1837" y="135"/>
                  </a:cubicBezTo>
                  <a:lnTo>
                    <a:pt x="1774" y="71"/>
                  </a:lnTo>
                  <a:cubicBezTo>
                    <a:pt x="1727" y="24"/>
                    <a:pt x="1671" y="0"/>
                    <a:pt x="1620" y="0"/>
                  </a:cubicBezTo>
                  <a:cubicBezTo>
                    <a:pt x="1568" y="0"/>
                    <a:pt x="1521" y="24"/>
                    <a:pt x="1489" y="71"/>
                  </a:cubicBezTo>
                  <a:lnTo>
                    <a:pt x="951" y="610"/>
                  </a:lnTo>
                  <a:lnTo>
                    <a:pt x="412" y="71"/>
                  </a:lnTo>
                  <a:cubicBezTo>
                    <a:pt x="365" y="24"/>
                    <a:pt x="309" y="0"/>
                    <a:pt x="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575125" y="3910393"/>
              <a:ext cx="120347" cy="120313"/>
            </a:xfrm>
            <a:custGeom>
              <a:avLst/>
              <a:gdLst/>
              <a:ahLst/>
              <a:cxnLst/>
              <a:rect l="l" t="t" r="r" b="b"/>
              <a:pathLst>
                <a:path w="3643" h="3642" extrusionOk="0">
                  <a:moveTo>
                    <a:pt x="1838" y="0"/>
                  </a:moveTo>
                  <a:cubicBezTo>
                    <a:pt x="824" y="0"/>
                    <a:pt x="1" y="792"/>
                    <a:pt x="1" y="1805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05"/>
                  </a:cubicBezTo>
                  <a:cubicBezTo>
                    <a:pt x="3643" y="792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598150" y="3942536"/>
              <a:ext cx="75353" cy="53649"/>
            </a:xfrm>
            <a:custGeom>
              <a:avLst/>
              <a:gdLst/>
              <a:ahLst/>
              <a:cxnLst/>
              <a:rect l="l" t="t" r="r" b="b"/>
              <a:pathLst>
                <a:path w="2281" h="1624" extrusionOk="0">
                  <a:moveTo>
                    <a:pt x="2047" y="1"/>
                  </a:moveTo>
                  <a:cubicBezTo>
                    <a:pt x="1988" y="1"/>
                    <a:pt x="1932" y="25"/>
                    <a:pt x="1901" y="72"/>
                  </a:cubicBezTo>
                  <a:lnTo>
                    <a:pt x="1014" y="927"/>
                  </a:lnTo>
                  <a:cubicBezTo>
                    <a:pt x="971" y="956"/>
                    <a:pt x="916" y="971"/>
                    <a:pt x="859" y="971"/>
                  </a:cubicBezTo>
                  <a:cubicBezTo>
                    <a:pt x="789" y="971"/>
                    <a:pt x="718" y="948"/>
                    <a:pt x="666" y="895"/>
                  </a:cubicBezTo>
                  <a:lnTo>
                    <a:pt x="444" y="642"/>
                  </a:lnTo>
                  <a:cubicBezTo>
                    <a:pt x="392" y="590"/>
                    <a:pt x="320" y="566"/>
                    <a:pt x="256" y="566"/>
                  </a:cubicBezTo>
                  <a:cubicBezTo>
                    <a:pt x="203" y="566"/>
                    <a:pt x="156" y="582"/>
                    <a:pt x="127" y="610"/>
                  </a:cubicBezTo>
                  <a:cubicBezTo>
                    <a:pt x="32" y="705"/>
                    <a:pt x="1" y="832"/>
                    <a:pt x="96" y="927"/>
                  </a:cubicBezTo>
                  <a:lnTo>
                    <a:pt x="634" y="1529"/>
                  </a:lnTo>
                  <a:cubicBezTo>
                    <a:pt x="697" y="1592"/>
                    <a:pt x="761" y="1624"/>
                    <a:pt x="792" y="1624"/>
                  </a:cubicBezTo>
                  <a:lnTo>
                    <a:pt x="824" y="1624"/>
                  </a:lnTo>
                  <a:cubicBezTo>
                    <a:pt x="887" y="1624"/>
                    <a:pt x="919" y="1592"/>
                    <a:pt x="982" y="1561"/>
                  </a:cubicBezTo>
                  <a:lnTo>
                    <a:pt x="2186" y="389"/>
                  </a:lnTo>
                  <a:cubicBezTo>
                    <a:pt x="2281" y="325"/>
                    <a:pt x="2281" y="167"/>
                    <a:pt x="2217" y="72"/>
                  </a:cubicBezTo>
                  <a:cubicBezTo>
                    <a:pt x="2170" y="25"/>
                    <a:pt x="2107" y="1"/>
                    <a:pt x="204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5" name="Google Shape;2505;p29"/>
          <p:cNvGrpSpPr/>
          <p:nvPr/>
        </p:nvGrpSpPr>
        <p:grpSpPr>
          <a:xfrm>
            <a:off x="6717087" y="3641546"/>
            <a:ext cx="1013778" cy="643423"/>
            <a:chOff x="7450062" y="3477271"/>
            <a:chExt cx="1013778" cy="643423"/>
          </a:xfrm>
        </p:grpSpPr>
        <p:sp>
          <p:nvSpPr>
            <p:cNvPr id="2506" name="Google Shape;2506;p29"/>
            <p:cNvSpPr/>
            <p:nvPr/>
          </p:nvSpPr>
          <p:spPr>
            <a:xfrm>
              <a:off x="7450062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1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1" y="19476"/>
                  </a:cubicBezTo>
                  <a:lnTo>
                    <a:pt x="28218" y="19476"/>
                  </a:lnTo>
                  <a:cubicBezTo>
                    <a:pt x="29579" y="19476"/>
                    <a:pt x="30688" y="18368"/>
                    <a:pt x="30688" y="17006"/>
                  </a:cubicBezTo>
                  <a:lnTo>
                    <a:pt x="30688" y="2470"/>
                  </a:lnTo>
                  <a:cubicBezTo>
                    <a:pt x="30688" y="1109"/>
                    <a:pt x="29579" y="0"/>
                    <a:pt x="2821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7750317" y="3568282"/>
              <a:ext cx="411187" cy="548216"/>
            </a:xfrm>
            <a:custGeom>
              <a:avLst/>
              <a:gdLst/>
              <a:ahLst/>
              <a:cxnLst/>
              <a:rect l="l" t="t" r="r" b="b"/>
              <a:pathLst>
                <a:path w="12447" h="16595" extrusionOk="0">
                  <a:moveTo>
                    <a:pt x="6208" y="2059"/>
                  </a:moveTo>
                  <a:cubicBezTo>
                    <a:pt x="7728" y="2059"/>
                    <a:pt x="8995" y="3294"/>
                    <a:pt x="8995" y="4846"/>
                  </a:cubicBezTo>
                  <a:lnTo>
                    <a:pt x="8995" y="5954"/>
                  </a:lnTo>
                  <a:lnTo>
                    <a:pt x="8995" y="6207"/>
                  </a:lnTo>
                  <a:lnTo>
                    <a:pt x="3452" y="6207"/>
                  </a:lnTo>
                  <a:lnTo>
                    <a:pt x="3452" y="5954"/>
                  </a:lnTo>
                  <a:lnTo>
                    <a:pt x="3452" y="4846"/>
                  </a:lnTo>
                  <a:cubicBezTo>
                    <a:pt x="3452" y="3294"/>
                    <a:pt x="4688" y="2059"/>
                    <a:pt x="6208" y="2059"/>
                  </a:cubicBezTo>
                  <a:close/>
                  <a:moveTo>
                    <a:pt x="6208" y="0"/>
                  </a:moveTo>
                  <a:cubicBezTo>
                    <a:pt x="3547" y="0"/>
                    <a:pt x="1362" y="2154"/>
                    <a:pt x="1362" y="4846"/>
                  </a:cubicBezTo>
                  <a:lnTo>
                    <a:pt x="1362" y="5954"/>
                  </a:lnTo>
                  <a:lnTo>
                    <a:pt x="1362" y="6207"/>
                  </a:lnTo>
                  <a:lnTo>
                    <a:pt x="349" y="6207"/>
                  </a:lnTo>
                  <a:cubicBezTo>
                    <a:pt x="159" y="6207"/>
                    <a:pt x="1" y="6366"/>
                    <a:pt x="1" y="6556"/>
                  </a:cubicBezTo>
                  <a:lnTo>
                    <a:pt x="1" y="15201"/>
                  </a:lnTo>
                  <a:cubicBezTo>
                    <a:pt x="1" y="15961"/>
                    <a:pt x="634" y="16595"/>
                    <a:pt x="1362" y="16595"/>
                  </a:cubicBezTo>
                  <a:lnTo>
                    <a:pt x="11053" y="16595"/>
                  </a:lnTo>
                  <a:cubicBezTo>
                    <a:pt x="11813" y="16595"/>
                    <a:pt x="12446" y="15961"/>
                    <a:pt x="12446" y="15201"/>
                  </a:cubicBezTo>
                  <a:lnTo>
                    <a:pt x="12446" y="6556"/>
                  </a:lnTo>
                  <a:cubicBezTo>
                    <a:pt x="12446" y="6366"/>
                    <a:pt x="12288" y="6207"/>
                    <a:pt x="12098" y="6207"/>
                  </a:cubicBezTo>
                  <a:lnTo>
                    <a:pt x="11053" y="6207"/>
                  </a:lnTo>
                  <a:lnTo>
                    <a:pt x="11053" y="5954"/>
                  </a:lnTo>
                  <a:lnTo>
                    <a:pt x="11053" y="4846"/>
                  </a:lnTo>
                  <a:cubicBezTo>
                    <a:pt x="11053" y="2154"/>
                    <a:pt x="8900" y="0"/>
                    <a:pt x="620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7949088" y="3876895"/>
              <a:ext cx="415382" cy="120347"/>
            </a:xfrm>
            <a:custGeom>
              <a:avLst/>
              <a:gdLst/>
              <a:ahLst/>
              <a:cxnLst/>
              <a:rect l="l" t="t" r="r" b="b"/>
              <a:pathLst>
                <a:path w="12574" h="3643" extrusionOk="0">
                  <a:moveTo>
                    <a:pt x="1521" y="1"/>
                  </a:moveTo>
                  <a:cubicBezTo>
                    <a:pt x="697" y="1"/>
                    <a:pt x="1" y="697"/>
                    <a:pt x="1" y="1521"/>
                  </a:cubicBezTo>
                  <a:lnTo>
                    <a:pt x="1" y="2122"/>
                  </a:lnTo>
                  <a:cubicBezTo>
                    <a:pt x="1" y="2946"/>
                    <a:pt x="697" y="3643"/>
                    <a:pt x="1521" y="3643"/>
                  </a:cubicBezTo>
                  <a:lnTo>
                    <a:pt x="11085" y="3643"/>
                  </a:lnTo>
                  <a:cubicBezTo>
                    <a:pt x="11908" y="3643"/>
                    <a:pt x="12573" y="2946"/>
                    <a:pt x="12573" y="2122"/>
                  </a:cubicBezTo>
                  <a:lnTo>
                    <a:pt x="12573" y="1521"/>
                  </a:lnTo>
                  <a:cubicBezTo>
                    <a:pt x="12573" y="697"/>
                    <a:pt x="11908" y="1"/>
                    <a:pt x="1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7997220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0" y="0"/>
                  </a:moveTo>
                  <a:lnTo>
                    <a:pt x="539" y="1710"/>
                  </a:lnTo>
                  <a:lnTo>
                    <a:pt x="1140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5" y="982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8103923" y="3912474"/>
              <a:ext cx="95240" cy="56523"/>
            </a:xfrm>
            <a:custGeom>
              <a:avLst/>
              <a:gdLst/>
              <a:ahLst/>
              <a:cxnLst/>
              <a:rect l="l" t="t" r="r" b="b"/>
              <a:pathLst>
                <a:path w="2883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72" y="1710"/>
                  </a:lnTo>
                  <a:lnTo>
                    <a:pt x="1457" y="792"/>
                  </a:lnTo>
                  <a:lnTo>
                    <a:pt x="1711" y="1710"/>
                  </a:lnTo>
                  <a:lnTo>
                    <a:pt x="2344" y="1710"/>
                  </a:lnTo>
                  <a:lnTo>
                    <a:pt x="2883" y="0"/>
                  </a:lnTo>
                  <a:lnTo>
                    <a:pt x="2313" y="0"/>
                  </a:lnTo>
                  <a:lnTo>
                    <a:pt x="2027" y="982"/>
                  </a:lnTo>
                  <a:lnTo>
                    <a:pt x="1711" y="0"/>
                  </a:lnTo>
                  <a:lnTo>
                    <a:pt x="1204" y="0"/>
                  </a:lnTo>
                  <a:lnTo>
                    <a:pt x="887" y="982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8211683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41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6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7623727" y="3814129"/>
              <a:ext cx="241717" cy="241684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3642" y="0"/>
                  </a:moveTo>
                  <a:cubicBezTo>
                    <a:pt x="1647" y="0"/>
                    <a:pt x="1" y="1647"/>
                    <a:pt x="1" y="3642"/>
                  </a:cubicBezTo>
                  <a:cubicBezTo>
                    <a:pt x="1" y="5669"/>
                    <a:pt x="1647" y="7316"/>
                    <a:pt x="3642" y="7316"/>
                  </a:cubicBezTo>
                  <a:cubicBezTo>
                    <a:pt x="5669" y="7316"/>
                    <a:pt x="7316" y="5669"/>
                    <a:pt x="7316" y="3642"/>
                  </a:cubicBezTo>
                  <a:cubicBezTo>
                    <a:pt x="7316" y="1647"/>
                    <a:pt x="5669" y="0"/>
                    <a:pt x="364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7612230" y="3814393"/>
              <a:ext cx="264709" cy="241189"/>
            </a:xfrm>
            <a:custGeom>
              <a:avLst/>
              <a:gdLst/>
              <a:ahLst/>
              <a:cxnLst/>
              <a:rect l="l" t="t" r="r" b="b"/>
              <a:pathLst>
                <a:path w="8013" h="7301" extrusionOk="0">
                  <a:moveTo>
                    <a:pt x="2724" y="721"/>
                  </a:moveTo>
                  <a:lnTo>
                    <a:pt x="2724" y="721"/>
                  </a:lnTo>
                  <a:cubicBezTo>
                    <a:pt x="2534" y="974"/>
                    <a:pt x="2375" y="1259"/>
                    <a:pt x="2280" y="1544"/>
                  </a:cubicBezTo>
                  <a:cubicBezTo>
                    <a:pt x="2154" y="1449"/>
                    <a:pt x="2027" y="1354"/>
                    <a:pt x="1900" y="1259"/>
                  </a:cubicBezTo>
                  <a:cubicBezTo>
                    <a:pt x="2154" y="1038"/>
                    <a:pt x="2407" y="848"/>
                    <a:pt x="2724" y="721"/>
                  </a:cubicBezTo>
                  <a:close/>
                  <a:moveTo>
                    <a:pt x="5289" y="721"/>
                  </a:moveTo>
                  <a:cubicBezTo>
                    <a:pt x="5574" y="848"/>
                    <a:pt x="5859" y="1038"/>
                    <a:pt x="6112" y="1259"/>
                  </a:cubicBezTo>
                  <a:cubicBezTo>
                    <a:pt x="5986" y="1354"/>
                    <a:pt x="5859" y="1449"/>
                    <a:pt x="5732" y="1544"/>
                  </a:cubicBezTo>
                  <a:cubicBezTo>
                    <a:pt x="5606" y="1259"/>
                    <a:pt x="5447" y="974"/>
                    <a:pt x="5289" y="721"/>
                  </a:cubicBezTo>
                  <a:close/>
                  <a:moveTo>
                    <a:pt x="3769" y="499"/>
                  </a:moveTo>
                  <a:lnTo>
                    <a:pt x="3769" y="2019"/>
                  </a:lnTo>
                  <a:cubicBezTo>
                    <a:pt x="3389" y="2019"/>
                    <a:pt x="3009" y="1924"/>
                    <a:pt x="2692" y="1766"/>
                  </a:cubicBezTo>
                  <a:cubicBezTo>
                    <a:pt x="2882" y="1259"/>
                    <a:pt x="3230" y="658"/>
                    <a:pt x="3769" y="499"/>
                  </a:cubicBezTo>
                  <a:close/>
                  <a:moveTo>
                    <a:pt x="4244" y="499"/>
                  </a:moveTo>
                  <a:cubicBezTo>
                    <a:pt x="4751" y="626"/>
                    <a:pt x="5131" y="1259"/>
                    <a:pt x="5321" y="1766"/>
                  </a:cubicBezTo>
                  <a:cubicBezTo>
                    <a:pt x="4972" y="1924"/>
                    <a:pt x="4624" y="2019"/>
                    <a:pt x="4244" y="2019"/>
                  </a:cubicBezTo>
                  <a:lnTo>
                    <a:pt x="4244" y="499"/>
                  </a:lnTo>
                  <a:close/>
                  <a:moveTo>
                    <a:pt x="1584" y="1576"/>
                  </a:moveTo>
                  <a:cubicBezTo>
                    <a:pt x="1742" y="1734"/>
                    <a:pt x="1932" y="1861"/>
                    <a:pt x="2122" y="1988"/>
                  </a:cubicBezTo>
                  <a:cubicBezTo>
                    <a:pt x="1995" y="2431"/>
                    <a:pt x="1900" y="2906"/>
                    <a:pt x="1900" y="3413"/>
                  </a:cubicBezTo>
                  <a:lnTo>
                    <a:pt x="824" y="3413"/>
                  </a:lnTo>
                  <a:cubicBezTo>
                    <a:pt x="855" y="2748"/>
                    <a:pt x="1140" y="2083"/>
                    <a:pt x="1584" y="1576"/>
                  </a:cubicBezTo>
                  <a:close/>
                  <a:moveTo>
                    <a:pt x="2534" y="2209"/>
                  </a:moveTo>
                  <a:cubicBezTo>
                    <a:pt x="2914" y="2368"/>
                    <a:pt x="3325" y="2463"/>
                    <a:pt x="3769" y="2494"/>
                  </a:cubicBezTo>
                  <a:lnTo>
                    <a:pt x="3769" y="3413"/>
                  </a:lnTo>
                  <a:lnTo>
                    <a:pt x="2375" y="3413"/>
                  </a:lnTo>
                  <a:cubicBezTo>
                    <a:pt x="2375" y="3001"/>
                    <a:pt x="2439" y="2589"/>
                    <a:pt x="2534" y="2209"/>
                  </a:cubicBezTo>
                  <a:close/>
                  <a:moveTo>
                    <a:pt x="5479" y="2209"/>
                  </a:moveTo>
                  <a:cubicBezTo>
                    <a:pt x="5574" y="2589"/>
                    <a:pt x="5637" y="3001"/>
                    <a:pt x="5637" y="3413"/>
                  </a:cubicBezTo>
                  <a:lnTo>
                    <a:pt x="4244" y="3413"/>
                  </a:lnTo>
                  <a:lnTo>
                    <a:pt x="4244" y="2494"/>
                  </a:lnTo>
                  <a:cubicBezTo>
                    <a:pt x="4656" y="2463"/>
                    <a:pt x="5067" y="2368"/>
                    <a:pt x="5479" y="2209"/>
                  </a:cubicBezTo>
                  <a:close/>
                  <a:moveTo>
                    <a:pt x="6429" y="1576"/>
                  </a:moveTo>
                  <a:cubicBezTo>
                    <a:pt x="6872" y="2114"/>
                    <a:pt x="7126" y="2748"/>
                    <a:pt x="7189" y="3413"/>
                  </a:cubicBezTo>
                  <a:lnTo>
                    <a:pt x="6112" y="3413"/>
                  </a:lnTo>
                  <a:cubicBezTo>
                    <a:pt x="6081" y="2906"/>
                    <a:pt x="6017" y="2431"/>
                    <a:pt x="5891" y="1988"/>
                  </a:cubicBezTo>
                  <a:cubicBezTo>
                    <a:pt x="6081" y="1861"/>
                    <a:pt x="6271" y="1734"/>
                    <a:pt x="6429" y="1576"/>
                  </a:cubicBezTo>
                  <a:close/>
                  <a:moveTo>
                    <a:pt x="3769" y="3888"/>
                  </a:moveTo>
                  <a:lnTo>
                    <a:pt x="3769" y="4774"/>
                  </a:lnTo>
                  <a:cubicBezTo>
                    <a:pt x="3325" y="4806"/>
                    <a:pt x="2914" y="4901"/>
                    <a:pt x="2534" y="5091"/>
                  </a:cubicBezTo>
                  <a:cubicBezTo>
                    <a:pt x="2439" y="4711"/>
                    <a:pt x="2375" y="4299"/>
                    <a:pt x="2344" y="3888"/>
                  </a:cubicBezTo>
                  <a:close/>
                  <a:moveTo>
                    <a:pt x="5637" y="3888"/>
                  </a:moveTo>
                  <a:cubicBezTo>
                    <a:pt x="5637" y="4299"/>
                    <a:pt x="5574" y="4711"/>
                    <a:pt x="5447" y="5091"/>
                  </a:cubicBezTo>
                  <a:cubicBezTo>
                    <a:pt x="5067" y="4901"/>
                    <a:pt x="4656" y="4806"/>
                    <a:pt x="4244" y="4774"/>
                  </a:cubicBezTo>
                  <a:lnTo>
                    <a:pt x="4244" y="3888"/>
                  </a:lnTo>
                  <a:close/>
                  <a:moveTo>
                    <a:pt x="1900" y="3888"/>
                  </a:moveTo>
                  <a:cubicBezTo>
                    <a:pt x="1900" y="4394"/>
                    <a:pt x="1995" y="4870"/>
                    <a:pt x="2122" y="5313"/>
                  </a:cubicBezTo>
                  <a:cubicBezTo>
                    <a:pt x="1932" y="5408"/>
                    <a:pt x="1742" y="5566"/>
                    <a:pt x="1584" y="5693"/>
                  </a:cubicBezTo>
                  <a:cubicBezTo>
                    <a:pt x="1140" y="5186"/>
                    <a:pt x="855" y="4553"/>
                    <a:pt x="824" y="3888"/>
                  </a:cubicBezTo>
                  <a:close/>
                  <a:moveTo>
                    <a:pt x="7189" y="3888"/>
                  </a:moveTo>
                  <a:cubicBezTo>
                    <a:pt x="7126" y="4553"/>
                    <a:pt x="6872" y="5186"/>
                    <a:pt x="6429" y="5693"/>
                  </a:cubicBezTo>
                  <a:cubicBezTo>
                    <a:pt x="6271" y="5566"/>
                    <a:pt x="6081" y="5408"/>
                    <a:pt x="5891" y="5313"/>
                  </a:cubicBezTo>
                  <a:cubicBezTo>
                    <a:pt x="6017" y="4870"/>
                    <a:pt x="6081" y="4394"/>
                    <a:pt x="6112" y="3888"/>
                  </a:cubicBezTo>
                  <a:close/>
                  <a:moveTo>
                    <a:pt x="2280" y="5756"/>
                  </a:moveTo>
                  <a:cubicBezTo>
                    <a:pt x="2375" y="6041"/>
                    <a:pt x="2534" y="6326"/>
                    <a:pt x="2724" y="6580"/>
                  </a:cubicBezTo>
                  <a:cubicBezTo>
                    <a:pt x="2439" y="6421"/>
                    <a:pt x="2154" y="6263"/>
                    <a:pt x="1900" y="6041"/>
                  </a:cubicBezTo>
                  <a:cubicBezTo>
                    <a:pt x="2027" y="5946"/>
                    <a:pt x="2154" y="5851"/>
                    <a:pt x="2280" y="5756"/>
                  </a:cubicBezTo>
                  <a:close/>
                  <a:moveTo>
                    <a:pt x="5732" y="5756"/>
                  </a:moveTo>
                  <a:cubicBezTo>
                    <a:pt x="5859" y="5851"/>
                    <a:pt x="5986" y="5946"/>
                    <a:pt x="6112" y="6041"/>
                  </a:cubicBezTo>
                  <a:cubicBezTo>
                    <a:pt x="5859" y="6263"/>
                    <a:pt x="5574" y="6421"/>
                    <a:pt x="5289" y="6580"/>
                  </a:cubicBezTo>
                  <a:cubicBezTo>
                    <a:pt x="5447" y="6326"/>
                    <a:pt x="5606" y="6041"/>
                    <a:pt x="5732" y="5756"/>
                  </a:cubicBezTo>
                  <a:close/>
                  <a:moveTo>
                    <a:pt x="3769" y="5250"/>
                  </a:moveTo>
                  <a:lnTo>
                    <a:pt x="3769" y="6801"/>
                  </a:lnTo>
                  <a:cubicBezTo>
                    <a:pt x="3230" y="6643"/>
                    <a:pt x="2882" y="6041"/>
                    <a:pt x="2692" y="5535"/>
                  </a:cubicBezTo>
                  <a:cubicBezTo>
                    <a:pt x="3009" y="5376"/>
                    <a:pt x="3389" y="5281"/>
                    <a:pt x="3769" y="5250"/>
                  </a:cubicBezTo>
                  <a:close/>
                  <a:moveTo>
                    <a:pt x="4244" y="5250"/>
                  </a:moveTo>
                  <a:cubicBezTo>
                    <a:pt x="4624" y="5281"/>
                    <a:pt x="4972" y="5376"/>
                    <a:pt x="5321" y="5535"/>
                  </a:cubicBezTo>
                  <a:cubicBezTo>
                    <a:pt x="5131" y="6041"/>
                    <a:pt x="4751" y="6643"/>
                    <a:pt x="4244" y="6801"/>
                  </a:cubicBezTo>
                  <a:lnTo>
                    <a:pt x="4244" y="5250"/>
                  </a:lnTo>
                  <a:close/>
                  <a:moveTo>
                    <a:pt x="4006" y="0"/>
                  </a:moveTo>
                  <a:cubicBezTo>
                    <a:pt x="3072" y="0"/>
                    <a:pt x="2138" y="357"/>
                    <a:pt x="1425" y="1069"/>
                  </a:cubicBezTo>
                  <a:cubicBezTo>
                    <a:pt x="0" y="2494"/>
                    <a:pt x="0" y="4806"/>
                    <a:pt x="1425" y="6231"/>
                  </a:cubicBezTo>
                  <a:cubicBezTo>
                    <a:pt x="2138" y="6944"/>
                    <a:pt x="3072" y="7300"/>
                    <a:pt x="4006" y="7300"/>
                  </a:cubicBezTo>
                  <a:cubicBezTo>
                    <a:pt x="4941" y="7300"/>
                    <a:pt x="5875" y="6944"/>
                    <a:pt x="6587" y="6231"/>
                  </a:cubicBezTo>
                  <a:cubicBezTo>
                    <a:pt x="8012" y="4806"/>
                    <a:pt x="8012" y="2494"/>
                    <a:pt x="6587" y="1069"/>
                  </a:cubicBezTo>
                  <a:cubicBezTo>
                    <a:pt x="5875" y="357"/>
                    <a:pt x="4941" y="0"/>
                    <a:pt x="40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4" name="Google Shape;2514;p29"/>
          <p:cNvGrpSpPr/>
          <p:nvPr/>
        </p:nvGrpSpPr>
        <p:grpSpPr>
          <a:xfrm>
            <a:off x="6717087" y="950746"/>
            <a:ext cx="1013778" cy="643456"/>
            <a:chOff x="7450062" y="786471"/>
            <a:chExt cx="1013778" cy="643456"/>
          </a:xfrm>
        </p:grpSpPr>
        <p:sp>
          <p:nvSpPr>
            <p:cNvPr id="2515" name="Google Shape;2515;p29"/>
            <p:cNvSpPr/>
            <p:nvPr/>
          </p:nvSpPr>
          <p:spPr>
            <a:xfrm>
              <a:off x="7450062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7734625" y="912004"/>
              <a:ext cx="443627" cy="515808"/>
            </a:xfrm>
            <a:custGeom>
              <a:avLst/>
              <a:gdLst/>
              <a:ahLst/>
              <a:cxnLst/>
              <a:rect l="l" t="t" r="r" b="b"/>
              <a:pathLst>
                <a:path w="13429" h="15614" extrusionOk="0">
                  <a:moveTo>
                    <a:pt x="6714" y="983"/>
                  </a:moveTo>
                  <a:cubicBezTo>
                    <a:pt x="8139" y="983"/>
                    <a:pt x="9280" y="2123"/>
                    <a:pt x="9280" y="3548"/>
                  </a:cubicBezTo>
                  <a:lnTo>
                    <a:pt x="9280" y="4150"/>
                  </a:lnTo>
                  <a:lnTo>
                    <a:pt x="4149" y="4150"/>
                  </a:lnTo>
                  <a:lnTo>
                    <a:pt x="4149" y="3548"/>
                  </a:lnTo>
                  <a:cubicBezTo>
                    <a:pt x="4149" y="2123"/>
                    <a:pt x="5321" y="983"/>
                    <a:pt x="6714" y="983"/>
                  </a:cubicBezTo>
                  <a:close/>
                  <a:moveTo>
                    <a:pt x="4149" y="5226"/>
                  </a:moveTo>
                  <a:cubicBezTo>
                    <a:pt x="4656" y="5416"/>
                    <a:pt x="4878" y="5860"/>
                    <a:pt x="4878" y="6335"/>
                  </a:cubicBezTo>
                  <a:cubicBezTo>
                    <a:pt x="4878" y="7000"/>
                    <a:pt x="4339" y="7570"/>
                    <a:pt x="3674" y="7570"/>
                  </a:cubicBezTo>
                  <a:cubicBezTo>
                    <a:pt x="3009" y="7570"/>
                    <a:pt x="2439" y="7031"/>
                    <a:pt x="2439" y="6335"/>
                  </a:cubicBezTo>
                  <a:cubicBezTo>
                    <a:pt x="2439" y="5860"/>
                    <a:pt x="2692" y="5416"/>
                    <a:pt x="3199" y="5226"/>
                  </a:cubicBezTo>
                  <a:lnTo>
                    <a:pt x="3199" y="6335"/>
                  </a:lnTo>
                  <a:cubicBezTo>
                    <a:pt x="3199" y="6620"/>
                    <a:pt x="3389" y="6841"/>
                    <a:pt x="3674" y="6841"/>
                  </a:cubicBezTo>
                  <a:cubicBezTo>
                    <a:pt x="3927" y="6841"/>
                    <a:pt x="4149" y="6620"/>
                    <a:pt x="4149" y="6335"/>
                  </a:cubicBezTo>
                  <a:lnTo>
                    <a:pt x="4149" y="5226"/>
                  </a:lnTo>
                  <a:close/>
                  <a:moveTo>
                    <a:pt x="10261" y="5226"/>
                  </a:moveTo>
                  <a:cubicBezTo>
                    <a:pt x="10736" y="5416"/>
                    <a:pt x="10990" y="5860"/>
                    <a:pt x="10990" y="6335"/>
                  </a:cubicBezTo>
                  <a:cubicBezTo>
                    <a:pt x="10990" y="7000"/>
                    <a:pt x="10451" y="7570"/>
                    <a:pt x="9755" y="7570"/>
                  </a:cubicBezTo>
                  <a:cubicBezTo>
                    <a:pt x="9089" y="7570"/>
                    <a:pt x="8551" y="7031"/>
                    <a:pt x="8551" y="6335"/>
                  </a:cubicBezTo>
                  <a:cubicBezTo>
                    <a:pt x="8551" y="5860"/>
                    <a:pt x="8804" y="5416"/>
                    <a:pt x="9280" y="5226"/>
                  </a:cubicBezTo>
                  <a:lnTo>
                    <a:pt x="9280" y="6335"/>
                  </a:lnTo>
                  <a:cubicBezTo>
                    <a:pt x="9280" y="6620"/>
                    <a:pt x="9501" y="6841"/>
                    <a:pt x="9755" y="6841"/>
                  </a:cubicBezTo>
                  <a:cubicBezTo>
                    <a:pt x="10040" y="6841"/>
                    <a:pt x="10261" y="6620"/>
                    <a:pt x="10261" y="6335"/>
                  </a:cubicBezTo>
                  <a:lnTo>
                    <a:pt x="10261" y="5226"/>
                  </a:lnTo>
                  <a:close/>
                  <a:moveTo>
                    <a:pt x="6714" y="1"/>
                  </a:moveTo>
                  <a:cubicBezTo>
                    <a:pt x="4783" y="1"/>
                    <a:pt x="3199" y="1584"/>
                    <a:pt x="3199" y="3548"/>
                  </a:cubicBezTo>
                  <a:lnTo>
                    <a:pt x="3199" y="4150"/>
                  </a:lnTo>
                  <a:lnTo>
                    <a:pt x="982" y="4150"/>
                  </a:lnTo>
                  <a:cubicBezTo>
                    <a:pt x="919" y="4150"/>
                    <a:pt x="856" y="4181"/>
                    <a:pt x="856" y="4245"/>
                  </a:cubicBezTo>
                  <a:lnTo>
                    <a:pt x="0" y="15487"/>
                  </a:lnTo>
                  <a:cubicBezTo>
                    <a:pt x="0" y="15519"/>
                    <a:pt x="32" y="15550"/>
                    <a:pt x="32" y="15550"/>
                  </a:cubicBezTo>
                  <a:cubicBezTo>
                    <a:pt x="64" y="15582"/>
                    <a:pt x="95" y="15614"/>
                    <a:pt x="127" y="15614"/>
                  </a:cubicBezTo>
                  <a:lnTo>
                    <a:pt x="13301" y="15614"/>
                  </a:lnTo>
                  <a:cubicBezTo>
                    <a:pt x="13333" y="15614"/>
                    <a:pt x="13365" y="15582"/>
                    <a:pt x="13396" y="15550"/>
                  </a:cubicBezTo>
                  <a:cubicBezTo>
                    <a:pt x="13428" y="15550"/>
                    <a:pt x="13428" y="15519"/>
                    <a:pt x="13428" y="15487"/>
                  </a:cubicBezTo>
                  <a:lnTo>
                    <a:pt x="12573" y="4245"/>
                  </a:lnTo>
                  <a:cubicBezTo>
                    <a:pt x="12573" y="4181"/>
                    <a:pt x="12510" y="4150"/>
                    <a:pt x="12446" y="4150"/>
                  </a:cubicBezTo>
                  <a:lnTo>
                    <a:pt x="10261" y="4150"/>
                  </a:lnTo>
                  <a:lnTo>
                    <a:pt x="10261" y="3548"/>
                  </a:lnTo>
                  <a:cubicBezTo>
                    <a:pt x="10261" y="1584"/>
                    <a:pt x="8678" y="1"/>
                    <a:pt x="671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7545268" y="1049066"/>
              <a:ext cx="333753" cy="330879"/>
            </a:xfrm>
            <a:custGeom>
              <a:avLst/>
              <a:gdLst/>
              <a:ahLst/>
              <a:cxnLst/>
              <a:rect l="l" t="t" r="r" b="b"/>
              <a:pathLst>
                <a:path w="10103" h="10016" extrusionOk="0">
                  <a:moveTo>
                    <a:pt x="7728" y="1742"/>
                  </a:moveTo>
                  <a:cubicBezTo>
                    <a:pt x="8076" y="1742"/>
                    <a:pt x="8361" y="2027"/>
                    <a:pt x="8361" y="2376"/>
                  </a:cubicBezTo>
                  <a:cubicBezTo>
                    <a:pt x="8361" y="2724"/>
                    <a:pt x="8076" y="3009"/>
                    <a:pt x="7728" y="3009"/>
                  </a:cubicBezTo>
                  <a:cubicBezTo>
                    <a:pt x="7379" y="3009"/>
                    <a:pt x="7063" y="2724"/>
                    <a:pt x="7063" y="2376"/>
                  </a:cubicBezTo>
                  <a:cubicBezTo>
                    <a:pt x="7063" y="2027"/>
                    <a:pt x="7379" y="1742"/>
                    <a:pt x="7728" y="1742"/>
                  </a:cubicBezTo>
                  <a:close/>
                  <a:moveTo>
                    <a:pt x="5637" y="1"/>
                  </a:moveTo>
                  <a:cubicBezTo>
                    <a:pt x="5416" y="1"/>
                    <a:pt x="5194" y="96"/>
                    <a:pt x="5036" y="254"/>
                  </a:cubicBezTo>
                  <a:lnTo>
                    <a:pt x="349" y="4941"/>
                  </a:lnTo>
                  <a:cubicBezTo>
                    <a:pt x="0" y="5289"/>
                    <a:pt x="0" y="5828"/>
                    <a:pt x="349" y="6144"/>
                  </a:cubicBezTo>
                  <a:lnTo>
                    <a:pt x="3927" y="9755"/>
                  </a:lnTo>
                  <a:cubicBezTo>
                    <a:pt x="4102" y="9929"/>
                    <a:pt x="4323" y="10016"/>
                    <a:pt x="4545" y="10016"/>
                  </a:cubicBezTo>
                  <a:cubicBezTo>
                    <a:pt x="4767" y="10016"/>
                    <a:pt x="4988" y="9929"/>
                    <a:pt x="5162" y="9755"/>
                  </a:cubicBezTo>
                  <a:lnTo>
                    <a:pt x="9849" y="5068"/>
                  </a:lnTo>
                  <a:cubicBezTo>
                    <a:pt x="10008" y="4909"/>
                    <a:pt x="10103" y="4688"/>
                    <a:pt x="10103" y="4466"/>
                  </a:cubicBezTo>
                  <a:lnTo>
                    <a:pt x="10103" y="887"/>
                  </a:lnTo>
                  <a:cubicBezTo>
                    <a:pt x="10071" y="412"/>
                    <a:pt x="9691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7710576" y="1066839"/>
              <a:ext cx="192528" cy="317565"/>
            </a:xfrm>
            <a:custGeom>
              <a:avLst/>
              <a:gdLst/>
              <a:ahLst/>
              <a:cxnLst/>
              <a:rect l="l" t="t" r="r" b="b"/>
              <a:pathLst>
                <a:path w="5828" h="9613" extrusionOk="0">
                  <a:moveTo>
                    <a:pt x="4972" y="1"/>
                  </a:moveTo>
                  <a:lnTo>
                    <a:pt x="4972" y="4023"/>
                  </a:lnTo>
                  <a:cubicBezTo>
                    <a:pt x="4972" y="4213"/>
                    <a:pt x="4909" y="4403"/>
                    <a:pt x="4750" y="4530"/>
                  </a:cubicBezTo>
                  <a:lnTo>
                    <a:pt x="0" y="9312"/>
                  </a:lnTo>
                  <a:lnTo>
                    <a:pt x="63" y="9375"/>
                  </a:lnTo>
                  <a:cubicBezTo>
                    <a:pt x="238" y="9533"/>
                    <a:pt x="459" y="9612"/>
                    <a:pt x="681" y="9612"/>
                  </a:cubicBezTo>
                  <a:cubicBezTo>
                    <a:pt x="903" y="9612"/>
                    <a:pt x="1124" y="9533"/>
                    <a:pt x="1299" y="9375"/>
                  </a:cubicBezTo>
                  <a:lnTo>
                    <a:pt x="5574" y="5068"/>
                  </a:lnTo>
                  <a:cubicBezTo>
                    <a:pt x="5764" y="4910"/>
                    <a:pt x="5827" y="4688"/>
                    <a:pt x="5827" y="4466"/>
                  </a:cubicBezTo>
                  <a:lnTo>
                    <a:pt x="5827" y="888"/>
                  </a:lnTo>
                  <a:cubicBezTo>
                    <a:pt x="5827" y="413"/>
                    <a:pt x="5447" y="1"/>
                    <a:pt x="497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7626865" y="1145330"/>
              <a:ext cx="150673" cy="149616"/>
            </a:xfrm>
            <a:custGeom>
              <a:avLst/>
              <a:gdLst/>
              <a:ahLst/>
              <a:cxnLst/>
              <a:rect l="l" t="t" r="r" b="b"/>
              <a:pathLst>
                <a:path w="4561" h="4529" extrusionOk="0">
                  <a:moveTo>
                    <a:pt x="1683" y="990"/>
                  </a:moveTo>
                  <a:cubicBezTo>
                    <a:pt x="1861" y="990"/>
                    <a:pt x="2043" y="1061"/>
                    <a:pt x="2186" y="1204"/>
                  </a:cubicBezTo>
                  <a:cubicBezTo>
                    <a:pt x="2439" y="1457"/>
                    <a:pt x="2439" y="1900"/>
                    <a:pt x="2186" y="2185"/>
                  </a:cubicBezTo>
                  <a:cubicBezTo>
                    <a:pt x="2043" y="2328"/>
                    <a:pt x="1869" y="2399"/>
                    <a:pt x="1695" y="2399"/>
                  </a:cubicBezTo>
                  <a:cubicBezTo>
                    <a:pt x="1521" y="2399"/>
                    <a:pt x="1346" y="2328"/>
                    <a:pt x="1204" y="2185"/>
                  </a:cubicBezTo>
                  <a:cubicBezTo>
                    <a:pt x="951" y="1900"/>
                    <a:pt x="951" y="1457"/>
                    <a:pt x="1204" y="1204"/>
                  </a:cubicBezTo>
                  <a:cubicBezTo>
                    <a:pt x="1331" y="1061"/>
                    <a:pt x="1505" y="990"/>
                    <a:pt x="1683" y="990"/>
                  </a:cubicBezTo>
                  <a:close/>
                  <a:moveTo>
                    <a:pt x="1711" y="2724"/>
                  </a:moveTo>
                  <a:cubicBezTo>
                    <a:pt x="1774" y="2724"/>
                    <a:pt x="1837" y="2787"/>
                    <a:pt x="1837" y="2882"/>
                  </a:cubicBezTo>
                  <a:lnTo>
                    <a:pt x="1837" y="3262"/>
                  </a:lnTo>
                  <a:cubicBezTo>
                    <a:pt x="1837" y="3347"/>
                    <a:pt x="1767" y="3403"/>
                    <a:pt x="1692" y="3403"/>
                  </a:cubicBezTo>
                  <a:cubicBezTo>
                    <a:pt x="1654" y="3403"/>
                    <a:pt x="1616" y="3389"/>
                    <a:pt x="1584" y="3357"/>
                  </a:cubicBezTo>
                  <a:lnTo>
                    <a:pt x="1204" y="2977"/>
                  </a:lnTo>
                  <a:cubicBezTo>
                    <a:pt x="1109" y="2882"/>
                    <a:pt x="1172" y="2724"/>
                    <a:pt x="1299" y="2724"/>
                  </a:cubicBezTo>
                  <a:close/>
                  <a:moveTo>
                    <a:pt x="2855" y="2185"/>
                  </a:moveTo>
                  <a:cubicBezTo>
                    <a:pt x="3033" y="2185"/>
                    <a:pt x="3215" y="2249"/>
                    <a:pt x="3357" y="2375"/>
                  </a:cubicBezTo>
                  <a:cubicBezTo>
                    <a:pt x="3643" y="2660"/>
                    <a:pt x="3643" y="3104"/>
                    <a:pt x="3357" y="3357"/>
                  </a:cubicBezTo>
                  <a:cubicBezTo>
                    <a:pt x="3231" y="3500"/>
                    <a:pt x="3057" y="3571"/>
                    <a:pt x="2878" y="3571"/>
                  </a:cubicBezTo>
                  <a:cubicBezTo>
                    <a:pt x="2700" y="3571"/>
                    <a:pt x="2518" y="3500"/>
                    <a:pt x="2376" y="3357"/>
                  </a:cubicBezTo>
                  <a:cubicBezTo>
                    <a:pt x="2122" y="3104"/>
                    <a:pt x="2122" y="2660"/>
                    <a:pt x="2376" y="2375"/>
                  </a:cubicBezTo>
                  <a:cubicBezTo>
                    <a:pt x="2502" y="2249"/>
                    <a:pt x="2677" y="2185"/>
                    <a:pt x="2855" y="2185"/>
                  </a:cubicBezTo>
                  <a:close/>
                  <a:moveTo>
                    <a:pt x="2471" y="0"/>
                  </a:moveTo>
                  <a:cubicBezTo>
                    <a:pt x="1774" y="0"/>
                    <a:pt x="1141" y="349"/>
                    <a:pt x="729" y="950"/>
                  </a:cubicBezTo>
                  <a:cubicBezTo>
                    <a:pt x="571" y="1014"/>
                    <a:pt x="444" y="1140"/>
                    <a:pt x="381" y="1299"/>
                  </a:cubicBezTo>
                  <a:cubicBezTo>
                    <a:pt x="222" y="1584"/>
                    <a:pt x="254" y="1964"/>
                    <a:pt x="539" y="2280"/>
                  </a:cubicBezTo>
                  <a:lnTo>
                    <a:pt x="127" y="2660"/>
                  </a:lnTo>
                  <a:cubicBezTo>
                    <a:pt x="32" y="2787"/>
                    <a:pt x="1" y="2945"/>
                    <a:pt x="64" y="3104"/>
                  </a:cubicBezTo>
                  <a:cubicBezTo>
                    <a:pt x="96" y="3199"/>
                    <a:pt x="127" y="3294"/>
                    <a:pt x="191" y="3389"/>
                  </a:cubicBezTo>
                  <a:lnTo>
                    <a:pt x="412" y="3167"/>
                  </a:lnTo>
                  <a:cubicBezTo>
                    <a:pt x="444" y="3135"/>
                    <a:pt x="484" y="3120"/>
                    <a:pt x="523" y="3120"/>
                  </a:cubicBezTo>
                  <a:cubicBezTo>
                    <a:pt x="563" y="3120"/>
                    <a:pt x="602" y="3135"/>
                    <a:pt x="634" y="3167"/>
                  </a:cubicBezTo>
                  <a:cubicBezTo>
                    <a:pt x="666" y="3199"/>
                    <a:pt x="666" y="3294"/>
                    <a:pt x="634" y="3357"/>
                  </a:cubicBezTo>
                  <a:lnTo>
                    <a:pt x="349" y="3642"/>
                  </a:lnTo>
                  <a:cubicBezTo>
                    <a:pt x="381" y="3705"/>
                    <a:pt x="444" y="3769"/>
                    <a:pt x="507" y="3864"/>
                  </a:cubicBezTo>
                  <a:lnTo>
                    <a:pt x="824" y="3547"/>
                  </a:lnTo>
                  <a:cubicBezTo>
                    <a:pt x="840" y="3515"/>
                    <a:pt x="871" y="3500"/>
                    <a:pt x="907" y="3500"/>
                  </a:cubicBezTo>
                  <a:cubicBezTo>
                    <a:pt x="943" y="3500"/>
                    <a:pt x="982" y="3515"/>
                    <a:pt x="1014" y="3547"/>
                  </a:cubicBezTo>
                  <a:cubicBezTo>
                    <a:pt x="1077" y="3610"/>
                    <a:pt x="1077" y="3674"/>
                    <a:pt x="1014" y="3737"/>
                  </a:cubicBezTo>
                  <a:lnTo>
                    <a:pt x="697" y="4054"/>
                  </a:lnTo>
                  <a:cubicBezTo>
                    <a:pt x="761" y="4117"/>
                    <a:pt x="856" y="4180"/>
                    <a:pt x="919" y="4212"/>
                  </a:cubicBezTo>
                  <a:lnTo>
                    <a:pt x="1204" y="3927"/>
                  </a:lnTo>
                  <a:cubicBezTo>
                    <a:pt x="1231" y="3900"/>
                    <a:pt x="1263" y="3891"/>
                    <a:pt x="1294" y="3891"/>
                  </a:cubicBezTo>
                  <a:cubicBezTo>
                    <a:pt x="1336" y="3891"/>
                    <a:pt x="1376" y="3909"/>
                    <a:pt x="1394" y="3927"/>
                  </a:cubicBezTo>
                  <a:cubicBezTo>
                    <a:pt x="1457" y="3990"/>
                    <a:pt x="1457" y="4085"/>
                    <a:pt x="1394" y="4117"/>
                  </a:cubicBezTo>
                  <a:lnTo>
                    <a:pt x="1172" y="4370"/>
                  </a:lnTo>
                  <a:cubicBezTo>
                    <a:pt x="1267" y="4434"/>
                    <a:pt x="1362" y="4465"/>
                    <a:pt x="1457" y="4497"/>
                  </a:cubicBezTo>
                  <a:cubicBezTo>
                    <a:pt x="1510" y="4518"/>
                    <a:pt x="1563" y="4529"/>
                    <a:pt x="1615" y="4529"/>
                  </a:cubicBezTo>
                  <a:cubicBezTo>
                    <a:pt x="1718" y="4529"/>
                    <a:pt x="1816" y="4487"/>
                    <a:pt x="1901" y="4402"/>
                  </a:cubicBezTo>
                  <a:lnTo>
                    <a:pt x="2281" y="4022"/>
                  </a:lnTo>
                  <a:cubicBezTo>
                    <a:pt x="2493" y="4196"/>
                    <a:pt x="2705" y="4275"/>
                    <a:pt x="2903" y="4275"/>
                  </a:cubicBezTo>
                  <a:cubicBezTo>
                    <a:pt x="3030" y="4275"/>
                    <a:pt x="3151" y="4242"/>
                    <a:pt x="3262" y="4180"/>
                  </a:cubicBezTo>
                  <a:cubicBezTo>
                    <a:pt x="3421" y="4117"/>
                    <a:pt x="3547" y="3959"/>
                    <a:pt x="3611" y="3832"/>
                  </a:cubicBezTo>
                  <a:cubicBezTo>
                    <a:pt x="4213" y="3420"/>
                    <a:pt x="4561" y="2787"/>
                    <a:pt x="4561" y="2090"/>
                  </a:cubicBezTo>
                  <a:cubicBezTo>
                    <a:pt x="4561" y="1520"/>
                    <a:pt x="4339" y="1014"/>
                    <a:pt x="3959" y="602"/>
                  </a:cubicBezTo>
                  <a:cubicBezTo>
                    <a:pt x="3547" y="222"/>
                    <a:pt x="3041" y="0"/>
                    <a:pt x="24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8085093" y="1169380"/>
              <a:ext cx="312841" cy="205081"/>
            </a:xfrm>
            <a:custGeom>
              <a:avLst/>
              <a:gdLst/>
              <a:ahLst/>
              <a:cxnLst/>
              <a:rect l="l" t="t" r="r" b="b"/>
              <a:pathLst>
                <a:path w="9470" h="6208" extrusionOk="0">
                  <a:moveTo>
                    <a:pt x="824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5384"/>
                  </a:lnTo>
                  <a:cubicBezTo>
                    <a:pt x="1" y="5859"/>
                    <a:pt x="381" y="6208"/>
                    <a:pt x="824" y="6208"/>
                  </a:cubicBezTo>
                  <a:lnTo>
                    <a:pt x="8646" y="6208"/>
                  </a:lnTo>
                  <a:cubicBezTo>
                    <a:pt x="9090" y="6208"/>
                    <a:pt x="9470" y="5859"/>
                    <a:pt x="9470" y="5384"/>
                  </a:cubicBezTo>
                  <a:lnTo>
                    <a:pt x="9470" y="824"/>
                  </a:lnTo>
                  <a:cubicBezTo>
                    <a:pt x="9470" y="381"/>
                    <a:pt x="9090" y="1"/>
                    <a:pt x="8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8197049" y="1278197"/>
              <a:ext cx="171584" cy="28278"/>
            </a:xfrm>
            <a:custGeom>
              <a:avLst/>
              <a:gdLst/>
              <a:ahLst/>
              <a:cxnLst/>
              <a:rect l="l" t="t" r="r" b="b"/>
              <a:pathLst>
                <a:path w="5194" h="856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lnTo>
                    <a:pt x="0" y="570"/>
                  </a:lnTo>
                  <a:cubicBezTo>
                    <a:pt x="0" y="728"/>
                    <a:pt x="127" y="855"/>
                    <a:pt x="285" y="855"/>
                  </a:cubicBezTo>
                  <a:lnTo>
                    <a:pt x="4909" y="855"/>
                  </a:lnTo>
                  <a:cubicBezTo>
                    <a:pt x="5067" y="855"/>
                    <a:pt x="5194" y="728"/>
                    <a:pt x="5194" y="570"/>
                  </a:cubicBezTo>
                  <a:lnTo>
                    <a:pt x="5194" y="285"/>
                  </a:lnTo>
                  <a:cubicBezTo>
                    <a:pt x="5194" y="127"/>
                    <a:pt x="5067" y="0"/>
                    <a:pt x="490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8197049" y="1201820"/>
              <a:ext cx="37693" cy="9448"/>
            </a:xfrm>
            <a:custGeom>
              <a:avLst/>
              <a:gdLst/>
              <a:ahLst/>
              <a:cxnLst/>
              <a:rect l="l" t="t" r="r" b="b"/>
              <a:pathLst>
                <a:path w="1141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1045" y="285"/>
                  </a:lnTo>
                  <a:cubicBezTo>
                    <a:pt x="1109" y="285"/>
                    <a:pt x="1140" y="254"/>
                    <a:pt x="1140" y="190"/>
                  </a:cubicBezTo>
                  <a:lnTo>
                    <a:pt x="1140" y="95"/>
                  </a:lnTo>
                  <a:cubicBezTo>
                    <a:pt x="1140" y="64"/>
                    <a:pt x="1109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8197049" y="1325272"/>
              <a:ext cx="104655" cy="9448"/>
            </a:xfrm>
            <a:custGeom>
              <a:avLst/>
              <a:gdLst/>
              <a:ahLst/>
              <a:cxnLst/>
              <a:rect l="l" t="t" r="r" b="b"/>
              <a:pathLst>
                <a:path w="3168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3040" y="285"/>
                  </a:lnTo>
                  <a:cubicBezTo>
                    <a:pt x="3104" y="285"/>
                    <a:pt x="3167" y="254"/>
                    <a:pt x="3167" y="190"/>
                  </a:cubicBezTo>
                  <a:lnTo>
                    <a:pt x="3167" y="95"/>
                  </a:lnTo>
                  <a:cubicBezTo>
                    <a:pt x="3167" y="64"/>
                    <a:pt x="3104" y="0"/>
                    <a:pt x="30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8119615" y="1195543"/>
              <a:ext cx="39807" cy="146477"/>
            </a:xfrm>
            <a:custGeom>
              <a:avLst/>
              <a:gdLst/>
              <a:ahLst/>
              <a:cxnLst/>
              <a:rect l="l" t="t" r="r" b="b"/>
              <a:pathLst>
                <a:path w="1205" h="4434" extrusionOk="0">
                  <a:moveTo>
                    <a:pt x="602" y="0"/>
                  </a:moveTo>
                  <a:cubicBezTo>
                    <a:pt x="286" y="0"/>
                    <a:pt x="32" y="222"/>
                    <a:pt x="32" y="475"/>
                  </a:cubicBezTo>
                  <a:lnTo>
                    <a:pt x="32" y="2344"/>
                  </a:lnTo>
                  <a:cubicBezTo>
                    <a:pt x="32" y="2629"/>
                    <a:pt x="286" y="2819"/>
                    <a:pt x="602" y="2819"/>
                  </a:cubicBezTo>
                  <a:cubicBezTo>
                    <a:pt x="919" y="2819"/>
                    <a:pt x="1172" y="2629"/>
                    <a:pt x="1172" y="2344"/>
                  </a:cubicBezTo>
                  <a:lnTo>
                    <a:pt x="1172" y="475"/>
                  </a:lnTo>
                  <a:cubicBezTo>
                    <a:pt x="1172" y="222"/>
                    <a:pt x="919" y="0"/>
                    <a:pt x="602" y="0"/>
                  </a:cubicBezTo>
                  <a:close/>
                  <a:moveTo>
                    <a:pt x="602" y="3230"/>
                  </a:moveTo>
                  <a:cubicBezTo>
                    <a:pt x="286" y="3230"/>
                    <a:pt x="1" y="3484"/>
                    <a:pt x="1" y="3832"/>
                  </a:cubicBezTo>
                  <a:cubicBezTo>
                    <a:pt x="1" y="4149"/>
                    <a:pt x="254" y="4434"/>
                    <a:pt x="602" y="4434"/>
                  </a:cubicBezTo>
                  <a:cubicBezTo>
                    <a:pt x="919" y="4434"/>
                    <a:pt x="1204" y="4149"/>
                    <a:pt x="1204" y="3832"/>
                  </a:cubicBezTo>
                  <a:cubicBezTo>
                    <a:pt x="1204" y="3516"/>
                    <a:pt x="919" y="3230"/>
                    <a:pt x="602" y="323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5" name="Google Shape;2525;p29"/>
          <p:cNvGrpSpPr/>
          <p:nvPr/>
        </p:nvGrpSpPr>
        <p:grpSpPr>
          <a:xfrm>
            <a:off x="6717087" y="2296129"/>
            <a:ext cx="1013778" cy="643456"/>
            <a:chOff x="7450062" y="2131854"/>
            <a:chExt cx="1013778" cy="643456"/>
          </a:xfrm>
        </p:grpSpPr>
        <p:sp>
          <p:nvSpPr>
            <p:cNvPr id="2526" name="Google Shape;2526;p29"/>
            <p:cNvSpPr/>
            <p:nvPr/>
          </p:nvSpPr>
          <p:spPr>
            <a:xfrm>
              <a:off x="7450062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7631060" y="2416418"/>
              <a:ext cx="650756" cy="353640"/>
            </a:xfrm>
            <a:custGeom>
              <a:avLst/>
              <a:gdLst/>
              <a:ahLst/>
              <a:cxnLst/>
              <a:rect l="l" t="t" r="r" b="b"/>
              <a:pathLst>
                <a:path w="19699" h="10705" extrusionOk="0">
                  <a:moveTo>
                    <a:pt x="4054" y="1"/>
                  </a:moveTo>
                  <a:cubicBezTo>
                    <a:pt x="3294" y="1"/>
                    <a:pt x="2629" y="508"/>
                    <a:pt x="2439" y="1236"/>
                  </a:cubicBezTo>
                  <a:cubicBezTo>
                    <a:pt x="2439" y="1236"/>
                    <a:pt x="2439" y="1268"/>
                    <a:pt x="2439" y="1268"/>
                  </a:cubicBezTo>
                  <a:lnTo>
                    <a:pt x="32" y="9407"/>
                  </a:lnTo>
                  <a:cubicBezTo>
                    <a:pt x="0" y="9502"/>
                    <a:pt x="0" y="9597"/>
                    <a:pt x="32" y="9660"/>
                  </a:cubicBezTo>
                  <a:cubicBezTo>
                    <a:pt x="285" y="10293"/>
                    <a:pt x="887" y="10705"/>
                    <a:pt x="1584" y="10705"/>
                  </a:cubicBezTo>
                  <a:lnTo>
                    <a:pt x="15581" y="10705"/>
                  </a:lnTo>
                  <a:cubicBezTo>
                    <a:pt x="16310" y="10705"/>
                    <a:pt x="16943" y="10230"/>
                    <a:pt x="17165" y="9502"/>
                  </a:cubicBezTo>
                  <a:cubicBezTo>
                    <a:pt x="17165" y="9502"/>
                    <a:pt x="17165" y="9502"/>
                    <a:pt x="17165" y="9470"/>
                  </a:cubicBezTo>
                  <a:lnTo>
                    <a:pt x="19603" y="2154"/>
                  </a:lnTo>
                  <a:cubicBezTo>
                    <a:pt x="19603" y="2123"/>
                    <a:pt x="19603" y="2091"/>
                    <a:pt x="19635" y="2091"/>
                  </a:cubicBezTo>
                  <a:cubicBezTo>
                    <a:pt x="19667" y="1933"/>
                    <a:pt x="19698" y="1774"/>
                    <a:pt x="19698" y="1648"/>
                  </a:cubicBezTo>
                  <a:cubicBezTo>
                    <a:pt x="19698" y="729"/>
                    <a:pt x="18970" y="1"/>
                    <a:pt x="1805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7654053" y="2314934"/>
              <a:ext cx="534638" cy="326452"/>
            </a:xfrm>
            <a:custGeom>
              <a:avLst/>
              <a:gdLst/>
              <a:ahLst/>
              <a:cxnLst/>
              <a:rect l="l" t="t" r="r" b="b"/>
              <a:pathLst>
                <a:path w="16184" h="9882" extrusionOk="0">
                  <a:moveTo>
                    <a:pt x="1553" y="1"/>
                  </a:moveTo>
                  <a:cubicBezTo>
                    <a:pt x="698" y="1"/>
                    <a:pt x="1" y="698"/>
                    <a:pt x="1" y="1553"/>
                  </a:cubicBezTo>
                  <a:lnTo>
                    <a:pt x="1" y="7633"/>
                  </a:lnTo>
                  <a:cubicBezTo>
                    <a:pt x="1" y="7823"/>
                    <a:pt x="33" y="9090"/>
                    <a:pt x="33" y="9882"/>
                  </a:cubicBezTo>
                  <a:cubicBezTo>
                    <a:pt x="64" y="9882"/>
                    <a:pt x="761" y="7697"/>
                    <a:pt x="824" y="7538"/>
                  </a:cubicBezTo>
                  <a:lnTo>
                    <a:pt x="1616" y="4846"/>
                  </a:lnTo>
                  <a:cubicBezTo>
                    <a:pt x="1616" y="4846"/>
                    <a:pt x="1616" y="4846"/>
                    <a:pt x="1616" y="4815"/>
                  </a:cubicBezTo>
                  <a:cubicBezTo>
                    <a:pt x="1901" y="3801"/>
                    <a:pt x="2820" y="3105"/>
                    <a:pt x="3865" y="3105"/>
                  </a:cubicBezTo>
                  <a:lnTo>
                    <a:pt x="16184" y="3105"/>
                  </a:lnTo>
                  <a:cubicBezTo>
                    <a:pt x="16184" y="2851"/>
                    <a:pt x="16184" y="2693"/>
                    <a:pt x="16152" y="2566"/>
                  </a:cubicBezTo>
                  <a:cubicBezTo>
                    <a:pt x="15931" y="1964"/>
                    <a:pt x="15360" y="1553"/>
                    <a:pt x="14695" y="1553"/>
                  </a:cubicBezTo>
                  <a:lnTo>
                    <a:pt x="7507" y="1553"/>
                  </a:lnTo>
                  <a:lnTo>
                    <a:pt x="6081" y="128"/>
                  </a:lnTo>
                  <a:cubicBezTo>
                    <a:pt x="6018" y="33"/>
                    <a:pt x="5923" y="1"/>
                    <a:pt x="579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7828775" y="2323325"/>
              <a:ext cx="273100" cy="273067"/>
            </a:xfrm>
            <a:custGeom>
              <a:avLst/>
              <a:gdLst/>
              <a:ahLst/>
              <a:cxnLst/>
              <a:rect l="l" t="t" r="r" b="b"/>
              <a:pathLst>
                <a:path w="8267" h="8266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cubicBezTo>
                    <a:pt x="1" y="6429"/>
                    <a:pt x="1837" y="8266"/>
                    <a:pt x="4118" y="8266"/>
                  </a:cubicBezTo>
                  <a:cubicBezTo>
                    <a:pt x="6398" y="8266"/>
                    <a:pt x="8266" y="6429"/>
                    <a:pt x="8266" y="4117"/>
                  </a:cubicBezTo>
                  <a:cubicBezTo>
                    <a:pt x="8266" y="1837"/>
                    <a:pt x="6398" y="0"/>
                    <a:pt x="4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7902013" y="2386092"/>
              <a:ext cx="125566" cy="147270"/>
            </a:xfrm>
            <a:custGeom>
              <a:avLst/>
              <a:gdLst/>
              <a:ahLst/>
              <a:cxnLst/>
              <a:rect l="l" t="t" r="r" b="b"/>
              <a:pathLst>
                <a:path w="3801" h="4458" extrusionOk="0">
                  <a:moveTo>
                    <a:pt x="1426" y="0"/>
                  </a:moveTo>
                  <a:cubicBezTo>
                    <a:pt x="1267" y="0"/>
                    <a:pt x="1141" y="127"/>
                    <a:pt x="1141" y="285"/>
                  </a:cubicBezTo>
                  <a:lnTo>
                    <a:pt x="1141" y="1932"/>
                  </a:lnTo>
                  <a:lnTo>
                    <a:pt x="349" y="1932"/>
                  </a:lnTo>
                  <a:cubicBezTo>
                    <a:pt x="127" y="1932"/>
                    <a:pt x="1" y="2186"/>
                    <a:pt x="159" y="2376"/>
                  </a:cubicBezTo>
                  <a:lnTo>
                    <a:pt x="1679" y="4339"/>
                  </a:lnTo>
                  <a:cubicBezTo>
                    <a:pt x="1742" y="4418"/>
                    <a:pt x="1821" y="4458"/>
                    <a:pt x="1901" y="4458"/>
                  </a:cubicBezTo>
                  <a:cubicBezTo>
                    <a:pt x="1980" y="4458"/>
                    <a:pt x="2059" y="4418"/>
                    <a:pt x="2122" y="4339"/>
                  </a:cubicBezTo>
                  <a:lnTo>
                    <a:pt x="3674" y="2376"/>
                  </a:lnTo>
                  <a:cubicBezTo>
                    <a:pt x="3801" y="2186"/>
                    <a:pt x="3674" y="1932"/>
                    <a:pt x="3452" y="1932"/>
                  </a:cubicBezTo>
                  <a:lnTo>
                    <a:pt x="2661" y="1932"/>
                  </a:lnTo>
                  <a:lnTo>
                    <a:pt x="2661" y="285"/>
                  </a:lnTo>
                  <a:cubicBezTo>
                    <a:pt x="2661" y="127"/>
                    <a:pt x="2534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7487721" y="2228548"/>
              <a:ext cx="231245" cy="214430"/>
            </a:xfrm>
            <a:custGeom>
              <a:avLst/>
              <a:gdLst/>
              <a:ahLst/>
              <a:cxnLst/>
              <a:rect l="l" t="t" r="r" b="b"/>
              <a:pathLst>
                <a:path w="7000" h="6491" extrusionOk="0">
                  <a:moveTo>
                    <a:pt x="3486" y="0"/>
                  </a:moveTo>
                  <a:cubicBezTo>
                    <a:pt x="1935" y="0"/>
                    <a:pt x="572" y="1129"/>
                    <a:pt x="317" y="2711"/>
                  </a:cubicBezTo>
                  <a:cubicBezTo>
                    <a:pt x="1" y="4484"/>
                    <a:pt x="1204" y="6163"/>
                    <a:pt x="2977" y="6448"/>
                  </a:cubicBezTo>
                  <a:cubicBezTo>
                    <a:pt x="3156" y="6477"/>
                    <a:pt x="3334" y="6491"/>
                    <a:pt x="3510" y="6491"/>
                  </a:cubicBezTo>
                  <a:cubicBezTo>
                    <a:pt x="5075" y="6491"/>
                    <a:pt x="6458" y="5382"/>
                    <a:pt x="6714" y="3788"/>
                  </a:cubicBezTo>
                  <a:cubicBezTo>
                    <a:pt x="6999" y="2014"/>
                    <a:pt x="5828" y="336"/>
                    <a:pt x="4054" y="51"/>
                  </a:cubicBezTo>
                  <a:cubicBezTo>
                    <a:pt x="3863" y="17"/>
                    <a:pt x="3673" y="0"/>
                    <a:pt x="34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8201211" y="2460784"/>
              <a:ext cx="231245" cy="214463"/>
            </a:xfrm>
            <a:custGeom>
              <a:avLst/>
              <a:gdLst/>
              <a:ahLst/>
              <a:cxnLst/>
              <a:rect l="l" t="t" r="r" b="b"/>
              <a:pathLst>
                <a:path w="7000" h="6492" extrusionOk="0">
                  <a:moveTo>
                    <a:pt x="3486" y="1"/>
                  </a:moveTo>
                  <a:cubicBezTo>
                    <a:pt x="1935" y="1"/>
                    <a:pt x="572" y="1129"/>
                    <a:pt x="318" y="2711"/>
                  </a:cubicBezTo>
                  <a:cubicBezTo>
                    <a:pt x="1" y="4453"/>
                    <a:pt x="1204" y="6132"/>
                    <a:pt x="2978" y="6448"/>
                  </a:cubicBezTo>
                  <a:cubicBezTo>
                    <a:pt x="3153" y="6477"/>
                    <a:pt x="3328" y="6491"/>
                    <a:pt x="3501" y="6491"/>
                  </a:cubicBezTo>
                  <a:cubicBezTo>
                    <a:pt x="5044" y="6491"/>
                    <a:pt x="6430" y="5383"/>
                    <a:pt x="6715" y="3788"/>
                  </a:cubicBezTo>
                  <a:cubicBezTo>
                    <a:pt x="7000" y="2015"/>
                    <a:pt x="5828" y="336"/>
                    <a:pt x="4055" y="51"/>
                  </a:cubicBezTo>
                  <a:cubicBezTo>
                    <a:pt x="3863" y="17"/>
                    <a:pt x="3673" y="1"/>
                    <a:pt x="34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7536911" y="2280016"/>
              <a:ext cx="127647" cy="116581"/>
            </a:xfrm>
            <a:custGeom>
              <a:avLst/>
              <a:gdLst/>
              <a:ahLst/>
              <a:cxnLst/>
              <a:rect l="l" t="t" r="r" b="b"/>
              <a:pathLst>
                <a:path w="3864" h="3529" extrusionOk="0">
                  <a:moveTo>
                    <a:pt x="1475" y="0"/>
                  </a:moveTo>
                  <a:cubicBezTo>
                    <a:pt x="1459" y="0"/>
                    <a:pt x="1442" y="4"/>
                    <a:pt x="1425" y="13"/>
                  </a:cubicBezTo>
                  <a:cubicBezTo>
                    <a:pt x="1393" y="45"/>
                    <a:pt x="1362" y="108"/>
                    <a:pt x="1393" y="171"/>
                  </a:cubicBezTo>
                  <a:lnTo>
                    <a:pt x="1457" y="361"/>
                  </a:lnTo>
                  <a:cubicBezTo>
                    <a:pt x="1235" y="393"/>
                    <a:pt x="1077" y="583"/>
                    <a:pt x="1077" y="836"/>
                  </a:cubicBezTo>
                  <a:lnTo>
                    <a:pt x="1077" y="868"/>
                  </a:lnTo>
                  <a:lnTo>
                    <a:pt x="950" y="868"/>
                  </a:lnTo>
                  <a:cubicBezTo>
                    <a:pt x="855" y="868"/>
                    <a:pt x="792" y="963"/>
                    <a:pt x="792" y="1058"/>
                  </a:cubicBezTo>
                  <a:lnTo>
                    <a:pt x="792" y="1153"/>
                  </a:lnTo>
                  <a:cubicBezTo>
                    <a:pt x="570" y="1121"/>
                    <a:pt x="412" y="900"/>
                    <a:pt x="412" y="678"/>
                  </a:cubicBezTo>
                  <a:lnTo>
                    <a:pt x="412" y="551"/>
                  </a:lnTo>
                  <a:cubicBezTo>
                    <a:pt x="412" y="488"/>
                    <a:pt x="348" y="425"/>
                    <a:pt x="285" y="425"/>
                  </a:cubicBezTo>
                  <a:cubicBezTo>
                    <a:pt x="222" y="425"/>
                    <a:pt x="190" y="488"/>
                    <a:pt x="190" y="551"/>
                  </a:cubicBezTo>
                  <a:lnTo>
                    <a:pt x="190" y="678"/>
                  </a:lnTo>
                  <a:cubicBezTo>
                    <a:pt x="190" y="1026"/>
                    <a:pt x="443" y="1343"/>
                    <a:pt x="792" y="1375"/>
                  </a:cubicBezTo>
                  <a:lnTo>
                    <a:pt x="792" y="1628"/>
                  </a:lnTo>
                  <a:lnTo>
                    <a:pt x="95" y="1628"/>
                  </a:lnTo>
                  <a:cubicBezTo>
                    <a:pt x="32" y="1628"/>
                    <a:pt x="0" y="1660"/>
                    <a:pt x="0" y="1723"/>
                  </a:cubicBezTo>
                  <a:cubicBezTo>
                    <a:pt x="0" y="1786"/>
                    <a:pt x="63" y="1850"/>
                    <a:pt x="95" y="1850"/>
                  </a:cubicBezTo>
                  <a:lnTo>
                    <a:pt x="792" y="1850"/>
                  </a:lnTo>
                  <a:lnTo>
                    <a:pt x="792" y="2071"/>
                  </a:lnTo>
                  <a:cubicBezTo>
                    <a:pt x="443" y="2135"/>
                    <a:pt x="190" y="2420"/>
                    <a:pt x="190" y="2768"/>
                  </a:cubicBezTo>
                  <a:lnTo>
                    <a:pt x="190" y="2926"/>
                  </a:lnTo>
                  <a:cubicBezTo>
                    <a:pt x="190" y="2990"/>
                    <a:pt x="222" y="3053"/>
                    <a:pt x="285" y="3053"/>
                  </a:cubicBezTo>
                  <a:cubicBezTo>
                    <a:pt x="348" y="3053"/>
                    <a:pt x="412" y="2990"/>
                    <a:pt x="412" y="2926"/>
                  </a:cubicBezTo>
                  <a:lnTo>
                    <a:pt x="412" y="2768"/>
                  </a:lnTo>
                  <a:cubicBezTo>
                    <a:pt x="412" y="2546"/>
                    <a:pt x="570" y="2356"/>
                    <a:pt x="792" y="2293"/>
                  </a:cubicBezTo>
                  <a:lnTo>
                    <a:pt x="792" y="2356"/>
                  </a:lnTo>
                  <a:cubicBezTo>
                    <a:pt x="792" y="3021"/>
                    <a:pt x="1298" y="3528"/>
                    <a:pt x="1932" y="3528"/>
                  </a:cubicBezTo>
                  <a:cubicBezTo>
                    <a:pt x="2565" y="3528"/>
                    <a:pt x="3104" y="3021"/>
                    <a:pt x="3104" y="2356"/>
                  </a:cubicBezTo>
                  <a:lnTo>
                    <a:pt x="3104" y="2293"/>
                  </a:lnTo>
                  <a:cubicBezTo>
                    <a:pt x="3294" y="2356"/>
                    <a:pt x="3452" y="2546"/>
                    <a:pt x="3452" y="2768"/>
                  </a:cubicBezTo>
                  <a:lnTo>
                    <a:pt x="3452" y="2926"/>
                  </a:lnTo>
                  <a:cubicBezTo>
                    <a:pt x="3452" y="2990"/>
                    <a:pt x="3515" y="3053"/>
                    <a:pt x="3579" y="3053"/>
                  </a:cubicBezTo>
                  <a:cubicBezTo>
                    <a:pt x="3642" y="3053"/>
                    <a:pt x="3674" y="2990"/>
                    <a:pt x="3674" y="2926"/>
                  </a:cubicBezTo>
                  <a:lnTo>
                    <a:pt x="3674" y="2768"/>
                  </a:lnTo>
                  <a:cubicBezTo>
                    <a:pt x="3674" y="2420"/>
                    <a:pt x="3420" y="2135"/>
                    <a:pt x="3072" y="2071"/>
                  </a:cubicBezTo>
                  <a:lnTo>
                    <a:pt x="3072" y="1850"/>
                  </a:lnTo>
                  <a:lnTo>
                    <a:pt x="3769" y="1850"/>
                  </a:lnTo>
                  <a:cubicBezTo>
                    <a:pt x="3832" y="1850"/>
                    <a:pt x="3864" y="1786"/>
                    <a:pt x="3864" y="1723"/>
                  </a:cubicBezTo>
                  <a:cubicBezTo>
                    <a:pt x="3864" y="1660"/>
                    <a:pt x="3800" y="1628"/>
                    <a:pt x="3737" y="1628"/>
                  </a:cubicBezTo>
                  <a:lnTo>
                    <a:pt x="3072" y="1628"/>
                  </a:lnTo>
                  <a:lnTo>
                    <a:pt x="3072" y="1375"/>
                  </a:lnTo>
                  <a:cubicBezTo>
                    <a:pt x="3420" y="1343"/>
                    <a:pt x="3674" y="1026"/>
                    <a:pt x="3674" y="678"/>
                  </a:cubicBezTo>
                  <a:lnTo>
                    <a:pt x="3674" y="551"/>
                  </a:lnTo>
                  <a:cubicBezTo>
                    <a:pt x="3674" y="488"/>
                    <a:pt x="3610" y="425"/>
                    <a:pt x="3579" y="425"/>
                  </a:cubicBezTo>
                  <a:cubicBezTo>
                    <a:pt x="3515" y="425"/>
                    <a:pt x="3452" y="488"/>
                    <a:pt x="3452" y="551"/>
                  </a:cubicBezTo>
                  <a:lnTo>
                    <a:pt x="3452" y="678"/>
                  </a:lnTo>
                  <a:cubicBezTo>
                    <a:pt x="3452" y="931"/>
                    <a:pt x="3294" y="1121"/>
                    <a:pt x="3072" y="1153"/>
                  </a:cubicBezTo>
                  <a:lnTo>
                    <a:pt x="3072" y="1058"/>
                  </a:lnTo>
                  <a:cubicBezTo>
                    <a:pt x="3072" y="963"/>
                    <a:pt x="3009" y="868"/>
                    <a:pt x="2882" y="868"/>
                  </a:cubicBezTo>
                  <a:lnTo>
                    <a:pt x="2787" y="868"/>
                  </a:lnTo>
                  <a:lnTo>
                    <a:pt x="2787" y="836"/>
                  </a:lnTo>
                  <a:cubicBezTo>
                    <a:pt x="2787" y="583"/>
                    <a:pt x="2629" y="393"/>
                    <a:pt x="2407" y="361"/>
                  </a:cubicBezTo>
                  <a:lnTo>
                    <a:pt x="2470" y="171"/>
                  </a:lnTo>
                  <a:cubicBezTo>
                    <a:pt x="2502" y="108"/>
                    <a:pt x="2470" y="45"/>
                    <a:pt x="2407" y="13"/>
                  </a:cubicBezTo>
                  <a:cubicBezTo>
                    <a:pt x="2375" y="13"/>
                    <a:pt x="2312" y="13"/>
                    <a:pt x="2280" y="76"/>
                  </a:cubicBezTo>
                  <a:lnTo>
                    <a:pt x="2154" y="330"/>
                  </a:lnTo>
                  <a:lnTo>
                    <a:pt x="1710" y="330"/>
                  </a:lnTo>
                  <a:lnTo>
                    <a:pt x="1583" y="76"/>
                  </a:lnTo>
                  <a:cubicBezTo>
                    <a:pt x="1560" y="30"/>
                    <a:pt x="1520" y="0"/>
                    <a:pt x="1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8248286" y="2503267"/>
              <a:ext cx="138152" cy="120347"/>
            </a:xfrm>
            <a:custGeom>
              <a:avLst/>
              <a:gdLst/>
              <a:ahLst/>
              <a:cxnLst/>
              <a:rect l="l" t="t" r="r" b="b"/>
              <a:pathLst>
                <a:path w="4182" h="3643" extrusionOk="0">
                  <a:moveTo>
                    <a:pt x="2091" y="760"/>
                  </a:moveTo>
                  <a:cubicBezTo>
                    <a:pt x="2218" y="760"/>
                    <a:pt x="2313" y="855"/>
                    <a:pt x="2313" y="982"/>
                  </a:cubicBezTo>
                  <a:lnTo>
                    <a:pt x="2313" y="1964"/>
                  </a:lnTo>
                  <a:cubicBezTo>
                    <a:pt x="2313" y="2091"/>
                    <a:pt x="2218" y="2217"/>
                    <a:pt x="2091" y="2217"/>
                  </a:cubicBezTo>
                  <a:cubicBezTo>
                    <a:pt x="1933" y="2217"/>
                    <a:pt x="1838" y="2091"/>
                    <a:pt x="1838" y="1964"/>
                  </a:cubicBezTo>
                  <a:lnTo>
                    <a:pt x="1838" y="982"/>
                  </a:lnTo>
                  <a:cubicBezTo>
                    <a:pt x="1838" y="855"/>
                    <a:pt x="1964" y="760"/>
                    <a:pt x="2091" y="760"/>
                  </a:cubicBezTo>
                  <a:close/>
                  <a:moveTo>
                    <a:pt x="2091" y="2439"/>
                  </a:moveTo>
                  <a:cubicBezTo>
                    <a:pt x="2281" y="2439"/>
                    <a:pt x="2440" y="2597"/>
                    <a:pt x="2440" y="2819"/>
                  </a:cubicBezTo>
                  <a:cubicBezTo>
                    <a:pt x="2440" y="3009"/>
                    <a:pt x="2281" y="3167"/>
                    <a:pt x="2091" y="3167"/>
                  </a:cubicBezTo>
                  <a:cubicBezTo>
                    <a:pt x="1869" y="3167"/>
                    <a:pt x="1711" y="3009"/>
                    <a:pt x="1711" y="2819"/>
                  </a:cubicBezTo>
                  <a:cubicBezTo>
                    <a:pt x="1711" y="2597"/>
                    <a:pt x="1869" y="2439"/>
                    <a:pt x="2091" y="2439"/>
                  </a:cubicBezTo>
                  <a:close/>
                  <a:moveTo>
                    <a:pt x="2091" y="0"/>
                  </a:moveTo>
                  <a:cubicBezTo>
                    <a:pt x="1869" y="0"/>
                    <a:pt x="1679" y="127"/>
                    <a:pt x="1553" y="285"/>
                  </a:cubicBezTo>
                  <a:lnTo>
                    <a:pt x="96" y="2756"/>
                  </a:lnTo>
                  <a:cubicBezTo>
                    <a:pt x="1" y="2946"/>
                    <a:pt x="1" y="3167"/>
                    <a:pt x="96" y="3357"/>
                  </a:cubicBezTo>
                  <a:cubicBezTo>
                    <a:pt x="191" y="3547"/>
                    <a:pt x="413" y="3642"/>
                    <a:pt x="634" y="3642"/>
                  </a:cubicBezTo>
                  <a:lnTo>
                    <a:pt x="3548" y="3642"/>
                  </a:lnTo>
                  <a:cubicBezTo>
                    <a:pt x="3770" y="3642"/>
                    <a:pt x="3960" y="3547"/>
                    <a:pt x="4055" y="3357"/>
                  </a:cubicBezTo>
                  <a:cubicBezTo>
                    <a:pt x="4181" y="3167"/>
                    <a:pt x="4181" y="2946"/>
                    <a:pt x="4055" y="2756"/>
                  </a:cubicBezTo>
                  <a:lnTo>
                    <a:pt x="2598" y="285"/>
                  </a:lnTo>
                  <a:cubicBezTo>
                    <a:pt x="2503" y="127"/>
                    <a:pt x="2313" y="0"/>
                    <a:pt x="20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5" name="Google Shape;2535;p29"/>
          <p:cNvGrpSpPr/>
          <p:nvPr/>
        </p:nvGrpSpPr>
        <p:grpSpPr>
          <a:xfrm>
            <a:off x="686916" y="1087973"/>
            <a:ext cx="2112291" cy="3228610"/>
            <a:chOff x="680166" y="937073"/>
            <a:chExt cx="2112291" cy="3228610"/>
          </a:xfrm>
        </p:grpSpPr>
        <p:sp>
          <p:nvSpPr>
            <p:cNvPr id="2536" name="Google Shape;2536;p29"/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2" name="Google Shape;2572;p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3" name="Google Shape;2573;p29"/>
          <p:cNvSpPr txBox="1"/>
          <p:nvPr/>
        </p:nvSpPr>
        <p:spPr>
          <a:xfrm>
            <a:off x="364402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4" name="Google Shape;2574;p29"/>
          <p:cNvSpPr txBox="1"/>
          <p:nvPr/>
        </p:nvSpPr>
        <p:spPr>
          <a:xfrm>
            <a:off x="364402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5" name="Google Shape;2575;p29"/>
          <p:cNvSpPr txBox="1"/>
          <p:nvPr/>
        </p:nvSpPr>
        <p:spPr>
          <a:xfrm>
            <a:off x="615237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6" name="Google Shape;2576;p29"/>
          <p:cNvSpPr txBox="1"/>
          <p:nvPr/>
        </p:nvSpPr>
        <p:spPr>
          <a:xfrm>
            <a:off x="615237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where we live on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7" name="Google Shape;2577;p29"/>
          <p:cNvSpPr txBox="1"/>
          <p:nvPr/>
        </p:nvSpPr>
        <p:spPr>
          <a:xfrm>
            <a:off x="364402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8" name="Google Shape;2578;p29"/>
          <p:cNvSpPr txBox="1"/>
          <p:nvPr/>
        </p:nvSpPr>
        <p:spPr>
          <a:xfrm>
            <a:off x="364402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cold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9" name="Google Shape;2579;p29"/>
          <p:cNvSpPr txBox="1"/>
          <p:nvPr/>
        </p:nvSpPr>
        <p:spPr>
          <a:xfrm>
            <a:off x="615237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0" name="Google Shape;2580;p29"/>
          <p:cNvSpPr txBox="1"/>
          <p:nvPr/>
        </p:nvSpPr>
        <p:spPr>
          <a:xfrm>
            <a:off x="615237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It’s far away from Earth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1" name="Google Shape;2581;p29"/>
          <p:cNvSpPr txBox="1"/>
          <p:nvPr/>
        </p:nvSpPr>
        <p:spPr>
          <a:xfrm>
            <a:off x="364402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2" name="Google Shape;2582;p29"/>
          <p:cNvSpPr txBox="1"/>
          <p:nvPr/>
        </p:nvSpPr>
        <p:spPr>
          <a:xfrm>
            <a:off x="364402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3" name="Google Shape;2583;p29"/>
          <p:cNvSpPr txBox="1"/>
          <p:nvPr/>
        </p:nvSpPr>
        <p:spPr>
          <a:xfrm>
            <a:off x="615237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4" name="Google Shape;2584;p29"/>
          <p:cNvSpPr txBox="1"/>
          <p:nvPr/>
        </p:nvSpPr>
        <p:spPr>
          <a:xfrm>
            <a:off x="615237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a beautiful name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0"/>
          <p:cNvGrpSpPr/>
          <p:nvPr/>
        </p:nvGrpSpPr>
        <p:grpSpPr>
          <a:xfrm>
            <a:off x="663334" y="1287654"/>
            <a:ext cx="7817348" cy="3215937"/>
            <a:chOff x="602300" y="1815975"/>
            <a:chExt cx="6397175" cy="2631700"/>
          </a:xfrm>
        </p:grpSpPr>
        <p:sp>
          <p:nvSpPr>
            <p:cNvPr id="2590" name="Google Shape;2590;p30"/>
            <p:cNvSpPr/>
            <p:nvPr/>
          </p:nvSpPr>
          <p:spPr>
            <a:xfrm>
              <a:off x="713150" y="3083500"/>
              <a:ext cx="6218250" cy="55450"/>
            </a:xfrm>
            <a:custGeom>
              <a:avLst/>
              <a:gdLst/>
              <a:ahLst/>
              <a:cxnLst/>
              <a:rect l="l" t="t" r="r" b="b"/>
              <a:pathLst>
                <a:path w="248730" h="2218" extrusionOk="0">
                  <a:moveTo>
                    <a:pt x="0" y="1"/>
                  </a:moveTo>
                  <a:lnTo>
                    <a:pt x="0" y="2218"/>
                  </a:lnTo>
                  <a:lnTo>
                    <a:pt x="248729" y="2218"/>
                  </a:lnTo>
                  <a:lnTo>
                    <a:pt x="24872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6023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66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66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68704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98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98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1340200" y="3029675"/>
              <a:ext cx="163900" cy="163900"/>
            </a:xfrm>
            <a:custGeom>
              <a:avLst/>
              <a:gdLst/>
              <a:ahLst/>
              <a:cxnLst/>
              <a:rect l="l" t="t" r="r" b="b"/>
              <a:pathLst>
                <a:path w="6556" h="6556" extrusionOk="0">
                  <a:moveTo>
                    <a:pt x="3294" y="0"/>
                  </a:moveTo>
                  <a:cubicBezTo>
                    <a:pt x="1489" y="0"/>
                    <a:pt x="0" y="1489"/>
                    <a:pt x="0" y="3294"/>
                  </a:cubicBezTo>
                  <a:cubicBezTo>
                    <a:pt x="0" y="5099"/>
                    <a:pt x="1489" y="6556"/>
                    <a:pt x="3294" y="6556"/>
                  </a:cubicBezTo>
                  <a:cubicBezTo>
                    <a:pt x="5099" y="6556"/>
                    <a:pt x="6556" y="5099"/>
                    <a:pt x="6556" y="3294"/>
                  </a:cubicBezTo>
                  <a:cubicBezTo>
                    <a:pt x="6556" y="1489"/>
                    <a:pt x="5099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1348900" y="3046700"/>
              <a:ext cx="146500" cy="130325"/>
            </a:xfrm>
            <a:custGeom>
              <a:avLst/>
              <a:gdLst/>
              <a:ahLst/>
              <a:cxnLst/>
              <a:rect l="l" t="t" r="r" b="b"/>
              <a:pathLst>
                <a:path w="5860" h="5213" extrusionOk="0">
                  <a:moveTo>
                    <a:pt x="2957" y="1"/>
                  </a:moveTo>
                  <a:cubicBezTo>
                    <a:pt x="2680" y="1"/>
                    <a:pt x="2399" y="47"/>
                    <a:pt x="2123" y="143"/>
                  </a:cubicBezTo>
                  <a:cubicBezTo>
                    <a:pt x="761" y="586"/>
                    <a:pt x="1" y="2043"/>
                    <a:pt x="476" y="3436"/>
                  </a:cubicBezTo>
                  <a:cubicBezTo>
                    <a:pt x="831" y="4528"/>
                    <a:pt x="1859" y="5213"/>
                    <a:pt x="2954" y="5213"/>
                  </a:cubicBezTo>
                  <a:cubicBezTo>
                    <a:pt x="3224" y="5213"/>
                    <a:pt x="3499" y="5171"/>
                    <a:pt x="3769" y="5083"/>
                  </a:cubicBezTo>
                  <a:cubicBezTo>
                    <a:pt x="5131" y="4640"/>
                    <a:pt x="5859" y="3151"/>
                    <a:pt x="5416" y="1790"/>
                  </a:cubicBezTo>
                  <a:cubicBezTo>
                    <a:pt x="5063" y="704"/>
                    <a:pt x="4045" y="1"/>
                    <a:pt x="295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1352875" y="3070050"/>
              <a:ext cx="133025" cy="106950"/>
            </a:xfrm>
            <a:custGeom>
              <a:avLst/>
              <a:gdLst/>
              <a:ahLst/>
              <a:cxnLst/>
              <a:rect l="l" t="t" r="r" b="b"/>
              <a:pathLst>
                <a:path w="5321" h="4278" extrusionOk="0">
                  <a:moveTo>
                    <a:pt x="760" y="1"/>
                  </a:moveTo>
                  <a:cubicBezTo>
                    <a:pt x="190" y="729"/>
                    <a:pt x="0" y="1711"/>
                    <a:pt x="380" y="2629"/>
                  </a:cubicBezTo>
                  <a:cubicBezTo>
                    <a:pt x="789" y="3663"/>
                    <a:pt x="1745" y="4277"/>
                    <a:pt x="2778" y="4277"/>
                  </a:cubicBezTo>
                  <a:cubicBezTo>
                    <a:pt x="3106" y="4277"/>
                    <a:pt x="3441" y="4215"/>
                    <a:pt x="3769" y="4086"/>
                  </a:cubicBezTo>
                  <a:cubicBezTo>
                    <a:pt x="4560" y="3769"/>
                    <a:pt x="5130" y="3104"/>
                    <a:pt x="5320" y="2312"/>
                  </a:cubicBezTo>
                  <a:lnTo>
                    <a:pt x="5320" y="2312"/>
                  </a:lnTo>
                  <a:cubicBezTo>
                    <a:pt x="5035" y="2629"/>
                    <a:pt x="4687" y="2914"/>
                    <a:pt x="4275" y="3072"/>
                  </a:cubicBezTo>
                  <a:cubicBezTo>
                    <a:pt x="3954" y="3203"/>
                    <a:pt x="3622" y="3264"/>
                    <a:pt x="3295" y="3264"/>
                  </a:cubicBezTo>
                  <a:cubicBezTo>
                    <a:pt x="2268" y="3264"/>
                    <a:pt x="1295" y="2656"/>
                    <a:pt x="887" y="1647"/>
                  </a:cubicBezTo>
                  <a:cubicBezTo>
                    <a:pt x="665" y="1109"/>
                    <a:pt x="633" y="539"/>
                    <a:pt x="76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9063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1010850" y="1920475"/>
              <a:ext cx="821025" cy="821050"/>
            </a:xfrm>
            <a:custGeom>
              <a:avLst/>
              <a:gdLst/>
              <a:ahLst/>
              <a:cxnLst/>
              <a:rect l="l" t="t" r="r" b="b"/>
              <a:pathLst>
                <a:path w="32841" h="32842" extrusionOk="0">
                  <a:moveTo>
                    <a:pt x="16436" y="0"/>
                  </a:moveTo>
                  <a:cubicBezTo>
                    <a:pt x="7347" y="0"/>
                    <a:pt x="0" y="7348"/>
                    <a:pt x="0" y="16405"/>
                  </a:cubicBezTo>
                  <a:cubicBezTo>
                    <a:pt x="0" y="25462"/>
                    <a:pt x="7347" y="32841"/>
                    <a:pt x="16436" y="32841"/>
                  </a:cubicBezTo>
                  <a:cubicBezTo>
                    <a:pt x="25494" y="32841"/>
                    <a:pt x="32841" y="25462"/>
                    <a:pt x="32841" y="16405"/>
                  </a:cubicBezTo>
                  <a:cubicBezTo>
                    <a:pt x="32841" y="7348"/>
                    <a:pt x="25494" y="0"/>
                    <a:pt x="164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39592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4063725" y="1920475"/>
              <a:ext cx="821050" cy="821050"/>
            </a:xfrm>
            <a:custGeom>
              <a:avLst/>
              <a:gdLst/>
              <a:ahLst/>
              <a:cxnLst/>
              <a:rect l="l" t="t" r="r" b="b"/>
              <a:pathLst>
                <a:path w="32842" h="32842" extrusionOk="0">
                  <a:moveTo>
                    <a:pt x="16437" y="0"/>
                  </a:moveTo>
                  <a:cubicBezTo>
                    <a:pt x="7348" y="0"/>
                    <a:pt x="1" y="7348"/>
                    <a:pt x="1" y="16405"/>
                  </a:cubicBezTo>
                  <a:cubicBezTo>
                    <a:pt x="1" y="25462"/>
                    <a:pt x="7348" y="32841"/>
                    <a:pt x="16437" y="32841"/>
                  </a:cubicBezTo>
                  <a:cubicBezTo>
                    <a:pt x="25495" y="32841"/>
                    <a:pt x="32842" y="25462"/>
                    <a:pt x="32842" y="16405"/>
                  </a:cubicBezTo>
                  <a:cubicBezTo>
                    <a:pt x="32842" y="7348"/>
                    <a:pt x="25495" y="0"/>
                    <a:pt x="16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5486475" y="3263225"/>
              <a:ext cx="1030050" cy="1184450"/>
            </a:xfrm>
            <a:custGeom>
              <a:avLst/>
              <a:gdLst/>
              <a:ahLst/>
              <a:cxnLst/>
              <a:rect l="l" t="t" r="r" b="b"/>
              <a:pathLst>
                <a:path w="41202" h="47378" extrusionOk="0">
                  <a:moveTo>
                    <a:pt x="20585" y="1"/>
                  </a:moveTo>
                  <a:lnTo>
                    <a:pt x="16848" y="6493"/>
                  </a:lnTo>
                  <a:cubicBezTo>
                    <a:pt x="7252" y="8266"/>
                    <a:pt x="0" y="16659"/>
                    <a:pt x="0" y="26761"/>
                  </a:cubicBezTo>
                  <a:cubicBezTo>
                    <a:pt x="0" y="38130"/>
                    <a:pt x="9216" y="47377"/>
                    <a:pt x="20585" y="47377"/>
                  </a:cubicBezTo>
                  <a:cubicBezTo>
                    <a:pt x="31954" y="47377"/>
                    <a:pt x="41202" y="38130"/>
                    <a:pt x="41202" y="26761"/>
                  </a:cubicBezTo>
                  <a:cubicBezTo>
                    <a:pt x="41202" y="16659"/>
                    <a:pt x="33918" y="8266"/>
                    <a:pt x="24354" y="6493"/>
                  </a:cubicBezTo>
                  <a:lnTo>
                    <a:pt x="2058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55909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1" y="7348"/>
                    <a:pt x="1" y="16405"/>
                  </a:cubicBezTo>
                  <a:cubicBezTo>
                    <a:pt x="1" y="25462"/>
                    <a:pt x="7348" y="32810"/>
                    <a:pt x="16405" y="32810"/>
                  </a:cubicBezTo>
                  <a:cubicBezTo>
                    <a:pt x="25463" y="32810"/>
                    <a:pt x="32810" y="25462"/>
                    <a:pt x="32810" y="16405"/>
                  </a:cubicBezTo>
                  <a:cubicBezTo>
                    <a:pt x="32810" y="7348"/>
                    <a:pt x="25463" y="1"/>
                    <a:pt x="164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2433575" y="3263225"/>
              <a:ext cx="1030850" cy="1184450"/>
            </a:xfrm>
            <a:custGeom>
              <a:avLst/>
              <a:gdLst/>
              <a:ahLst/>
              <a:cxnLst/>
              <a:rect l="l" t="t" r="r" b="b"/>
              <a:pathLst>
                <a:path w="41234" h="47378" extrusionOk="0">
                  <a:moveTo>
                    <a:pt x="20617" y="1"/>
                  </a:moveTo>
                  <a:lnTo>
                    <a:pt x="16848" y="6493"/>
                  </a:lnTo>
                  <a:cubicBezTo>
                    <a:pt x="7284" y="8266"/>
                    <a:pt x="0" y="16659"/>
                    <a:pt x="0" y="26761"/>
                  </a:cubicBezTo>
                  <a:cubicBezTo>
                    <a:pt x="0" y="38130"/>
                    <a:pt x="9248" y="47377"/>
                    <a:pt x="20617" y="47377"/>
                  </a:cubicBezTo>
                  <a:cubicBezTo>
                    <a:pt x="31986" y="47377"/>
                    <a:pt x="41233" y="38130"/>
                    <a:pt x="41233" y="26761"/>
                  </a:cubicBezTo>
                  <a:cubicBezTo>
                    <a:pt x="41233" y="16659"/>
                    <a:pt x="33950" y="8266"/>
                    <a:pt x="24354" y="6493"/>
                  </a:cubicBezTo>
                  <a:lnTo>
                    <a:pt x="206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388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0" y="7348"/>
                    <a:pt x="0" y="16405"/>
                  </a:cubicBezTo>
                  <a:cubicBezTo>
                    <a:pt x="0" y="25462"/>
                    <a:pt x="7348" y="32810"/>
                    <a:pt x="16405" y="32810"/>
                  </a:cubicBezTo>
                  <a:cubicBezTo>
                    <a:pt x="25462" y="32810"/>
                    <a:pt x="32809" y="25462"/>
                    <a:pt x="32809" y="16405"/>
                  </a:cubicBezTo>
                  <a:cubicBezTo>
                    <a:pt x="32809" y="7348"/>
                    <a:pt x="25462" y="1"/>
                    <a:pt x="164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386125" y="32632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3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386125" y="33930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1"/>
                  </a:moveTo>
                  <a:cubicBezTo>
                    <a:pt x="507" y="1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5" y="2312"/>
                    <a:pt x="2312" y="1806"/>
                    <a:pt x="2312" y="1172"/>
                  </a:cubicBezTo>
                  <a:cubicBezTo>
                    <a:pt x="2312" y="507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1386125" y="35221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2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0"/>
            <p:cNvSpPr/>
            <p:nvPr/>
          </p:nvSpPr>
          <p:spPr>
            <a:xfrm>
              <a:off x="1386125" y="36519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5" y="2312"/>
                    <a:pt x="2312" y="1805"/>
                    <a:pt x="2312" y="1172"/>
                  </a:cubicBezTo>
                  <a:cubicBezTo>
                    <a:pt x="2312" y="507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0"/>
            <p:cNvSpPr/>
            <p:nvPr/>
          </p:nvSpPr>
          <p:spPr>
            <a:xfrm>
              <a:off x="1366325" y="2055850"/>
              <a:ext cx="101375" cy="100575"/>
            </a:xfrm>
            <a:custGeom>
              <a:avLst/>
              <a:gdLst/>
              <a:ahLst/>
              <a:cxnLst/>
              <a:rect l="l" t="t" r="r" b="b"/>
              <a:pathLst>
                <a:path w="4055" h="4023" extrusionOk="0">
                  <a:moveTo>
                    <a:pt x="0" y="1"/>
                  </a:moveTo>
                  <a:lnTo>
                    <a:pt x="0" y="4023"/>
                  </a:lnTo>
                  <a:lnTo>
                    <a:pt x="4054" y="4023"/>
                  </a:lnTo>
                  <a:lnTo>
                    <a:pt x="40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0"/>
            <p:cNvSpPr/>
            <p:nvPr/>
          </p:nvSpPr>
          <p:spPr>
            <a:xfrm>
              <a:off x="1157300" y="2091475"/>
              <a:ext cx="518625" cy="517825"/>
            </a:xfrm>
            <a:custGeom>
              <a:avLst/>
              <a:gdLst/>
              <a:ahLst/>
              <a:cxnLst/>
              <a:rect l="l" t="t" r="r" b="b"/>
              <a:pathLst>
                <a:path w="20745" h="20713" extrusionOk="0">
                  <a:moveTo>
                    <a:pt x="10388" y="1363"/>
                  </a:moveTo>
                  <a:cubicBezTo>
                    <a:pt x="15329" y="1363"/>
                    <a:pt x="19382" y="5385"/>
                    <a:pt x="19382" y="10357"/>
                  </a:cubicBezTo>
                  <a:cubicBezTo>
                    <a:pt x="19382" y="15329"/>
                    <a:pt x="15329" y="19351"/>
                    <a:pt x="10388" y="19351"/>
                  </a:cubicBezTo>
                  <a:cubicBezTo>
                    <a:pt x="5416" y="19351"/>
                    <a:pt x="1363" y="15329"/>
                    <a:pt x="1363" y="10357"/>
                  </a:cubicBezTo>
                  <a:cubicBezTo>
                    <a:pt x="1363" y="5385"/>
                    <a:pt x="5416" y="1363"/>
                    <a:pt x="10388" y="1363"/>
                  </a:cubicBezTo>
                  <a:close/>
                  <a:moveTo>
                    <a:pt x="10388" y="1"/>
                  </a:moveTo>
                  <a:cubicBezTo>
                    <a:pt x="4656" y="1"/>
                    <a:pt x="1" y="4625"/>
                    <a:pt x="1" y="10357"/>
                  </a:cubicBezTo>
                  <a:cubicBezTo>
                    <a:pt x="1" y="16089"/>
                    <a:pt x="4656" y="20712"/>
                    <a:pt x="10388" y="20712"/>
                  </a:cubicBezTo>
                  <a:cubicBezTo>
                    <a:pt x="16089" y="20712"/>
                    <a:pt x="20744" y="16089"/>
                    <a:pt x="20744" y="10357"/>
                  </a:cubicBezTo>
                  <a:cubicBezTo>
                    <a:pt x="20744" y="4625"/>
                    <a:pt x="16089" y="1"/>
                    <a:pt x="103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0"/>
            <p:cNvSpPr/>
            <p:nvPr/>
          </p:nvSpPr>
          <p:spPr>
            <a:xfrm>
              <a:off x="1150175" y="2083575"/>
              <a:ext cx="532875" cy="532850"/>
            </a:xfrm>
            <a:custGeom>
              <a:avLst/>
              <a:gdLst/>
              <a:ahLst/>
              <a:cxnLst/>
              <a:rect l="l" t="t" r="r" b="b"/>
              <a:pathLst>
                <a:path w="21315" h="21314" extrusionOk="0">
                  <a:moveTo>
                    <a:pt x="12890" y="1235"/>
                  </a:moveTo>
                  <a:cubicBezTo>
                    <a:pt x="18084" y="2470"/>
                    <a:pt x="21314" y="7696"/>
                    <a:pt x="20079" y="12921"/>
                  </a:cubicBezTo>
                  <a:cubicBezTo>
                    <a:pt x="18844" y="18115"/>
                    <a:pt x="13618" y="21313"/>
                    <a:pt x="8425" y="20078"/>
                  </a:cubicBezTo>
                  <a:cubicBezTo>
                    <a:pt x="3199" y="18843"/>
                    <a:pt x="1" y="13618"/>
                    <a:pt x="1236" y="8424"/>
                  </a:cubicBezTo>
                  <a:cubicBezTo>
                    <a:pt x="2471" y="3230"/>
                    <a:pt x="7696" y="0"/>
                    <a:pt x="12890" y="1235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52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888"/>
                  </a:moveTo>
                  <a:cubicBezTo>
                    <a:pt x="13492" y="888"/>
                    <a:pt x="17165" y="4530"/>
                    <a:pt x="17165" y="9027"/>
                  </a:cubicBezTo>
                  <a:cubicBezTo>
                    <a:pt x="17165" y="13524"/>
                    <a:pt x="13492" y="17165"/>
                    <a:pt x="9026" y="17165"/>
                  </a:cubicBezTo>
                  <a:cubicBezTo>
                    <a:pt x="4529" y="17165"/>
                    <a:pt x="856" y="13524"/>
                    <a:pt x="856" y="9027"/>
                  </a:cubicBezTo>
                  <a:cubicBezTo>
                    <a:pt x="856" y="4530"/>
                    <a:pt x="4529" y="888"/>
                    <a:pt x="9026" y="888"/>
                  </a:cubicBezTo>
                  <a:close/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20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0"/>
            <p:cNvSpPr/>
            <p:nvPr/>
          </p:nvSpPr>
          <p:spPr>
            <a:xfrm>
              <a:off x="1413825" y="2153250"/>
              <a:ext cx="5575" cy="30100"/>
            </a:xfrm>
            <a:custGeom>
              <a:avLst/>
              <a:gdLst/>
              <a:ahLst/>
              <a:cxnLst/>
              <a:rect l="l" t="t" r="r" b="b"/>
              <a:pathLst>
                <a:path w="223" h="1204" extrusionOk="0">
                  <a:moveTo>
                    <a:pt x="127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1108"/>
                  </a:lnTo>
                  <a:cubicBezTo>
                    <a:pt x="1" y="1172"/>
                    <a:pt x="64" y="1203"/>
                    <a:pt x="127" y="1203"/>
                  </a:cubicBezTo>
                  <a:cubicBezTo>
                    <a:pt x="159" y="1203"/>
                    <a:pt x="222" y="1172"/>
                    <a:pt x="222" y="1108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0"/>
            <p:cNvSpPr/>
            <p:nvPr/>
          </p:nvSpPr>
          <p:spPr>
            <a:xfrm>
              <a:off x="1413825" y="2517425"/>
              <a:ext cx="5575" cy="30900"/>
            </a:xfrm>
            <a:custGeom>
              <a:avLst/>
              <a:gdLst/>
              <a:ahLst/>
              <a:cxnLst/>
              <a:rect l="l" t="t" r="r" b="b"/>
              <a:pathLst>
                <a:path w="223" h="1236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2"/>
                    <a:pt x="64" y="1236"/>
                    <a:pt x="127" y="1236"/>
                  </a:cubicBezTo>
                  <a:cubicBezTo>
                    <a:pt x="159" y="1236"/>
                    <a:pt x="222" y="1172"/>
                    <a:pt x="222" y="1109"/>
                  </a:cubicBezTo>
                  <a:lnTo>
                    <a:pt x="222" y="96"/>
                  </a:lnTo>
                  <a:cubicBezTo>
                    <a:pt x="222" y="32"/>
                    <a:pt x="159" y="1"/>
                    <a:pt x="1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0"/>
            <p:cNvSpPr/>
            <p:nvPr/>
          </p:nvSpPr>
          <p:spPr>
            <a:xfrm>
              <a:off x="1583250" y="2348000"/>
              <a:ext cx="30900" cy="5575"/>
            </a:xfrm>
            <a:custGeom>
              <a:avLst/>
              <a:gdLst/>
              <a:ahLst/>
              <a:cxnLst/>
              <a:rect l="l" t="t" r="r" b="b"/>
              <a:pathLst>
                <a:path w="1236" h="223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7" y="222"/>
                  </a:cubicBezTo>
                  <a:lnTo>
                    <a:pt x="1141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4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0"/>
            <p:cNvSpPr/>
            <p:nvPr/>
          </p:nvSpPr>
          <p:spPr>
            <a:xfrm>
              <a:off x="1219050" y="2348000"/>
              <a:ext cx="30925" cy="5575"/>
            </a:xfrm>
            <a:custGeom>
              <a:avLst/>
              <a:gdLst/>
              <a:ahLst/>
              <a:cxnLst/>
              <a:rect l="l" t="t" r="r" b="b"/>
              <a:pathLst>
                <a:path w="1237" h="223" extrusionOk="0">
                  <a:moveTo>
                    <a:pt x="128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8" y="222"/>
                  </a:cubicBezTo>
                  <a:lnTo>
                    <a:pt x="1109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0"/>
            <p:cNvSpPr/>
            <p:nvPr/>
          </p:nvSpPr>
          <p:spPr>
            <a:xfrm>
              <a:off x="1534950" y="2212025"/>
              <a:ext cx="24575" cy="23175"/>
            </a:xfrm>
            <a:custGeom>
              <a:avLst/>
              <a:gdLst/>
              <a:ahLst/>
              <a:cxnLst/>
              <a:rect l="l" t="t" r="r" b="b"/>
              <a:pathLst>
                <a:path w="983" h="927" extrusionOk="0">
                  <a:moveTo>
                    <a:pt x="856" y="0"/>
                  </a:moveTo>
                  <a:cubicBezTo>
                    <a:pt x="832" y="0"/>
                    <a:pt x="808" y="8"/>
                    <a:pt x="793" y="24"/>
                  </a:cubicBezTo>
                  <a:lnTo>
                    <a:pt x="64" y="721"/>
                  </a:lnTo>
                  <a:cubicBezTo>
                    <a:pt x="33" y="784"/>
                    <a:pt x="1" y="848"/>
                    <a:pt x="64" y="879"/>
                  </a:cubicBezTo>
                  <a:cubicBezTo>
                    <a:pt x="80" y="911"/>
                    <a:pt x="104" y="927"/>
                    <a:pt x="132" y="927"/>
                  </a:cubicBezTo>
                  <a:cubicBezTo>
                    <a:pt x="159" y="927"/>
                    <a:pt x="191" y="911"/>
                    <a:pt x="223" y="879"/>
                  </a:cubicBezTo>
                  <a:lnTo>
                    <a:pt x="919" y="183"/>
                  </a:lnTo>
                  <a:cubicBezTo>
                    <a:pt x="983" y="151"/>
                    <a:pt x="983" y="88"/>
                    <a:pt x="919" y="24"/>
                  </a:cubicBezTo>
                  <a:cubicBezTo>
                    <a:pt x="904" y="8"/>
                    <a:pt x="880" y="0"/>
                    <a:pt x="85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0"/>
            <p:cNvSpPr/>
            <p:nvPr/>
          </p:nvSpPr>
          <p:spPr>
            <a:xfrm>
              <a:off x="1273700" y="2465850"/>
              <a:ext cx="24550" cy="22900"/>
            </a:xfrm>
            <a:custGeom>
              <a:avLst/>
              <a:gdLst/>
              <a:ahLst/>
              <a:cxnLst/>
              <a:rect l="l" t="t" r="r" b="b"/>
              <a:pathLst>
                <a:path w="982" h="916" extrusionOk="0">
                  <a:moveTo>
                    <a:pt x="838" y="0"/>
                  </a:moveTo>
                  <a:cubicBezTo>
                    <a:pt x="814" y="0"/>
                    <a:pt x="787" y="10"/>
                    <a:pt x="760" y="37"/>
                  </a:cubicBezTo>
                  <a:lnTo>
                    <a:pt x="63" y="734"/>
                  </a:lnTo>
                  <a:cubicBezTo>
                    <a:pt x="0" y="765"/>
                    <a:pt x="0" y="829"/>
                    <a:pt x="32" y="892"/>
                  </a:cubicBezTo>
                  <a:cubicBezTo>
                    <a:pt x="63" y="908"/>
                    <a:pt x="95" y="916"/>
                    <a:pt x="123" y="916"/>
                  </a:cubicBezTo>
                  <a:cubicBezTo>
                    <a:pt x="151" y="916"/>
                    <a:pt x="174" y="908"/>
                    <a:pt x="190" y="892"/>
                  </a:cubicBezTo>
                  <a:lnTo>
                    <a:pt x="919" y="195"/>
                  </a:lnTo>
                  <a:cubicBezTo>
                    <a:pt x="950" y="132"/>
                    <a:pt x="982" y="69"/>
                    <a:pt x="919" y="37"/>
                  </a:cubicBezTo>
                  <a:cubicBezTo>
                    <a:pt x="900" y="19"/>
                    <a:pt x="871" y="0"/>
                    <a:pt x="8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0"/>
            <p:cNvSpPr/>
            <p:nvPr/>
          </p:nvSpPr>
          <p:spPr>
            <a:xfrm>
              <a:off x="1531800" y="2469325"/>
              <a:ext cx="23775" cy="23400"/>
            </a:xfrm>
            <a:custGeom>
              <a:avLst/>
              <a:gdLst/>
              <a:ahLst/>
              <a:cxnLst/>
              <a:rect l="l" t="t" r="r" b="b"/>
              <a:pathLst>
                <a:path w="951" h="936" extrusionOk="0">
                  <a:moveTo>
                    <a:pt x="123" y="1"/>
                  </a:moveTo>
                  <a:cubicBezTo>
                    <a:pt x="95" y="1"/>
                    <a:pt x="64" y="9"/>
                    <a:pt x="32" y="25"/>
                  </a:cubicBezTo>
                  <a:cubicBezTo>
                    <a:pt x="0" y="88"/>
                    <a:pt x="0" y="151"/>
                    <a:pt x="32" y="183"/>
                  </a:cubicBezTo>
                  <a:lnTo>
                    <a:pt x="729" y="911"/>
                  </a:lnTo>
                  <a:cubicBezTo>
                    <a:pt x="760" y="927"/>
                    <a:pt x="792" y="935"/>
                    <a:pt x="820" y="935"/>
                  </a:cubicBezTo>
                  <a:cubicBezTo>
                    <a:pt x="847" y="935"/>
                    <a:pt x="871" y="927"/>
                    <a:pt x="887" y="911"/>
                  </a:cubicBezTo>
                  <a:cubicBezTo>
                    <a:pt x="919" y="880"/>
                    <a:pt x="950" y="816"/>
                    <a:pt x="887" y="753"/>
                  </a:cubicBezTo>
                  <a:lnTo>
                    <a:pt x="190" y="25"/>
                  </a:lnTo>
                  <a:cubicBezTo>
                    <a:pt x="174" y="9"/>
                    <a:pt x="151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0"/>
            <p:cNvSpPr/>
            <p:nvPr/>
          </p:nvSpPr>
          <p:spPr>
            <a:xfrm>
              <a:off x="1277650" y="2208075"/>
              <a:ext cx="23775" cy="23375"/>
            </a:xfrm>
            <a:custGeom>
              <a:avLst/>
              <a:gdLst/>
              <a:ahLst/>
              <a:cxnLst/>
              <a:rect l="l" t="t" r="r" b="b"/>
              <a:pathLst>
                <a:path w="951" h="935" extrusionOk="0">
                  <a:moveTo>
                    <a:pt x="131" y="0"/>
                  </a:moveTo>
                  <a:cubicBezTo>
                    <a:pt x="103" y="0"/>
                    <a:pt x="80" y="8"/>
                    <a:pt x="64" y="24"/>
                  </a:cubicBezTo>
                  <a:cubicBezTo>
                    <a:pt x="0" y="56"/>
                    <a:pt x="0" y="151"/>
                    <a:pt x="64" y="182"/>
                  </a:cubicBezTo>
                  <a:lnTo>
                    <a:pt x="761" y="911"/>
                  </a:lnTo>
                  <a:cubicBezTo>
                    <a:pt x="776" y="926"/>
                    <a:pt x="800" y="934"/>
                    <a:pt x="828" y="934"/>
                  </a:cubicBezTo>
                  <a:cubicBezTo>
                    <a:pt x="856" y="934"/>
                    <a:pt x="887" y="926"/>
                    <a:pt x="919" y="911"/>
                  </a:cubicBezTo>
                  <a:cubicBezTo>
                    <a:pt x="951" y="847"/>
                    <a:pt x="951" y="784"/>
                    <a:pt x="919" y="752"/>
                  </a:cubicBezTo>
                  <a:lnTo>
                    <a:pt x="222" y="24"/>
                  </a:lnTo>
                  <a:cubicBezTo>
                    <a:pt x="191" y="8"/>
                    <a:pt x="159" y="0"/>
                    <a:pt x="1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0"/>
            <p:cNvSpPr/>
            <p:nvPr/>
          </p:nvSpPr>
          <p:spPr>
            <a:xfrm>
              <a:off x="1569800" y="2272475"/>
              <a:ext cx="29325" cy="14900"/>
            </a:xfrm>
            <a:custGeom>
              <a:avLst/>
              <a:gdLst/>
              <a:ahLst/>
              <a:cxnLst/>
              <a:rect l="l" t="t" r="r" b="b"/>
              <a:pathLst>
                <a:path w="1173" h="596" extrusionOk="0">
                  <a:moveTo>
                    <a:pt x="1063" y="1"/>
                  </a:moveTo>
                  <a:cubicBezTo>
                    <a:pt x="1048" y="1"/>
                    <a:pt x="1031" y="5"/>
                    <a:pt x="1014" y="13"/>
                  </a:cubicBezTo>
                  <a:lnTo>
                    <a:pt x="95" y="393"/>
                  </a:lnTo>
                  <a:cubicBezTo>
                    <a:pt x="32" y="425"/>
                    <a:pt x="0" y="488"/>
                    <a:pt x="32" y="520"/>
                  </a:cubicBezTo>
                  <a:cubicBezTo>
                    <a:pt x="55" y="566"/>
                    <a:pt x="95" y="595"/>
                    <a:pt x="128" y="595"/>
                  </a:cubicBezTo>
                  <a:cubicBezTo>
                    <a:pt x="139" y="595"/>
                    <a:pt x="150" y="592"/>
                    <a:pt x="159" y="583"/>
                  </a:cubicBezTo>
                  <a:lnTo>
                    <a:pt x="1109" y="203"/>
                  </a:lnTo>
                  <a:cubicBezTo>
                    <a:pt x="1140" y="171"/>
                    <a:pt x="1172" y="108"/>
                    <a:pt x="1140" y="76"/>
                  </a:cubicBezTo>
                  <a:cubicBezTo>
                    <a:pt x="1140" y="30"/>
                    <a:pt x="1107" y="1"/>
                    <a:pt x="10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0"/>
            <p:cNvSpPr/>
            <p:nvPr/>
          </p:nvSpPr>
          <p:spPr>
            <a:xfrm>
              <a:off x="1234100" y="2413400"/>
              <a:ext cx="29325" cy="15375"/>
            </a:xfrm>
            <a:custGeom>
              <a:avLst/>
              <a:gdLst/>
              <a:ahLst/>
              <a:cxnLst/>
              <a:rect l="l" t="t" r="r" b="b"/>
              <a:pathLst>
                <a:path w="1173" h="615" extrusionOk="0">
                  <a:moveTo>
                    <a:pt x="1045" y="1"/>
                  </a:moveTo>
                  <a:cubicBezTo>
                    <a:pt x="1033" y="1"/>
                    <a:pt x="1023" y="5"/>
                    <a:pt x="1014" y="13"/>
                  </a:cubicBezTo>
                  <a:lnTo>
                    <a:pt x="64" y="393"/>
                  </a:lnTo>
                  <a:cubicBezTo>
                    <a:pt x="32" y="425"/>
                    <a:pt x="1" y="488"/>
                    <a:pt x="32" y="551"/>
                  </a:cubicBezTo>
                  <a:cubicBezTo>
                    <a:pt x="32" y="583"/>
                    <a:pt x="96" y="615"/>
                    <a:pt x="159" y="615"/>
                  </a:cubicBezTo>
                  <a:lnTo>
                    <a:pt x="1077" y="203"/>
                  </a:lnTo>
                  <a:cubicBezTo>
                    <a:pt x="1141" y="203"/>
                    <a:pt x="1172" y="108"/>
                    <a:pt x="1141" y="76"/>
                  </a:cubicBezTo>
                  <a:cubicBezTo>
                    <a:pt x="1118" y="30"/>
                    <a:pt x="1077" y="1"/>
                    <a:pt x="104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0"/>
            <p:cNvSpPr/>
            <p:nvPr/>
          </p:nvSpPr>
          <p:spPr>
            <a:xfrm>
              <a:off x="1479550" y="2503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63" y="0"/>
                  </a:moveTo>
                  <a:cubicBezTo>
                    <a:pt x="0" y="32"/>
                    <a:pt x="0" y="95"/>
                    <a:pt x="0" y="159"/>
                  </a:cubicBezTo>
                  <a:lnTo>
                    <a:pt x="412" y="1077"/>
                  </a:lnTo>
                  <a:cubicBezTo>
                    <a:pt x="412" y="1123"/>
                    <a:pt x="446" y="1153"/>
                    <a:pt x="489" y="1153"/>
                  </a:cubicBezTo>
                  <a:cubicBezTo>
                    <a:pt x="505" y="1153"/>
                    <a:pt x="522" y="1149"/>
                    <a:pt x="538" y="1140"/>
                  </a:cubicBezTo>
                  <a:cubicBezTo>
                    <a:pt x="602" y="1109"/>
                    <a:pt x="633" y="1045"/>
                    <a:pt x="602" y="1014"/>
                  </a:cubicBezTo>
                  <a:lnTo>
                    <a:pt x="222" y="64"/>
                  </a:lnTo>
                  <a:cubicBezTo>
                    <a:pt x="190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0"/>
            <p:cNvSpPr/>
            <p:nvPr/>
          </p:nvSpPr>
          <p:spPr>
            <a:xfrm>
              <a:off x="1337825" y="2167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145" y="0"/>
                  </a:moveTo>
                  <a:cubicBezTo>
                    <a:pt x="129" y="0"/>
                    <a:pt x="112" y="4"/>
                    <a:pt x="95" y="13"/>
                  </a:cubicBezTo>
                  <a:cubicBezTo>
                    <a:pt x="32" y="44"/>
                    <a:pt x="0" y="108"/>
                    <a:pt x="32" y="171"/>
                  </a:cubicBezTo>
                  <a:lnTo>
                    <a:pt x="412" y="1089"/>
                  </a:lnTo>
                  <a:cubicBezTo>
                    <a:pt x="444" y="1153"/>
                    <a:pt x="507" y="1153"/>
                    <a:pt x="570" y="1153"/>
                  </a:cubicBezTo>
                  <a:cubicBezTo>
                    <a:pt x="634" y="1121"/>
                    <a:pt x="634" y="1058"/>
                    <a:pt x="634" y="994"/>
                  </a:cubicBezTo>
                  <a:lnTo>
                    <a:pt x="222" y="76"/>
                  </a:lnTo>
                  <a:cubicBezTo>
                    <a:pt x="222" y="30"/>
                    <a:pt x="188" y="0"/>
                    <a:pt x="1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0"/>
            <p:cNvSpPr/>
            <p:nvPr/>
          </p:nvSpPr>
          <p:spPr>
            <a:xfrm>
              <a:off x="1569000" y="2415000"/>
              <a:ext cx="29325" cy="15675"/>
            </a:xfrm>
            <a:custGeom>
              <a:avLst/>
              <a:gdLst/>
              <a:ahLst/>
              <a:cxnLst/>
              <a:rect l="l" t="t" r="r" b="b"/>
              <a:pathLst>
                <a:path w="1173" h="627" extrusionOk="0">
                  <a:moveTo>
                    <a:pt x="140" y="0"/>
                  </a:moveTo>
                  <a:cubicBezTo>
                    <a:pt x="96" y="0"/>
                    <a:pt x="56" y="29"/>
                    <a:pt x="32" y="76"/>
                  </a:cubicBezTo>
                  <a:cubicBezTo>
                    <a:pt x="1" y="139"/>
                    <a:pt x="32" y="202"/>
                    <a:pt x="96" y="234"/>
                  </a:cubicBezTo>
                  <a:lnTo>
                    <a:pt x="1014" y="614"/>
                  </a:lnTo>
                  <a:cubicBezTo>
                    <a:pt x="1031" y="623"/>
                    <a:pt x="1048" y="627"/>
                    <a:pt x="1064" y="627"/>
                  </a:cubicBezTo>
                  <a:cubicBezTo>
                    <a:pt x="1107" y="627"/>
                    <a:pt x="1141" y="597"/>
                    <a:pt x="1141" y="551"/>
                  </a:cubicBezTo>
                  <a:cubicBezTo>
                    <a:pt x="1172" y="519"/>
                    <a:pt x="1141" y="456"/>
                    <a:pt x="1109" y="424"/>
                  </a:cubicBezTo>
                  <a:lnTo>
                    <a:pt x="191" y="12"/>
                  </a:lnTo>
                  <a:cubicBezTo>
                    <a:pt x="174" y="4"/>
                    <a:pt x="157" y="0"/>
                    <a:pt x="1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0"/>
            <p:cNvSpPr/>
            <p:nvPr/>
          </p:nvSpPr>
          <p:spPr>
            <a:xfrm>
              <a:off x="1234900" y="2270100"/>
              <a:ext cx="29325" cy="15700"/>
            </a:xfrm>
            <a:custGeom>
              <a:avLst/>
              <a:gdLst/>
              <a:ahLst/>
              <a:cxnLst/>
              <a:rect l="l" t="t" r="r" b="b"/>
              <a:pathLst>
                <a:path w="1173" h="628" extrusionOk="0">
                  <a:moveTo>
                    <a:pt x="123" y="1"/>
                  </a:moveTo>
                  <a:cubicBezTo>
                    <a:pt x="83" y="1"/>
                    <a:pt x="32" y="30"/>
                    <a:pt x="32" y="76"/>
                  </a:cubicBezTo>
                  <a:cubicBezTo>
                    <a:pt x="0" y="140"/>
                    <a:pt x="32" y="203"/>
                    <a:pt x="64" y="203"/>
                  </a:cubicBezTo>
                  <a:lnTo>
                    <a:pt x="1014" y="615"/>
                  </a:lnTo>
                  <a:cubicBezTo>
                    <a:pt x="1022" y="623"/>
                    <a:pt x="1033" y="627"/>
                    <a:pt x="1045" y="627"/>
                  </a:cubicBezTo>
                  <a:cubicBezTo>
                    <a:pt x="1077" y="627"/>
                    <a:pt x="1117" y="598"/>
                    <a:pt x="1140" y="551"/>
                  </a:cubicBezTo>
                  <a:cubicBezTo>
                    <a:pt x="1172" y="520"/>
                    <a:pt x="1140" y="425"/>
                    <a:pt x="1077" y="425"/>
                  </a:cubicBezTo>
                  <a:lnTo>
                    <a:pt x="159" y="13"/>
                  </a:lnTo>
                  <a:cubicBezTo>
                    <a:pt x="150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0"/>
            <p:cNvSpPr/>
            <p:nvPr/>
          </p:nvSpPr>
          <p:spPr>
            <a:xfrm>
              <a:off x="1335450" y="2503175"/>
              <a:ext cx="16650" cy="28850"/>
            </a:xfrm>
            <a:custGeom>
              <a:avLst/>
              <a:gdLst/>
              <a:ahLst/>
              <a:cxnLst/>
              <a:rect l="l" t="t" r="r" b="b"/>
              <a:pathLst>
                <a:path w="666" h="1154" extrusionOk="0">
                  <a:moveTo>
                    <a:pt x="602" y="1"/>
                  </a:moveTo>
                  <a:cubicBezTo>
                    <a:pt x="539" y="1"/>
                    <a:pt x="475" y="1"/>
                    <a:pt x="444" y="64"/>
                  </a:cubicBezTo>
                  <a:lnTo>
                    <a:pt x="32" y="982"/>
                  </a:lnTo>
                  <a:cubicBezTo>
                    <a:pt x="0" y="1046"/>
                    <a:pt x="32" y="1109"/>
                    <a:pt x="95" y="1141"/>
                  </a:cubicBezTo>
                  <a:cubicBezTo>
                    <a:pt x="112" y="1149"/>
                    <a:pt x="129" y="1153"/>
                    <a:pt x="146" y="1153"/>
                  </a:cubicBezTo>
                  <a:cubicBezTo>
                    <a:pt x="190" y="1153"/>
                    <a:pt x="230" y="1124"/>
                    <a:pt x="254" y="1077"/>
                  </a:cubicBezTo>
                  <a:lnTo>
                    <a:pt x="634" y="159"/>
                  </a:lnTo>
                  <a:cubicBezTo>
                    <a:pt x="665" y="96"/>
                    <a:pt x="634" y="32"/>
                    <a:pt x="6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0"/>
            <p:cNvSpPr/>
            <p:nvPr/>
          </p:nvSpPr>
          <p:spPr>
            <a:xfrm>
              <a:off x="1481125" y="2168750"/>
              <a:ext cx="15850" cy="29150"/>
            </a:xfrm>
            <a:custGeom>
              <a:avLst/>
              <a:gdLst/>
              <a:ahLst/>
              <a:cxnLst/>
              <a:rect l="l" t="t" r="r" b="b"/>
              <a:pathLst>
                <a:path w="634" h="1166" extrusionOk="0">
                  <a:moveTo>
                    <a:pt x="520" y="1"/>
                  </a:moveTo>
                  <a:cubicBezTo>
                    <a:pt x="475" y="1"/>
                    <a:pt x="435" y="30"/>
                    <a:pt x="412" y="77"/>
                  </a:cubicBezTo>
                  <a:lnTo>
                    <a:pt x="0" y="995"/>
                  </a:lnTo>
                  <a:cubicBezTo>
                    <a:pt x="0" y="1058"/>
                    <a:pt x="0" y="1122"/>
                    <a:pt x="64" y="1153"/>
                  </a:cubicBezTo>
                  <a:cubicBezTo>
                    <a:pt x="81" y="1162"/>
                    <a:pt x="98" y="1166"/>
                    <a:pt x="114" y="1166"/>
                  </a:cubicBezTo>
                  <a:cubicBezTo>
                    <a:pt x="159" y="1166"/>
                    <a:pt x="199" y="1137"/>
                    <a:pt x="222" y="1090"/>
                  </a:cubicBezTo>
                  <a:lnTo>
                    <a:pt x="634" y="172"/>
                  </a:lnTo>
                  <a:cubicBezTo>
                    <a:pt x="634" y="108"/>
                    <a:pt x="634" y="45"/>
                    <a:pt x="570" y="13"/>
                  </a:cubicBezTo>
                  <a:cubicBezTo>
                    <a:pt x="554" y="5"/>
                    <a:pt x="537" y="1"/>
                    <a:pt x="52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>
              <a:off x="1394825" y="2237150"/>
              <a:ext cx="43575" cy="191625"/>
            </a:xfrm>
            <a:custGeom>
              <a:avLst/>
              <a:gdLst/>
              <a:ahLst/>
              <a:cxnLst/>
              <a:rect l="l" t="t" r="r" b="b"/>
              <a:pathLst>
                <a:path w="1743" h="7665" extrusionOk="0">
                  <a:moveTo>
                    <a:pt x="887" y="1"/>
                  </a:moveTo>
                  <a:lnTo>
                    <a:pt x="1" y="7665"/>
                  </a:lnTo>
                  <a:lnTo>
                    <a:pt x="1742" y="7665"/>
                  </a:lnTo>
                  <a:lnTo>
                    <a:pt x="88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>
              <a:off x="1397200" y="2331375"/>
              <a:ext cx="38825" cy="38025"/>
            </a:xfrm>
            <a:custGeom>
              <a:avLst/>
              <a:gdLst/>
              <a:ahLst/>
              <a:cxnLst/>
              <a:rect l="l" t="t" r="r" b="b"/>
              <a:pathLst>
                <a:path w="1553" h="1521" extrusionOk="0">
                  <a:moveTo>
                    <a:pt x="792" y="1"/>
                  </a:moveTo>
                  <a:cubicBezTo>
                    <a:pt x="349" y="1"/>
                    <a:pt x="1" y="349"/>
                    <a:pt x="1" y="761"/>
                  </a:cubicBezTo>
                  <a:cubicBezTo>
                    <a:pt x="1" y="1172"/>
                    <a:pt x="349" y="1521"/>
                    <a:pt x="792" y="1521"/>
                  </a:cubicBezTo>
                  <a:cubicBezTo>
                    <a:pt x="1204" y="1521"/>
                    <a:pt x="1552" y="1172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>
              <a:off x="1405900" y="2340075"/>
              <a:ext cx="21400" cy="20625"/>
            </a:xfrm>
            <a:custGeom>
              <a:avLst/>
              <a:gdLst/>
              <a:ahLst/>
              <a:cxnLst/>
              <a:rect l="l" t="t" r="r" b="b"/>
              <a:pathLst>
                <a:path w="856" h="825" extrusionOk="0"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cubicBezTo>
                    <a:pt x="1" y="634"/>
                    <a:pt x="191" y="824"/>
                    <a:pt x="444" y="824"/>
                  </a:cubicBezTo>
                  <a:cubicBezTo>
                    <a:pt x="666" y="824"/>
                    <a:pt x="856" y="634"/>
                    <a:pt x="856" y="413"/>
                  </a:cubicBezTo>
                  <a:cubicBezTo>
                    <a:pt x="856" y="191"/>
                    <a:pt x="666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1340200" y="2032900"/>
              <a:ext cx="152025" cy="29325"/>
            </a:xfrm>
            <a:custGeom>
              <a:avLst/>
              <a:gdLst/>
              <a:ahLst/>
              <a:cxnLst/>
              <a:rect l="l" t="t" r="r" b="b"/>
              <a:pathLst>
                <a:path w="6081" h="1173" extrusionOk="0">
                  <a:moveTo>
                    <a:pt x="0" y="0"/>
                  </a:moveTo>
                  <a:lnTo>
                    <a:pt x="0" y="1172"/>
                  </a:lnTo>
                  <a:lnTo>
                    <a:pt x="6081" y="117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1366325" y="2062200"/>
              <a:ext cx="101375" cy="11900"/>
            </a:xfrm>
            <a:custGeom>
              <a:avLst/>
              <a:gdLst/>
              <a:ahLst/>
              <a:cxnLst/>
              <a:rect l="l" t="t" r="r" b="b"/>
              <a:pathLst>
                <a:path w="405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4054" y="475"/>
                  </a:lnTo>
                  <a:lnTo>
                    <a:pt x="40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0"/>
            <p:cNvSpPr/>
            <p:nvPr/>
          </p:nvSpPr>
          <p:spPr>
            <a:xfrm>
              <a:off x="2855550" y="3039150"/>
              <a:ext cx="186875" cy="170050"/>
            </a:xfrm>
            <a:custGeom>
              <a:avLst/>
              <a:gdLst/>
              <a:ahLst/>
              <a:cxnLst/>
              <a:rect l="l" t="t" r="r" b="b"/>
              <a:pathLst>
                <a:path w="7475" h="6802" extrusionOk="0">
                  <a:moveTo>
                    <a:pt x="3728" y="1"/>
                  </a:moveTo>
                  <a:cubicBezTo>
                    <a:pt x="2186" y="1"/>
                    <a:pt x="796" y="1057"/>
                    <a:pt x="444" y="2598"/>
                  </a:cubicBezTo>
                  <a:cubicBezTo>
                    <a:pt x="1" y="4435"/>
                    <a:pt x="1141" y="6272"/>
                    <a:pt x="2946" y="6715"/>
                  </a:cubicBezTo>
                  <a:cubicBezTo>
                    <a:pt x="3204" y="6773"/>
                    <a:pt x="3463" y="6801"/>
                    <a:pt x="3717" y="6801"/>
                  </a:cubicBezTo>
                  <a:cubicBezTo>
                    <a:pt x="5271" y="6801"/>
                    <a:pt x="6678" y="5760"/>
                    <a:pt x="7031" y="4182"/>
                  </a:cubicBezTo>
                  <a:cubicBezTo>
                    <a:pt x="7475" y="2345"/>
                    <a:pt x="6335" y="508"/>
                    <a:pt x="4530" y="97"/>
                  </a:cubicBezTo>
                  <a:cubicBezTo>
                    <a:pt x="4261" y="32"/>
                    <a:pt x="3993" y="1"/>
                    <a:pt x="37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0"/>
            <p:cNvSpPr/>
            <p:nvPr/>
          </p:nvSpPr>
          <p:spPr>
            <a:xfrm>
              <a:off x="2874575" y="3056275"/>
              <a:ext cx="148850" cy="135250"/>
            </a:xfrm>
            <a:custGeom>
              <a:avLst/>
              <a:gdLst/>
              <a:ahLst/>
              <a:cxnLst/>
              <a:rect l="l" t="t" r="r" b="b"/>
              <a:pathLst>
                <a:path w="5954" h="5410" extrusionOk="0">
                  <a:moveTo>
                    <a:pt x="2940" y="1"/>
                  </a:moveTo>
                  <a:cubicBezTo>
                    <a:pt x="1718" y="1"/>
                    <a:pt x="614" y="829"/>
                    <a:pt x="317" y="2072"/>
                  </a:cubicBezTo>
                  <a:cubicBezTo>
                    <a:pt x="0" y="3528"/>
                    <a:pt x="887" y="4985"/>
                    <a:pt x="2344" y="5334"/>
                  </a:cubicBezTo>
                  <a:cubicBezTo>
                    <a:pt x="2557" y="5385"/>
                    <a:pt x="2771" y="5409"/>
                    <a:pt x="2982" y="5409"/>
                  </a:cubicBezTo>
                  <a:cubicBezTo>
                    <a:pt x="4204" y="5409"/>
                    <a:pt x="5308" y="4581"/>
                    <a:pt x="5605" y="3338"/>
                  </a:cubicBezTo>
                  <a:cubicBezTo>
                    <a:pt x="5954" y="1882"/>
                    <a:pt x="5035" y="425"/>
                    <a:pt x="3579" y="77"/>
                  </a:cubicBezTo>
                  <a:cubicBezTo>
                    <a:pt x="3365" y="25"/>
                    <a:pt x="3151" y="1"/>
                    <a:pt x="294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0"/>
            <p:cNvSpPr/>
            <p:nvPr/>
          </p:nvSpPr>
          <p:spPr>
            <a:xfrm>
              <a:off x="2876950" y="3081125"/>
              <a:ext cx="137775" cy="110775"/>
            </a:xfrm>
            <a:custGeom>
              <a:avLst/>
              <a:gdLst/>
              <a:ahLst/>
              <a:cxnLst/>
              <a:rect l="l" t="t" r="r" b="b"/>
              <a:pathLst>
                <a:path w="5511" h="4431" extrusionOk="0">
                  <a:moveTo>
                    <a:pt x="792" y="1"/>
                  </a:moveTo>
                  <a:lnTo>
                    <a:pt x="792" y="1"/>
                  </a:lnTo>
                  <a:cubicBezTo>
                    <a:pt x="190" y="729"/>
                    <a:pt x="0" y="1774"/>
                    <a:pt x="380" y="2724"/>
                  </a:cubicBezTo>
                  <a:cubicBezTo>
                    <a:pt x="792" y="3791"/>
                    <a:pt x="1817" y="4431"/>
                    <a:pt x="2899" y="4431"/>
                  </a:cubicBezTo>
                  <a:cubicBezTo>
                    <a:pt x="3231" y="4431"/>
                    <a:pt x="3568" y="4371"/>
                    <a:pt x="3895" y="4245"/>
                  </a:cubicBezTo>
                  <a:cubicBezTo>
                    <a:pt x="4719" y="3896"/>
                    <a:pt x="5289" y="3200"/>
                    <a:pt x="5510" y="2376"/>
                  </a:cubicBezTo>
                  <a:lnTo>
                    <a:pt x="5510" y="2376"/>
                  </a:lnTo>
                  <a:cubicBezTo>
                    <a:pt x="5225" y="2724"/>
                    <a:pt x="4845" y="3010"/>
                    <a:pt x="4402" y="3168"/>
                  </a:cubicBezTo>
                  <a:cubicBezTo>
                    <a:pt x="4071" y="3306"/>
                    <a:pt x="3727" y="3372"/>
                    <a:pt x="3388" y="3372"/>
                  </a:cubicBezTo>
                  <a:cubicBezTo>
                    <a:pt x="2331" y="3372"/>
                    <a:pt x="1318" y="2734"/>
                    <a:pt x="887" y="1679"/>
                  </a:cubicBezTo>
                  <a:cubicBezTo>
                    <a:pt x="665" y="1109"/>
                    <a:pt x="633" y="539"/>
                    <a:pt x="79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0"/>
            <p:cNvSpPr/>
            <p:nvPr/>
          </p:nvSpPr>
          <p:spPr>
            <a:xfrm>
              <a:off x="292522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3" y="1"/>
                  </a:moveTo>
                  <a:cubicBezTo>
                    <a:pt x="508" y="1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1"/>
                    <a:pt x="11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0"/>
            <p:cNvSpPr/>
            <p:nvPr/>
          </p:nvSpPr>
          <p:spPr>
            <a:xfrm>
              <a:off x="292522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6"/>
                    <a:pt x="508" y="2312"/>
                    <a:pt x="1173" y="2312"/>
                  </a:cubicBezTo>
                  <a:cubicBezTo>
                    <a:pt x="1806" y="2312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292522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3" y="0"/>
                  </a:moveTo>
                  <a:cubicBezTo>
                    <a:pt x="508" y="0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292522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5"/>
                    <a:pt x="508" y="2312"/>
                    <a:pt x="1173" y="2312"/>
                  </a:cubicBezTo>
                  <a:cubicBezTo>
                    <a:pt x="1806" y="2312"/>
                    <a:pt x="2313" y="1805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>
              <a:off x="4385975" y="3022550"/>
              <a:ext cx="176575" cy="176575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3547" y="0"/>
                  </a:moveTo>
                  <a:cubicBezTo>
                    <a:pt x="1584" y="0"/>
                    <a:pt x="0" y="1584"/>
                    <a:pt x="0" y="3516"/>
                  </a:cubicBezTo>
                  <a:cubicBezTo>
                    <a:pt x="0" y="5479"/>
                    <a:pt x="1584" y="7063"/>
                    <a:pt x="3547" y="7063"/>
                  </a:cubicBezTo>
                  <a:cubicBezTo>
                    <a:pt x="5479" y="7063"/>
                    <a:pt x="7062" y="5479"/>
                    <a:pt x="7062" y="3516"/>
                  </a:cubicBezTo>
                  <a:cubicBezTo>
                    <a:pt x="7062" y="1584"/>
                    <a:pt x="5479" y="0"/>
                    <a:pt x="3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0"/>
            <p:cNvSpPr/>
            <p:nvPr/>
          </p:nvSpPr>
          <p:spPr>
            <a:xfrm>
              <a:off x="4404175" y="3039975"/>
              <a:ext cx="140175" cy="140950"/>
            </a:xfrm>
            <a:custGeom>
              <a:avLst/>
              <a:gdLst/>
              <a:ahLst/>
              <a:cxnLst/>
              <a:rect l="l" t="t" r="r" b="b"/>
              <a:pathLst>
                <a:path w="5607" h="5638" extrusionOk="0">
                  <a:moveTo>
                    <a:pt x="2819" y="0"/>
                  </a:moveTo>
                  <a:cubicBezTo>
                    <a:pt x="1236" y="0"/>
                    <a:pt x="1" y="1267"/>
                    <a:pt x="1" y="2819"/>
                  </a:cubicBezTo>
                  <a:cubicBezTo>
                    <a:pt x="1" y="4370"/>
                    <a:pt x="1236" y="5637"/>
                    <a:pt x="2819" y="5637"/>
                  </a:cubicBezTo>
                  <a:cubicBezTo>
                    <a:pt x="4371" y="5637"/>
                    <a:pt x="5606" y="4370"/>
                    <a:pt x="5606" y="2819"/>
                  </a:cubicBezTo>
                  <a:cubicBezTo>
                    <a:pt x="5606" y="1267"/>
                    <a:pt x="4371" y="0"/>
                    <a:pt x="28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4399425" y="3066100"/>
              <a:ext cx="143325" cy="115025"/>
            </a:xfrm>
            <a:custGeom>
              <a:avLst/>
              <a:gdLst/>
              <a:ahLst/>
              <a:cxnLst/>
              <a:rect l="l" t="t" r="r" b="b"/>
              <a:pathLst>
                <a:path w="5733" h="4601" extrusionOk="0">
                  <a:moveTo>
                    <a:pt x="824" y="0"/>
                  </a:moveTo>
                  <a:lnTo>
                    <a:pt x="824" y="0"/>
                  </a:lnTo>
                  <a:cubicBezTo>
                    <a:pt x="191" y="760"/>
                    <a:pt x="1" y="1837"/>
                    <a:pt x="381" y="2819"/>
                  </a:cubicBezTo>
                  <a:cubicBezTo>
                    <a:pt x="816" y="3932"/>
                    <a:pt x="1880" y="4601"/>
                    <a:pt x="3007" y="4601"/>
                  </a:cubicBezTo>
                  <a:cubicBezTo>
                    <a:pt x="3356" y="4601"/>
                    <a:pt x="3710" y="4537"/>
                    <a:pt x="4054" y="4402"/>
                  </a:cubicBezTo>
                  <a:cubicBezTo>
                    <a:pt x="4909" y="4054"/>
                    <a:pt x="5511" y="3325"/>
                    <a:pt x="5733" y="2470"/>
                  </a:cubicBezTo>
                  <a:lnTo>
                    <a:pt x="5733" y="2470"/>
                  </a:lnTo>
                  <a:cubicBezTo>
                    <a:pt x="5416" y="2819"/>
                    <a:pt x="5036" y="3135"/>
                    <a:pt x="4593" y="3294"/>
                  </a:cubicBezTo>
                  <a:cubicBezTo>
                    <a:pt x="4251" y="3438"/>
                    <a:pt x="3896" y="3506"/>
                    <a:pt x="3547" y="3506"/>
                  </a:cubicBezTo>
                  <a:cubicBezTo>
                    <a:pt x="2439" y="3506"/>
                    <a:pt x="1384" y="2825"/>
                    <a:pt x="951" y="1742"/>
                  </a:cubicBezTo>
                  <a:cubicBezTo>
                    <a:pt x="697" y="1172"/>
                    <a:pt x="666" y="570"/>
                    <a:pt x="82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4442975" y="32632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3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0"/>
            <p:cNvSpPr/>
            <p:nvPr/>
          </p:nvSpPr>
          <p:spPr>
            <a:xfrm>
              <a:off x="4442975" y="33930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1"/>
                  </a:moveTo>
                  <a:cubicBezTo>
                    <a:pt x="539" y="1"/>
                    <a:pt x="0" y="507"/>
                    <a:pt x="0" y="1172"/>
                  </a:cubicBezTo>
                  <a:cubicBezTo>
                    <a:pt x="0" y="1806"/>
                    <a:pt x="539" y="2312"/>
                    <a:pt x="1172" y="2312"/>
                  </a:cubicBezTo>
                  <a:cubicBezTo>
                    <a:pt x="1806" y="2312"/>
                    <a:pt x="2344" y="1806"/>
                    <a:pt x="2344" y="1172"/>
                  </a:cubicBezTo>
                  <a:cubicBezTo>
                    <a:pt x="2344" y="507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0"/>
            <p:cNvSpPr/>
            <p:nvPr/>
          </p:nvSpPr>
          <p:spPr>
            <a:xfrm>
              <a:off x="4442975" y="35221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2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2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4442975" y="36519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05"/>
                    <a:pt x="539" y="2312"/>
                    <a:pt x="1172" y="2312"/>
                  </a:cubicBezTo>
                  <a:cubicBezTo>
                    <a:pt x="1806" y="2312"/>
                    <a:pt x="2344" y="1805"/>
                    <a:pt x="2344" y="1172"/>
                  </a:cubicBezTo>
                  <a:cubicBezTo>
                    <a:pt x="2344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09250" y="3022550"/>
              <a:ext cx="183700" cy="183700"/>
            </a:xfrm>
            <a:custGeom>
              <a:avLst/>
              <a:gdLst/>
              <a:ahLst/>
              <a:cxnLst/>
              <a:rect l="l" t="t" r="r" b="b"/>
              <a:pathLst>
                <a:path w="7348" h="7348" extrusionOk="0">
                  <a:moveTo>
                    <a:pt x="3674" y="0"/>
                  </a:moveTo>
                  <a:cubicBezTo>
                    <a:pt x="1647" y="0"/>
                    <a:pt x="1" y="1647"/>
                    <a:pt x="1" y="3674"/>
                  </a:cubicBezTo>
                  <a:cubicBezTo>
                    <a:pt x="1" y="5701"/>
                    <a:pt x="1647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0"/>
                    <a:pt x="3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0"/>
            <p:cNvSpPr/>
            <p:nvPr/>
          </p:nvSpPr>
          <p:spPr>
            <a:xfrm>
              <a:off x="5928250" y="3040750"/>
              <a:ext cx="146500" cy="146500"/>
            </a:xfrm>
            <a:custGeom>
              <a:avLst/>
              <a:gdLst/>
              <a:ahLst/>
              <a:cxnLst/>
              <a:rect l="l" t="t" r="r" b="b"/>
              <a:pathLst>
                <a:path w="5860" h="5860" extrusionOk="0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561"/>
                    <a:pt x="1299" y="5860"/>
                    <a:pt x="2914" y="5860"/>
                  </a:cubicBezTo>
                  <a:cubicBezTo>
                    <a:pt x="4529" y="5860"/>
                    <a:pt x="5859" y="4561"/>
                    <a:pt x="5859" y="2946"/>
                  </a:cubicBezTo>
                  <a:cubicBezTo>
                    <a:pt x="5859" y="1331"/>
                    <a:pt x="4529" y="1"/>
                    <a:pt x="29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0"/>
            <p:cNvSpPr/>
            <p:nvPr/>
          </p:nvSpPr>
          <p:spPr>
            <a:xfrm>
              <a:off x="5923500" y="3067675"/>
              <a:ext cx="148875" cy="120100"/>
            </a:xfrm>
            <a:custGeom>
              <a:avLst/>
              <a:gdLst/>
              <a:ahLst/>
              <a:cxnLst/>
              <a:rect l="l" t="t" r="r" b="b"/>
              <a:pathLst>
                <a:path w="5955" h="4804" extrusionOk="0">
                  <a:moveTo>
                    <a:pt x="856" y="1"/>
                  </a:moveTo>
                  <a:lnTo>
                    <a:pt x="856" y="1"/>
                  </a:lnTo>
                  <a:cubicBezTo>
                    <a:pt x="191" y="824"/>
                    <a:pt x="1" y="1932"/>
                    <a:pt x="412" y="2946"/>
                  </a:cubicBezTo>
                  <a:cubicBezTo>
                    <a:pt x="871" y="4105"/>
                    <a:pt x="1956" y="4803"/>
                    <a:pt x="3119" y="4803"/>
                  </a:cubicBezTo>
                  <a:cubicBezTo>
                    <a:pt x="3481" y="4803"/>
                    <a:pt x="3851" y="4736"/>
                    <a:pt x="4213" y="4593"/>
                  </a:cubicBezTo>
                  <a:cubicBezTo>
                    <a:pt x="5099" y="4213"/>
                    <a:pt x="5733" y="3453"/>
                    <a:pt x="5954" y="2597"/>
                  </a:cubicBezTo>
                  <a:lnTo>
                    <a:pt x="5954" y="2597"/>
                  </a:lnTo>
                  <a:cubicBezTo>
                    <a:pt x="5638" y="2946"/>
                    <a:pt x="5258" y="3262"/>
                    <a:pt x="4783" y="3453"/>
                  </a:cubicBezTo>
                  <a:cubicBezTo>
                    <a:pt x="4421" y="3595"/>
                    <a:pt x="4051" y="3663"/>
                    <a:pt x="3688" y="3663"/>
                  </a:cubicBezTo>
                  <a:cubicBezTo>
                    <a:pt x="2524" y="3663"/>
                    <a:pt x="1434" y="2965"/>
                    <a:pt x="951" y="1806"/>
                  </a:cubicBezTo>
                  <a:cubicBezTo>
                    <a:pt x="729" y="1236"/>
                    <a:pt x="697" y="602"/>
                    <a:pt x="85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96467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6467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6" y="2312"/>
                    <a:pt x="2312" y="1806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6467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6467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6" y="2312"/>
                    <a:pt x="2312" y="1805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762000" y="3725600"/>
              <a:ext cx="479000" cy="424375"/>
            </a:xfrm>
            <a:custGeom>
              <a:avLst/>
              <a:gdLst/>
              <a:ahLst/>
              <a:cxnLst/>
              <a:rect l="l" t="t" r="r" b="b"/>
              <a:pathLst>
                <a:path w="19160" h="16975" extrusionOk="0">
                  <a:moveTo>
                    <a:pt x="6872" y="0"/>
                  </a:moveTo>
                  <a:cubicBezTo>
                    <a:pt x="6271" y="0"/>
                    <a:pt x="5732" y="349"/>
                    <a:pt x="5511" y="887"/>
                  </a:cubicBezTo>
                  <a:cubicBezTo>
                    <a:pt x="5257" y="665"/>
                    <a:pt x="4940" y="539"/>
                    <a:pt x="4592" y="539"/>
                  </a:cubicBezTo>
                  <a:cubicBezTo>
                    <a:pt x="3864" y="539"/>
                    <a:pt x="3294" y="1046"/>
                    <a:pt x="3135" y="1711"/>
                  </a:cubicBezTo>
                  <a:cubicBezTo>
                    <a:pt x="3072" y="1711"/>
                    <a:pt x="2977" y="1679"/>
                    <a:pt x="2914" y="1679"/>
                  </a:cubicBezTo>
                  <a:cubicBezTo>
                    <a:pt x="2090" y="1679"/>
                    <a:pt x="1425" y="2344"/>
                    <a:pt x="1425" y="3167"/>
                  </a:cubicBezTo>
                  <a:cubicBezTo>
                    <a:pt x="1425" y="3231"/>
                    <a:pt x="1425" y="3262"/>
                    <a:pt x="1457" y="3326"/>
                  </a:cubicBezTo>
                  <a:cubicBezTo>
                    <a:pt x="602" y="3706"/>
                    <a:pt x="0" y="4561"/>
                    <a:pt x="0" y="5542"/>
                  </a:cubicBezTo>
                  <a:cubicBezTo>
                    <a:pt x="0" y="6144"/>
                    <a:pt x="222" y="6683"/>
                    <a:pt x="570" y="7126"/>
                  </a:cubicBezTo>
                  <a:cubicBezTo>
                    <a:pt x="570" y="7221"/>
                    <a:pt x="538" y="7316"/>
                    <a:pt x="538" y="7411"/>
                  </a:cubicBezTo>
                  <a:cubicBezTo>
                    <a:pt x="538" y="8741"/>
                    <a:pt x="1615" y="9818"/>
                    <a:pt x="2945" y="9818"/>
                  </a:cubicBezTo>
                  <a:cubicBezTo>
                    <a:pt x="3262" y="9818"/>
                    <a:pt x="3547" y="9754"/>
                    <a:pt x="3800" y="9659"/>
                  </a:cubicBezTo>
                  <a:cubicBezTo>
                    <a:pt x="3895" y="10768"/>
                    <a:pt x="4814" y="11655"/>
                    <a:pt x="5954" y="11655"/>
                  </a:cubicBezTo>
                  <a:lnTo>
                    <a:pt x="6049" y="11655"/>
                  </a:lnTo>
                  <a:cubicBezTo>
                    <a:pt x="6461" y="12225"/>
                    <a:pt x="7094" y="12573"/>
                    <a:pt x="7822" y="12573"/>
                  </a:cubicBezTo>
                  <a:cubicBezTo>
                    <a:pt x="8234" y="12573"/>
                    <a:pt x="8646" y="12478"/>
                    <a:pt x="8962" y="12256"/>
                  </a:cubicBezTo>
                  <a:cubicBezTo>
                    <a:pt x="9089" y="12573"/>
                    <a:pt x="9247" y="12890"/>
                    <a:pt x="9501" y="13111"/>
                  </a:cubicBezTo>
                  <a:cubicBezTo>
                    <a:pt x="9849" y="13428"/>
                    <a:pt x="10293" y="13618"/>
                    <a:pt x="10799" y="13618"/>
                  </a:cubicBezTo>
                  <a:cubicBezTo>
                    <a:pt x="11148" y="14061"/>
                    <a:pt x="11686" y="14315"/>
                    <a:pt x="12319" y="14315"/>
                  </a:cubicBezTo>
                  <a:cubicBezTo>
                    <a:pt x="12604" y="14315"/>
                    <a:pt x="12858" y="14251"/>
                    <a:pt x="13111" y="14156"/>
                  </a:cubicBezTo>
                  <a:cubicBezTo>
                    <a:pt x="13364" y="14695"/>
                    <a:pt x="13618" y="15582"/>
                    <a:pt x="13459" y="16848"/>
                  </a:cubicBezTo>
                  <a:lnTo>
                    <a:pt x="14790" y="16975"/>
                  </a:lnTo>
                  <a:cubicBezTo>
                    <a:pt x="14790" y="16975"/>
                    <a:pt x="14853" y="15202"/>
                    <a:pt x="14631" y="13998"/>
                  </a:cubicBezTo>
                  <a:lnTo>
                    <a:pt x="14631" y="13998"/>
                  </a:lnTo>
                  <a:cubicBezTo>
                    <a:pt x="14790" y="14030"/>
                    <a:pt x="14948" y="14061"/>
                    <a:pt x="15106" y="14061"/>
                  </a:cubicBezTo>
                  <a:cubicBezTo>
                    <a:pt x="16183" y="14061"/>
                    <a:pt x="17070" y="13175"/>
                    <a:pt x="17070" y="12098"/>
                  </a:cubicBezTo>
                  <a:cubicBezTo>
                    <a:pt x="17070" y="11940"/>
                    <a:pt x="17038" y="11813"/>
                    <a:pt x="17006" y="11655"/>
                  </a:cubicBezTo>
                  <a:lnTo>
                    <a:pt x="17196" y="11655"/>
                  </a:lnTo>
                  <a:cubicBezTo>
                    <a:pt x="18273" y="11655"/>
                    <a:pt x="19160" y="10800"/>
                    <a:pt x="19160" y="9723"/>
                  </a:cubicBezTo>
                  <a:cubicBezTo>
                    <a:pt x="19160" y="9343"/>
                    <a:pt x="19065" y="9026"/>
                    <a:pt x="18875" y="8741"/>
                  </a:cubicBezTo>
                  <a:cubicBezTo>
                    <a:pt x="19065" y="8424"/>
                    <a:pt x="19160" y="8108"/>
                    <a:pt x="19160" y="7759"/>
                  </a:cubicBezTo>
                  <a:cubicBezTo>
                    <a:pt x="19160" y="7063"/>
                    <a:pt x="18812" y="6493"/>
                    <a:pt x="18305" y="6144"/>
                  </a:cubicBezTo>
                  <a:cubicBezTo>
                    <a:pt x="18178" y="5384"/>
                    <a:pt x="17608" y="4782"/>
                    <a:pt x="16880" y="4592"/>
                  </a:cubicBezTo>
                  <a:cubicBezTo>
                    <a:pt x="16911" y="4497"/>
                    <a:pt x="16911" y="4402"/>
                    <a:pt x="16911" y="4276"/>
                  </a:cubicBezTo>
                  <a:cubicBezTo>
                    <a:pt x="16911" y="3452"/>
                    <a:pt x="16405" y="2756"/>
                    <a:pt x="15676" y="2471"/>
                  </a:cubicBezTo>
                  <a:cubicBezTo>
                    <a:pt x="15486" y="2407"/>
                    <a:pt x="15328" y="2376"/>
                    <a:pt x="15138" y="2344"/>
                  </a:cubicBezTo>
                  <a:cubicBezTo>
                    <a:pt x="14853" y="1109"/>
                    <a:pt x="13744" y="190"/>
                    <a:pt x="12414" y="190"/>
                  </a:cubicBezTo>
                  <a:cubicBezTo>
                    <a:pt x="11686" y="190"/>
                    <a:pt x="11021" y="475"/>
                    <a:pt x="10546" y="919"/>
                  </a:cubicBezTo>
                  <a:cubicBezTo>
                    <a:pt x="10293" y="412"/>
                    <a:pt x="9786" y="64"/>
                    <a:pt x="9184" y="64"/>
                  </a:cubicBezTo>
                  <a:cubicBezTo>
                    <a:pt x="8741" y="64"/>
                    <a:pt x="8329" y="285"/>
                    <a:pt x="8044" y="634"/>
                  </a:cubicBezTo>
                  <a:cubicBezTo>
                    <a:pt x="7791" y="254"/>
                    <a:pt x="7347" y="0"/>
                    <a:pt x="687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17175" y="3792100"/>
              <a:ext cx="92650" cy="91875"/>
            </a:xfrm>
            <a:custGeom>
              <a:avLst/>
              <a:gdLst/>
              <a:ahLst/>
              <a:cxnLst/>
              <a:rect l="l" t="t" r="r" b="b"/>
              <a:pathLst>
                <a:path w="3706" h="3675" extrusionOk="0">
                  <a:moveTo>
                    <a:pt x="1837" y="1046"/>
                  </a:moveTo>
                  <a:cubicBezTo>
                    <a:pt x="2280" y="1046"/>
                    <a:pt x="2660" y="1394"/>
                    <a:pt x="2660" y="1837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45" y="2281"/>
                    <a:pt x="1045" y="1837"/>
                  </a:cubicBezTo>
                  <a:cubicBezTo>
                    <a:pt x="1045" y="1394"/>
                    <a:pt x="1394" y="1046"/>
                    <a:pt x="1837" y="1046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37"/>
                  </a:cubicBezTo>
                  <a:cubicBezTo>
                    <a:pt x="0" y="2851"/>
                    <a:pt x="824" y="3674"/>
                    <a:pt x="1837" y="3674"/>
                  </a:cubicBezTo>
                  <a:cubicBezTo>
                    <a:pt x="2882" y="3674"/>
                    <a:pt x="3706" y="2851"/>
                    <a:pt x="3706" y="1837"/>
                  </a:cubicBezTo>
                  <a:cubicBezTo>
                    <a:pt x="3706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55975" y="3779425"/>
              <a:ext cx="14275" cy="27750"/>
            </a:xfrm>
            <a:custGeom>
              <a:avLst/>
              <a:gdLst/>
              <a:ahLst/>
              <a:cxnLst/>
              <a:rect l="l" t="t" r="r" b="b"/>
              <a:pathLst>
                <a:path w="571" h="1110" extrusionOk="0">
                  <a:moveTo>
                    <a:pt x="0" y="1"/>
                  </a:moveTo>
                  <a:lnTo>
                    <a:pt x="0" y="1109"/>
                  </a:lnTo>
                  <a:lnTo>
                    <a:pt x="570" y="1109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27450" y="3783400"/>
              <a:ext cx="26150" cy="31700"/>
            </a:xfrm>
            <a:custGeom>
              <a:avLst/>
              <a:gdLst/>
              <a:ahLst/>
              <a:cxnLst/>
              <a:rect l="l" t="t" r="r" b="b"/>
              <a:pathLst>
                <a:path w="1046" h="1268" extrusionOk="0">
                  <a:moveTo>
                    <a:pt x="508" y="0"/>
                  </a:moveTo>
                  <a:lnTo>
                    <a:pt x="1" y="317"/>
                  </a:lnTo>
                  <a:lnTo>
                    <a:pt x="539" y="1267"/>
                  </a:lnTo>
                  <a:lnTo>
                    <a:pt x="1046" y="95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08450" y="38024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8" y="0"/>
                  </a:moveTo>
                  <a:lnTo>
                    <a:pt x="1" y="539"/>
                  </a:lnTo>
                  <a:lnTo>
                    <a:pt x="951" y="1077"/>
                  </a:lnTo>
                  <a:lnTo>
                    <a:pt x="1268" y="57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04500" y="38309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1" y="0"/>
                  </a:moveTo>
                  <a:lnTo>
                    <a:pt x="1" y="602"/>
                  </a:lnTo>
                  <a:lnTo>
                    <a:pt x="1109" y="602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08450" y="38475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51" y="0"/>
                  </a:moveTo>
                  <a:lnTo>
                    <a:pt x="1" y="539"/>
                  </a:lnTo>
                  <a:lnTo>
                    <a:pt x="318" y="1077"/>
                  </a:lnTo>
                  <a:lnTo>
                    <a:pt x="1268" y="507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27450" y="3860975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1" y="1"/>
                  </a:moveTo>
                  <a:lnTo>
                    <a:pt x="1" y="983"/>
                  </a:lnTo>
                  <a:lnTo>
                    <a:pt x="539" y="1268"/>
                  </a:lnTo>
                  <a:lnTo>
                    <a:pt x="1078" y="318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55975" y="3868900"/>
              <a:ext cx="15050" cy="27725"/>
            </a:xfrm>
            <a:custGeom>
              <a:avLst/>
              <a:gdLst/>
              <a:ahLst/>
              <a:cxnLst/>
              <a:rect l="l" t="t" r="r" b="b"/>
              <a:pathLst>
                <a:path w="602" h="1109" extrusionOk="0">
                  <a:moveTo>
                    <a:pt x="0" y="1"/>
                  </a:moveTo>
                  <a:lnTo>
                    <a:pt x="0" y="1109"/>
                  </a:lnTo>
                  <a:lnTo>
                    <a:pt x="602" y="1109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2600" y="3861775"/>
              <a:ext cx="26925" cy="30900"/>
            </a:xfrm>
            <a:custGeom>
              <a:avLst/>
              <a:gdLst/>
              <a:ahLst/>
              <a:cxnLst/>
              <a:rect l="l" t="t" r="r" b="b"/>
              <a:pathLst>
                <a:path w="1077" h="1236" extrusionOk="0">
                  <a:moveTo>
                    <a:pt x="507" y="0"/>
                  </a:moveTo>
                  <a:lnTo>
                    <a:pt x="0" y="286"/>
                  </a:lnTo>
                  <a:lnTo>
                    <a:pt x="570" y="1236"/>
                  </a:lnTo>
                  <a:lnTo>
                    <a:pt x="1077" y="95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86050" y="38467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7" y="1"/>
                  </a:moveTo>
                  <a:lnTo>
                    <a:pt x="0" y="507"/>
                  </a:lnTo>
                  <a:lnTo>
                    <a:pt x="982" y="1078"/>
                  </a:lnTo>
                  <a:lnTo>
                    <a:pt x="1267" y="57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93975" y="3830900"/>
              <a:ext cx="27725" cy="14275"/>
            </a:xfrm>
            <a:custGeom>
              <a:avLst/>
              <a:gdLst/>
              <a:ahLst/>
              <a:cxnLst/>
              <a:rect l="l" t="t" r="r" b="b"/>
              <a:pathLst>
                <a:path w="1109" h="571" extrusionOk="0">
                  <a:moveTo>
                    <a:pt x="0" y="0"/>
                  </a:moveTo>
                  <a:lnTo>
                    <a:pt x="0" y="570"/>
                  </a:lnTo>
                  <a:lnTo>
                    <a:pt x="1109" y="570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86050" y="38016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82" y="1"/>
                  </a:moveTo>
                  <a:lnTo>
                    <a:pt x="0" y="571"/>
                  </a:lnTo>
                  <a:lnTo>
                    <a:pt x="317" y="1077"/>
                  </a:lnTo>
                  <a:lnTo>
                    <a:pt x="1267" y="53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1800" y="3783400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0" y="0"/>
                  </a:moveTo>
                  <a:lnTo>
                    <a:pt x="0" y="950"/>
                  </a:lnTo>
                  <a:lnTo>
                    <a:pt x="539" y="1267"/>
                  </a:lnTo>
                  <a:lnTo>
                    <a:pt x="1077" y="317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6069975" y="3868900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697"/>
                  </a:moveTo>
                  <a:cubicBezTo>
                    <a:pt x="1552" y="697"/>
                    <a:pt x="1805" y="951"/>
                    <a:pt x="1805" y="1236"/>
                  </a:cubicBezTo>
                  <a:cubicBezTo>
                    <a:pt x="1805" y="1552"/>
                    <a:pt x="1552" y="1806"/>
                    <a:pt x="1267" y="1806"/>
                  </a:cubicBezTo>
                  <a:cubicBezTo>
                    <a:pt x="950" y="1806"/>
                    <a:pt x="697" y="1552"/>
                    <a:pt x="697" y="1236"/>
                  </a:cubicBezTo>
                  <a:cubicBezTo>
                    <a:pt x="697" y="951"/>
                    <a:pt x="950" y="697"/>
                    <a:pt x="1267" y="697"/>
                  </a:cubicBezTo>
                  <a:close/>
                  <a:moveTo>
                    <a:pt x="1267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2"/>
                    <a:pt x="570" y="2502"/>
                    <a:pt x="1267" y="2502"/>
                  </a:cubicBezTo>
                  <a:cubicBezTo>
                    <a:pt x="1964" y="2502"/>
                    <a:pt x="2502" y="1932"/>
                    <a:pt x="2502" y="1236"/>
                  </a:cubicBezTo>
                  <a:cubicBezTo>
                    <a:pt x="2502" y="571"/>
                    <a:pt x="1964" y="1"/>
                    <a:pt x="12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6096100" y="3860200"/>
              <a:ext cx="10325" cy="19025"/>
            </a:xfrm>
            <a:custGeom>
              <a:avLst/>
              <a:gdLst/>
              <a:ahLst/>
              <a:cxnLst/>
              <a:rect l="l" t="t" r="r" b="b"/>
              <a:pathLst>
                <a:path w="413" h="761" extrusionOk="0">
                  <a:moveTo>
                    <a:pt x="0" y="0"/>
                  </a:moveTo>
                  <a:lnTo>
                    <a:pt x="0" y="760"/>
                  </a:lnTo>
                  <a:lnTo>
                    <a:pt x="412" y="76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6077100" y="3863350"/>
              <a:ext cx="18225" cy="20625"/>
            </a:xfrm>
            <a:custGeom>
              <a:avLst/>
              <a:gdLst/>
              <a:ahLst/>
              <a:cxnLst/>
              <a:rect l="l" t="t" r="r" b="b"/>
              <a:pathLst>
                <a:path w="729" h="825" extrusionOk="0">
                  <a:moveTo>
                    <a:pt x="349" y="1"/>
                  </a:moveTo>
                  <a:lnTo>
                    <a:pt x="0" y="191"/>
                  </a:lnTo>
                  <a:lnTo>
                    <a:pt x="380" y="824"/>
                  </a:lnTo>
                  <a:lnTo>
                    <a:pt x="729" y="634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6064425" y="3876025"/>
              <a:ext cx="21400" cy="18225"/>
            </a:xfrm>
            <a:custGeom>
              <a:avLst/>
              <a:gdLst/>
              <a:ahLst/>
              <a:cxnLst/>
              <a:rect l="l" t="t" r="r" b="b"/>
              <a:pathLst>
                <a:path w="856" h="729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606127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0" y="1"/>
                  </a:moveTo>
                  <a:lnTo>
                    <a:pt x="0" y="412"/>
                  </a:lnTo>
                  <a:lnTo>
                    <a:pt x="760" y="41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606442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666" y="1"/>
                  </a:moveTo>
                  <a:lnTo>
                    <a:pt x="1" y="381"/>
                  </a:lnTo>
                  <a:lnTo>
                    <a:pt x="222" y="729"/>
                  </a:lnTo>
                  <a:lnTo>
                    <a:pt x="856" y="3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6077100" y="3915600"/>
              <a:ext cx="18225" cy="21425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380" y="1"/>
                  </a:moveTo>
                  <a:lnTo>
                    <a:pt x="0" y="666"/>
                  </a:lnTo>
                  <a:lnTo>
                    <a:pt x="349" y="856"/>
                  </a:lnTo>
                  <a:lnTo>
                    <a:pt x="729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6096900" y="3921150"/>
              <a:ext cx="9525" cy="19025"/>
            </a:xfrm>
            <a:custGeom>
              <a:avLst/>
              <a:gdLst/>
              <a:ahLst/>
              <a:cxnLst/>
              <a:rect l="l" t="t" r="r" b="b"/>
              <a:pathLst>
                <a:path w="38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380" y="76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6107175" y="3915600"/>
              <a:ext cx="18250" cy="21425"/>
            </a:xfrm>
            <a:custGeom>
              <a:avLst/>
              <a:gdLst/>
              <a:ahLst/>
              <a:cxnLst/>
              <a:rect l="l" t="t" r="r" b="b"/>
              <a:pathLst>
                <a:path w="730" h="857" extrusionOk="0">
                  <a:moveTo>
                    <a:pt x="349" y="1"/>
                  </a:moveTo>
                  <a:lnTo>
                    <a:pt x="1" y="223"/>
                  </a:lnTo>
                  <a:lnTo>
                    <a:pt x="381" y="856"/>
                  </a:lnTo>
                  <a:lnTo>
                    <a:pt x="729" y="666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611747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612222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1" y="1"/>
                  </a:moveTo>
                  <a:lnTo>
                    <a:pt x="1" y="412"/>
                  </a:lnTo>
                  <a:lnTo>
                    <a:pt x="761" y="412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6116675" y="3876025"/>
              <a:ext cx="21400" cy="17450"/>
            </a:xfrm>
            <a:custGeom>
              <a:avLst/>
              <a:gdLst/>
              <a:ahLst/>
              <a:cxnLst/>
              <a:rect l="l" t="t" r="r" b="b"/>
              <a:pathLst>
                <a:path w="856" h="698" extrusionOk="0">
                  <a:moveTo>
                    <a:pt x="666" y="1"/>
                  </a:moveTo>
                  <a:lnTo>
                    <a:pt x="1" y="349"/>
                  </a:lnTo>
                  <a:lnTo>
                    <a:pt x="223" y="697"/>
                  </a:lnTo>
                  <a:lnTo>
                    <a:pt x="856" y="34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6107175" y="3862575"/>
              <a:ext cx="18250" cy="21400"/>
            </a:xfrm>
            <a:custGeom>
              <a:avLst/>
              <a:gdLst/>
              <a:ahLst/>
              <a:cxnLst/>
              <a:rect l="l" t="t" r="r" b="b"/>
              <a:pathLst>
                <a:path w="730" h="856" extrusionOk="0">
                  <a:moveTo>
                    <a:pt x="381" y="0"/>
                  </a:moveTo>
                  <a:lnTo>
                    <a:pt x="1" y="665"/>
                  </a:lnTo>
                  <a:lnTo>
                    <a:pt x="349" y="855"/>
                  </a:lnTo>
                  <a:lnTo>
                    <a:pt x="729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3375" y="3924325"/>
              <a:ext cx="50700" cy="51475"/>
            </a:xfrm>
            <a:custGeom>
              <a:avLst/>
              <a:gdLst/>
              <a:ahLst/>
              <a:cxnLst/>
              <a:rect l="l" t="t" r="r" b="b"/>
              <a:pathLst>
                <a:path w="2028" h="2059" extrusionOk="0">
                  <a:moveTo>
                    <a:pt x="1014" y="570"/>
                  </a:moveTo>
                  <a:cubicBezTo>
                    <a:pt x="1267" y="570"/>
                    <a:pt x="1458" y="792"/>
                    <a:pt x="1458" y="1014"/>
                  </a:cubicBezTo>
                  <a:cubicBezTo>
                    <a:pt x="1458" y="1267"/>
                    <a:pt x="1267" y="1489"/>
                    <a:pt x="1014" y="1489"/>
                  </a:cubicBezTo>
                  <a:cubicBezTo>
                    <a:pt x="761" y="1489"/>
                    <a:pt x="571" y="1267"/>
                    <a:pt x="571" y="1014"/>
                  </a:cubicBezTo>
                  <a:cubicBezTo>
                    <a:pt x="571" y="792"/>
                    <a:pt x="761" y="570"/>
                    <a:pt x="1014" y="570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14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28" y="1584"/>
                    <a:pt x="2028" y="1014"/>
                  </a:cubicBezTo>
                  <a:cubicBezTo>
                    <a:pt x="2028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94750" y="3917975"/>
              <a:ext cx="7950" cy="15075"/>
            </a:xfrm>
            <a:custGeom>
              <a:avLst/>
              <a:gdLst/>
              <a:ahLst/>
              <a:cxnLst/>
              <a:rect l="l" t="t" r="r" b="b"/>
              <a:pathLst>
                <a:path w="318" h="603" extrusionOk="0">
                  <a:moveTo>
                    <a:pt x="1" y="1"/>
                  </a:moveTo>
                  <a:lnTo>
                    <a:pt x="1" y="603"/>
                  </a:lnTo>
                  <a:lnTo>
                    <a:pt x="317" y="60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8925" y="3920350"/>
              <a:ext cx="15075" cy="17450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5" y="1"/>
                  </a:moveTo>
                  <a:lnTo>
                    <a:pt x="0" y="159"/>
                  </a:lnTo>
                  <a:lnTo>
                    <a:pt x="317" y="698"/>
                  </a:lnTo>
                  <a:lnTo>
                    <a:pt x="602" y="508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6862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159" y="0"/>
                  </a:moveTo>
                  <a:lnTo>
                    <a:pt x="1" y="285"/>
                  </a:lnTo>
                  <a:lnTo>
                    <a:pt x="539" y="602"/>
                  </a:lnTo>
                  <a:lnTo>
                    <a:pt x="697" y="31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66250" y="3945700"/>
              <a:ext cx="15875" cy="8725"/>
            </a:xfrm>
            <a:custGeom>
              <a:avLst/>
              <a:gdLst/>
              <a:ahLst/>
              <a:cxnLst/>
              <a:rect l="l" t="t" r="r" b="b"/>
              <a:pathLst>
                <a:path w="635" h="349" extrusionOk="0">
                  <a:moveTo>
                    <a:pt x="1" y="0"/>
                  </a:moveTo>
                  <a:lnTo>
                    <a:pt x="1" y="349"/>
                  </a:lnTo>
                  <a:lnTo>
                    <a:pt x="634" y="34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68625" y="3955200"/>
              <a:ext cx="17450" cy="15075"/>
            </a:xfrm>
            <a:custGeom>
              <a:avLst/>
              <a:gdLst/>
              <a:ahLst/>
              <a:cxnLst/>
              <a:rect l="l" t="t" r="r" b="b"/>
              <a:pathLst>
                <a:path w="698" h="603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7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8925" y="3963125"/>
              <a:ext cx="15075" cy="17425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lnTo>
                    <a:pt x="0" y="507"/>
                  </a:lnTo>
                  <a:lnTo>
                    <a:pt x="285" y="697"/>
                  </a:lnTo>
                  <a:lnTo>
                    <a:pt x="602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0"/>
            <p:cNvSpPr/>
            <p:nvPr/>
          </p:nvSpPr>
          <p:spPr>
            <a:xfrm>
              <a:off x="5994750" y="3967075"/>
              <a:ext cx="8750" cy="15075"/>
            </a:xfrm>
            <a:custGeom>
              <a:avLst/>
              <a:gdLst/>
              <a:ahLst/>
              <a:cxnLst/>
              <a:rect l="l" t="t" r="r" b="b"/>
              <a:pathLst>
                <a:path w="350" h="603" extrusionOk="0">
                  <a:moveTo>
                    <a:pt x="1" y="0"/>
                  </a:moveTo>
                  <a:lnTo>
                    <a:pt x="1" y="602"/>
                  </a:lnTo>
                  <a:lnTo>
                    <a:pt x="349" y="60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0"/>
            <p:cNvSpPr/>
            <p:nvPr/>
          </p:nvSpPr>
          <p:spPr>
            <a:xfrm>
              <a:off x="6004250" y="3962325"/>
              <a:ext cx="14275" cy="17450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0"/>
                  </a:moveTo>
                  <a:lnTo>
                    <a:pt x="1" y="159"/>
                  </a:lnTo>
                  <a:lnTo>
                    <a:pt x="286" y="697"/>
                  </a:lnTo>
                  <a:lnTo>
                    <a:pt x="571" y="53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0"/>
            <p:cNvSpPr/>
            <p:nvPr/>
          </p:nvSpPr>
          <p:spPr>
            <a:xfrm>
              <a:off x="6012175" y="3954400"/>
              <a:ext cx="16650" cy="15075"/>
            </a:xfrm>
            <a:custGeom>
              <a:avLst/>
              <a:gdLst/>
              <a:ahLst/>
              <a:cxnLst/>
              <a:rect l="l" t="t" r="r" b="b"/>
              <a:pathLst>
                <a:path w="666" h="603" extrusionOk="0">
                  <a:moveTo>
                    <a:pt x="159" y="1"/>
                  </a:moveTo>
                  <a:lnTo>
                    <a:pt x="1" y="286"/>
                  </a:lnTo>
                  <a:lnTo>
                    <a:pt x="507" y="602"/>
                  </a:lnTo>
                  <a:lnTo>
                    <a:pt x="666" y="31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0"/>
            <p:cNvSpPr/>
            <p:nvPr/>
          </p:nvSpPr>
          <p:spPr>
            <a:xfrm>
              <a:off x="6016125" y="3945700"/>
              <a:ext cx="15075" cy="7950"/>
            </a:xfrm>
            <a:custGeom>
              <a:avLst/>
              <a:gdLst/>
              <a:ahLst/>
              <a:cxnLst/>
              <a:rect l="l" t="t" r="r" b="b"/>
              <a:pathLst>
                <a:path w="603" h="318" extrusionOk="0">
                  <a:moveTo>
                    <a:pt x="1" y="0"/>
                  </a:moveTo>
                  <a:lnTo>
                    <a:pt x="1" y="317"/>
                  </a:lnTo>
                  <a:lnTo>
                    <a:pt x="603" y="317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0"/>
            <p:cNvSpPr/>
            <p:nvPr/>
          </p:nvSpPr>
          <p:spPr>
            <a:xfrm>
              <a:off x="601137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8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0"/>
            <p:cNvSpPr/>
            <p:nvPr/>
          </p:nvSpPr>
          <p:spPr>
            <a:xfrm>
              <a:off x="6003475" y="3919575"/>
              <a:ext cx="15050" cy="17450"/>
            </a:xfrm>
            <a:custGeom>
              <a:avLst/>
              <a:gdLst/>
              <a:ahLst/>
              <a:cxnLst/>
              <a:rect l="l" t="t" r="r" b="b"/>
              <a:pathLst>
                <a:path w="602" h="698" extrusionOk="0">
                  <a:moveTo>
                    <a:pt x="317" y="0"/>
                  </a:moveTo>
                  <a:lnTo>
                    <a:pt x="0" y="539"/>
                  </a:lnTo>
                  <a:lnTo>
                    <a:pt x="285" y="697"/>
                  </a:lnTo>
                  <a:lnTo>
                    <a:pt x="602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0"/>
            <p:cNvSpPr/>
            <p:nvPr/>
          </p:nvSpPr>
          <p:spPr>
            <a:xfrm>
              <a:off x="5999500" y="3787350"/>
              <a:ext cx="241500" cy="362625"/>
            </a:xfrm>
            <a:custGeom>
              <a:avLst/>
              <a:gdLst/>
              <a:ahLst/>
              <a:cxnLst/>
              <a:rect l="l" t="t" r="r" b="b"/>
              <a:pathLst>
                <a:path w="9660" h="14505" extrusionOk="0">
                  <a:moveTo>
                    <a:pt x="6145" y="1"/>
                  </a:moveTo>
                  <a:lnTo>
                    <a:pt x="6145" y="1"/>
                  </a:lnTo>
                  <a:cubicBezTo>
                    <a:pt x="6303" y="381"/>
                    <a:pt x="6398" y="761"/>
                    <a:pt x="6461" y="1172"/>
                  </a:cubicBezTo>
                  <a:cubicBezTo>
                    <a:pt x="6715" y="2819"/>
                    <a:pt x="6430" y="4593"/>
                    <a:pt x="5416" y="5891"/>
                  </a:cubicBezTo>
                  <a:cubicBezTo>
                    <a:pt x="3928" y="7791"/>
                    <a:pt x="1046" y="8520"/>
                    <a:pt x="1" y="10641"/>
                  </a:cubicBezTo>
                  <a:cubicBezTo>
                    <a:pt x="349" y="10958"/>
                    <a:pt x="793" y="11148"/>
                    <a:pt x="1299" y="11148"/>
                  </a:cubicBezTo>
                  <a:cubicBezTo>
                    <a:pt x="1648" y="11591"/>
                    <a:pt x="2186" y="11845"/>
                    <a:pt x="2819" y="11845"/>
                  </a:cubicBezTo>
                  <a:cubicBezTo>
                    <a:pt x="3104" y="11845"/>
                    <a:pt x="3358" y="11781"/>
                    <a:pt x="3611" y="11686"/>
                  </a:cubicBezTo>
                  <a:cubicBezTo>
                    <a:pt x="3864" y="12225"/>
                    <a:pt x="4118" y="13112"/>
                    <a:pt x="3959" y="14378"/>
                  </a:cubicBezTo>
                  <a:lnTo>
                    <a:pt x="5290" y="14505"/>
                  </a:lnTo>
                  <a:cubicBezTo>
                    <a:pt x="5290" y="14505"/>
                    <a:pt x="5353" y="12732"/>
                    <a:pt x="5131" y="11528"/>
                  </a:cubicBezTo>
                  <a:lnTo>
                    <a:pt x="5131" y="11528"/>
                  </a:lnTo>
                  <a:cubicBezTo>
                    <a:pt x="5290" y="11560"/>
                    <a:pt x="5448" y="11591"/>
                    <a:pt x="5606" y="11591"/>
                  </a:cubicBezTo>
                  <a:cubicBezTo>
                    <a:pt x="6683" y="11591"/>
                    <a:pt x="7570" y="10705"/>
                    <a:pt x="7570" y="9628"/>
                  </a:cubicBezTo>
                  <a:cubicBezTo>
                    <a:pt x="7570" y="9470"/>
                    <a:pt x="7538" y="9343"/>
                    <a:pt x="7506" y="9185"/>
                  </a:cubicBezTo>
                  <a:lnTo>
                    <a:pt x="7696" y="9185"/>
                  </a:lnTo>
                  <a:cubicBezTo>
                    <a:pt x="8773" y="9185"/>
                    <a:pt x="9660" y="8330"/>
                    <a:pt x="9660" y="7253"/>
                  </a:cubicBezTo>
                  <a:cubicBezTo>
                    <a:pt x="9660" y="6873"/>
                    <a:pt x="9565" y="6556"/>
                    <a:pt x="9375" y="6271"/>
                  </a:cubicBezTo>
                  <a:cubicBezTo>
                    <a:pt x="9565" y="5954"/>
                    <a:pt x="9660" y="5638"/>
                    <a:pt x="9660" y="5258"/>
                  </a:cubicBezTo>
                  <a:cubicBezTo>
                    <a:pt x="9660" y="4593"/>
                    <a:pt x="9312" y="3991"/>
                    <a:pt x="8805" y="3643"/>
                  </a:cubicBezTo>
                  <a:cubicBezTo>
                    <a:pt x="8678" y="2914"/>
                    <a:pt x="8108" y="2312"/>
                    <a:pt x="7380" y="2122"/>
                  </a:cubicBezTo>
                  <a:cubicBezTo>
                    <a:pt x="7411" y="2027"/>
                    <a:pt x="7411" y="1901"/>
                    <a:pt x="7411" y="1806"/>
                  </a:cubicBezTo>
                  <a:cubicBezTo>
                    <a:pt x="7411" y="982"/>
                    <a:pt x="6905" y="286"/>
                    <a:pt x="614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0"/>
            <p:cNvSpPr/>
            <p:nvPr/>
          </p:nvSpPr>
          <p:spPr>
            <a:xfrm>
              <a:off x="4247425" y="2196000"/>
              <a:ext cx="453675" cy="335700"/>
            </a:xfrm>
            <a:custGeom>
              <a:avLst/>
              <a:gdLst/>
              <a:ahLst/>
              <a:cxnLst/>
              <a:rect l="l" t="t" r="r" b="b"/>
              <a:pathLst>
                <a:path w="18147" h="13428" extrusionOk="0">
                  <a:moveTo>
                    <a:pt x="0" y="0"/>
                  </a:moveTo>
                  <a:lnTo>
                    <a:pt x="0" y="12636"/>
                  </a:lnTo>
                  <a:lnTo>
                    <a:pt x="8202" y="12636"/>
                  </a:lnTo>
                  <a:cubicBezTo>
                    <a:pt x="8202" y="13079"/>
                    <a:pt x="8551" y="13428"/>
                    <a:pt x="8994" y="13428"/>
                  </a:cubicBezTo>
                  <a:lnTo>
                    <a:pt x="9153" y="13428"/>
                  </a:lnTo>
                  <a:cubicBezTo>
                    <a:pt x="9596" y="13428"/>
                    <a:pt x="9944" y="13079"/>
                    <a:pt x="9944" y="12636"/>
                  </a:cubicBezTo>
                  <a:lnTo>
                    <a:pt x="18147" y="12636"/>
                  </a:lnTo>
                  <a:lnTo>
                    <a:pt x="1814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0"/>
            <p:cNvSpPr/>
            <p:nvPr/>
          </p:nvSpPr>
          <p:spPr>
            <a:xfrm>
              <a:off x="4267200" y="2173775"/>
              <a:ext cx="209050" cy="334175"/>
            </a:xfrm>
            <a:custGeom>
              <a:avLst/>
              <a:gdLst/>
              <a:ahLst/>
              <a:cxnLst/>
              <a:rect l="l" t="t" r="r" b="b"/>
              <a:pathLst>
                <a:path w="8362" h="13367" extrusionOk="0">
                  <a:moveTo>
                    <a:pt x="990" y="0"/>
                  </a:moveTo>
                  <a:cubicBezTo>
                    <a:pt x="921" y="0"/>
                    <a:pt x="855" y="1"/>
                    <a:pt x="793" y="2"/>
                  </a:cubicBezTo>
                  <a:cubicBezTo>
                    <a:pt x="318" y="34"/>
                    <a:pt x="33" y="66"/>
                    <a:pt x="33" y="66"/>
                  </a:cubicBezTo>
                  <a:lnTo>
                    <a:pt x="1" y="11277"/>
                  </a:lnTo>
                  <a:cubicBezTo>
                    <a:pt x="376" y="11246"/>
                    <a:pt x="743" y="11232"/>
                    <a:pt x="1100" y="11232"/>
                  </a:cubicBezTo>
                  <a:cubicBezTo>
                    <a:pt x="5169" y="11232"/>
                    <a:pt x="7980" y="13073"/>
                    <a:pt x="8330" y="13335"/>
                  </a:cubicBezTo>
                  <a:cubicBezTo>
                    <a:pt x="8362" y="13335"/>
                    <a:pt x="8362" y="13335"/>
                    <a:pt x="8362" y="13367"/>
                  </a:cubicBezTo>
                  <a:lnTo>
                    <a:pt x="8362" y="13335"/>
                  </a:lnTo>
                  <a:lnTo>
                    <a:pt x="8267" y="12227"/>
                  </a:lnTo>
                  <a:lnTo>
                    <a:pt x="7570" y="3264"/>
                  </a:lnTo>
                  <a:lnTo>
                    <a:pt x="7570" y="3169"/>
                  </a:lnTo>
                  <a:cubicBezTo>
                    <a:pt x="7411" y="2979"/>
                    <a:pt x="7221" y="2758"/>
                    <a:pt x="7063" y="2599"/>
                  </a:cubicBezTo>
                  <a:cubicBezTo>
                    <a:pt x="4983" y="338"/>
                    <a:pt x="2358" y="0"/>
                    <a:pt x="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4287000" y="2151850"/>
              <a:ext cx="189250" cy="356100"/>
            </a:xfrm>
            <a:custGeom>
              <a:avLst/>
              <a:gdLst/>
              <a:ahLst/>
              <a:cxnLst/>
              <a:rect l="l" t="t" r="r" b="b"/>
              <a:pathLst>
                <a:path w="7570" h="14244" extrusionOk="0">
                  <a:moveTo>
                    <a:pt x="916" y="1"/>
                  </a:moveTo>
                  <a:cubicBezTo>
                    <a:pt x="349" y="1"/>
                    <a:pt x="1" y="56"/>
                    <a:pt x="1" y="56"/>
                  </a:cubicBezTo>
                  <a:lnTo>
                    <a:pt x="1" y="11172"/>
                  </a:lnTo>
                  <a:cubicBezTo>
                    <a:pt x="278" y="11149"/>
                    <a:pt x="549" y="11138"/>
                    <a:pt x="812" y="11138"/>
                  </a:cubicBezTo>
                  <a:cubicBezTo>
                    <a:pt x="4869" y="11138"/>
                    <a:pt x="7181" y="13734"/>
                    <a:pt x="7538" y="14180"/>
                  </a:cubicBezTo>
                  <a:cubicBezTo>
                    <a:pt x="7570" y="14212"/>
                    <a:pt x="7570" y="14212"/>
                    <a:pt x="7570" y="14244"/>
                  </a:cubicBezTo>
                  <a:lnTo>
                    <a:pt x="7570" y="3160"/>
                  </a:lnTo>
                  <a:cubicBezTo>
                    <a:pt x="5413" y="383"/>
                    <a:pt x="2408" y="1"/>
                    <a:pt x="91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4309175" y="219915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91"/>
                    <a:pt x="95" y="191"/>
                  </a:cubicBezTo>
                  <a:cubicBezTo>
                    <a:pt x="127" y="191"/>
                    <a:pt x="4339" y="444"/>
                    <a:pt x="5827" y="2218"/>
                  </a:cubicBezTo>
                  <a:cubicBezTo>
                    <a:pt x="5827" y="2249"/>
                    <a:pt x="5859" y="2249"/>
                    <a:pt x="5891" y="2249"/>
                  </a:cubicBezTo>
                  <a:cubicBezTo>
                    <a:pt x="5891" y="2249"/>
                    <a:pt x="5922" y="2249"/>
                    <a:pt x="5954" y="2218"/>
                  </a:cubicBezTo>
                  <a:cubicBezTo>
                    <a:pt x="5986" y="2186"/>
                    <a:pt x="5986" y="2123"/>
                    <a:pt x="5954" y="2091"/>
                  </a:cubicBezTo>
                  <a:cubicBezTo>
                    <a:pt x="5321" y="1331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4309175" y="2235575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59"/>
                    <a:pt x="95" y="159"/>
                  </a:cubicBezTo>
                  <a:cubicBezTo>
                    <a:pt x="127" y="159"/>
                    <a:pt x="4339" y="412"/>
                    <a:pt x="5827" y="2217"/>
                  </a:cubicBezTo>
                  <a:cubicBezTo>
                    <a:pt x="5827" y="2217"/>
                    <a:pt x="5859" y="2249"/>
                    <a:pt x="5891" y="2249"/>
                  </a:cubicBezTo>
                  <a:cubicBezTo>
                    <a:pt x="5891" y="2249"/>
                    <a:pt x="5922" y="2217"/>
                    <a:pt x="5954" y="2217"/>
                  </a:cubicBezTo>
                  <a:cubicBezTo>
                    <a:pt x="5986" y="2186"/>
                    <a:pt x="5986" y="2122"/>
                    <a:pt x="5954" y="2091"/>
                  </a:cubicBezTo>
                  <a:cubicBezTo>
                    <a:pt x="5321" y="1299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4312350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3" y="159"/>
                  </a:cubicBezTo>
                  <a:cubicBezTo>
                    <a:pt x="127" y="159"/>
                    <a:pt x="4339" y="412"/>
                    <a:pt x="5795" y="2186"/>
                  </a:cubicBezTo>
                  <a:cubicBezTo>
                    <a:pt x="5827" y="2218"/>
                    <a:pt x="5859" y="2218"/>
                    <a:pt x="5859" y="2218"/>
                  </a:cubicBezTo>
                  <a:lnTo>
                    <a:pt x="5922" y="2218"/>
                  </a:lnTo>
                  <a:cubicBezTo>
                    <a:pt x="5954" y="2186"/>
                    <a:pt x="5985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4311550" y="231157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186"/>
                  </a:cubicBezTo>
                  <a:cubicBezTo>
                    <a:pt x="5827" y="2218"/>
                    <a:pt x="5859" y="2218"/>
                    <a:pt x="5891" y="2218"/>
                  </a:cubicBezTo>
                  <a:cubicBezTo>
                    <a:pt x="5891" y="2218"/>
                    <a:pt x="5922" y="2218"/>
                    <a:pt x="5922" y="2186"/>
                  </a:cubicBezTo>
                  <a:cubicBezTo>
                    <a:pt x="5954" y="2154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17"/>
                  </a:cubicBezTo>
                  <a:cubicBezTo>
                    <a:pt x="1172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4311550" y="234720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cubicBezTo>
                    <a:pt x="0" y="128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218"/>
                  </a:cubicBezTo>
                  <a:cubicBezTo>
                    <a:pt x="5827" y="2218"/>
                    <a:pt x="5859" y="2249"/>
                    <a:pt x="5891" y="2249"/>
                  </a:cubicBezTo>
                  <a:cubicBezTo>
                    <a:pt x="5891" y="2249"/>
                    <a:pt x="5922" y="2218"/>
                    <a:pt x="5922" y="2218"/>
                  </a:cubicBezTo>
                  <a:cubicBezTo>
                    <a:pt x="5954" y="2186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4476225" y="2173825"/>
              <a:ext cx="209825" cy="334125"/>
            </a:xfrm>
            <a:custGeom>
              <a:avLst/>
              <a:gdLst/>
              <a:ahLst/>
              <a:cxnLst/>
              <a:rect l="l" t="t" r="r" b="b"/>
              <a:pathLst>
                <a:path w="8393" h="13365" extrusionOk="0">
                  <a:moveTo>
                    <a:pt x="7601" y="0"/>
                  </a:moveTo>
                  <a:cubicBezTo>
                    <a:pt x="7158" y="0"/>
                    <a:pt x="6556" y="32"/>
                    <a:pt x="5859" y="127"/>
                  </a:cubicBezTo>
                  <a:cubicBezTo>
                    <a:pt x="4498" y="380"/>
                    <a:pt x="2787" y="1014"/>
                    <a:pt x="1331" y="2566"/>
                  </a:cubicBezTo>
                  <a:cubicBezTo>
                    <a:pt x="1141" y="2756"/>
                    <a:pt x="982" y="2977"/>
                    <a:pt x="824" y="3167"/>
                  </a:cubicBezTo>
                  <a:lnTo>
                    <a:pt x="824" y="3262"/>
                  </a:lnTo>
                  <a:lnTo>
                    <a:pt x="159" y="11465"/>
                  </a:lnTo>
                  <a:lnTo>
                    <a:pt x="1" y="13365"/>
                  </a:lnTo>
                  <a:lnTo>
                    <a:pt x="32" y="13333"/>
                  </a:lnTo>
                  <a:cubicBezTo>
                    <a:pt x="149" y="13245"/>
                    <a:pt x="3031" y="11233"/>
                    <a:pt x="7323" y="11233"/>
                  </a:cubicBezTo>
                  <a:cubicBezTo>
                    <a:pt x="7671" y="11233"/>
                    <a:pt x="8028" y="11246"/>
                    <a:pt x="8393" y="11275"/>
                  </a:cubicBezTo>
                  <a:lnTo>
                    <a:pt x="8329" y="64"/>
                  </a:lnTo>
                  <a:cubicBezTo>
                    <a:pt x="8329" y="64"/>
                    <a:pt x="8076" y="0"/>
                    <a:pt x="760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4476225" y="2151825"/>
              <a:ext cx="190050" cy="356125"/>
            </a:xfrm>
            <a:custGeom>
              <a:avLst/>
              <a:gdLst/>
              <a:ahLst/>
              <a:cxnLst/>
              <a:rect l="l" t="t" r="r" b="b"/>
              <a:pathLst>
                <a:path w="7602" h="14245" extrusionOk="0">
                  <a:moveTo>
                    <a:pt x="6686" y="1"/>
                  </a:moveTo>
                  <a:cubicBezTo>
                    <a:pt x="6405" y="1"/>
                    <a:pt x="6070" y="15"/>
                    <a:pt x="5701" y="57"/>
                  </a:cubicBezTo>
                  <a:cubicBezTo>
                    <a:pt x="4086" y="215"/>
                    <a:pt x="1774" y="912"/>
                    <a:pt x="1" y="3161"/>
                  </a:cubicBezTo>
                  <a:lnTo>
                    <a:pt x="1" y="5187"/>
                  </a:lnTo>
                  <a:lnTo>
                    <a:pt x="1" y="12756"/>
                  </a:lnTo>
                  <a:lnTo>
                    <a:pt x="1" y="14213"/>
                  </a:lnTo>
                  <a:lnTo>
                    <a:pt x="1" y="14245"/>
                  </a:lnTo>
                  <a:cubicBezTo>
                    <a:pt x="1" y="14245"/>
                    <a:pt x="1" y="14245"/>
                    <a:pt x="32" y="14213"/>
                  </a:cubicBezTo>
                  <a:cubicBezTo>
                    <a:pt x="182" y="14004"/>
                    <a:pt x="2533" y="11141"/>
                    <a:pt x="6818" y="11141"/>
                  </a:cubicBezTo>
                  <a:cubicBezTo>
                    <a:pt x="7073" y="11141"/>
                    <a:pt x="7333" y="11152"/>
                    <a:pt x="7601" y="11173"/>
                  </a:cubicBezTo>
                  <a:lnTo>
                    <a:pt x="7601" y="57"/>
                  </a:lnTo>
                  <a:cubicBezTo>
                    <a:pt x="7601" y="57"/>
                    <a:pt x="7249" y="1"/>
                    <a:pt x="668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4494425" y="2199150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331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49"/>
                    <a:pt x="64" y="2249"/>
                    <a:pt x="96" y="2249"/>
                  </a:cubicBezTo>
                  <a:cubicBezTo>
                    <a:pt x="128" y="2249"/>
                    <a:pt x="128" y="2249"/>
                    <a:pt x="159" y="2218"/>
                  </a:cubicBezTo>
                  <a:cubicBezTo>
                    <a:pt x="1616" y="444"/>
                    <a:pt x="5860" y="191"/>
                    <a:pt x="5891" y="191"/>
                  </a:cubicBezTo>
                  <a:cubicBezTo>
                    <a:pt x="5923" y="191"/>
                    <a:pt x="5955" y="127"/>
                    <a:pt x="5955" y="96"/>
                  </a:cubicBezTo>
                  <a:cubicBezTo>
                    <a:pt x="5955" y="64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4494425" y="2235575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2"/>
                    <a:pt x="1" y="2186"/>
                    <a:pt x="33" y="2217"/>
                  </a:cubicBezTo>
                  <a:cubicBezTo>
                    <a:pt x="64" y="2217"/>
                    <a:pt x="64" y="2249"/>
                    <a:pt x="96" y="2249"/>
                  </a:cubicBezTo>
                  <a:cubicBezTo>
                    <a:pt x="128" y="2249"/>
                    <a:pt x="128" y="2217"/>
                    <a:pt x="159" y="2217"/>
                  </a:cubicBezTo>
                  <a:cubicBezTo>
                    <a:pt x="1616" y="412"/>
                    <a:pt x="5860" y="159"/>
                    <a:pt x="5891" y="159"/>
                  </a:cubicBezTo>
                  <a:cubicBezTo>
                    <a:pt x="5923" y="159"/>
                    <a:pt x="5955" y="127"/>
                    <a:pt x="5955" y="96"/>
                  </a:cubicBezTo>
                  <a:cubicBezTo>
                    <a:pt x="5955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4491275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5891" y="1"/>
                  </a:moveTo>
                  <a:cubicBezTo>
                    <a:pt x="5891" y="1"/>
                    <a:pt x="4782" y="64"/>
                    <a:pt x="3547" y="349"/>
                  </a:cubicBezTo>
                  <a:cubicBezTo>
                    <a:pt x="1869" y="729"/>
                    <a:pt x="665" y="1299"/>
                    <a:pt x="32" y="2091"/>
                  </a:cubicBezTo>
                  <a:cubicBezTo>
                    <a:pt x="0" y="2123"/>
                    <a:pt x="0" y="2186"/>
                    <a:pt x="32" y="2218"/>
                  </a:cubicBezTo>
                  <a:lnTo>
                    <a:pt x="95" y="2218"/>
                  </a:lnTo>
                  <a:cubicBezTo>
                    <a:pt x="127" y="2218"/>
                    <a:pt x="159" y="2218"/>
                    <a:pt x="159" y="2186"/>
                  </a:cubicBezTo>
                  <a:cubicBezTo>
                    <a:pt x="1647" y="412"/>
                    <a:pt x="5859" y="159"/>
                    <a:pt x="5891" y="159"/>
                  </a:cubicBezTo>
                  <a:cubicBezTo>
                    <a:pt x="5954" y="159"/>
                    <a:pt x="5986" y="127"/>
                    <a:pt x="5986" y="64"/>
                  </a:cubicBezTo>
                  <a:cubicBezTo>
                    <a:pt x="5986" y="32"/>
                    <a:pt x="5922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492050" y="2311575"/>
              <a:ext cx="149675" cy="55450"/>
            </a:xfrm>
            <a:custGeom>
              <a:avLst/>
              <a:gdLst/>
              <a:ahLst/>
              <a:cxnLst/>
              <a:rect l="l" t="t" r="r" b="b"/>
              <a:pathLst>
                <a:path w="5987" h="2218" extrusionOk="0">
                  <a:moveTo>
                    <a:pt x="5891" y="1"/>
                  </a:moveTo>
                  <a:cubicBezTo>
                    <a:pt x="5860" y="1"/>
                    <a:pt x="4783" y="32"/>
                    <a:pt x="3548" y="317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54"/>
                    <a:pt x="33" y="2186"/>
                  </a:cubicBezTo>
                  <a:cubicBezTo>
                    <a:pt x="64" y="2218"/>
                    <a:pt x="64" y="2218"/>
                    <a:pt x="96" y="2218"/>
                  </a:cubicBezTo>
                  <a:cubicBezTo>
                    <a:pt x="128" y="2218"/>
                    <a:pt x="159" y="2218"/>
                    <a:pt x="159" y="2186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7"/>
                    <a:pt x="5986" y="64"/>
                  </a:cubicBezTo>
                  <a:cubicBezTo>
                    <a:pt x="5986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492050" y="2347200"/>
              <a:ext cx="149675" cy="56250"/>
            </a:xfrm>
            <a:custGeom>
              <a:avLst/>
              <a:gdLst/>
              <a:ahLst/>
              <a:cxnLst/>
              <a:rect l="l" t="t" r="r" b="b"/>
              <a:pathLst>
                <a:path w="5987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18"/>
                    <a:pt x="64" y="2249"/>
                    <a:pt x="96" y="2249"/>
                  </a:cubicBezTo>
                  <a:cubicBezTo>
                    <a:pt x="128" y="2249"/>
                    <a:pt x="159" y="2218"/>
                    <a:pt x="159" y="2218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8"/>
                    <a:pt x="5986" y="96"/>
                  </a:cubicBezTo>
                  <a:cubicBezTo>
                    <a:pt x="5986" y="33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473050" y="2151825"/>
              <a:ext cx="213000" cy="356125"/>
            </a:xfrm>
            <a:custGeom>
              <a:avLst/>
              <a:gdLst/>
              <a:ahLst/>
              <a:cxnLst/>
              <a:rect l="l" t="t" r="r" b="b"/>
              <a:pathLst>
                <a:path w="8520" h="14245" extrusionOk="0">
                  <a:moveTo>
                    <a:pt x="6804" y="1"/>
                  </a:moveTo>
                  <a:cubicBezTo>
                    <a:pt x="6518" y="1"/>
                    <a:pt x="6176" y="15"/>
                    <a:pt x="5796" y="57"/>
                  </a:cubicBezTo>
                  <a:cubicBezTo>
                    <a:pt x="5828" y="120"/>
                    <a:pt x="5828" y="184"/>
                    <a:pt x="5860" y="279"/>
                  </a:cubicBezTo>
                  <a:cubicBezTo>
                    <a:pt x="5923" y="532"/>
                    <a:pt x="5955" y="754"/>
                    <a:pt x="5986" y="1007"/>
                  </a:cubicBezTo>
                  <a:cubicBezTo>
                    <a:pt x="6018" y="1324"/>
                    <a:pt x="6018" y="1640"/>
                    <a:pt x="5986" y="1957"/>
                  </a:cubicBezTo>
                  <a:cubicBezTo>
                    <a:pt x="5986" y="2020"/>
                    <a:pt x="5986" y="2084"/>
                    <a:pt x="5986" y="2147"/>
                  </a:cubicBezTo>
                  <a:cubicBezTo>
                    <a:pt x="5955" y="2591"/>
                    <a:pt x="5891" y="3002"/>
                    <a:pt x="5796" y="3446"/>
                  </a:cubicBezTo>
                  <a:cubicBezTo>
                    <a:pt x="5796" y="3509"/>
                    <a:pt x="5765" y="3572"/>
                    <a:pt x="5765" y="3604"/>
                  </a:cubicBezTo>
                  <a:cubicBezTo>
                    <a:pt x="5638" y="4016"/>
                    <a:pt x="5511" y="4427"/>
                    <a:pt x="5353" y="4807"/>
                  </a:cubicBezTo>
                  <a:cubicBezTo>
                    <a:pt x="5321" y="4871"/>
                    <a:pt x="5290" y="4934"/>
                    <a:pt x="5290" y="4997"/>
                  </a:cubicBezTo>
                  <a:cubicBezTo>
                    <a:pt x="5163" y="5219"/>
                    <a:pt x="5068" y="5441"/>
                    <a:pt x="4941" y="5662"/>
                  </a:cubicBezTo>
                  <a:cubicBezTo>
                    <a:pt x="4751" y="6011"/>
                    <a:pt x="4561" y="6359"/>
                    <a:pt x="4340" y="6707"/>
                  </a:cubicBezTo>
                  <a:cubicBezTo>
                    <a:pt x="4308" y="6771"/>
                    <a:pt x="4245" y="6834"/>
                    <a:pt x="4213" y="6929"/>
                  </a:cubicBezTo>
                  <a:cubicBezTo>
                    <a:pt x="3833" y="7468"/>
                    <a:pt x="3453" y="7974"/>
                    <a:pt x="3041" y="8513"/>
                  </a:cubicBezTo>
                  <a:cubicBezTo>
                    <a:pt x="2978" y="8608"/>
                    <a:pt x="2914" y="8671"/>
                    <a:pt x="2851" y="8766"/>
                  </a:cubicBezTo>
                  <a:cubicBezTo>
                    <a:pt x="2249" y="9526"/>
                    <a:pt x="1616" y="10286"/>
                    <a:pt x="1046" y="11078"/>
                  </a:cubicBezTo>
                  <a:cubicBezTo>
                    <a:pt x="761" y="11489"/>
                    <a:pt x="476" y="11901"/>
                    <a:pt x="286" y="12345"/>
                  </a:cubicBezTo>
                  <a:cubicBezTo>
                    <a:pt x="223" y="12471"/>
                    <a:pt x="191" y="12598"/>
                    <a:pt x="128" y="12725"/>
                  </a:cubicBezTo>
                  <a:cubicBezTo>
                    <a:pt x="128" y="12725"/>
                    <a:pt x="128" y="12756"/>
                    <a:pt x="128" y="12756"/>
                  </a:cubicBezTo>
                  <a:cubicBezTo>
                    <a:pt x="96" y="12851"/>
                    <a:pt x="64" y="12978"/>
                    <a:pt x="33" y="13105"/>
                  </a:cubicBezTo>
                  <a:cubicBezTo>
                    <a:pt x="33" y="13263"/>
                    <a:pt x="1" y="13421"/>
                    <a:pt x="1" y="13580"/>
                  </a:cubicBezTo>
                  <a:cubicBezTo>
                    <a:pt x="1" y="13801"/>
                    <a:pt x="33" y="13991"/>
                    <a:pt x="96" y="14181"/>
                  </a:cubicBezTo>
                  <a:cubicBezTo>
                    <a:pt x="96" y="14181"/>
                    <a:pt x="96" y="14181"/>
                    <a:pt x="96" y="14213"/>
                  </a:cubicBezTo>
                  <a:lnTo>
                    <a:pt x="128" y="14213"/>
                  </a:lnTo>
                  <a:lnTo>
                    <a:pt x="128" y="14245"/>
                  </a:lnTo>
                  <a:cubicBezTo>
                    <a:pt x="128" y="14245"/>
                    <a:pt x="128" y="14245"/>
                    <a:pt x="159" y="14213"/>
                  </a:cubicBezTo>
                  <a:cubicBezTo>
                    <a:pt x="276" y="14125"/>
                    <a:pt x="3158" y="12113"/>
                    <a:pt x="7450" y="12113"/>
                  </a:cubicBezTo>
                  <a:cubicBezTo>
                    <a:pt x="7798" y="12113"/>
                    <a:pt x="8155" y="12126"/>
                    <a:pt x="8520" y="12155"/>
                  </a:cubicBezTo>
                  <a:lnTo>
                    <a:pt x="8456" y="944"/>
                  </a:lnTo>
                  <a:cubicBezTo>
                    <a:pt x="8456" y="944"/>
                    <a:pt x="8171" y="880"/>
                    <a:pt x="7728" y="880"/>
                  </a:cubicBezTo>
                  <a:lnTo>
                    <a:pt x="7728" y="57"/>
                  </a:lnTo>
                  <a:cubicBezTo>
                    <a:pt x="7728" y="57"/>
                    <a:pt x="7376" y="1"/>
                    <a:pt x="6804" y="1"/>
                  </a:cubicBezTo>
                  <a:close/>
                </a:path>
              </a:pathLst>
            </a:custGeom>
            <a:solidFill>
              <a:srgbClr val="CECECE">
                <a:alpha val="28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2821525" y="3877500"/>
              <a:ext cx="118775" cy="116525"/>
            </a:xfrm>
            <a:custGeom>
              <a:avLst/>
              <a:gdLst/>
              <a:ahLst/>
              <a:cxnLst/>
              <a:rect l="l" t="t" r="r" b="b"/>
              <a:pathLst>
                <a:path w="4751" h="4661" extrusionOk="0">
                  <a:moveTo>
                    <a:pt x="2" y="3108"/>
                  </a:moveTo>
                  <a:cubicBezTo>
                    <a:pt x="1" y="3108"/>
                    <a:pt x="0" y="3108"/>
                    <a:pt x="0" y="3108"/>
                  </a:cubicBezTo>
                  <a:cubicBezTo>
                    <a:pt x="0" y="3109"/>
                    <a:pt x="1" y="3109"/>
                    <a:pt x="1" y="3109"/>
                  </a:cubicBezTo>
                  <a:cubicBezTo>
                    <a:pt x="1" y="3109"/>
                    <a:pt x="2" y="3109"/>
                    <a:pt x="2" y="3108"/>
                  </a:cubicBezTo>
                  <a:close/>
                  <a:moveTo>
                    <a:pt x="294" y="1"/>
                  </a:moveTo>
                  <a:cubicBezTo>
                    <a:pt x="218" y="1"/>
                    <a:pt x="141" y="2"/>
                    <a:pt x="64" y="5"/>
                  </a:cubicBezTo>
                  <a:cubicBezTo>
                    <a:pt x="64" y="5"/>
                    <a:pt x="33" y="3046"/>
                    <a:pt x="2" y="3108"/>
                  </a:cubicBezTo>
                  <a:lnTo>
                    <a:pt x="2" y="3108"/>
                  </a:lnTo>
                  <a:cubicBezTo>
                    <a:pt x="6" y="3108"/>
                    <a:pt x="17" y="3108"/>
                    <a:pt x="34" y="3108"/>
                  </a:cubicBezTo>
                  <a:cubicBezTo>
                    <a:pt x="311" y="3108"/>
                    <a:pt x="2250" y="3163"/>
                    <a:pt x="3072" y="4660"/>
                  </a:cubicBezTo>
                  <a:cubicBezTo>
                    <a:pt x="3072" y="4660"/>
                    <a:pt x="3959" y="2095"/>
                    <a:pt x="4751" y="1588"/>
                  </a:cubicBezTo>
                  <a:cubicBezTo>
                    <a:pt x="4751" y="1588"/>
                    <a:pt x="2983" y="1"/>
                    <a:pt x="29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0"/>
            <p:cNvSpPr/>
            <p:nvPr/>
          </p:nvSpPr>
          <p:spPr>
            <a:xfrm>
              <a:off x="2913350" y="3876025"/>
              <a:ext cx="169450" cy="300875"/>
            </a:xfrm>
            <a:custGeom>
              <a:avLst/>
              <a:gdLst/>
              <a:ahLst/>
              <a:cxnLst/>
              <a:rect l="l" t="t" r="r" b="b"/>
              <a:pathLst>
                <a:path w="6778" h="12035" extrusionOk="0">
                  <a:moveTo>
                    <a:pt x="6303" y="1"/>
                  </a:moveTo>
                  <a:cubicBezTo>
                    <a:pt x="5923" y="64"/>
                    <a:pt x="5195" y="127"/>
                    <a:pt x="4371" y="381"/>
                  </a:cubicBezTo>
                  <a:cubicBezTo>
                    <a:pt x="2471" y="951"/>
                    <a:pt x="1" y="2312"/>
                    <a:pt x="1" y="5764"/>
                  </a:cubicBezTo>
                  <a:lnTo>
                    <a:pt x="1" y="12035"/>
                  </a:lnTo>
                  <a:lnTo>
                    <a:pt x="3231" y="12035"/>
                  </a:lnTo>
                  <a:lnTo>
                    <a:pt x="3231" y="5923"/>
                  </a:lnTo>
                  <a:cubicBezTo>
                    <a:pt x="3231" y="5923"/>
                    <a:pt x="3294" y="3547"/>
                    <a:pt x="6303" y="3231"/>
                  </a:cubicBezTo>
                  <a:cubicBezTo>
                    <a:pt x="6461" y="3231"/>
                    <a:pt x="6620" y="3199"/>
                    <a:pt x="6778" y="3199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0"/>
            <p:cNvSpPr/>
            <p:nvPr/>
          </p:nvSpPr>
          <p:spPr>
            <a:xfrm>
              <a:off x="2912575" y="3785775"/>
              <a:ext cx="81575" cy="120350"/>
            </a:xfrm>
            <a:custGeom>
              <a:avLst/>
              <a:gdLst/>
              <a:ahLst/>
              <a:cxnLst/>
              <a:rect l="l" t="t" r="r" b="b"/>
              <a:pathLst>
                <a:path w="3263" h="4814" extrusionOk="0">
                  <a:moveTo>
                    <a:pt x="0" y="0"/>
                  </a:moveTo>
                  <a:lnTo>
                    <a:pt x="0" y="3674"/>
                  </a:lnTo>
                  <a:lnTo>
                    <a:pt x="1647" y="4814"/>
                  </a:lnTo>
                  <a:lnTo>
                    <a:pt x="3262" y="3611"/>
                  </a:lnTo>
                  <a:lnTo>
                    <a:pt x="3262" y="0"/>
                  </a:lnTo>
                  <a:cubicBezTo>
                    <a:pt x="3262" y="0"/>
                    <a:pt x="1883" y="71"/>
                    <a:pt x="916" y="71"/>
                  </a:cubicBezTo>
                  <a:cubicBezTo>
                    <a:pt x="433" y="71"/>
                    <a:pt x="53" y="53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0"/>
            <p:cNvSpPr/>
            <p:nvPr/>
          </p:nvSpPr>
          <p:spPr>
            <a:xfrm>
              <a:off x="2861900" y="3663250"/>
              <a:ext cx="186075" cy="127300"/>
            </a:xfrm>
            <a:custGeom>
              <a:avLst/>
              <a:gdLst/>
              <a:ahLst/>
              <a:cxnLst/>
              <a:rect l="l" t="t" r="r" b="b"/>
              <a:pathLst>
                <a:path w="7443" h="5092" extrusionOk="0">
                  <a:moveTo>
                    <a:pt x="3717" y="1"/>
                  </a:moveTo>
                  <a:cubicBezTo>
                    <a:pt x="3634" y="1"/>
                    <a:pt x="3547" y="40"/>
                    <a:pt x="3484" y="119"/>
                  </a:cubicBezTo>
                  <a:lnTo>
                    <a:pt x="3357" y="309"/>
                  </a:lnTo>
                  <a:lnTo>
                    <a:pt x="127" y="4648"/>
                  </a:lnTo>
                  <a:cubicBezTo>
                    <a:pt x="0" y="4838"/>
                    <a:pt x="127" y="5091"/>
                    <a:pt x="349" y="5091"/>
                  </a:cubicBezTo>
                  <a:lnTo>
                    <a:pt x="7094" y="5091"/>
                  </a:lnTo>
                  <a:cubicBezTo>
                    <a:pt x="7316" y="5091"/>
                    <a:pt x="7443" y="4838"/>
                    <a:pt x="7316" y="4648"/>
                  </a:cubicBezTo>
                  <a:lnTo>
                    <a:pt x="3927" y="119"/>
                  </a:lnTo>
                  <a:cubicBezTo>
                    <a:pt x="3880" y="40"/>
                    <a:pt x="3801" y="1"/>
                    <a:pt x="37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0"/>
            <p:cNvSpPr/>
            <p:nvPr/>
          </p:nvSpPr>
          <p:spPr>
            <a:xfrm>
              <a:off x="26980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4851" y="1"/>
                  </a:moveTo>
                  <a:cubicBezTo>
                    <a:pt x="4796" y="1"/>
                    <a:pt x="4740" y="16"/>
                    <a:pt x="4688" y="51"/>
                  </a:cubicBezTo>
                  <a:lnTo>
                    <a:pt x="159" y="3440"/>
                  </a:lnTo>
                  <a:cubicBezTo>
                    <a:pt x="1" y="3535"/>
                    <a:pt x="1" y="3756"/>
                    <a:pt x="159" y="3883"/>
                  </a:cubicBezTo>
                  <a:lnTo>
                    <a:pt x="4688" y="7240"/>
                  </a:lnTo>
                  <a:cubicBezTo>
                    <a:pt x="4740" y="7275"/>
                    <a:pt x="4796" y="7290"/>
                    <a:pt x="4851" y="7290"/>
                  </a:cubicBezTo>
                  <a:cubicBezTo>
                    <a:pt x="4997" y="7290"/>
                    <a:pt x="5131" y="7179"/>
                    <a:pt x="5131" y="7018"/>
                  </a:cubicBezTo>
                  <a:lnTo>
                    <a:pt x="5131" y="273"/>
                  </a:lnTo>
                  <a:cubicBezTo>
                    <a:pt x="5131" y="112"/>
                    <a:pt x="4997" y="1"/>
                    <a:pt x="48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0"/>
            <p:cNvSpPr/>
            <p:nvPr/>
          </p:nvSpPr>
          <p:spPr>
            <a:xfrm>
              <a:off x="30709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281" y="1"/>
                  </a:moveTo>
                  <a:cubicBezTo>
                    <a:pt x="135" y="1"/>
                    <a:pt x="1" y="112"/>
                    <a:pt x="1" y="273"/>
                  </a:cubicBezTo>
                  <a:lnTo>
                    <a:pt x="1" y="7018"/>
                  </a:lnTo>
                  <a:cubicBezTo>
                    <a:pt x="1" y="7179"/>
                    <a:pt x="135" y="7290"/>
                    <a:pt x="281" y="7290"/>
                  </a:cubicBezTo>
                  <a:cubicBezTo>
                    <a:pt x="336" y="7290"/>
                    <a:pt x="392" y="7275"/>
                    <a:pt x="444" y="7240"/>
                  </a:cubicBezTo>
                  <a:lnTo>
                    <a:pt x="4973" y="3883"/>
                  </a:lnTo>
                  <a:cubicBezTo>
                    <a:pt x="5131" y="3756"/>
                    <a:pt x="5131" y="3535"/>
                    <a:pt x="4973" y="3440"/>
                  </a:cubicBezTo>
                  <a:lnTo>
                    <a:pt x="444" y="51"/>
                  </a:lnTo>
                  <a:cubicBezTo>
                    <a:pt x="392" y="16"/>
                    <a:pt x="336" y="1"/>
                    <a:pt x="281" y="1"/>
                  </a:cubicBezTo>
                  <a:close/>
                </a:path>
              </a:pathLst>
            </a:custGeom>
            <a:solidFill>
              <a:srgbClr val="D0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0"/>
            <p:cNvSpPr/>
            <p:nvPr/>
          </p:nvSpPr>
          <p:spPr>
            <a:xfrm>
              <a:off x="2944225" y="3663250"/>
              <a:ext cx="103750" cy="127300"/>
            </a:xfrm>
            <a:custGeom>
              <a:avLst/>
              <a:gdLst/>
              <a:ahLst/>
              <a:cxnLst/>
              <a:rect l="l" t="t" r="r" b="b"/>
              <a:pathLst>
                <a:path w="4150" h="5092" extrusionOk="0">
                  <a:moveTo>
                    <a:pt x="424" y="1"/>
                  </a:moveTo>
                  <a:cubicBezTo>
                    <a:pt x="341" y="1"/>
                    <a:pt x="254" y="40"/>
                    <a:pt x="191" y="119"/>
                  </a:cubicBezTo>
                  <a:lnTo>
                    <a:pt x="64" y="309"/>
                  </a:lnTo>
                  <a:cubicBezTo>
                    <a:pt x="1" y="1544"/>
                    <a:pt x="919" y="3223"/>
                    <a:pt x="1363" y="3951"/>
                  </a:cubicBezTo>
                  <a:cubicBezTo>
                    <a:pt x="1553" y="4268"/>
                    <a:pt x="1743" y="4585"/>
                    <a:pt x="1933" y="4901"/>
                  </a:cubicBezTo>
                  <a:cubicBezTo>
                    <a:pt x="1964" y="4933"/>
                    <a:pt x="1996" y="4965"/>
                    <a:pt x="1996" y="4996"/>
                  </a:cubicBezTo>
                  <a:cubicBezTo>
                    <a:pt x="2028" y="5028"/>
                    <a:pt x="2028" y="5060"/>
                    <a:pt x="2059" y="5091"/>
                  </a:cubicBezTo>
                  <a:lnTo>
                    <a:pt x="3769" y="5091"/>
                  </a:lnTo>
                  <a:cubicBezTo>
                    <a:pt x="4023" y="5091"/>
                    <a:pt x="4150" y="4838"/>
                    <a:pt x="3991" y="4648"/>
                  </a:cubicBezTo>
                  <a:lnTo>
                    <a:pt x="634" y="119"/>
                  </a:lnTo>
                  <a:cubicBezTo>
                    <a:pt x="587" y="40"/>
                    <a:pt x="508" y="1"/>
                    <a:pt x="4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0"/>
            <p:cNvSpPr/>
            <p:nvPr/>
          </p:nvSpPr>
          <p:spPr>
            <a:xfrm>
              <a:off x="2951350" y="3825675"/>
              <a:ext cx="247850" cy="351225"/>
            </a:xfrm>
            <a:custGeom>
              <a:avLst/>
              <a:gdLst/>
              <a:ahLst/>
              <a:cxnLst/>
              <a:rect l="l" t="t" r="r" b="b"/>
              <a:pathLst>
                <a:path w="9914" h="14049" extrusionOk="0">
                  <a:moveTo>
                    <a:pt x="5076" y="1"/>
                  </a:moveTo>
                  <a:cubicBezTo>
                    <a:pt x="4933" y="1"/>
                    <a:pt x="4783" y="112"/>
                    <a:pt x="4783" y="273"/>
                  </a:cubicBezTo>
                  <a:lnTo>
                    <a:pt x="4783" y="2046"/>
                  </a:lnTo>
                  <a:cubicBezTo>
                    <a:pt x="4403" y="2078"/>
                    <a:pt x="3706" y="2141"/>
                    <a:pt x="2883" y="2395"/>
                  </a:cubicBezTo>
                  <a:cubicBezTo>
                    <a:pt x="2629" y="4263"/>
                    <a:pt x="1141" y="5783"/>
                    <a:pt x="476" y="7588"/>
                  </a:cubicBezTo>
                  <a:cubicBezTo>
                    <a:pt x="1" y="8950"/>
                    <a:pt x="33" y="10438"/>
                    <a:pt x="64" y="11895"/>
                  </a:cubicBezTo>
                  <a:cubicBezTo>
                    <a:pt x="96" y="12592"/>
                    <a:pt x="128" y="13352"/>
                    <a:pt x="286" y="14049"/>
                  </a:cubicBezTo>
                  <a:lnTo>
                    <a:pt x="1743" y="14049"/>
                  </a:lnTo>
                  <a:lnTo>
                    <a:pt x="1743" y="7937"/>
                  </a:lnTo>
                  <a:cubicBezTo>
                    <a:pt x="1743" y="7937"/>
                    <a:pt x="1806" y="5561"/>
                    <a:pt x="4783" y="5245"/>
                  </a:cubicBezTo>
                  <a:lnTo>
                    <a:pt x="4783" y="7018"/>
                  </a:lnTo>
                  <a:cubicBezTo>
                    <a:pt x="4783" y="7179"/>
                    <a:pt x="4933" y="7290"/>
                    <a:pt x="5076" y="7290"/>
                  </a:cubicBezTo>
                  <a:cubicBezTo>
                    <a:pt x="5130" y="7290"/>
                    <a:pt x="5183" y="7275"/>
                    <a:pt x="5226" y="7240"/>
                  </a:cubicBezTo>
                  <a:lnTo>
                    <a:pt x="9787" y="3883"/>
                  </a:lnTo>
                  <a:cubicBezTo>
                    <a:pt x="9913" y="3756"/>
                    <a:pt x="9913" y="3535"/>
                    <a:pt x="9787" y="3440"/>
                  </a:cubicBezTo>
                  <a:lnTo>
                    <a:pt x="5226" y="51"/>
                  </a:lnTo>
                  <a:cubicBezTo>
                    <a:pt x="5183" y="16"/>
                    <a:pt x="5130" y="1"/>
                    <a:pt x="50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0" name="Google Shape;2720;p30"/>
          <p:cNvSpPr txBox="1"/>
          <p:nvPr/>
        </p:nvSpPr>
        <p:spPr>
          <a:xfrm>
            <a:off x="717400" y="411475"/>
            <a:ext cx="77235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764539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2" name="Google Shape;2722;p30"/>
          <p:cNvSpPr txBox="1"/>
          <p:nvPr/>
        </p:nvSpPr>
        <p:spPr>
          <a:xfrm>
            <a:off x="764539" y="397519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5" name="Google Shape;2725;p30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4502724" y="397519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8" name="Google Shape;2728;p30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31"/>
          <p:cNvGrpSpPr/>
          <p:nvPr/>
        </p:nvGrpSpPr>
        <p:grpSpPr>
          <a:xfrm>
            <a:off x="457190" y="1067752"/>
            <a:ext cx="6081329" cy="3668784"/>
            <a:chOff x="637925" y="1644150"/>
            <a:chExt cx="4767800" cy="2876350"/>
          </a:xfrm>
        </p:grpSpPr>
        <p:sp>
          <p:nvSpPr>
            <p:cNvPr id="2734" name="Google Shape;2734;p31"/>
            <p:cNvSpPr/>
            <p:nvPr/>
          </p:nvSpPr>
          <p:spPr>
            <a:xfrm>
              <a:off x="4961550" y="3378825"/>
              <a:ext cx="76025" cy="75225"/>
            </a:xfrm>
            <a:custGeom>
              <a:avLst/>
              <a:gdLst/>
              <a:ahLst/>
              <a:cxnLst/>
              <a:rect l="l" t="t" r="r" b="b"/>
              <a:pathLst>
                <a:path w="3041" h="3009" extrusionOk="0">
                  <a:moveTo>
                    <a:pt x="571" y="0"/>
                  </a:moveTo>
                  <a:lnTo>
                    <a:pt x="286" y="1521"/>
                  </a:lnTo>
                  <a:lnTo>
                    <a:pt x="1" y="3009"/>
                  </a:lnTo>
                  <a:lnTo>
                    <a:pt x="1521" y="2756"/>
                  </a:lnTo>
                  <a:lnTo>
                    <a:pt x="3041" y="2502"/>
                  </a:lnTo>
                  <a:lnTo>
                    <a:pt x="1806" y="123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4165875" y="2603725"/>
              <a:ext cx="969100" cy="969100"/>
            </a:xfrm>
            <a:custGeom>
              <a:avLst/>
              <a:gdLst/>
              <a:ahLst/>
              <a:cxnLst/>
              <a:rect l="l" t="t" r="r" b="b"/>
              <a:pathLst>
                <a:path w="38764" h="38764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8"/>
                    <a:pt x="29928" y="38510"/>
                    <a:pt x="19382" y="38510"/>
                  </a:cubicBezTo>
                  <a:cubicBezTo>
                    <a:pt x="8836" y="38510"/>
                    <a:pt x="254" y="29928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1"/>
                  </a:moveTo>
                  <a:cubicBezTo>
                    <a:pt x="8709" y="1"/>
                    <a:pt x="0" y="8678"/>
                    <a:pt x="0" y="19382"/>
                  </a:cubicBezTo>
                  <a:cubicBezTo>
                    <a:pt x="0" y="30054"/>
                    <a:pt x="8709" y="38763"/>
                    <a:pt x="19382" y="38763"/>
                  </a:cubicBezTo>
                  <a:cubicBezTo>
                    <a:pt x="30054" y="38763"/>
                    <a:pt x="38763" y="30054"/>
                    <a:pt x="38763" y="19382"/>
                  </a:cubicBezTo>
                  <a:cubicBezTo>
                    <a:pt x="38763" y="8678"/>
                    <a:pt x="30054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4262450" y="2700325"/>
              <a:ext cx="775925" cy="775900"/>
            </a:xfrm>
            <a:custGeom>
              <a:avLst/>
              <a:gdLst/>
              <a:ahLst/>
              <a:cxnLst/>
              <a:rect l="l" t="t" r="r" b="b"/>
              <a:pathLst>
                <a:path w="31037" h="31036" extrusionOk="0">
                  <a:moveTo>
                    <a:pt x="15519" y="3737"/>
                  </a:moveTo>
                  <a:cubicBezTo>
                    <a:pt x="22011" y="3737"/>
                    <a:pt x="27300" y="8994"/>
                    <a:pt x="27300" y="15518"/>
                  </a:cubicBezTo>
                  <a:cubicBezTo>
                    <a:pt x="27300" y="22010"/>
                    <a:pt x="22011" y="27299"/>
                    <a:pt x="15519" y="27299"/>
                  </a:cubicBezTo>
                  <a:cubicBezTo>
                    <a:pt x="9027" y="27299"/>
                    <a:pt x="3738" y="22010"/>
                    <a:pt x="3738" y="15518"/>
                  </a:cubicBezTo>
                  <a:cubicBezTo>
                    <a:pt x="3738" y="8994"/>
                    <a:pt x="9027" y="3737"/>
                    <a:pt x="15519" y="3737"/>
                  </a:cubicBezTo>
                  <a:close/>
                  <a:moveTo>
                    <a:pt x="15519" y="0"/>
                  </a:moveTo>
                  <a:cubicBezTo>
                    <a:pt x="6936" y="0"/>
                    <a:pt x="1" y="6936"/>
                    <a:pt x="1" y="15518"/>
                  </a:cubicBezTo>
                  <a:cubicBezTo>
                    <a:pt x="1" y="24069"/>
                    <a:pt x="6936" y="31036"/>
                    <a:pt x="15519" y="31036"/>
                  </a:cubicBezTo>
                  <a:cubicBezTo>
                    <a:pt x="24069" y="31036"/>
                    <a:pt x="31037" y="24069"/>
                    <a:pt x="31037" y="15518"/>
                  </a:cubicBezTo>
                  <a:cubicBezTo>
                    <a:pt x="31037" y="6936"/>
                    <a:pt x="24101" y="0"/>
                    <a:pt x="1551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4124700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2" y="0"/>
                  </a:moveTo>
                  <a:cubicBezTo>
                    <a:pt x="792" y="0"/>
                    <a:pt x="0" y="760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692" y="3484"/>
                    <a:pt x="3484" y="2692"/>
                    <a:pt x="3484" y="1742"/>
                  </a:cubicBezTo>
                  <a:cubicBezTo>
                    <a:pt x="3484" y="760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3571275" y="2058225"/>
              <a:ext cx="89500" cy="6375"/>
            </a:xfrm>
            <a:custGeom>
              <a:avLst/>
              <a:gdLst/>
              <a:ahLst/>
              <a:cxnLst/>
              <a:rect l="l" t="t" r="r" b="b"/>
              <a:pathLst>
                <a:path w="3580" h="255" extrusionOk="0">
                  <a:moveTo>
                    <a:pt x="159" y="1"/>
                  </a:moveTo>
                  <a:cubicBezTo>
                    <a:pt x="1" y="32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579" y="127"/>
                    <a:pt x="3516" y="64"/>
                  </a:cubicBezTo>
                  <a:cubicBezTo>
                    <a:pt x="3453" y="1"/>
                    <a:pt x="3294" y="1"/>
                    <a:pt x="32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571275" y="2075450"/>
              <a:ext cx="89500" cy="5775"/>
            </a:xfrm>
            <a:custGeom>
              <a:avLst/>
              <a:gdLst/>
              <a:ahLst/>
              <a:cxnLst/>
              <a:rect l="l" t="t" r="r" b="b"/>
              <a:pathLst>
                <a:path w="3580" h="231" extrusionOk="0">
                  <a:moveTo>
                    <a:pt x="3354" y="1"/>
                  </a:moveTo>
                  <a:cubicBezTo>
                    <a:pt x="3286" y="1"/>
                    <a:pt x="3215" y="8"/>
                    <a:pt x="3168" y="8"/>
                  </a:cubicBezTo>
                  <a:lnTo>
                    <a:pt x="159" y="8"/>
                  </a:lnTo>
                  <a:cubicBezTo>
                    <a:pt x="1" y="8"/>
                    <a:pt x="1" y="230"/>
                    <a:pt x="159" y="230"/>
                  </a:cubicBezTo>
                  <a:lnTo>
                    <a:pt x="3421" y="230"/>
                  </a:lnTo>
                  <a:cubicBezTo>
                    <a:pt x="3516" y="230"/>
                    <a:pt x="3579" y="103"/>
                    <a:pt x="3516" y="40"/>
                  </a:cubicBezTo>
                  <a:cubicBezTo>
                    <a:pt x="3484" y="8"/>
                    <a:pt x="3421" y="1"/>
                    <a:pt x="33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571275" y="2092275"/>
              <a:ext cx="90300" cy="6350"/>
            </a:xfrm>
            <a:custGeom>
              <a:avLst/>
              <a:gdLst/>
              <a:ahLst/>
              <a:cxnLst/>
              <a:rect l="l" t="t" r="r" b="b"/>
              <a:pathLst>
                <a:path w="3612" h="254" extrusionOk="0">
                  <a:moveTo>
                    <a:pt x="159" y="1"/>
                  </a:moveTo>
                  <a:cubicBezTo>
                    <a:pt x="1" y="1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611" y="64"/>
                    <a:pt x="3484" y="32"/>
                  </a:cubicBezTo>
                  <a:cubicBezTo>
                    <a:pt x="3421" y="1"/>
                    <a:pt x="3389" y="1"/>
                    <a:pt x="33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533275" y="2131850"/>
              <a:ext cx="127500" cy="5575"/>
            </a:xfrm>
            <a:custGeom>
              <a:avLst/>
              <a:gdLst/>
              <a:ahLst/>
              <a:cxnLst/>
              <a:rect l="l" t="t" r="r" b="b"/>
              <a:pathLst>
                <a:path w="5100" h="223" extrusionOk="0">
                  <a:moveTo>
                    <a:pt x="159" y="1"/>
                  </a:moveTo>
                  <a:cubicBezTo>
                    <a:pt x="1" y="1"/>
                    <a:pt x="1" y="223"/>
                    <a:pt x="159" y="223"/>
                  </a:cubicBezTo>
                  <a:lnTo>
                    <a:pt x="4941" y="223"/>
                  </a:lnTo>
                  <a:cubicBezTo>
                    <a:pt x="5099" y="223"/>
                    <a:pt x="5099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533275" y="2148500"/>
              <a:ext cx="127500" cy="6350"/>
            </a:xfrm>
            <a:custGeom>
              <a:avLst/>
              <a:gdLst/>
              <a:ahLst/>
              <a:cxnLst/>
              <a:rect l="l" t="t" r="r" b="b"/>
              <a:pathLst>
                <a:path w="5100" h="254" extrusionOk="0">
                  <a:moveTo>
                    <a:pt x="159" y="0"/>
                  </a:moveTo>
                  <a:cubicBezTo>
                    <a:pt x="1" y="0"/>
                    <a:pt x="1" y="253"/>
                    <a:pt x="159" y="253"/>
                  </a:cubicBezTo>
                  <a:lnTo>
                    <a:pt x="4941" y="253"/>
                  </a:lnTo>
                  <a:cubicBezTo>
                    <a:pt x="5099" y="253"/>
                    <a:pt x="5099" y="0"/>
                    <a:pt x="49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406600" y="1949300"/>
              <a:ext cx="296925" cy="336975"/>
            </a:xfrm>
            <a:custGeom>
              <a:avLst/>
              <a:gdLst/>
              <a:ahLst/>
              <a:cxnLst/>
              <a:rect l="l" t="t" r="r" b="b"/>
              <a:pathLst>
                <a:path w="11877" h="13479" extrusionOk="0">
                  <a:moveTo>
                    <a:pt x="1837" y="241"/>
                  </a:moveTo>
                  <a:cubicBezTo>
                    <a:pt x="1996" y="1064"/>
                    <a:pt x="2407" y="3028"/>
                    <a:pt x="2439" y="3186"/>
                  </a:cubicBezTo>
                  <a:cubicBezTo>
                    <a:pt x="1932" y="3313"/>
                    <a:pt x="1426" y="3408"/>
                    <a:pt x="887" y="3503"/>
                  </a:cubicBezTo>
                  <a:cubicBezTo>
                    <a:pt x="697" y="2616"/>
                    <a:pt x="286" y="653"/>
                    <a:pt x="286" y="557"/>
                  </a:cubicBezTo>
                  <a:lnTo>
                    <a:pt x="1837" y="241"/>
                  </a:lnTo>
                  <a:close/>
                  <a:moveTo>
                    <a:pt x="3837" y="418"/>
                  </a:moveTo>
                  <a:cubicBezTo>
                    <a:pt x="3994" y="418"/>
                    <a:pt x="4151" y="440"/>
                    <a:pt x="4308" y="462"/>
                  </a:cubicBezTo>
                  <a:cubicBezTo>
                    <a:pt x="5036" y="589"/>
                    <a:pt x="5796" y="779"/>
                    <a:pt x="6524" y="969"/>
                  </a:cubicBezTo>
                  <a:cubicBezTo>
                    <a:pt x="6746" y="1033"/>
                    <a:pt x="6936" y="1096"/>
                    <a:pt x="7158" y="1159"/>
                  </a:cubicBezTo>
                  <a:cubicBezTo>
                    <a:pt x="7411" y="1223"/>
                    <a:pt x="7728" y="1286"/>
                    <a:pt x="7981" y="1444"/>
                  </a:cubicBezTo>
                  <a:cubicBezTo>
                    <a:pt x="8171" y="1571"/>
                    <a:pt x="8361" y="1761"/>
                    <a:pt x="8551" y="1888"/>
                  </a:cubicBezTo>
                  <a:cubicBezTo>
                    <a:pt x="8836" y="2109"/>
                    <a:pt x="9121" y="2331"/>
                    <a:pt x="9406" y="2553"/>
                  </a:cubicBezTo>
                  <a:lnTo>
                    <a:pt x="8076" y="2553"/>
                  </a:lnTo>
                  <a:cubicBezTo>
                    <a:pt x="8013" y="2553"/>
                    <a:pt x="7981" y="2521"/>
                    <a:pt x="7950" y="2489"/>
                  </a:cubicBezTo>
                  <a:cubicBezTo>
                    <a:pt x="7855" y="2394"/>
                    <a:pt x="7760" y="2299"/>
                    <a:pt x="7665" y="2236"/>
                  </a:cubicBezTo>
                  <a:cubicBezTo>
                    <a:pt x="7538" y="2141"/>
                    <a:pt x="7443" y="2046"/>
                    <a:pt x="7316" y="1951"/>
                  </a:cubicBezTo>
                  <a:cubicBezTo>
                    <a:pt x="7094" y="1761"/>
                    <a:pt x="6841" y="1508"/>
                    <a:pt x="6619" y="1286"/>
                  </a:cubicBezTo>
                  <a:cubicBezTo>
                    <a:pt x="6619" y="1254"/>
                    <a:pt x="6588" y="1254"/>
                    <a:pt x="6588" y="1223"/>
                  </a:cubicBezTo>
                  <a:cubicBezTo>
                    <a:pt x="6556" y="1201"/>
                    <a:pt x="6521" y="1191"/>
                    <a:pt x="6488" y="1191"/>
                  </a:cubicBezTo>
                  <a:cubicBezTo>
                    <a:pt x="6422" y="1191"/>
                    <a:pt x="6366" y="1233"/>
                    <a:pt x="6366" y="1318"/>
                  </a:cubicBezTo>
                  <a:cubicBezTo>
                    <a:pt x="6366" y="1381"/>
                    <a:pt x="6493" y="1476"/>
                    <a:pt x="6556" y="1539"/>
                  </a:cubicBezTo>
                  <a:cubicBezTo>
                    <a:pt x="6809" y="1793"/>
                    <a:pt x="7031" y="2046"/>
                    <a:pt x="7316" y="2268"/>
                  </a:cubicBezTo>
                  <a:cubicBezTo>
                    <a:pt x="7475" y="2394"/>
                    <a:pt x="7665" y="2521"/>
                    <a:pt x="7823" y="2679"/>
                  </a:cubicBezTo>
                  <a:cubicBezTo>
                    <a:pt x="8013" y="2838"/>
                    <a:pt x="8203" y="3059"/>
                    <a:pt x="8393" y="3249"/>
                  </a:cubicBezTo>
                  <a:cubicBezTo>
                    <a:pt x="8456" y="3344"/>
                    <a:pt x="8520" y="3408"/>
                    <a:pt x="8583" y="3503"/>
                  </a:cubicBezTo>
                  <a:cubicBezTo>
                    <a:pt x="8615" y="3566"/>
                    <a:pt x="8615" y="3629"/>
                    <a:pt x="8551" y="3661"/>
                  </a:cubicBezTo>
                  <a:cubicBezTo>
                    <a:pt x="8472" y="3709"/>
                    <a:pt x="8385" y="3724"/>
                    <a:pt x="8298" y="3724"/>
                  </a:cubicBezTo>
                  <a:cubicBezTo>
                    <a:pt x="8211" y="3724"/>
                    <a:pt x="8124" y="3709"/>
                    <a:pt x="8045" y="3693"/>
                  </a:cubicBezTo>
                  <a:cubicBezTo>
                    <a:pt x="7823" y="3661"/>
                    <a:pt x="7601" y="3534"/>
                    <a:pt x="7411" y="3376"/>
                  </a:cubicBezTo>
                  <a:cubicBezTo>
                    <a:pt x="7316" y="3281"/>
                    <a:pt x="7253" y="3186"/>
                    <a:pt x="7158" y="3091"/>
                  </a:cubicBezTo>
                  <a:cubicBezTo>
                    <a:pt x="7063" y="2996"/>
                    <a:pt x="6936" y="2996"/>
                    <a:pt x="6809" y="2933"/>
                  </a:cubicBezTo>
                  <a:cubicBezTo>
                    <a:pt x="6271" y="2743"/>
                    <a:pt x="5701" y="2553"/>
                    <a:pt x="5163" y="2268"/>
                  </a:cubicBezTo>
                  <a:cubicBezTo>
                    <a:pt x="5004" y="2173"/>
                    <a:pt x="4814" y="2078"/>
                    <a:pt x="4656" y="1951"/>
                  </a:cubicBezTo>
                  <a:cubicBezTo>
                    <a:pt x="4624" y="1919"/>
                    <a:pt x="4561" y="1888"/>
                    <a:pt x="4561" y="1824"/>
                  </a:cubicBezTo>
                  <a:cubicBezTo>
                    <a:pt x="4534" y="1770"/>
                    <a:pt x="4506" y="1691"/>
                    <a:pt x="4418" y="1691"/>
                  </a:cubicBezTo>
                  <a:cubicBezTo>
                    <a:pt x="4404" y="1691"/>
                    <a:pt x="4388" y="1693"/>
                    <a:pt x="4371" y="1698"/>
                  </a:cubicBezTo>
                  <a:cubicBezTo>
                    <a:pt x="4181" y="1761"/>
                    <a:pt x="4403" y="2046"/>
                    <a:pt x="4498" y="2109"/>
                  </a:cubicBezTo>
                  <a:cubicBezTo>
                    <a:pt x="4688" y="2299"/>
                    <a:pt x="4941" y="2426"/>
                    <a:pt x="5163" y="2521"/>
                  </a:cubicBezTo>
                  <a:cubicBezTo>
                    <a:pt x="5163" y="2553"/>
                    <a:pt x="5194" y="2553"/>
                    <a:pt x="5194" y="2553"/>
                  </a:cubicBezTo>
                  <a:lnTo>
                    <a:pt x="4909" y="2553"/>
                  </a:lnTo>
                  <a:cubicBezTo>
                    <a:pt x="4846" y="2553"/>
                    <a:pt x="4783" y="2489"/>
                    <a:pt x="4751" y="2458"/>
                  </a:cubicBezTo>
                  <a:cubicBezTo>
                    <a:pt x="4624" y="2394"/>
                    <a:pt x="4466" y="2268"/>
                    <a:pt x="4371" y="2173"/>
                  </a:cubicBezTo>
                  <a:cubicBezTo>
                    <a:pt x="4339" y="2141"/>
                    <a:pt x="4308" y="2133"/>
                    <a:pt x="4276" y="2133"/>
                  </a:cubicBezTo>
                  <a:cubicBezTo>
                    <a:pt x="4244" y="2133"/>
                    <a:pt x="4213" y="2141"/>
                    <a:pt x="4181" y="2141"/>
                  </a:cubicBezTo>
                  <a:cubicBezTo>
                    <a:pt x="3611" y="2236"/>
                    <a:pt x="3073" y="2363"/>
                    <a:pt x="2534" y="2521"/>
                  </a:cubicBezTo>
                  <a:lnTo>
                    <a:pt x="2154" y="621"/>
                  </a:lnTo>
                  <a:cubicBezTo>
                    <a:pt x="2629" y="557"/>
                    <a:pt x="3136" y="494"/>
                    <a:pt x="3643" y="431"/>
                  </a:cubicBezTo>
                  <a:cubicBezTo>
                    <a:pt x="3707" y="422"/>
                    <a:pt x="3772" y="418"/>
                    <a:pt x="3837" y="418"/>
                  </a:cubicBezTo>
                  <a:close/>
                  <a:moveTo>
                    <a:pt x="4276" y="6860"/>
                  </a:moveTo>
                  <a:lnTo>
                    <a:pt x="4276" y="7493"/>
                  </a:lnTo>
                  <a:lnTo>
                    <a:pt x="3738" y="7493"/>
                  </a:lnTo>
                  <a:lnTo>
                    <a:pt x="4276" y="6860"/>
                  </a:lnTo>
                  <a:close/>
                  <a:moveTo>
                    <a:pt x="10990" y="6828"/>
                  </a:moveTo>
                  <a:lnTo>
                    <a:pt x="11528" y="7493"/>
                  </a:lnTo>
                  <a:lnTo>
                    <a:pt x="10990" y="7493"/>
                  </a:lnTo>
                  <a:lnTo>
                    <a:pt x="10990" y="6828"/>
                  </a:lnTo>
                  <a:close/>
                  <a:moveTo>
                    <a:pt x="4276" y="7715"/>
                  </a:moveTo>
                  <a:lnTo>
                    <a:pt x="4276" y="7968"/>
                  </a:lnTo>
                  <a:lnTo>
                    <a:pt x="3928" y="7715"/>
                  </a:lnTo>
                  <a:close/>
                  <a:moveTo>
                    <a:pt x="11338" y="7715"/>
                  </a:moveTo>
                  <a:lnTo>
                    <a:pt x="10990" y="7968"/>
                  </a:lnTo>
                  <a:lnTo>
                    <a:pt x="10990" y="7715"/>
                  </a:lnTo>
                  <a:close/>
                  <a:moveTo>
                    <a:pt x="5443" y="2792"/>
                  </a:moveTo>
                  <a:cubicBezTo>
                    <a:pt x="5606" y="2792"/>
                    <a:pt x="5733" y="2795"/>
                    <a:pt x="5764" y="2806"/>
                  </a:cubicBezTo>
                  <a:cubicBezTo>
                    <a:pt x="6018" y="2933"/>
                    <a:pt x="6303" y="3028"/>
                    <a:pt x="6556" y="3123"/>
                  </a:cubicBezTo>
                  <a:cubicBezTo>
                    <a:pt x="6683" y="3154"/>
                    <a:pt x="6809" y="3186"/>
                    <a:pt x="6936" y="3249"/>
                  </a:cubicBezTo>
                  <a:cubicBezTo>
                    <a:pt x="7031" y="3281"/>
                    <a:pt x="7126" y="3408"/>
                    <a:pt x="7189" y="3503"/>
                  </a:cubicBezTo>
                  <a:cubicBezTo>
                    <a:pt x="7464" y="3753"/>
                    <a:pt x="7838" y="3963"/>
                    <a:pt x="8216" y="3963"/>
                  </a:cubicBezTo>
                  <a:cubicBezTo>
                    <a:pt x="8318" y="3963"/>
                    <a:pt x="8419" y="3948"/>
                    <a:pt x="8520" y="3914"/>
                  </a:cubicBezTo>
                  <a:cubicBezTo>
                    <a:pt x="8773" y="3851"/>
                    <a:pt x="8931" y="3661"/>
                    <a:pt x="8805" y="3439"/>
                  </a:cubicBezTo>
                  <a:cubicBezTo>
                    <a:pt x="8678" y="3186"/>
                    <a:pt x="8456" y="2996"/>
                    <a:pt x="8298" y="2806"/>
                  </a:cubicBezTo>
                  <a:lnTo>
                    <a:pt x="10736" y="2806"/>
                  </a:lnTo>
                  <a:lnTo>
                    <a:pt x="10736" y="8126"/>
                  </a:lnTo>
                  <a:cubicBezTo>
                    <a:pt x="10736" y="8158"/>
                    <a:pt x="10578" y="8253"/>
                    <a:pt x="10546" y="8253"/>
                  </a:cubicBezTo>
                  <a:cubicBezTo>
                    <a:pt x="10420" y="8348"/>
                    <a:pt x="10008" y="8665"/>
                    <a:pt x="10008" y="8665"/>
                  </a:cubicBezTo>
                  <a:lnTo>
                    <a:pt x="5321" y="8665"/>
                  </a:lnTo>
                  <a:cubicBezTo>
                    <a:pt x="5194" y="8665"/>
                    <a:pt x="4498" y="8158"/>
                    <a:pt x="4498" y="8126"/>
                  </a:cubicBezTo>
                  <a:cubicBezTo>
                    <a:pt x="4498" y="7936"/>
                    <a:pt x="4498" y="2806"/>
                    <a:pt x="4498" y="2806"/>
                  </a:cubicBezTo>
                  <a:cubicBezTo>
                    <a:pt x="4645" y="2806"/>
                    <a:pt x="5117" y="2792"/>
                    <a:pt x="5443" y="2792"/>
                  </a:cubicBezTo>
                  <a:close/>
                  <a:moveTo>
                    <a:pt x="9660" y="8886"/>
                  </a:moveTo>
                  <a:lnTo>
                    <a:pt x="9026" y="9330"/>
                  </a:lnTo>
                  <a:lnTo>
                    <a:pt x="6208" y="9330"/>
                  </a:lnTo>
                  <a:cubicBezTo>
                    <a:pt x="6176" y="9330"/>
                    <a:pt x="5733" y="9013"/>
                    <a:pt x="5574" y="8886"/>
                  </a:cubicBezTo>
                  <a:close/>
                  <a:moveTo>
                    <a:pt x="8678" y="9551"/>
                  </a:moveTo>
                  <a:cubicBezTo>
                    <a:pt x="8583" y="9646"/>
                    <a:pt x="8076" y="9995"/>
                    <a:pt x="8045" y="9995"/>
                  </a:cubicBezTo>
                  <a:lnTo>
                    <a:pt x="7189" y="9995"/>
                  </a:lnTo>
                  <a:lnTo>
                    <a:pt x="6556" y="9551"/>
                  </a:lnTo>
                  <a:close/>
                  <a:moveTo>
                    <a:pt x="7728" y="10248"/>
                  </a:moveTo>
                  <a:lnTo>
                    <a:pt x="7633" y="10312"/>
                  </a:lnTo>
                  <a:lnTo>
                    <a:pt x="7506" y="10248"/>
                  </a:lnTo>
                  <a:close/>
                  <a:moveTo>
                    <a:pt x="3579" y="7778"/>
                  </a:moveTo>
                  <a:cubicBezTo>
                    <a:pt x="4308" y="8285"/>
                    <a:pt x="6841" y="10058"/>
                    <a:pt x="7411" y="10470"/>
                  </a:cubicBezTo>
                  <a:cubicBezTo>
                    <a:pt x="6714" y="10945"/>
                    <a:pt x="4181" y="12718"/>
                    <a:pt x="3579" y="13130"/>
                  </a:cubicBezTo>
                  <a:lnTo>
                    <a:pt x="3579" y="7778"/>
                  </a:lnTo>
                  <a:close/>
                  <a:moveTo>
                    <a:pt x="11655" y="7778"/>
                  </a:moveTo>
                  <a:lnTo>
                    <a:pt x="11655" y="13130"/>
                  </a:lnTo>
                  <a:cubicBezTo>
                    <a:pt x="11021" y="12687"/>
                    <a:pt x="8456" y="10913"/>
                    <a:pt x="7823" y="10470"/>
                  </a:cubicBezTo>
                  <a:cubicBezTo>
                    <a:pt x="8456" y="10026"/>
                    <a:pt x="11021" y="8221"/>
                    <a:pt x="11655" y="7778"/>
                  </a:cubicBezTo>
                  <a:close/>
                  <a:moveTo>
                    <a:pt x="7633" y="10597"/>
                  </a:moveTo>
                  <a:cubicBezTo>
                    <a:pt x="8298" y="11072"/>
                    <a:pt x="10831" y="12845"/>
                    <a:pt x="11401" y="13225"/>
                  </a:cubicBezTo>
                  <a:lnTo>
                    <a:pt x="3833" y="13225"/>
                  </a:lnTo>
                  <a:cubicBezTo>
                    <a:pt x="4529" y="12750"/>
                    <a:pt x="7031" y="11008"/>
                    <a:pt x="7633" y="10597"/>
                  </a:cubicBezTo>
                  <a:close/>
                  <a:moveTo>
                    <a:pt x="1907" y="0"/>
                  </a:moveTo>
                  <a:cubicBezTo>
                    <a:pt x="1875" y="0"/>
                    <a:pt x="1841" y="8"/>
                    <a:pt x="1806" y="19"/>
                  </a:cubicBezTo>
                  <a:cubicBezTo>
                    <a:pt x="1584" y="51"/>
                    <a:pt x="571" y="272"/>
                    <a:pt x="286" y="336"/>
                  </a:cubicBezTo>
                  <a:cubicBezTo>
                    <a:pt x="159" y="367"/>
                    <a:pt x="1" y="367"/>
                    <a:pt x="32" y="526"/>
                  </a:cubicBezTo>
                  <a:cubicBezTo>
                    <a:pt x="222" y="1508"/>
                    <a:pt x="444" y="2489"/>
                    <a:pt x="634" y="3439"/>
                  </a:cubicBezTo>
                  <a:cubicBezTo>
                    <a:pt x="664" y="3529"/>
                    <a:pt x="666" y="3759"/>
                    <a:pt x="798" y="3759"/>
                  </a:cubicBezTo>
                  <a:cubicBezTo>
                    <a:pt x="806" y="3759"/>
                    <a:pt x="815" y="3758"/>
                    <a:pt x="824" y="3756"/>
                  </a:cubicBezTo>
                  <a:cubicBezTo>
                    <a:pt x="982" y="3756"/>
                    <a:pt x="2407" y="3439"/>
                    <a:pt x="2502" y="3408"/>
                  </a:cubicBezTo>
                  <a:cubicBezTo>
                    <a:pt x="2566" y="3408"/>
                    <a:pt x="2692" y="3376"/>
                    <a:pt x="2692" y="3281"/>
                  </a:cubicBezTo>
                  <a:cubicBezTo>
                    <a:pt x="2692" y="3186"/>
                    <a:pt x="2597" y="2838"/>
                    <a:pt x="2566" y="2743"/>
                  </a:cubicBezTo>
                  <a:cubicBezTo>
                    <a:pt x="2946" y="2648"/>
                    <a:pt x="3326" y="2553"/>
                    <a:pt x="3706" y="2489"/>
                  </a:cubicBezTo>
                  <a:cubicBezTo>
                    <a:pt x="3833" y="2458"/>
                    <a:pt x="3959" y="2426"/>
                    <a:pt x="4086" y="2394"/>
                  </a:cubicBezTo>
                  <a:lnTo>
                    <a:pt x="4213" y="2363"/>
                  </a:lnTo>
                  <a:cubicBezTo>
                    <a:pt x="4244" y="2363"/>
                    <a:pt x="4276" y="2426"/>
                    <a:pt x="4308" y="2458"/>
                  </a:cubicBezTo>
                  <a:cubicBezTo>
                    <a:pt x="4339" y="2489"/>
                    <a:pt x="4403" y="2521"/>
                    <a:pt x="4434" y="2553"/>
                  </a:cubicBezTo>
                  <a:cubicBezTo>
                    <a:pt x="4339" y="2553"/>
                    <a:pt x="4244" y="2584"/>
                    <a:pt x="4244" y="2679"/>
                  </a:cubicBezTo>
                  <a:lnTo>
                    <a:pt x="4244" y="2806"/>
                  </a:lnTo>
                  <a:lnTo>
                    <a:pt x="4244" y="6448"/>
                  </a:lnTo>
                  <a:cubicBezTo>
                    <a:pt x="4244" y="6480"/>
                    <a:pt x="4244" y="6480"/>
                    <a:pt x="4244" y="6511"/>
                  </a:cubicBezTo>
                  <a:cubicBezTo>
                    <a:pt x="4181" y="6575"/>
                    <a:pt x="3453" y="7398"/>
                    <a:pt x="3453" y="7430"/>
                  </a:cubicBezTo>
                  <a:cubicBezTo>
                    <a:pt x="3437" y="7445"/>
                    <a:pt x="3437" y="7445"/>
                    <a:pt x="3437" y="7445"/>
                  </a:cubicBezTo>
                  <a:cubicBezTo>
                    <a:pt x="3437" y="7445"/>
                    <a:pt x="3437" y="7445"/>
                    <a:pt x="3421" y="7461"/>
                  </a:cubicBezTo>
                  <a:cubicBezTo>
                    <a:pt x="3358" y="7461"/>
                    <a:pt x="3326" y="7525"/>
                    <a:pt x="3326" y="7556"/>
                  </a:cubicBezTo>
                  <a:lnTo>
                    <a:pt x="3326" y="13257"/>
                  </a:lnTo>
                  <a:cubicBezTo>
                    <a:pt x="3326" y="13352"/>
                    <a:pt x="3326" y="13478"/>
                    <a:pt x="3453" y="13478"/>
                  </a:cubicBezTo>
                  <a:lnTo>
                    <a:pt x="11750" y="13478"/>
                  </a:lnTo>
                  <a:cubicBezTo>
                    <a:pt x="11877" y="13478"/>
                    <a:pt x="11877" y="13352"/>
                    <a:pt x="11877" y="13257"/>
                  </a:cubicBezTo>
                  <a:lnTo>
                    <a:pt x="11877" y="7620"/>
                  </a:lnTo>
                  <a:cubicBezTo>
                    <a:pt x="11877" y="7556"/>
                    <a:pt x="11877" y="7493"/>
                    <a:pt x="11813" y="7461"/>
                  </a:cubicBezTo>
                  <a:cubicBezTo>
                    <a:pt x="11782" y="7430"/>
                    <a:pt x="11782" y="7430"/>
                    <a:pt x="11750" y="7430"/>
                  </a:cubicBezTo>
                  <a:cubicBezTo>
                    <a:pt x="11718" y="7366"/>
                    <a:pt x="11116" y="6638"/>
                    <a:pt x="10958" y="6480"/>
                  </a:cubicBezTo>
                  <a:cubicBezTo>
                    <a:pt x="10958" y="6480"/>
                    <a:pt x="10958" y="3629"/>
                    <a:pt x="10958" y="2679"/>
                  </a:cubicBezTo>
                  <a:cubicBezTo>
                    <a:pt x="10958" y="2584"/>
                    <a:pt x="10863" y="2553"/>
                    <a:pt x="10800" y="2553"/>
                  </a:cubicBezTo>
                  <a:cubicBezTo>
                    <a:pt x="10736" y="2553"/>
                    <a:pt x="10491" y="2561"/>
                    <a:pt x="10253" y="2561"/>
                  </a:cubicBezTo>
                  <a:cubicBezTo>
                    <a:pt x="10016" y="2561"/>
                    <a:pt x="9786" y="2553"/>
                    <a:pt x="9755" y="2521"/>
                  </a:cubicBezTo>
                  <a:cubicBezTo>
                    <a:pt x="9470" y="2299"/>
                    <a:pt x="9185" y="2109"/>
                    <a:pt x="8900" y="1888"/>
                  </a:cubicBezTo>
                  <a:cubicBezTo>
                    <a:pt x="8773" y="1761"/>
                    <a:pt x="8615" y="1666"/>
                    <a:pt x="8488" y="1571"/>
                  </a:cubicBezTo>
                  <a:cubicBezTo>
                    <a:pt x="8393" y="1476"/>
                    <a:pt x="8266" y="1381"/>
                    <a:pt x="8171" y="1286"/>
                  </a:cubicBezTo>
                  <a:cubicBezTo>
                    <a:pt x="7855" y="1096"/>
                    <a:pt x="7506" y="1001"/>
                    <a:pt x="7158" y="906"/>
                  </a:cubicBezTo>
                  <a:cubicBezTo>
                    <a:pt x="6873" y="811"/>
                    <a:pt x="6588" y="748"/>
                    <a:pt x="6303" y="653"/>
                  </a:cubicBezTo>
                  <a:cubicBezTo>
                    <a:pt x="5606" y="494"/>
                    <a:pt x="4878" y="304"/>
                    <a:pt x="4149" y="209"/>
                  </a:cubicBezTo>
                  <a:cubicBezTo>
                    <a:pt x="4038" y="193"/>
                    <a:pt x="3935" y="185"/>
                    <a:pt x="3833" y="185"/>
                  </a:cubicBezTo>
                  <a:cubicBezTo>
                    <a:pt x="3730" y="185"/>
                    <a:pt x="3627" y="193"/>
                    <a:pt x="3516" y="209"/>
                  </a:cubicBezTo>
                  <a:cubicBezTo>
                    <a:pt x="3041" y="272"/>
                    <a:pt x="2566" y="336"/>
                    <a:pt x="2091" y="399"/>
                  </a:cubicBezTo>
                  <a:cubicBezTo>
                    <a:pt x="2059" y="304"/>
                    <a:pt x="2027" y="177"/>
                    <a:pt x="2027" y="82"/>
                  </a:cubicBezTo>
                  <a:cubicBezTo>
                    <a:pt x="2007" y="22"/>
                    <a:pt x="1962" y="0"/>
                    <a:pt x="19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27200" y="2016125"/>
              <a:ext cx="19800" cy="17750"/>
            </a:xfrm>
            <a:custGeom>
              <a:avLst/>
              <a:gdLst/>
              <a:ahLst/>
              <a:cxnLst/>
              <a:rect l="l" t="t" r="r" b="b"/>
              <a:pathLst>
                <a:path w="792" h="710" extrusionOk="0">
                  <a:moveTo>
                    <a:pt x="405" y="231"/>
                  </a:moveTo>
                  <a:cubicBezTo>
                    <a:pt x="450" y="231"/>
                    <a:pt x="494" y="259"/>
                    <a:pt x="507" y="323"/>
                  </a:cubicBezTo>
                  <a:cubicBezTo>
                    <a:pt x="525" y="415"/>
                    <a:pt x="458" y="465"/>
                    <a:pt x="392" y="465"/>
                  </a:cubicBezTo>
                  <a:cubicBezTo>
                    <a:pt x="345" y="465"/>
                    <a:pt x="298" y="439"/>
                    <a:pt x="285" y="386"/>
                  </a:cubicBezTo>
                  <a:cubicBezTo>
                    <a:pt x="266" y="292"/>
                    <a:pt x="337" y="231"/>
                    <a:pt x="405" y="231"/>
                  </a:cubicBezTo>
                  <a:close/>
                  <a:moveTo>
                    <a:pt x="409" y="1"/>
                  </a:moveTo>
                  <a:cubicBezTo>
                    <a:pt x="357" y="1"/>
                    <a:pt x="304" y="13"/>
                    <a:pt x="253" y="38"/>
                  </a:cubicBezTo>
                  <a:cubicBezTo>
                    <a:pt x="95" y="101"/>
                    <a:pt x="0" y="323"/>
                    <a:pt x="95" y="513"/>
                  </a:cubicBezTo>
                  <a:cubicBezTo>
                    <a:pt x="141" y="628"/>
                    <a:pt x="270" y="709"/>
                    <a:pt x="398" y="709"/>
                  </a:cubicBezTo>
                  <a:cubicBezTo>
                    <a:pt x="446" y="709"/>
                    <a:pt x="495" y="698"/>
                    <a:pt x="538" y="671"/>
                  </a:cubicBezTo>
                  <a:cubicBezTo>
                    <a:pt x="728" y="608"/>
                    <a:pt x="792" y="386"/>
                    <a:pt x="728" y="228"/>
                  </a:cubicBezTo>
                  <a:cubicBezTo>
                    <a:pt x="682" y="89"/>
                    <a:pt x="551" y="1"/>
                    <a:pt x="4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870550" y="17423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503" y="1"/>
                  </a:moveTo>
                  <a:lnTo>
                    <a:pt x="1236" y="1236"/>
                  </a:lnTo>
                  <a:lnTo>
                    <a:pt x="1" y="2471"/>
                  </a:lnTo>
                  <a:lnTo>
                    <a:pt x="1521" y="2724"/>
                  </a:lnTo>
                  <a:lnTo>
                    <a:pt x="3009" y="3009"/>
                  </a:lnTo>
                  <a:lnTo>
                    <a:pt x="3009" y="3009"/>
                  </a:lnTo>
                  <a:lnTo>
                    <a:pt x="2756" y="1521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532475" y="2567300"/>
              <a:ext cx="87125" cy="87125"/>
            </a:xfrm>
            <a:custGeom>
              <a:avLst/>
              <a:gdLst/>
              <a:ahLst/>
              <a:cxnLst/>
              <a:rect l="l" t="t" r="r" b="b"/>
              <a:pathLst>
                <a:path w="3485" h="3485" extrusionOk="0">
                  <a:moveTo>
                    <a:pt x="1743" y="1"/>
                  </a:moveTo>
                  <a:cubicBezTo>
                    <a:pt x="793" y="1"/>
                    <a:pt x="1" y="761"/>
                    <a:pt x="1" y="1743"/>
                  </a:cubicBezTo>
                  <a:cubicBezTo>
                    <a:pt x="1" y="2693"/>
                    <a:pt x="793" y="3484"/>
                    <a:pt x="1743" y="3484"/>
                  </a:cubicBezTo>
                  <a:cubicBezTo>
                    <a:pt x="2725" y="3484"/>
                    <a:pt x="3485" y="2693"/>
                    <a:pt x="3485" y="1743"/>
                  </a:cubicBezTo>
                  <a:cubicBezTo>
                    <a:pt x="3485" y="761"/>
                    <a:pt x="2725" y="1"/>
                    <a:pt x="174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095450" y="1644150"/>
              <a:ext cx="969100" cy="969900"/>
            </a:xfrm>
            <a:custGeom>
              <a:avLst/>
              <a:gdLst/>
              <a:ahLst/>
              <a:cxnLst/>
              <a:rect l="l" t="t" r="r" b="b"/>
              <a:pathLst>
                <a:path w="38764" h="38796" extrusionOk="0">
                  <a:moveTo>
                    <a:pt x="19382" y="286"/>
                  </a:moveTo>
                  <a:cubicBezTo>
                    <a:pt x="29928" y="286"/>
                    <a:pt x="38510" y="8868"/>
                    <a:pt x="38510" y="19414"/>
                  </a:cubicBezTo>
                  <a:cubicBezTo>
                    <a:pt x="38510" y="29960"/>
                    <a:pt x="29928" y="38542"/>
                    <a:pt x="19382" y="38542"/>
                  </a:cubicBezTo>
                  <a:cubicBezTo>
                    <a:pt x="8805" y="38542"/>
                    <a:pt x="222" y="29960"/>
                    <a:pt x="222" y="19414"/>
                  </a:cubicBezTo>
                  <a:cubicBezTo>
                    <a:pt x="222" y="8868"/>
                    <a:pt x="8805" y="286"/>
                    <a:pt x="19382" y="286"/>
                  </a:cubicBezTo>
                  <a:close/>
                  <a:moveTo>
                    <a:pt x="19382" y="1"/>
                  </a:moveTo>
                  <a:cubicBezTo>
                    <a:pt x="8678" y="1"/>
                    <a:pt x="1" y="8710"/>
                    <a:pt x="1" y="19414"/>
                  </a:cubicBezTo>
                  <a:cubicBezTo>
                    <a:pt x="1" y="30086"/>
                    <a:pt x="8678" y="38795"/>
                    <a:pt x="19382" y="38795"/>
                  </a:cubicBezTo>
                  <a:cubicBezTo>
                    <a:pt x="30055" y="38795"/>
                    <a:pt x="38764" y="30086"/>
                    <a:pt x="38764" y="19414"/>
                  </a:cubicBezTo>
                  <a:cubicBezTo>
                    <a:pt x="38764" y="8710"/>
                    <a:pt x="30055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191250" y="1740750"/>
              <a:ext cx="776700" cy="776700"/>
            </a:xfrm>
            <a:custGeom>
              <a:avLst/>
              <a:gdLst/>
              <a:ahLst/>
              <a:cxnLst/>
              <a:rect l="l" t="t" r="r" b="b"/>
              <a:pathLst>
                <a:path w="31068" h="31068" extrusionOk="0">
                  <a:moveTo>
                    <a:pt x="15550" y="3769"/>
                  </a:moveTo>
                  <a:cubicBezTo>
                    <a:pt x="22042" y="3769"/>
                    <a:pt x="27331" y="9058"/>
                    <a:pt x="27331" y="15550"/>
                  </a:cubicBezTo>
                  <a:cubicBezTo>
                    <a:pt x="27331" y="22042"/>
                    <a:pt x="22042" y="27331"/>
                    <a:pt x="15550" y="27331"/>
                  </a:cubicBezTo>
                  <a:cubicBezTo>
                    <a:pt x="9026" y="27331"/>
                    <a:pt x="3738" y="22042"/>
                    <a:pt x="3738" y="15550"/>
                  </a:cubicBezTo>
                  <a:cubicBezTo>
                    <a:pt x="3738" y="9026"/>
                    <a:pt x="9026" y="3769"/>
                    <a:pt x="15550" y="3769"/>
                  </a:cubicBezTo>
                  <a:close/>
                  <a:moveTo>
                    <a:pt x="15550" y="1"/>
                  </a:moveTo>
                  <a:cubicBezTo>
                    <a:pt x="6968" y="1"/>
                    <a:pt x="1" y="6968"/>
                    <a:pt x="1" y="15550"/>
                  </a:cubicBezTo>
                  <a:cubicBezTo>
                    <a:pt x="1" y="24101"/>
                    <a:pt x="6968" y="31068"/>
                    <a:pt x="15550" y="31068"/>
                  </a:cubicBezTo>
                  <a:cubicBezTo>
                    <a:pt x="24101" y="31068"/>
                    <a:pt x="31068" y="24101"/>
                    <a:pt x="31068" y="15550"/>
                  </a:cubicBezTo>
                  <a:cubicBezTo>
                    <a:pt x="31068" y="6968"/>
                    <a:pt x="24101" y="1"/>
                    <a:pt x="155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2776400" y="3084300"/>
              <a:ext cx="1391075" cy="7950"/>
            </a:xfrm>
            <a:custGeom>
              <a:avLst/>
              <a:gdLst/>
              <a:ahLst/>
              <a:cxnLst/>
              <a:rect l="l" t="t" r="r" b="b"/>
              <a:pathLst>
                <a:path w="55643" h="318" extrusionOk="0">
                  <a:moveTo>
                    <a:pt x="0" y="1"/>
                  </a:moveTo>
                  <a:lnTo>
                    <a:pt x="0" y="317"/>
                  </a:lnTo>
                  <a:lnTo>
                    <a:pt x="55643" y="317"/>
                  </a:lnTo>
                  <a:lnTo>
                    <a:pt x="5564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3572075" y="2592650"/>
              <a:ext cx="7950" cy="980175"/>
            </a:xfrm>
            <a:custGeom>
              <a:avLst/>
              <a:gdLst/>
              <a:ahLst/>
              <a:cxnLst/>
              <a:rect l="l" t="t" r="r" b="b"/>
              <a:pathLst>
                <a:path w="318" h="39207" extrusionOk="0">
                  <a:moveTo>
                    <a:pt x="0" y="0"/>
                  </a:moveTo>
                  <a:lnTo>
                    <a:pt x="0" y="39206"/>
                  </a:lnTo>
                  <a:lnTo>
                    <a:pt x="317" y="39206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3522975" y="4035600"/>
              <a:ext cx="65925" cy="55800"/>
            </a:xfrm>
            <a:custGeom>
              <a:avLst/>
              <a:gdLst/>
              <a:ahLst/>
              <a:cxnLst/>
              <a:rect l="l" t="t" r="r" b="b"/>
              <a:pathLst>
                <a:path w="2637" h="2232" extrusionOk="0">
                  <a:moveTo>
                    <a:pt x="2448" y="0"/>
                  </a:moveTo>
                  <a:cubicBezTo>
                    <a:pt x="2417" y="0"/>
                    <a:pt x="2385" y="11"/>
                    <a:pt x="2356" y="36"/>
                  </a:cubicBezTo>
                  <a:lnTo>
                    <a:pt x="2356" y="36"/>
                  </a:lnTo>
                  <a:cubicBezTo>
                    <a:pt x="2354" y="37"/>
                    <a:pt x="2351" y="40"/>
                    <a:pt x="2344" y="46"/>
                  </a:cubicBezTo>
                  <a:cubicBezTo>
                    <a:pt x="1933" y="521"/>
                    <a:pt x="1521" y="996"/>
                    <a:pt x="1046" y="1408"/>
                  </a:cubicBezTo>
                  <a:cubicBezTo>
                    <a:pt x="824" y="1598"/>
                    <a:pt x="571" y="1788"/>
                    <a:pt x="286" y="1915"/>
                  </a:cubicBezTo>
                  <a:cubicBezTo>
                    <a:pt x="191" y="1946"/>
                    <a:pt x="33" y="1946"/>
                    <a:pt x="33" y="2073"/>
                  </a:cubicBezTo>
                  <a:cubicBezTo>
                    <a:pt x="1" y="2200"/>
                    <a:pt x="128" y="2231"/>
                    <a:pt x="223" y="2231"/>
                  </a:cubicBezTo>
                  <a:cubicBezTo>
                    <a:pt x="571" y="2136"/>
                    <a:pt x="888" y="1883"/>
                    <a:pt x="1141" y="1661"/>
                  </a:cubicBezTo>
                  <a:cubicBezTo>
                    <a:pt x="1458" y="1408"/>
                    <a:pt x="1774" y="1091"/>
                    <a:pt x="2059" y="775"/>
                  </a:cubicBezTo>
                  <a:cubicBezTo>
                    <a:pt x="2186" y="648"/>
                    <a:pt x="2313" y="490"/>
                    <a:pt x="2471" y="331"/>
                  </a:cubicBezTo>
                  <a:cubicBezTo>
                    <a:pt x="2503" y="300"/>
                    <a:pt x="2534" y="268"/>
                    <a:pt x="2566" y="236"/>
                  </a:cubicBezTo>
                  <a:cubicBezTo>
                    <a:pt x="2637" y="118"/>
                    <a:pt x="2549" y="0"/>
                    <a:pt x="244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3368600" y="4009675"/>
              <a:ext cx="25350" cy="22475"/>
            </a:xfrm>
            <a:custGeom>
              <a:avLst/>
              <a:gdLst/>
              <a:ahLst/>
              <a:cxnLst/>
              <a:rect l="l" t="t" r="r" b="b"/>
              <a:pathLst>
                <a:path w="1014" h="899" extrusionOk="0">
                  <a:moveTo>
                    <a:pt x="496" y="278"/>
                  </a:moveTo>
                  <a:cubicBezTo>
                    <a:pt x="605" y="278"/>
                    <a:pt x="723" y="378"/>
                    <a:pt x="666" y="513"/>
                  </a:cubicBezTo>
                  <a:cubicBezTo>
                    <a:pt x="641" y="586"/>
                    <a:pt x="580" y="617"/>
                    <a:pt x="517" y="617"/>
                  </a:cubicBezTo>
                  <a:cubicBezTo>
                    <a:pt x="416" y="617"/>
                    <a:pt x="310" y="536"/>
                    <a:pt x="349" y="418"/>
                  </a:cubicBezTo>
                  <a:cubicBezTo>
                    <a:pt x="361" y="319"/>
                    <a:pt x="427" y="278"/>
                    <a:pt x="496" y="278"/>
                  </a:cubicBezTo>
                  <a:close/>
                  <a:moveTo>
                    <a:pt x="516" y="1"/>
                  </a:moveTo>
                  <a:cubicBezTo>
                    <a:pt x="351" y="1"/>
                    <a:pt x="197" y="89"/>
                    <a:pt x="127" y="228"/>
                  </a:cubicBezTo>
                  <a:cubicBezTo>
                    <a:pt x="1" y="450"/>
                    <a:pt x="96" y="735"/>
                    <a:pt x="317" y="862"/>
                  </a:cubicBezTo>
                  <a:cubicBezTo>
                    <a:pt x="375" y="886"/>
                    <a:pt x="435" y="898"/>
                    <a:pt x="495" y="898"/>
                  </a:cubicBezTo>
                  <a:cubicBezTo>
                    <a:pt x="663" y="898"/>
                    <a:pt x="825" y="804"/>
                    <a:pt x="919" y="640"/>
                  </a:cubicBezTo>
                  <a:cubicBezTo>
                    <a:pt x="1014" y="418"/>
                    <a:pt x="919" y="133"/>
                    <a:pt x="697" y="38"/>
                  </a:cubicBezTo>
                  <a:lnTo>
                    <a:pt x="697" y="38"/>
                  </a:lnTo>
                  <a:cubicBezTo>
                    <a:pt x="717" y="45"/>
                    <a:pt x="726" y="47"/>
                    <a:pt x="728" y="47"/>
                  </a:cubicBezTo>
                  <a:cubicBezTo>
                    <a:pt x="733" y="47"/>
                    <a:pt x="688" y="29"/>
                    <a:pt x="682" y="29"/>
                  </a:cubicBezTo>
                  <a:cubicBezTo>
                    <a:pt x="680" y="29"/>
                    <a:pt x="684" y="32"/>
                    <a:pt x="697" y="38"/>
                  </a:cubicBezTo>
                  <a:cubicBezTo>
                    <a:pt x="638" y="13"/>
                    <a:pt x="576" y="1"/>
                    <a:pt x="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3354350" y="3928475"/>
              <a:ext cx="392725" cy="221125"/>
            </a:xfrm>
            <a:custGeom>
              <a:avLst/>
              <a:gdLst/>
              <a:ahLst/>
              <a:cxnLst/>
              <a:rect l="l" t="t" r="r" b="b"/>
              <a:pathLst>
                <a:path w="15709" h="8845" extrusionOk="0">
                  <a:moveTo>
                    <a:pt x="1964" y="309"/>
                  </a:moveTo>
                  <a:lnTo>
                    <a:pt x="3927" y="1164"/>
                  </a:lnTo>
                  <a:cubicBezTo>
                    <a:pt x="3484" y="2146"/>
                    <a:pt x="2312" y="4838"/>
                    <a:pt x="2312" y="4838"/>
                  </a:cubicBezTo>
                  <a:lnTo>
                    <a:pt x="380" y="3983"/>
                  </a:lnTo>
                  <a:lnTo>
                    <a:pt x="1964" y="309"/>
                  </a:lnTo>
                  <a:close/>
                  <a:moveTo>
                    <a:pt x="13745" y="816"/>
                  </a:moveTo>
                  <a:lnTo>
                    <a:pt x="15360" y="4490"/>
                  </a:lnTo>
                  <a:lnTo>
                    <a:pt x="13428" y="5345"/>
                  </a:lnTo>
                  <a:cubicBezTo>
                    <a:pt x="13016" y="4363"/>
                    <a:pt x="11940" y="1924"/>
                    <a:pt x="11813" y="1671"/>
                  </a:cubicBezTo>
                  <a:cubicBezTo>
                    <a:pt x="12478" y="1386"/>
                    <a:pt x="13111" y="1101"/>
                    <a:pt x="13745" y="816"/>
                  </a:cubicBezTo>
                  <a:close/>
                  <a:moveTo>
                    <a:pt x="8551" y="1703"/>
                  </a:moveTo>
                  <a:cubicBezTo>
                    <a:pt x="8931" y="1766"/>
                    <a:pt x="9279" y="1956"/>
                    <a:pt x="9660" y="2083"/>
                  </a:cubicBezTo>
                  <a:cubicBezTo>
                    <a:pt x="9976" y="2178"/>
                    <a:pt x="10356" y="2305"/>
                    <a:pt x="10705" y="2305"/>
                  </a:cubicBezTo>
                  <a:cubicBezTo>
                    <a:pt x="11053" y="2305"/>
                    <a:pt x="11401" y="2178"/>
                    <a:pt x="11686" y="2019"/>
                  </a:cubicBezTo>
                  <a:lnTo>
                    <a:pt x="12985" y="4996"/>
                  </a:lnTo>
                  <a:lnTo>
                    <a:pt x="12541" y="5376"/>
                  </a:lnTo>
                  <a:cubicBezTo>
                    <a:pt x="12446" y="5440"/>
                    <a:pt x="12383" y="5503"/>
                    <a:pt x="12320" y="5598"/>
                  </a:cubicBezTo>
                  <a:cubicBezTo>
                    <a:pt x="12130" y="5915"/>
                    <a:pt x="12035" y="5978"/>
                    <a:pt x="11971" y="5978"/>
                  </a:cubicBezTo>
                  <a:cubicBezTo>
                    <a:pt x="11813" y="5883"/>
                    <a:pt x="11686" y="5693"/>
                    <a:pt x="11560" y="5535"/>
                  </a:cubicBezTo>
                  <a:cubicBezTo>
                    <a:pt x="11306" y="5281"/>
                    <a:pt x="11085" y="5028"/>
                    <a:pt x="10863" y="4775"/>
                  </a:cubicBezTo>
                  <a:cubicBezTo>
                    <a:pt x="10483" y="4395"/>
                    <a:pt x="10103" y="3983"/>
                    <a:pt x="9755" y="3603"/>
                  </a:cubicBezTo>
                  <a:cubicBezTo>
                    <a:pt x="9565" y="3413"/>
                    <a:pt x="9406" y="3255"/>
                    <a:pt x="9248" y="3096"/>
                  </a:cubicBezTo>
                  <a:cubicBezTo>
                    <a:pt x="9089" y="2970"/>
                    <a:pt x="8931" y="2811"/>
                    <a:pt x="8773" y="2716"/>
                  </a:cubicBezTo>
                  <a:cubicBezTo>
                    <a:pt x="8707" y="2672"/>
                    <a:pt x="8642" y="2655"/>
                    <a:pt x="8577" y="2655"/>
                  </a:cubicBezTo>
                  <a:cubicBezTo>
                    <a:pt x="8455" y="2655"/>
                    <a:pt x="8338" y="2717"/>
                    <a:pt x="8234" y="2780"/>
                  </a:cubicBezTo>
                  <a:cubicBezTo>
                    <a:pt x="8108" y="2875"/>
                    <a:pt x="7981" y="2938"/>
                    <a:pt x="7823" y="2970"/>
                  </a:cubicBezTo>
                  <a:cubicBezTo>
                    <a:pt x="7601" y="3033"/>
                    <a:pt x="7253" y="3033"/>
                    <a:pt x="7189" y="3318"/>
                  </a:cubicBezTo>
                  <a:cubicBezTo>
                    <a:pt x="7094" y="3540"/>
                    <a:pt x="7094" y="3761"/>
                    <a:pt x="6968" y="3983"/>
                  </a:cubicBezTo>
                  <a:cubicBezTo>
                    <a:pt x="6865" y="4111"/>
                    <a:pt x="6638" y="4343"/>
                    <a:pt x="6438" y="4343"/>
                  </a:cubicBezTo>
                  <a:cubicBezTo>
                    <a:pt x="6391" y="4343"/>
                    <a:pt x="6345" y="4330"/>
                    <a:pt x="6303" y="4300"/>
                  </a:cubicBezTo>
                  <a:cubicBezTo>
                    <a:pt x="6208" y="4236"/>
                    <a:pt x="6239" y="4110"/>
                    <a:pt x="6239" y="3983"/>
                  </a:cubicBezTo>
                  <a:cubicBezTo>
                    <a:pt x="6271" y="3825"/>
                    <a:pt x="6303" y="3666"/>
                    <a:pt x="6366" y="3508"/>
                  </a:cubicBezTo>
                  <a:cubicBezTo>
                    <a:pt x="6429" y="3160"/>
                    <a:pt x="6493" y="2780"/>
                    <a:pt x="6651" y="2431"/>
                  </a:cubicBezTo>
                  <a:cubicBezTo>
                    <a:pt x="6683" y="2368"/>
                    <a:pt x="6714" y="2336"/>
                    <a:pt x="6778" y="2305"/>
                  </a:cubicBezTo>
                  <a:cubicBezTo>
                    <a:pt x="7031" y="2178"/>
                    <a:pt x="7284" y="2083"/>
                    <a:pt x="7538" y="1988"/>
                  </a:cubicBezTo>
                  <a:cubicBezTo>
                    <a:pt x="7728" y="1924"/>
                    <a:pt x="7918" y="1861"/>
                    <a:pt x="8108" y="1798"/>
                  </a:cubicBezTo>
                  <a:cubicBezTo>
                    <a:pt x="8234" y="1766"/>
                    <a:pt x="8393" y="1703"/>
                    <a:pt x="8551" y="1703"/>
                  </a:cubicBezTo>
                  <a:close/>
                  <a:moveTo>
                    <a:pt x="4460" y="5849"/>
                  </a:moveTo>
                  <a:cubicBezTo>
                    <a:pt x="4472" y="5849"/>
                    <a:pt x="4485" y="5850"/>
                    <a:pt x="4497" y="5851"/>
                  </a:cubicBezTo>
                  <a:cubicBezTo>
                    <a:pt x="4592" y="5883"/>
                    <a:pt x="4719" y="5915"/>
                    <a:pt x="4751" y="6010"/>
                  </a:cubicBezTo>
                  <a:cubicBezTo>
                    <a:pt x="4814" y="6105"/>
                    <a:pt x="4846" y="6136"/>
                    <a:pt x="4814" y="6231"/>
                  </a:cubicBezTo>
                  <a:cubicBezTo>
                    <a:pt x="4751" y="6295"/>
                    <a:pt x="4719" y="6390"/>
                    <a:pt x="4687" y="6485"/>
                  </a:cubicBezTo>
                  <a:cubicBezTo>
                    <a:pt x="4687" y="6548"/>
                    <a:pt x="4687" y="6706"/>
                    <a:pt x="4592" y="6706"/>
                  </a:cubicBezTo>
                  <a:cubicBezTo>
                    <a:pt x="4371" y="6706"/>
                    <a:pt x="4181" y="6453"/>
                    <a:pt x="4149" y="6295"/>
                  </a:cubicBezTo>
                  <a:cubicBezTo>
                    <a:pt x="4089" y="6086"/>
                    <a:pt x="4255" y="5849"/>
                    <a:pt x="4460" y="5849"/>
                  </a:cubicBezTo>
                  <a:close/>
                  <a:moveTo>
                    <a:pt x="5321" y="6326"/>
                  </a:moveTo>
                  <a:cubicBezTo>
                    <a:pt x="5638" y="6358"/>
                    <a:pt x="5733" y="6611"/>
                    <a:pt x="5764" y="6896"/>
                  </a:cubicBezTo>
                  <a:cubicBezTo>
                    <a:pt x="5764" y="7055"/>
                    <a:pt x="5764" y="7213"/>
                    <a:pt x="5701" y="7308"/>
                  </a:cubicBezTo>
                  <a:cubicBezTo>
                    <a:pt x="5649" y="7386"/>
                    <a:pt x="5554" y="7443"/>
                    <a:pt x="5469" y="7443"/>
                  </a:cubicBezTo>
                  <a:cubicBezTo>
                    <a:pt x="5451" y="7443"/>
                    <a:pt x="5433" y="7440"/>
                    <a:pt x="5416" y="7435"/>
                  </a:cubicBezTo>
                  <a:cubicBezTo>
                    <a:pt x="5226" y="7435"/>
                    <a:pt x="4973" y="7150"/>
                    <a:pt x="4941" y="6960"/>
                  </a:cubicBezTo>
                  <a:lnTo>
                    <a:pt x="4941" y="6960"/>
                  </a:lnTo>
                  <a:cubicBezTo>
                    <a:pt x="4946" y="6980"/>
                    <a:pt x="4949" y="6988"/>
                    <a:pt x="4950" y="6988"/>
                  </a:cubicBezTo>
                  <a:cubicBezTo>
                    <a:pt x="4952" y="6988"/>
                    <a:pt x="4941" y="6924"/>
                    <a:pt x="4935" y="6897"/>
                  </a:cubicBezTo>
                  <a:lnTo>
                    <a:pt x="4935" y="6897"/>
                  </a:lnTo>
                  <a:cubicBezTo>
                    <a:pt x="4936" y="6919"/>
                    <a:pt x="4938" y="6940"/>
                    <a:pt x="4941" y="6960"/>
                  </a:cubicBezTo>
                  <a:cubicBezTo>
                    <a:pt x="4933" y="6904"/>
                    <a:pt x="4931" y="6884"/>
                    <a:pt x="4932" y="6884"/>
                  </a:cubicBezTo>
                  <a:lnTo>
                    <a:pt x="4932" y="6884"/>
                  </a:lnTo>
                  <a:cubicBezTo>
                    <a:pt x="4933" y="6884"/>
                    <a:pt x="4934" y="6889"/>
                    <a:pt x="4935" y="6897"/>
                  </a:cubicBezTo>
                  <a:lnTo>
                    <a:pt x="4935" y="6897"/>
                  </a:lnTo>
                  <a:cubicBezTo>
                    <a:pt x="4928" y="6668"/>
                    <a:pt x="5032" y="6326"/>
                    <a:pt x="5321" y="6326"/>
                  </a:cubicBezTo>
                  <a:close/>
                  <a:moveTo>
                    <a:pt x="6334" y="6865"/>
                  </a:moveTo>
                  <a:cubicBezTo>
                    <a:pt x="6619" y="6896"/>
                    <a:pt x="6778" y="7118"/>
                    <a:pt x="6809" y="7372"/>
                  </a:cubicBezTo>
                  <a:cubicBezTo>
                    <a:pt x="6841" y="7625"/>
                    <a:pt x="6809" y="8037"/>
                    <a:pt x="6493" y="8100"/>
                  </a:cubicBezTo>
                  <a:cubicBezTo>
                    <a:pt x="6458" y="8113"/>
                    <a:pt x="6425" y="8119"/>
                    <a:pt x="6394" y="8119"/>
                  </a:cubicBezTo>
                  <a:cubicBezTo>
                    <a:pt x="6198" y="8119"/>
                    <a:pt x="6072" y="7884"/>
                    <a:pt x="6018" y="7720"/>
                  </a:cubicBezTo>
                  <a:cubicBezTo>
                    <a:pt x="5986" y="7530"/>
                    <a:pt x="5986" y="7372"/>
                    <a:pt x="6018" y="7213"/>
                  </a:cubicBezTo>
                  <a:cubicBezTo>
                    <a:pt x="6081" y="7055"/>
                    <a:pt x="6176" y="6865"/>
                    <a:pt x="6334" y="6865"/>
                  </a:cubicBezTo>
                  <a:close/>
                  <a:moveTo>
                    <a:pt x="3991" y="1671"/>
                  </a:moveTo>
                  <a:cubicBezTo>
                    <a:pt x="4212" y="1766"/>
                    <a:pt x="4466" y="1861"/>
                    <a:pt x="4719" y="1861"/>
                  </a:cubicBezTo>
                  <a:cubicBezTo>
                    <a:pt x="4973" y="1893"/>
                    <a:pt x="5194" y="1893"/>
                    <a:pt x="5448" y="1893"/>
                  </a:cubicBezTo>
                  <a:cubicBezTo>
                    <a:pt x="5806" y="1893"/>
                    <a:pt x="6165" y="1879"/>
                    <a:pt x="6534" y="1879"/>
                  </a:cubicBezTo>
                  <a:cubicBezTo>
                    <a:pt x="6718" y="1879"/>
                    <a:pt x="6904" y="1882"/>
                    <a:pt x="7094" y="1893"/>
                  </a:cubicBezTo>
                  <a:cubicBezTo>
                    <a:pt x="6936" y="1924"/>
                    <a:pt x="6809" y="1988"/>
                    <a:pt x="6683" y="2051"/>
                  </a:cubicBezTo>
                  <a:cubicBezTo>
                    <a:pt x="6619" y="2083"/>
                    <a:pt x="6588" y="2083"/>
                    <a:pt x="6524" y="2146"/>
                  </a:cubicBezTo>
                  <a:cubicBezTo>
                    <a:pt x="6461" y="2210"/>
                    <a:pt x="6398" y="2336"/>
                    <a:pt x="6366" y="2431"/>
                  </a:cubicBezTo>
                  <a:cubicBezTo>
                    <a:pt x="6176" y="2906"/>
                    <a:pt x="6081" y="3413"/>
                    <a:pt x="5986" y="3920"/>
                  </a:cubicBezTo>
                  <a:cubicBezTo>
                    <a:pt x="5923" y="4173"/>
                    <a:pt x="5923" y="4458"/>
                    <a:pt x="6208" y="4585"/>
                  </a:cubicBezTo>
                  <a:cubicBezTo>
                    <a:pt x="6272" y="4613"/>
                    <a:pt x="6338" y="4626"/>
                    <a:pt x="6403" y="4626"/>
                  </a:cubicBezTo>
                  <a:cubicBezTo>
                    <a:pt x="6629" y="4626"/>
                    <a:pt x="6852" y="4479"/>
                    <a:pt x="6999" y="4331"/>
                  </a:cubicBezTo>
                  <a:cubicBezTo>
                    <a:pt x="7189" y="4141"/>
                    <a:pt x="7316" y="3920"/>
                    <a:pt x="7379" y="3666"/>
                  </a:cubicBezTo>
                  <a:cubicBezTo>
                    <a:pt x="7379" y="3571"/>
                    <a:pt x="7411" y="3476"/>
                    <a:pt x="7443" y="3381"/>
                  </a:cubicBezTo>
                  <a:cubicBezTo>
                    <a:pt x="7443" y="3350"/>
                    <a:pt x="7601" y="3318"/>
                    <a:pt x="7633" y="3318"/>
                  </a:cubicBezTo>
                  <a:cubicBezTo>
                    <a:pt x="7696" y="3286"/>
                    <a:pt x="7791" y="3286"/>
                    <a:pt x="7854" y="3255"/>
                  </a:cubicBezTo>
                  <a:cubicBezTo>
                    <a:pt x="7981" y="3223"/>
                    <a:pt x="8108" y="3160"/>
                    <a:pt x="8234" y="3096"/>
                  </a:cubicBezTo>
                  <a:cubicBezTo>
                    <a:pt x="8361" y="3033"/>
                    <a:pt x="8456" y="2938"/>
                    <a:pt x="8583" y="2938"/>
                  </a:cubicBezTo>
                  <a:cubicBezTo>
                    <a:pt x="8709" y="2970"/>
                    <a:pt x="8868" y="3128"/>
                    <a:pt x="8963" y="3223"/>
                  </a:cubicBezTo>
                  <a:cubicBezTo>
                    <a:pt x="9153" y="3381"/>
                    <a:pt x="9311" y="3571"/>
                    <a:pt x="9501" y="3761"/>
                  </a:cubicBezTo>
                  <a:cubicBezTo>
                    <a:pt x="9850" y="4141"/>
                    <a:pt x="10230" y="4553"/>
                    <a:pt x="10578" y="4933"/>
                  </a:cubicBezTo>
                  <a:cubicBezTo>
                    <a:pt x="10926" y="5313"/>
                    <a:pt x="11275" y="5693"/>
                    <a:pt x="11623" y="6073"/>
                  </a:cubicBezTo>
                  <a:cubicBezTo>
                    <a:pt x="11718" y="6168"/>
                    <a:pt x="11750" y="6231"/>
                    <a:pt x="11781" y="6326"/>
                  </a:cubicBezTo>
                  <a:cubicBezTo>
                    <a:pt x="11813" y="6421"/>
                    <a:pt x="11813" y="6516"/>
                    <a:pt x="11813" y="6611"/>
                  </a:cubicBezTo>
                  <a:cubicBezTo>
                    <a:pt x="11813" y="6865"/>
                    <a:pt x="11591" y="6928"/>
                    <a:pt x="11401" y="6928"/>
                  </a:cubicBezTo>
                  <a:cubicBezTo>
                    <a:pt x="11370" y="6928"/>
                    <a:pt x="11180" y="6770"/>
                    <a:pt x="11148" y="6738"/>
                  </a:cubicBezTo>
                  <a:cubicBezTo>
                    <a:pt x="11021" y="6643"/>
                    <a:pt x="10863" y="6548"/>
                    <a:pt x="10736" y="6453"/>
                  </a:cubicBezTo>
                  <a:cubicBezTo>
                    <a:pt x="10356" y="6200"/>
                    <a:pt x="10008" y="5946"/>
                    <a:pt x="9628" y="5661"/>
                  </a:cubicBezTo>
                  <a:cubicBezTo>
                    <a:pt x="9533" y="5630"/>
                    <a:pt x="9438" y="5503"/>
                    <a:pt x="9311" y="5471"/>
                  </a:cubicBezTo>
                  <a:cubicBezTo>
                    <a:pt x="9298" y="5468"/>
                    <a:pt x="9285" y="5466"/>
                    <a:pt x="9273" y="5466"/>
                  </a:cubicBezTo>
                  <a:cubicBezTo>
                    <a:pt x="9172" y="5466"/>
                    <a:pt x="9128" y="5577"/>
                    <a:pt x="9184" y="5661"/>
                  </a:cubicBezTo>
                  <a:cubicBezTo>
                    <a:pt x="9184" y="5693"/>
                    <a:pt x="9216" y="5725"/>
                    <a:pt x="9248" y="5756"/>
                  </a:cubicBezTo>
                  <a:cubicBezTo>
                    <a:pt x="9501" y="5915"/>
                    <a:pt x="9723" y="6105"/>
                    <a:pt x="9976" y="6263"/>
                  </a:cubicBezTo>
                  <a:cubicBezTo>
                    <a:pt x="10166" y="6421"/>
                    <a:pt x="10388" y="6548"/>
                    <a:pt x="10578" y="6706"/>
                  </a:cubicBezTo>
                  <a:cubicBezTo>
                    <a:pt x="10768" y="6833"/>
                    <a:pt x="10926" y="6960"/>
                    <a:pt x="11053" y="7087"/>
                  </a:cubicBezTo>
                  <a:cubicBezTo>
                    <a:pt x="11085" y="7118"/>
                    <a:pt x="11116" y="7118"/>
                    <a:pt x="11148" y="7150"/>
                  </a:cubicBezTo>
                  <a:cubicBezTo>
                    <a:pt x="11180" y="7213"/>
                    <a:pt x="11148" y="7340"/>
                    <a:pt x="11148" y="7403"/>
                  </a:cubicBezTo>
                  <a:cubicBezTo>
                    <a:pt x="11148" y="7688"/>
                    <a:pt x="10958" y="7752"/>
                    <a:pt x="10705" y="7752"/>
                  </a:cubicBezTo>
                  <a:cubicBezTo>
                    <a:pt x="10578" y="7720"/>
                    <a:pt x="10483" y="7720"/>
                    <a:pt x="10388" y="7625"/>
                  </a:cubicBezTo>
                  <a:lnTo>
                    <a:pt x="10040" y="7372"/>
                  </a:lnTo>
                  <a:cubicBezTo>
                    <a:pt x="9945" y="7277"/>
                    <a:pt x="9850" y="7182"/>
                    <a:pt x="9755" y="7087"/>
                  </a:cubicBezTo>
                  <a:cubicBezTo>
                    <a:pt x="9628" y="6992"/>
                    <a:pt x="9501" y="6865"/>
                    <a:pt x="9375" y="6770"/>
                  </a:cubicBezTo>
                  <a:cubicBezTo>
                    <a:pt x="9153" y="6611"/>
                    <a:pt x="8931" y="6453"/>
                    <a:pt x="8709" y="6326"/>
                  </a:cubicBezTo>
                  <a:cubicBezTo>
                    <a:pt x="8678" y="6295"/>
                    <a:pt x="8646" y="6263"/>
                    <a:pt x="8583" y="6263"/>
                  </a:cubicBezTo>
                  <a:cubicBezTo>
                    <a:pt x="8456" y="6263"/>
                    <a:pt x="8393" y="6390"/>
                    <a:pt x="8456" y="6485"/>
                  </a:cubicBezTo>
                  <a:cubicBezTo>
                    <a:pt x="8488" y="6548"/>
                    <a:pt x="8583" y="6580"/>
                    <a:pt x="8646" y="6611"/>
                  </a:cubicBezTo>
                  <a:cubicBezTo>
                    <a:pt x="8773" y="6706"/>
                    <a:pt x="8899" y="6801"/>
                    <a:pt x="9026" y="6896"/>
                  </a:cubicBezTo>
                  <a:cubicBezTo>
                    <a:pt x="9248" y="7087"/>
                    <a:pt x="9501" y="7277"/>
                    <a:pt x="9723" y="7467"/>
                  </a:cubicBezTo>
                  <a:cubicBezTo>
                    <a:pt x="9881" y="7593"/>
                    <a:pt x="10040" y="7783"/>
                    <a:pt x="10071" y="7973"/>
                  </a:cubicBezTo>
                  <a:cubicBezTo>
                    <a:pt x="10096" y="8149"/>
                    <a:pt x="9922" y="8205"/>
                    <a:pt x="9770" y="8205"/>
                  </a:cubicBezTo>
                  <a:cubicBezTo>
                    <a:pt x="9731" y="8205"/>
                    <a:pt x="9692" y="8201"/>
                    <a:pt x="9660" y="8195"/>
                  </a:cubicBezTo>
                  <a:cubicBezTo>
                    <a:pt x="9438" y="8132"/>
                    <a:pt x="9248" y="8005"/>
                    <a:pt x="9026" y="7878"/>
                  </a:cubicBezTo>
                  <a:cubicBezTo>
                    <a:pt x="8646" y="7625"/>
                    <a:pt x="8266" y="7308"/>
                    <a:pt x="7886" y="7023"/>
                  </a:cubicBezTo>
                  <a:cubicBezTo>
                    <a:pt x="7791" y="6960"/>
                    <a:pt x="7664" y="6896"/>
                    <a:pt x="7569" y="6833"/>
                  </a:cubicBezTo>
                  <a:cubicBezTo>
                    <a:pt x="7545" y="6809"/>
                    <a:pt x="7516" y="6799"/>
                    <a:pt x="7488" y="6799"/>
                  </a:cubicBezTo>
                  <a:cubicBezTo>
                    <a:pt x="7443" y="6799"/>
                    <a:pt x="7399" y="6826"/>
                    <a:pt x="7379" y="6865"/>
                  </a:cubicBezTo>
                  <a:cubicBezTo>
                    <a:pt x="7316" y="6960"/>
                    <a:pt x="7379" y="6992"/>
                    <a:pt x="7411" y="7055"/>
                  </a:cubicBezTo>
                  <a:cubicBezTo>
                    <a:pt x="7506" y="7087"/>
                    <a:pt x="8329" y="7720"/>
                    <a:pt x="8646" y="7942"/>
                  </a:cubicBezTo>
                  <a:cubicBezTo>
                    <a:pt x="8773" y="8068"/>
                    <a:pt x="8994" y="8195"/>
                    <a:pt x="9089" y="8385"/>
                  </a:cubicBezTo>
                  <a:cubicBezTo>
                    <a:pt x="9045" y="8520"/>
                    <a:pt x="8888" y="8559"/>
                    <a:pt x="8733" y="8559"/>
                  </a:cubicBezTo>
                  <a:cubicBezTo>
                    <a:pt x="8669" y="8559"/>
                    <a:pt x="8606" y="8552"/>
                    <a:pt x="8551" y="8543"/>
                  </a:cubicBezTo>
                  <a:cubicBezTo>
                    <a:pt x="8361" y="8480"/>
                    <a:pt x="8139" y="8417"/>
                    <a:pt x="7949" y="8322"/>
                  </a:cubicBezTo>
                  <a:cubicBezTo>
                    <a:pt x="8044" y="8005"/>
                    <a:pt x="8013" y="7530"/>
                    <a:pt x="7728" y="7308"/>
                  </a:cubicBezTo>
                  <a:cubicBezTo>
                    <a:pt x="7605" y="7185"/>
                    <a:pt x="7443" y="7116"/>
                    <a:pt x="7283" y="7116"/>
                  </a:cubicBezTo>
                  <a:cubicBezTo>
                    <a:pt x="7196" y="7116"/>
                    <a:pt x="7110" y="7137"/>
                    <a:pt x="7031" y="7182"/>
                  </a:cubicBezTo>
                  <a:cubicBezTo>
                    <a:pt x="6962" y="6882"/>
                    <a:pt x="6657" y="6615"/>
                    <a:pt x="6350" y="6615"/>
                  </a:cubicBezTo>
                  <a:cubicBezTo>
                    <a:pt x="6236" y="6615"/>
                    <a:pt x="6121" y="6652"/>
                    <a:pt x="6018" y="6738"/>
                  </a:cubicBezTo>
                  <a:cubicBezTo>
                    <a:pt x="5986" y="6516"/>
                    <a:pt x="5859" y="6295"/>
                    <a:pt x="5638" y="6168"/>
                  </a:cubicBezTo>
                  <a:cubicBezTo>
                    <a:pt x="5535" y="6107"/>
                    <a:pt x="5420" y="6072"/>
                    <a:pt x="5300" y="6072"/>
                  </a:cubicBezTo>
                  <a:cubicBezTo>
                    <a:pt x="5234" y="6072"/>
                    <a:pt x="5166" y="6082"/>
                    <a:pt x="5099" y="6105"/>
                  </a:cubicBezTo>
                  <a:cubicBezTo>
                    <a:pt x="5068" y="5978"/>
                    <a:pt x="5004" y="5851"/>
                    <a:pt x="4909" y="5756"/>
                  </a:cubicBezTo>
                  <a:cubicBezTo>
                    <a:pt x="4877" y="5725"/>
                    <a:pt x="4751" y="5693"/>
                    <a:pt x="4719" y="5661"/>
                  </a:cubicBezTo>
                  <a:cubicBezTo>
                    <a:pt x="4719" y="5630"/>
                    <a:pt x="4719" y="5598"/>
                    <a:pt x="4687" y="5566"/>
                  </a:cubicBezTo>
                  <a:cubicBezTo>
                    <a:pt x="4624" y="5440"/>
                    <a:pt x="4497" y="5313"/>
                    <a:pt x="4402" y="5250"/>
                  </a:cubicBezTo>
                  <a:cubicBezTo>
                    <a:pt x="3927" y="4870"/>
                    <a:pt x="3294" y="4680"/>
                    <a:pt x="2756" y="4490"/>
                  </a:cubicBezTo>
                  <a:lnTo>
                    <a:pt x="3991" y="1671"/>
                  </a:lnTo>
                  <a:close/>
                  <a:moveTo>
                    <a:pt x="7320" y="7395"/>
                  </a:moveTo>
                  <a:cubicBezTo>
                    <a:pt x="7395" y="7395"/>
                    <a:pt x="7474" y="7419"/>
                    <a:pt x="7538" y="7467"/>
                  </a:cubicBezTo>
                  <a:cubicBezTo>
                    <a:pt x="7633" y="7562"/>
                    <a:pt x="7696" y="7720"/>
                    <a:pt x="7728" y="7847"/>
                  </a:cubicBezTo>
                  <a:cubicBezTo>
                    <a:pt x="7728" y="8037"/>
                    <a:pt x="7759" y="8258"/>
                    <a:pt x="7633" y="8417"/>
                  </a:cubicBezTo>
                  <a:cubicBezTo>
                    <a:pt x="7563" y="8509"/>
                    <a:pt x="7443" y="8568"/>
                    <a:pt x="7333" y="8568"/>
                  </a:cubicBezTo>
                  <a:cubicBezTo>
                    <a:pt x="7293" y="8568"/>
                    <a:pt x="7255" y="8560"/>
                    <a:pt x="7221" y="8543"/>
                  </a:cubicBezTo>
                  <a:cubicBezTo>
                    <a:pt x="7063" y="8448"/>
                    <a:pt x="6999" y="8258"/>
                    <a:pt x="6968" y="8068"/>
                  </a:cubicBezTo>
                  <a:cubicBezTo>
                    <a:pt x="6999" y="7973"/>
                    <a:pt x="7031" y="7878"/>
                    <a:pt x="7063" y="7783"/>
                  </a:cubicBezTo>
                  <a:cubicBezTo>
                    <a:pt x="7063" y="7688"/>
                    <a:pt x="7063" y="7562"/>
                    <a:pt x="7126" y="7467"/>
                  </a:cubicBezTo>
                  <a:cubicBezTo>
                    <a:pt x="7174" y="7419"/>
                    <a:pt x="7245" y="7395"/>
                    <a:pt x="7320" y="7395"/>
                  </a:cubicBezTo>
                  <a:close/>
                  <a:moveTo>
                    <a:pt x="1914" y="0"/>
                  </a:moveTo>
                  <a:cubicBezTo>
                    <a:pt x="1868" y="0"/>
                    <a:pt x="1830" y="16"/>
                    <a:pt x="1806" y="56"/>
                  </a:cubicBezTo>
                  <a:cubicBezTo>
                    <a:pt x="1742" y="151"/>
                    <a:pt x="1679" y="278"/>
                    <a:pt x="1647" y="373"/>
                  </a:cubicBezTo>
                  <a:cubicBezTo>
                    <a:pt x="1552" y="626"/>
                    <a:pt x="254" y="3540"/>
                    <a:pt x="159" y="3761"/>
                  </a:cubicBezTo>
                  <a:cubicBezTo>
                    <a:pt x="127" y="3856"/>
                    <a:pt x="0" y="4046"/>
                    <a:pt x="95" y="4141"/>
                  </a:cubicBezTo>
                  <a:cubicBezTo>
                    <a:pt x="127" y="4205"/>
                    <a:pt x="190" y="4205"/>
                    <a:pt x="254" y="4236"/>
                  </a:cubicBezTo>
                  <a:cubicBezTo>
                    <a:pt x="349" y="4300"/>
                    <a:pt x="2027" y="4996"/>
                    <a:pt x="2249" y="5123"/>
                  </a:cubicBezTo>
                  <a:cubicBezTo>
                    <a:pt x="2291" y="5137"/>
                    <a:pt x="2340" y="5151"/>
                    <a:pt x="2384" y="5151"/>
                  </a:cubicBezTo>
                  <a:cubicBezTo>
                    <a:pt x="2438" y="5151"/>
                    <a:pt x="2485" y="5130"/>
                    <a:pt x="2502" y="5060"/>
                  </a:cubicBezTo>
                  <a:cubicBezTo>
                    <a:pt x="2566" y="4965"/>
                    <a:pt x="2597" y="4838"/>
                    <a:pt x="2661" y="4743"/>
                  </a:cubicBezTo>
                  <a:cubicBezTo>
                    <a:pt x="3009" y="4870"/>
                    <a:pt x="3389" y="4996"/>
                    <a:pt x="3769" y="5155"/>
                  </a:cubicBezTo>
                  <a:cubicBezTo>
                    <a:pt x="3991" y="5281"/>
                    <a:pt x="4212" y="5408"/>
                    <a:pt x="4371" y="5598"/>
                  </a:cubicBezTo>
                  <a:cubicBezTo>
                    <a:pt x="3991" y="5630"/>
                    <a:pt x="3801" y="6041"/>
                    <a:pt x="3896" y="6390"/>
                  </a:cubicBezTo>
                  <a:cubicBezTo>
                    <a:pt x="3954" y="6652"/>
                    <a:pt x="4280" y="6967"/>
                    <a:pt x="4603" y="6967"/>
                  </a:cubicBezTo>
                  <a:cubicBezTo>
                    <a:pt x="4631" y="6967"/>
                    <a:pt x="4659" y="6965"/>
                    <a:pt x="4687" y="6960"/>
                  </a:cubicBezTo>
                  <a:cubicBezTo>
                    <a:pt x="4687" y="7182"/>
                    <a:pt x="4846" y="7372"/>
                    <a:pt x="5004" y="7530"/>
                  </a:cubicBezTo>
                  <a:cubicBezTo>
                    <a:pt x="5139" y="7646"/>
                    <a:pt x="5287" y="7715"/>
                    <a:pt x="5438" y="7715"/>
                  </a:cubicBezTo>
                  <a:cubicBezTo>
                    <a:pt x="5535" y="7715"/>
                    <a:pt x="5634" y="7687"/>
                    <a:pt x="5733" y="7625"/>
                  </a:cubicBezTo>
                  <a:cubicBezTo>
                    <a:pt x="5782" y="7997"/>
                    <a:pt x="6065" y="8389"/>
                    <a:pt x="6429" y="8389"/>
                  </a:cubicBezTo>
                  <a:cubicBezTo>
                    <a:pt x="6529" y="8389"/>
                    <a:pt x="6636" y="8359"/>
                    <a:pt x="6746" y="8290"/>
                  </a:cubicBezTo>
                  <a:cubicBezTo>
                    <a:pt x="6809" y="8543"/>
                    <a:pt x="6968" y="8733"/>
                    <a:pt x="7221" y="8828"/>
                  </a:cubicBezTo>
                  <a:cubicBezTo>
                    <a:pt x="7260" y="8840"/>
                    <a:pt x="7302" y="8845"/>
                    <a:pt x="7344" y="8845"/>
                  </a:cubicBezTo>
                  <a:cubicBezTo>
                    <a:pt x="7539" y="8845"/>
                    <a:pt x="7750" y="8731"/>
                    <a:pt x="7854" y="8575"/>
                  </a:cubicBezTo>
                  <a:cubicBezTo>
                    <a:pt x="8139" y="8733"/>
                    <a:pt x="8519" y="8828"/>
                    <a:pt x="8836" y="8828"/>
                  </a:cubicBezTo>
                  <a:cubicBezTo>
                    <a:pt x="9089" y="8797"/>
                    <a:pt x="9343" y="8638"/>
                    <a:pt x="9375" y="8353"/>
                  </a:cubicBezTo>
                  <a:cubicBezTo>
                    <a:pt x="9509" y="8420"/>
                    <a:pt x="9659" y="8488"/>
                    <a:pt x="9814" y="8488"/>
                  </a:cubicBezTo>
                  <a:cubicBezTo>
                    <a:pt x="9878" y="8488"/>
                    <a:pt x="9943" y="8476"/>
                    <a:pt x="10008" y="8448"/>
                  </a:cubicBezTo>
                  <a:cubicBezTo>
                    <a:pt x="10230" y="8353"/>
                    <a:pt x="10388" y="8195"/>
                    <a:pt x="10356" y="7942"/>
                  </a:cubicBezTo>
                  <a:lnTo>
                    <a:pt x="10356" y="7942"/>
                  </a:lnTo>
                  <a:cubicBezTo>
                    <a:pt x="10483" y="7989"/>
                    <a:pt x="10633" y="8021"/>
                    <a:pt x="10780" y="8021"/>
                  </a:cubicBezTo>
                  <a:cubicBezTo>
                    <a:pt x="10926" y="8021"/>
                    <a:pt x="11069" y="7989"/>
                    <a:pt x="11180" y="7910"/>
                  </a:cubicBezTo>
                  <a:cubicBezTo>
                    <a:pt x="11433" y="7783"/>
                    <a:pt x="11465" y="7467"/>
                    <a:pt x="11433" y="7213"/>
                  </a:cubicBezTo>
                  <a:cubicBezTo>
                    <a:pt x="11655" y="7182"/>
                    <a:pt x="11908" y="7118"/>
                    <a:pt x="12035" y="6896"/>
                  </a:cubicBezTo>
                  <a:cubicBezTo>
                    <a:pt x="12098" y="6770"/>
                    <a:pt x="12098" y="6643"/>
                    <a:pt x="12098" y="6485"/>
                  </a:cubicBezTo>
                  <a:cubicBezTo>
                    <a:pt x="12098" y="6421"/>
                    <a:pt x="12098" y="6358"/>
                    <a:pt x="12066" y="6326"/>
                  </a:cubicBezTo>
                  <a:cubicBezTo>
                    <a:pt x="12066" y="6263"/>
                    <a:pt x="12035" y="6263"/>
                    <a:pt x="12066" y="6263"/>
                  </a:cubicBezTo>
                  <a:cubicBezTo>
                    <a:pt x="12098" y="6231"/>
                    <a:pt x="12130" y="6231"/>
                    <a:pt x="12161" y="6200"/>
                  </a:cubicBezTo>
                  <a:cubicBezTo>
                    <a:pt x="12288" y="6136"/>
                    <a:pt x="12383" y="6010"/>
                    <a:pt x="12446" y="5883"/>
                  </a:cubicBezTo>
                  <a:cubicBezTo>
                    <a:pt x="12510" y="5820"/>
                    <a:pt x="12541" y="5725"/>
                    <a:pt x="12636" y="5661"/>
                  </a:cubicBezTo>
                  <a:cubicBezTo>
                    <a:pt x="12795" y="5535"/>
                    <a:pt x="12953" y="5408"/>
                    <a:pt x="13111" y="5281"/>
                  </a:cubicBezTo>
                  <a:cubicBezTo>
                    <a:pt x="13143" y="5376"/>
                    <a:pt x="13175" y="5566"/>
                    <a:pt x="13270" y="5630"/>
                  </a:cubicBezTo>
                  <a:cubicBezTo>
                    <a:pt x="13298" y="5639"/>
                    <a:pt x="13323" y="5643"/>
                    <a:pt x="13346" y="5643"/>
                  </a:cubicBezTo>
                  <a:cubicBezTo>
                    <a:pt x="13402" y="5643"/>
                    <a:pt x="13447" y="5620"/>
                    <a:pt x="13491" y="5598"/>
                  </a:cubicBezTo>
                  <a:cubicBezTo>
                    <a:pt x="13745" y="5503"/>
                    <a:pt x="15423" y="4775"/>
                    <a:pt x="15518" y="4711"/>
                  </a:cubicBezTo>
                  <a:cubicBezTo>
                    <a:pt x="15582" y="4680"/>
                    <a:pt x="15708" y="4648"/>
                    <a:pt x="15677" y="4521"/>
                  </a:cubicBezTo>
                  <a:cubicBezTo>
                    <a:pt x="15677" y="4521"/>
                    <a:pt x="15677" y="4521"/>
                    <a:pt x="15677" y="4490"/>
                  </a:cubicBezTo>
                  <a:cubicBezTo>
                    <a:pt x="15233" y="3508"/>
                    <a:pt x="14157" y="1038"/>
                    <a:pt x="14062" y="816"/>
                  </a:cubicBezTo>
                  <a:cubicBezTo>
                    <a:pt x="14002" y="727"/>
                    <a:pt x="13970" y="497"/>
                    <a:pt x="13835" y="497"/>
                  </a:cubicBezTo>
                  <a:cubicBezTo>
                    <a:pt x="13826" y="497"/>
                    <a:pt x="13817" y="498"/>
                    <a:pt x="13808" y="499"/>
                  </a:cubicBezTo>
                  <a:cubicBezTo>
                    <a:pt x="13745" y="499"/>
                    <a:pt x="13681" y="531"/>
                    <a:pt x="13650" y="563"/>
                  </a:cubicBezTo>
                  <a:cubicBezTo>
                    <a:pt x="13523" y="626"/>
                    <a:pt x="13428" y="658"/>
                    <a:pt x="13301" y="721"/>
                  </a:cubicBezTo>
                  <a:cubicBezTo>
                    <a:pt x="12985" y="848"/>
                    <a:pt x="11908" y="1323"/>
                    <a:pt x="11718" y="1418"/>
                  </a:cubicBezTo>
                  <a:cubicBezTo>
                    <a:pt x="11655" y="1418"/>
                    <a:pt x="11623" y="1449"/>
                    <a:pt x="11591" y="1481"/>
                  </a:cubicBezTo>
                  <a:cubicBezTo>
                    <a:pt x="11433" y="1544"/>
                    <a:pt x="11528" y="1671"/>
                    <a:pt x="11560" y="1766"/>
                  </a:cubicBezTo>
                  <a:cubicBezTo>
                    <a:pt x="11338" y="1924"/>
                    <a:pt x="11085" y="1988"/>
                    <a:pt x="10800" y="2019"/>
                  </a:cubicBezTo>
                  <a:cubicBezTo>
                    <a:pt x="10749" y="2025"/>
                    <a:pt x="10700" y="2028"/>
                    <a:pt x="10651" y="2028"/>
                  </a:cubicBezTo>
                  <a:cubicBezTo>
                    <a:pt x="10424" y="2028"/>
                    <a:pt x="10211" y="1971"/>
                    <a:pt x="9976" y="1893"/>
                  </a:cubicBezTo>
                  <a:cubicBezTo>
                    <a:pt x="9660" y="1798"/>
                    <a:pt x="9375" y="1703"/>
                    <a:pt x="9058" y="1576"/>
                  </a:cubicBezTo>
                  <a:cubicBezTo>
                    <a:pt x="8878" y="1525"/>
                    <a:pt x="8678" y="1432"/>
                    <a:pt x="8474" y="1432"/>
                  </a:cubicBezTo>
                  <a:cubicBezTo>
                    <a:pt x="8426" y="1432"/>
                    <a:pt x="8378" y="1437"/>
                    <a:pt x="8329" y="1449"/>
                  </a:cubicBezTo>
                  <a:cubicBezTo>
                    <a:pt x="8203" y="1481"/>
                    <a:pt x="8076" y="1513"/>
                    <a:pt x="7949" y="1576"/>
                  </a:cubicBezTo>
                  <a:cubicBezTo>
                    <a:pt x="7873" y="1576"/>
                    <a:pt x="7797" y="1617"/>
                    <a:pt x="7721" y="1617"/>
                  </a:cubicBezTo>
                  <a:cubicBezTo>
                    <a:pt x="7702" y="1617"/>
                    <a:pt x="7683" y="1614"/>
                    <a:pt x="7664" y="1608"/>
                  </a:cubicBezTo>
                  <a:lnTo>
                    <a:pt x="7284" y="1608"/>
                  </a:lnTo>
                  <a:cubicBezTo>
                    <a:pt x="6983" y="1592"/>
                    <a:pt x="6675" y="1584"/>
                    <a:pt x="6366" y="1584"/>
                  </a:cubicBezTo>
                  <a:cubicBezTo>
                    <a:pt x="6057" y="1584"/>
                    <a:pt x="5748" y="1592"/>
                    <a:pt x="5448" y="1608"/>
                  </a:cubicBezTo>
                  <a:lnTo>
                    <a:pt x="4814" y="1608"/>
                  </a:lnTo>
                  <a:cubicBezTo>
                    <a:pt x="4561" y="1576"/>
                    <a:pt x="4339" y="1513"/>
                    <a:pt x="4086" y="1418"/>
                  </a:cubicBezTo>
                  <a:cubicBezTo>
                    <a:pt x="4149" y="1323"/>
                    <a:pt x="4276" y="1133"/>
                    <a:pt x="4212" y="1038"/>
                  </a:cubicBezTo>
                  <a:cubicBezTo>
                    <a:pt x="4181" y="974"/>
                    <a:pt x="4117" y="943"/>
                    <a:pt x="4054" y="911"/>
                  </a:cubicBezTo>
                  <a:cubicBezTo>
                    <a:pt x="3801" y="816"/>
                    <a:pt x="2629" y="309"/>
                    <a:pt x="2344" y="183"/>
                  </a:cubicBezTo>
                  <a:cubicBezTo>
                    <a:pt x="2249" y="135"/>
                    <a:pt x="2049" y="0"/>
                    <a:pt x="191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3707450" y="4021700"/>
              <a:ext cx="23000" cy="22200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626" y="366"/>
                  </a:moveTo>
                  <a:cubicBezTo>
                    <a:pt x="627" y="367"/>
                    <a:pt x="630" y="371"/>
                    <a:pt x="634" y="381"/>
                  </a:cubicBezTo>
                  <a:cubicBezTo>
                    <a:pt x="632" y="375"/>
                    <a:pt x="629" y="370"/>
                    <a:pt x="626" y="366"/>
                  </a:cubicBezTo>
                  <a:close/>
                  <a:moveTo>
                    <a:pt x="485" y="288"/>
                  </a:moveTo>
                  <a:cubicBezTo>
                    <a:pt x="539" y="288"/>
                    <a:pt x="592" y="312"/>
                    <a:pt x="626" y="366"/>
                  </a:cubicBezTo>
                  <a:lnTo>
                    <a:pt x="626" y="366"/>
                  </a:lnTo>
                  <a:cubicBezTo>
                    <a:pt x="626" y="365"/>
                    <a:pt x="625" y="365"/>
                    <a:pt x="625" y="365"/>
                  </a:cubicBezTo>
                  <a:lnTo>
                    <a:pt x="625" y="365"/>
                  </a:lnTo>
                  <a:cubicBezTo>
                    <a:pt x="623" y="365"/>
                    <a:pt x="641" y="412"/>
                    <a:pt x="643" y="412"/>
                  </a:cubicBezTo>
                  <a:cubicBezTo>
                    <a:pt x="644" y="412"/>
                    <a:pt x="642" y="404"/>
                    <a:pt x="634" y="381"/>
                  </a:cubicBezTo>
                  <a:lnTo>
                    <a:pt x="634" y="381"/>
                  </a:lnTo>
                  <a:cubicBezTo>
                    <a:pt x="697" y="527"/>
                    <a:pt x="581" y="632"/>
                    <a:pt x="467" y="632"/>
                  </a:cubicBezTo>
                  <a:cubicBezTo>
                    <a:pt x="408" y="632"/>
                    <a:pt x="350" y="604"/>
                    <a:pt x="318" y="539"/>
                  </a:cubicBezTo>
                  <a:cubicBezTo>
                    <a:pt x="255" y="393"/>
                    <a:pt x="371" y="288"/>
                    <a:pt x="485" y="288"/>
                  </a:cubicBezTo>
                  <a:close/>
                  <a:moveTo>
                    <a:pt x="508" y="1"/>
                  </a:moveTo>
                  <a:cubicBezTo>
                    <a:pt x="254" y="1"/>
                    <a:pt x="33" y="191"/>
                    <a:pt x="33" y="444"/>
                  </a:cubicBezTo>
                  <a:cubicBezTo>
                    <a:pt x="1" y="697"/>
                    <a:pt x="223" y="887"/>
                    <a:pt x="476" y="887"/>
                  </a:cubicBezTo>
                  <a:cubicBezTo>
                    <a:pt x="698" y="887"/>
                    <a:pt x="919" y="697"/>
                    <a:pt x="919" y="476"/>
                  </a:cubicBezTo>
                  <a:cubicBezTo>
                    <a:pt x="919" y="222"/>
                    <a:pt x="729" y="32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3202325" y="4347900"/>
              <a:ext cx="75250" cy="75225"/>
            </a:xfrm>
            <a:custGeom>
              <a:avLst/>
              <a:gdLst/>
              <a:ahLst/>
              <a:cxnLst/>
              <a:rect l="l" t="t" r="r" b="b"/>
              <a:pathLst>
                <a:path w="3010" h="3009" extrusionOk="0">
                  <a:moveTo>
                    <a:pt x="1" y="0"/>
                  </a:moveTo>
                  <a:lnTo>
                    <a:pt x="254" y="1489"/>
                  </a:lnTo>
                  <a:lnTo>
                    <a:pt x="508" y="3009"/>
                  </a:lnTo>
                  <a:lnTo>
                    <a:pt x="1774" y="1774"/>
                  </a:lnTo>
                  <a:lnTo>
                    <a:pt x="3010" y="539"/>
                  </a:lnTo>
                  <a:lnTo>
                    <a:pt x="1521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3532475" y="3511050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92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725" y="3484"/>
                    <a:pt x="3485" y="2692"/>
                    <a:pt x="3485" y="1742"/>
                  </a:cubicBezTo>
                  <a:cubicBezTo>
                    <a:pt x="3485" y="792"/>
                    <a:pt x="2725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3532475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60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693" y="3484"/>
                    <a:pt x="3485" y="2692"/>
                    <a:pt x="3485" y="1742"/>
                  </a:cubicBezTo>
                  <a:cubicBezTo>
                    <a:pt x="3485" y="760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3084375" y="3551425"/>
              <a:ext cx="969100" cy="969075"/>
            </a:xfrm>
            <a:custGeom>
              <a:avLst/>
              <a:gdLst/>
              <a:ahLst/>
              <a:cxnLst/>
              <a:rect l="l" t="t" r="r" b="b"/>
              <a:pathLst>
                <a:path w="38764" h="38763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7"/>
                    <a:pt x="29928" y="38510"/>
                    <a:pt x="19382" y="38510"/>
                  </a:cubicBezTo>
                  <a:cubicBezTo>
                    <a:pt x="8836" y="38510"/>
                    <a:pt x="254" y="29927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0"/>
                  </a:moveTo>
                  <a:cubicBezTo>
                    <a:pt x="8678" y="0"/>
                    <a:pt x="0" y="8709"/>
                    <a:pt x="0" y="19382"/>
                  </a:cubicBezTo>
                  <a:cubicBezTo>
                    <a:pt x="0" y="30086"/>
                    <a:pt x="8678" y="38763"/>
                    <a:pt x="19382" y="38763"/>
                  </a:cubicBezTo>
                  <a:cubicBezTo>
                    <a:pt x="30054" y="38763"/>
                    <a:pt x="38763" y="30086"/>
                    <a:pt x="38763" y="19382"/>
                  </a:cubicBezTo>
                  <a:cubicBezTo>
                    <a:pt x="38763" y="8709"/>
                    <a:pt x="30054" y="0"/>
                    <a:pt x="1938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3180950" y="3648000"/>
              <a:ext cx="775925" cy="775925"/>
            </a:xfrm>
            <a:custGeom>
              <a:avLst/>
              <a:gdLst/>
              <a:ahLst/>
              <a:cxnLst/>
              <a:rect l="l" t="t" r="r" b="b"/>
              <a:pathLst>
                <a:path w="31037" h="31037" extrusionOk="0">
                  <a:moveTo>
                    <a:pt x="15519" y="3738"/>
                  </a:moveTo>
                  <a:cubicBezTo>
                    <a:pt x="22011" y="3738"/>
                    <a:pt x="27300" y="9027"/>
                    <a:pt x="27300" y="15519"/>
                  </a:cubicBezTo>
                  <a:cubicBezTo>
                    <a:pt x="27300" y="22042"/>
                    <a:pt x="22011" y="27299"/>
                    <a:pt x="15519" y="27299"/>
                  </a:cubicBezTo>
                  <a:cubicBezTo>
                    <a:pt x="9027" y="27299"/>
                    <a:pt x="3738" y="22011"/>
                    <a:pt x="3738" y="15519"/>
                  </a:cubicBezTo>
                  <a:cubicBezTo>
                    <a:pt x="3738" y="9027"/>
                    <a:pt x="9027" y="3738"/>
                    <a:pt x="15519" y="3738"/>
                  </a:cubicBezTo>
                  <a:close/>
                  <a:moveTo>
                    <a:pt x="15519" y="1"/>
                  </a:moveTo>
                  <a:cubicBezTo>
                    <a:pt x="6936" y="1"/>
                    <a:pt x="1" y="6968"/>
                    <a:pt x="1" y="15519"/>
                  </a:cubicBezTo>
                  <a:cubicBezTo>
                    <a:pt x="1" y="24101"/>
                    <a:pt x="6936" y="31036"/>
                    <a:pt x="15519" y="31036"/>
                  </a:cubicBezTo>
                  <a:cubicBezTo>
                    <a:pt x="24069" y="31036"/>
                    <a:pt x="31037" y="24101"/>
                    <a:pt x="31037" y="15519"/>
                  </a:cubicBezTo>
                  <a:cubicBezTo>
                    <a:pt x="31037" y="6968"/>
                    <a:pt x="24069" y="1"/>
                    <a:pt x="155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2694850" y="297980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0" y="0"/>
                  </a:moveTo>
                  <a:lnTo>
                    <a:pt x="855" y="1267"/>
                  </a:lnTo>
                  <a:lnTo>
                    <a:pt x="1710" y="2502"/>
                  </a:lnTo>
                  <a:lnTo>
                    <a:pt x="2597" y="126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23844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1694900" y="3759650"/>
              <a:ext cx="6350" cy="373700"/>
            </a:xfrm>
            <a:custGeom>
              <a:avLst/>
              <a:gdLst/>
              <a:ahLst/>
              <a:cxnLst/>
              <a:rect l="l" t="t" r="r" b="b"/>
              <a:pathLst>
                <a:path w="254" h="14948" extrusionOk="0">
                  <a:moveTo>
                    <a:pt x="0" y="0"/>
                  </a:moveTo>
                  <a:lnTo>
                    <a:pt x="0" y="14948"/>
                  </a:lnTo>
                  <a:lnTo>
                    <a:pt x="253" y="1494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6426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1698050" y="3079550"/>
              <a:ext cx="688050" cy="688025"/>
            </a:xfrm>
            <a:custGeom>
              <a:avLst/>
              <a:gdLst/>
              <a:ahLst/>
              <a:cxnLst/>
              <a:rect l="l" t="t" r="r" b="b"/>
              <a:pathLst>
                <a:path w="27522" h="27521" extrusionOk="0">
                  <a:moveTo>
                    <a:pt x="23056" y="1"/>
                  </a:moveTo>
                  <a:lnTo>
                    <a:pt x="23056" y="32"/>
                  </a:lnTo>
                  <a:cubicBezTo>
                    <a:pt x="23056" y="12763"/>
                    <a:pt x="12732" y="23087"/>
                    <a:pt x="1" y="23087"/>
                  </a:cubicBezTo>
                  <a:lnTo>
                    <a:pt x="1" y="27521"/>
                  </a:lnTo>
                  <a:cubicBezTo>
                    <a:pt x="15202" y="27521"/>
                    <a:pt x="27521" y="15202"/>
                    <a:pt x="275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1010050" y="3079550"/>
              <a:ext cx="688025" cy="688025"/>
            </a:xfrm>
            <a:custGeom>
              <a:avLst/>
              <a:gdLst/>
              <a:ahLst/>
              <a:cxnLst/>
              <a:rect l="l" t="t" r="r" b="b"/>
              <a:pathLst>
                <a:path w="27521" h="27521" extrusionOk="0">
                  <a:moveTo>
                    <a:pt x="0" y="1"/>
                  </a:moveTo>
                  <a:cubicBezTo>
                    <a:pt x="0" y="15202"/>
                    <a:pt x="12320" y="27521"/>
                    <a:pt x="27521" y="27521"/>
                  </a:cubicBezTo>
                  <a:lnTo>
                    <a:pt x="27521" y="23087"/>
                  </a:lnTo>
                  <a:cubicBezTo>
                    <a:pt x="14790" y="23087"/>
                    <a:pt x="4466" y="12763"/>
                    <a:pt x="4466" y="32"/>
                  </a:cubicBez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1010050" y="2393125"/>
              <a:ext cx="1376050" cy="688025"/>
            </a:xfrm>
            <a:custGeom>
              <a:avLst/>
              <a:gdLst/>
              <a:ahLst/>
              <a:cxnLst/>
              <a:rect l="l" t="t" r="r" b="b"/>
              <a:pathLst>
                <a:path w="55042" h="27521" extrusionOk="0">
                  <a:moveTo>
                    <a:pt x="27521" y="1"/>
                  </a:moveTo>
                  <a:cubicBezTo>
                    <a:pt x="12320" y="1"/>
                    <a:pt x="0" y="12320"/>
                    <a:pt x="0" y="27521"/>
                  </a:cubicBezTo>
                  <a:lnTo>
                    <a:pt x="4466" y="27521"/>
                  </a:lnTo>
                  <a:lnTo>
                    <a:pt x="4466" y="27489"/>
                  </a:lnTo>
                  <a:cubicBezTo>
                    <a:pt x="4466" y="14758"/>
                    <a:pt x="14790" y="4434"/>
                    <a:pt x="27521" y="4434"/>
                  </a:cubicBezTo>
                  <a:cubicBezTo>
                    <a:pt x="40252" y="4434"/>
                    <a:pt x="50576" y="14758"/>
                    <a:pt x="50576" y="27489"/>
                  </a:cubicBezTo>
                  <a:lnTo>
                    <a:pt x="50576" y="27521"/>
                  </a:lnTo>
                  <a:lnTo>
                    <a:pt x="55041" y="27521"/>
                  </a:lnTo>
                  <a:cubicBezTo>
                    <a:pt x="55041" y="12320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820825" y="2203125"/>
              <a:ext cx="1754500" cy="877250"/>
            </a:xfrm>
            <a:custGeom>
              <a:avLst/>
              <a:gdLst/>
              <a:ahLst/>
              <a:cxnLst/>
              <a:rect l="l" t="t" r="r" b="b"/>
              <a:pathLst>
                <a:path w="70180" h="35090" extrusionOk="0">
                  <a:moveTo>
                    <a:pt x="35090" y="0"/>
                  </a:moveTo>
                  <a:cubicBezTo>
                    <a:pt x="15740" y="0"/>
                    <a:pt x="0" y="15740"/>
                    <a:pt x="0" y="35089"/>
                  </a:cubicBezTo>
                  <a:lnTo>
                    <a:pt x="1457" y="35089"/>
                  </a:lnTo>
                  <a:cubicBezTo>
                    <a:pt x="1457" y="16563"/>
                    <a:pt x="16563" y="1457"/>
                    <a:pt x="35090" y="1457"/>
                  </a:cubicBezTo>
                  <a:cubicBezTo>
                    <a:pt x="53648" y="1457"/>
                    <a:pt x="68722" y="16563"/>
                    <a:pt x="68722" y="35089"/>
                  </a:cubicBezTo>
                  <a:lnTo>
                    <a:pt x="70179" y="35089"/>
                  </a:lnTo>
                  <a:cubicBezTo>
                    <a:pt x="70179" y="15740"/>
                    <a:pt x="54440" y="0"/>
                    <a:pt x="350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836650" y="3080350"/>
              <a:ext cx="861425" cy="862200"/>
            </a:xfrm>
            <a:custGeom>
              <a:avLst/>
              <a:gdLst/>
              <a:ahLst/>
              <a:cxnLst/>
              <a:rect l="l" t="t" r="r" b="b"/>
              <a:pathLst>
                <a:path w="34457" h="34488" extrusionOk="0">
                  <a:moveTo>
                    <a:pt x="1" y="0"/>
                  </a:moveTo>
                  <a:cubicBezTo>
                    <a:pt x="1" y="19002"/>
                    <a:pt x="15455" y="34488"/>
                    <a:pt x="34457" y="34488"/>
                  </a:cubicBezTo>
                  <a:lnTo>
                    <a:pt x="34457" y="34234"/>
                  </a:lnTo>
                  <a:cubicBezTo>
                    <a:pt x="15582" y="34234"/>
                    <a:pt x="223" y="18875"/>
                    <a:pt x="22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1698050" y="3080350"/>
              <a:ext cx="862225" cy="862200"/>
            </a:xfrm>
            <a:custGeom>
              <a:avLst/>
              <a:gdLst/>
              <a:ahLst/>
              <a:cxnLst/>
              <a:rect l="l" t="t" r="r" b="b"/>
              <a:pathLst>
                <a:path w="34489" h="34488" extrusionOk="0">
                  <a:moveTo>
                    <a:pt x="34235" y="0"/>
                  </a:moveTo>
                  <a:cubicBezTo>
                    <a:pt x="34235" y="18875"/>
                    <a:pt x="18876" y="34234"/>
                    <a:pt x="1" y="34234"/>
                  </a:cubicBezTo>
                  <a:lnTo>
                    <a:pt x="1" y="34488"/>
                  </a:lnTo>
                  <a:cubicBezTo>
                    <a:pt x="19002" y="34488"/>
                    <a:pt x="34488" y="19002"/>
                    <a:pt x="3448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653775" y="2036075"/>
              <a:ext cx="2089375" cy="1044300"/>
            </a:xfrm>
            <a:custGeom>
              <a:avLst/>
              <a:gdLst/>
              <a:ahLst/>
              <a:cxnLst/>
              <a:rect l="l" t="t" r="r" b="b"/>
              <a:pathLst>
                <a:path w="83575" h="41772" extrusionOk="0">
                  <a:moveTo>
                    <a:pt x="41772" y="0"/>
                  </a:moveTo>
                  <a:cubicBezTo>
                    <a:pt x="18748" y="0"/>
                    <a:pt x="0" y="18748"/>
                    <a:pt x="0" y="41771"/>
                  </a:cubicBezTo>
                  <a:lnTo>
                    <a:pt x="222" y="41771"/>
                  </a:lnTo>
                  <a:cubicBezTo>
                    <a:pt x="222" y="18875"/>
                    <a:pt x="18875" y="222"/>
                    <a:pt x="41772" y="222"/>
                  </a:cubicBezTo>
                  <a:cubicBezTo>
                    <a:pt x="64669" y="222"/>
                    <a:pt x="83322" y="18875"/>
                    <a:pt x="83322" y="41771"/>
                  </a:cubicBezTo>
                  <a:lnTo>
                    <a:pt x="83575" y="41771"/>
                  </a:lnTo>
                  <a:cubicBezTo>
                    <a:pt x="83575" y="18748"/>
                    <a:pt x="64827" y="0"/>
                    <a:pt x="41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637925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1" y="0"/>
                  </a:moveTo>
                  <a:cubicBezTo>
                    <a:pt x="1" y="23372"/>
                    <a:pt x="19034" y="42405"/>
                    <a:pt x="42406" y="42405"/>
                  </a:cubicBezTo>
                  <a:lnTo>
                    <a:pt x="42406" y="40948"/>
                  </a:lnTo>
                  <a:cubicBezTo>
                    <a:pt x="19826" y="40948"/>
                    <a:pt x="1489" y="22580"/>
                    <a:pt x="14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1698050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40949" y="0"/>
                  </a:moveTo>
                  <a:cubicBezTo>
                    <a:pt x="40949" y="22580"/>
                    <a:pt x="22581" y="40948"/>
                    <a:pt x="1" y="40948"/>
                  </a:cubicBezTo>
                  <a:lnTo>
                    <a:pt x="1" y="42405"/>
                  </a:lnTo>
                  <a:cubicBezTo>
                    <a:pt x="23373" y="42405"/>
                    <a:pt x="42406" y="23372"/>
                    <a:pt x="424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797075" y="308035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1742" y="0"/>
                  </a:moveTo>
                  <a:lnTo>
                    <a:pt x="855" y="1267"/>
                  </a:lnTo>
                  <a:lnTo>
                    <a:pt x="0" y="2502"/>
                  </a:lnTo>
                  <a:lnTo>
                    <a:pt x="3452" y="2502"/>
                  </a:lnTo>
                  <a:lnTo>
                    <a:pt x="2597" y="1267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1702025" y="3893450"/>
              <a:ext cx="61775" cy="87100"/>
            </a:xfrm>
            <a:custGeom>
              <a:avLst/>
              <a:gdLst/>
              <a:ahLst/>
              <a:cxnLst/>
              <a:rect l="l" t="t" r="r" b="b"/>
              <a:pathLst>
                <a:path w="2471" h="3484" extrusionOk="0">
                  <a:moveTo>
                    <a:pt x="2470" y="0"/>
                  </a:moveTo>
                  <a:lnTo>
                    <a:pt x="1235" y="887"/>
                  </a:lnTo>
                  <a:lnTo>
                    <a:pt x="0" y="1742"/>
                  </a:lnTo>
                  <a:lnTo>
                    <a:pt x="1235" y="2597"/>
                  </a:lnTo>
                  <a:lnTo>
                    <a:pt x="2470" y="3484"/>
                  </a:lnTo>
                  <a:lnTo>
                    <a:pt x="2470" y="1742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3469950" y="3041550"/>
              <a:ext cx="66525" cy="92650"/>
            </a:xfrm>
            <a:custGeom>
              <a:avLst/>
              <a:gdLst/>
              <a:ahLst/>
              <a:cxnLst/>
              <a:rect l="l" t="t" r="r" b="b"/>
              <a:pathLst>
                <a:path w="2661" h="3706" extrusionOk="0">
                  <a:moveTo>
                    <a:pt x="0" y="1"/>
                  </a:moveTo>
                  <a:lnTo>
                    <a:pt x="0" y="1869"/>
                  </a:lnTo>
                  <a:lnTo>
                    <a:pt x="0" y="3706"/>
                  </a:lnTo>
                  <a:lnTo>
                    <a:pt x="1330" y="2787"/>
                  </a:lnTo>
                  <a:lnTo>
                    <a:pt x="2660" y="1869"/>
                  </a:lnTo>
                  <a:lnTo>
                    <a:pt x="1330" y="9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1388500" y="2728025"/>
              <a:ext cx="619150" cy="357875"/>
            </a:xfrm>
            <a:custGeom>
              <a:avLst/>
              <a:gdLst/>
              <a:ahLst/>
              <a:cxnLst/>
              <a:rect l="l" t="t" r="r" b="b"/>
              <a:pathLst>
                <a:path w="24766" h="14315" extrusionOk="0">
                  <a:moveTo>
                    <a:pt x="12193" y="191"/>
                  </a:moveTo>
                  <a:cubicBezTo>
                    <a:pt x="14346" y="191"/>
                    <a:pt x="16373" y="1331"/>
                    <a:pt x="17576" y="3136"/>
                  </a:cubicBezTo>
                  <a:cubicBezTo>
                    <a:pt x="17576" y="3136"/>
                    <a:pt x="18527" y="2946"/>
                    <a:pt x="18970" y="2946"/>
                  </a:cubicBezTo>
                  <a:cubicBezTo>
                    <a:pt x="22073" y="2946"/>
                    <a:pt x="24607" y="5448"/>
                    <a:pt x="24607" y="8551"/>
                  </a:cubicBezTo>
                  <a:cubicBezTo>
                    <a:pt x="24607" y="11021"/>
                    <a:pt x="22992" y="13207"/>
                    <a:pt x="20648" y="13903"/>
                  </a:cubicBezTo>
                  <a:lnTo>
                    <a:pt x="20648" y="11940"/>
                  </a:lnTo>
                  <a:cubicBezTo>
                    <a:pt x="20648" y="11180"/>
                    <a:pt x="19983" y="10578"/>
                    <a:pt x="19223" y="10578"/>
                  </a:cubicBezTo>
                  <a:cubicBezTo>
                    <a:pt x="18463" y="10578"/>
                    <a:pt x="17830" y="11180"/>
                    <a:pt x="17830" y="11940"/>
                  </a:cubicBezTo>
                  <a:lnTo>
                    <a:pt x="17830" y="14157"/>
                  </a:lnTo>
                  <a:lnTo>
                    <a:pt x="13618" y="14157"/>
                  </a:lnTo>
                  <a:cubicBezTo>
                    <a:pt x="13555" y="13207"/>
                    <a:pt x="12826" y="12542"/>
                    <a:pt x="11908" y="12542"/>
                  </a:cubicBezTo>
                  <a:cubicBezTo>
                    <a:pt x="11021" y="12542"/>
                    <a:pt x="10261" y="13207"/>
                    <a:pt x="10229" y="14157"/>
                  </a:cubicBezTo>
                  <a:lnTo>
                    <a:pt x="6017" y="14157"/>
                  </a:lnTo>
                  <a:lnTo>
                    <a:pt x="6017" y="13682"/>
                  </a:lnTo>
                  <a:cubicBezTo>
                    <a:pt x="6017" y="12922"/>
                    <a:pt x="5416" y="12288"/>
                    <a:pt x="4656" y="12288"/>
                  </a:cubicBezTo>
                  <a:cubicBezTo>
                    <a:pt x="3895" y="12288"/>
                    <a:pt x="3294" y="12922"/>
                    <a:pt x="3294" y="13682"/>
                  </a:cubicBezTo>
                  <a:lnTo>
                    <a:pt x="3294" y="14030"/>
                  </a:lnTo>
                  <a:cubicBezTo>
                    <a:pt x="1425" y="13587"/>
                    <a:pt x="190" y="11940"/>
                    <a:pt x="222" y="10071"/>
                  </a:cubicBezTo>
                  <a:cubicBezTo>
                    <a:pt x="285" y="6841"/>
                    <a:pt x="3484" y="6113"/>
                    <a:pt x="3484" y="6113"/>
                  </a:cubicBezTo>
                  <a:cubicBezTo>
                    <a:pt x="3484" y="6113"/>
                    <a:pt x="4022" y="4181"/>
                    <a:pt x="5891" y="4181"/>
                  </a:cubicBezTo>
                  <a:cubicBezTo>
                    <a:pt x="5986" y="4181"/>
                    <a:pt x="6271" y="4213"/>
                    <a:pt x="6271" y="4213"/>
                  </a:cubicBezTo>
                  <a:cubicBezTo>
                    <a:pt x="7252" y="1806"/>
                    <a:pt x="9596" y="191"/>
                    <a:pt x="12193" y="191"/>
                  </a:cubicBezTo>
                  <a:close/>
                  <a:moveTo>
                    <a:pt x="12193" y="1"/>
                  </a:moveTo>
                  <a:cubicBezTo>
                    <a:pt x="9533" y="1"/>
                    <a:pt x="7189" y="1552"/>
                    <a:pt x="6144" y="3991"/>
                  </a:cubicBezTo>
                  <a:lnTo>
                    <a:pt x="5891" y="3991"/>
                  </a:lnTo>
                  <a:cubicBezTo>
                    <a:pt x="4687" y="3991"/>
                    <a:pt x="3642" y="4783"/>
                    <a:pt x="3294" y="5954"/>
                  </a:cubicBezTo>
                  <a:cubicBezTo>
                    <a:pt x="1394" y="6398"/>
                    <a:pt x="0" y="8108"/>
                    <a:pt x="0" y="10103"/>
                  </a:cubicBezTo>
                  <a:cubicBezTo>
                    <a:pt x="0" y="12098"/>
                    <a:pt x="1394" y="13808"/>
                    <a:pt x="3357" y="14252"/>
                  </a:cubicBezTo>
                  <a:lnTo>
                    <a:pt x="3484" y="14283"/>
                  </a:lnTo>
                  <a:lnTo>
                    <a:pt x="3484" y="13682"/>
                  </a:lnTo>
                  <a:cubicBezTo>
                    <a:pt x="3484" y="13017"/>
                    <a:pt x="3990" y="12478"/>
                    <a:pt x="4656" y="12478"/>
                  </a:cubicBezTo>
                  <a:cubicBezTo>
                    <a:pt x="5321" y="12478"/>
                    <a:pt x="5827" y="13017"/>
                    <a:pt x="5827" y="13682"/>
                  </a:cubicBezTo>
                  <a:lnTo>
                    <a:pt x="5827" y="14315"/>
                  </a:lnTo>
                  <a:lnTo>
                    <a:pt x="10388" y="14315"/>
                  </a:lnTo>
                  <a:cubicBezTo>
                    <a:pt x="10419" y="13492"/>
                    <a:pt x="11084" y="12700"/>
                    <a:pt x="11908" y="12700"/>
                  </a:cubicBezTo>
                  <a:cubicBezTo>
                    <a:pt x="12731" y="12700"/>
                    <a:pt x="13428" y="13492"/>
                    <a:pt x="13428" y="14315"/>
                  </a:cubicBezTo>
                  <a:lnTo>
                    <a:pt x="18020" y="14315"/>
                  </a:lnTo>
                  <a:lnTo>
                    <a:pt x="18020" y="11940"/>
                  </a:lnTo>
                  <a:cubicBezTo>
                    <a:pt x="18020" y="11275"/>
                    <a:pt x="18558" y="10768"/>
                    <a:pt x="19223" y="10768"/>
                  </a:cubicBezTo>
                  <a:cubicBezTo>
                    <a:pt x="19888" y="10768"/>
                    <a:pt x="20458" y="11306"/>
                    <a:pt x="20458" y="11940"/>
                  </a:cubicBezTo>
                  <a:lnTo>
                    <a:pt x="20458" y="14157"/>
                  </a:lnTo>
                  <a:cubicBezTo>
                    <a:pt x="23087" y="13492"/>
                    <a:pt x="24765" y="11148"/>
                    <a:pt x="24765" y="8551"/>
                  </a:cubicBezTo>
                  <a:cubicBezTo>
                    <a:pt x="24765" y="5353"/>
                    <a:pt x="22169" y="2756"/>
                    <a:pt x="18970" y="2756"/>
                  </a:cubicBezTo>
                  <a:cubicBezTo>
                    <a:pt x="18527" y="2756"/>
                    <a:pt x="18115" y="2819"/>
                    <a:pt x="17640" y="2914"/>
                  </a:cubicBezTo>
                  <a:cubicBezTo>
                    <a:pt x="16436" y="1077"/>
                    <a:pt x="14378" y="1"/>
                    <a:pt x="121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1569800" y="2780275"/>
              <a:ext cx="77600" cy="68125"/>
            </a:xfrm>
            <a:custGeom>
              <a:avLst/>
              <a:gdLst/>
              <a:ahLst/>
              <a:cxnLst/>
              <a:rect l="l" t="t" r="r" b="b"/>
              <a:pathLst>
                <a:path w="3104" h="2725" extrusionOk="0">
                  <a:moveTo>
                    <a:pt x="2376" y="191"/>
                  </a:moveTo>
                  <a:cubicBezTo>
                    <a:pt x="2502" y="191"/>
                    <a:pt x="2692" y="191"/>
                    <a:pt x="2787" y="349"/>
                  </a:cubicBezTo>
                  <a:cubicBezTo>
                    <a:pt x="2914" y="507"/>
                    <a:pt x="2914" y="729"/>
                    <a:pt x="2787" y="1046"/>
                  </a:cubicBezTo>
                  <a:cubicBezTo>
                    <a:pt x="2661" y="1363"/>
                    <a:pt x="2407" y="1679"/>
                    <a:pt x="2059" y="1964"/>
                  </a:cubicBezTo>
                  <a:cubicBezTo>
                    <a:pt x="1615" y="2313"/>
                    <a:pt x="1140" y="2534"/>
                    <a:pt x="760" y="2534"/>
                  </a:cubicBezTo>
                  <a:cubicBezTo>
                    <a:pt x="634" y="2534"/>
                    <a:pt x="444" y="2503"/>
                    <a:pt x="349" y="2376"/>
                  </a:cubicBezTo>
                  <a:cubicBezTo>
                    <a:pt x="222" y="2218"/>
                    <a:pt x="222" y="1964"/>
                    <a:pt x="349" y="1679"/>
                  </a:cubicBezTo>
                  <a:cubicBezTo>
                    <a:pt x="475" y="1363"/>
                    <a:pt x="729" y="1014"/>
                    <a:pt x="1077" y="761"/>
                  </a:cubicBezTo>
                  <a:cubicBezTo>
                    <a:pt x="1489" y="381"/>
                    <a:pt x="1996" y="191"/>
                    <a:pt x="2376" y="191"/>
                  </a:cubicBezTo>
                  <a:close/>
                  <a:moveTo>
                    <a:pt x="2376" y="1"/>
                  </a:moveTo>
                  <a:cubicBezTo>
                    <a:pt x="1932" y="1"/>
                    <a:pt x="1425" y="222"/>
                    <a:pt x="950" y="602"/>
                  </a:cubicBezTo>
                  <a:cubicBezTo>
                    <a:pt x="602" y="888"/>
                    <a:pt x="317" y="1268"/>
                    <a:pt x="159" y="1584"/>
                  </a:cubicBezTo>
                  <a:cubicBezTo>
                    <a:pt x="0" y="1964"/>
                    <a:pt x="32" y="2281"/>
                    <a:pt x="190" y="2471"/>
                  </a:cubicBezTo>
                  <a:cubicBezTo>
                    <a:pt x="317" y="2629"/>
                    <a:pt x="507" y="2724"/>
                    <a:pt x="760" y="2724"/>
                  </a:cubicBezTo>
                  <a:cubicBezTo>
                    <a:pt x="1172" y="2724"/>
                    <a:pt x="1711" y="2471"/>
                    <a:pt x="2186" y="2091"/>
                  </a:cubicBezTo>
                  <a:cubicBezTo>
                    <a:pt x="2534" y="1806"/>
                    <a:pt x="2819" y="1458"/>
                    <a:pt x="2977" y="1109"/>
                  </a:cubicBezTo>
                  <a:cubicBezTo>
                    <a:pt x="3104" y="761"/>
                    <a:pt x="3104" y="444"/>
                    <a:pt x="2914" y="222"/>
                  </a:cubicBezTo>
                  <a:cubicBezTo>
                    <a:pt x="2819" y="64"/>
                    <a:pt x="2597" y="1"/>
                    <a:pt x="23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1512000" y="2856300"/>
              <a:ext cx="41200" cy="33275"/>
            </a:xfrm>
            <a:custGeom>
              <a:avLst/>
              <a:gdLst/>
              <a:ahLst/>
              <a:cxnLst/>
              <a:rect l="l" t="t" r="r" b="b"/>
              <a:pathLst>
                <a:path w="1648" h="1331" extrusionOk="0">
                  <a:moveTo>
                    <a:pt x="1141" y="190"/>
                  </a:moveTo>
                  <a:cubicBezTo>
                    <a:pt x="1267" y="190"/>
                    <a:pt x="1331" y="222"/>
                    <a:pt x="1394" y="317"/>
                  </a:cubicBezTo>
                  <a:cubicBezTo>
                    <a:pt x="1457" y="412"/>
                    <a:pt x="1426" y="538"/>
                    <a:pt x="1394" y="602"/>
                  </a:cubicBezTo>
                  <a:cubicBezTo>
                    <a:pt x="1331" y="728"/>
                    <a:pt x="1204" y="855"/>
                    <a:pt x="1077" y="982"/>
                  </a:cubicBezTo>
                  <a:cubicBezTo>
                    <a:pt x="919" y="1077"/>
                    <a:pt x="729" y="1140"/>
                    <a:pt x="571" y="1140"/>
                  </a:cubicBezTo>
                  <a:cubicBezTo>
                    <a:pt x="444" y="1140"/>
                    <a:pt x="349" y="1108"/>
                    <a:pt x="317" y="1045"/>
                  </a:cubicBezTo>
                  <a:cubicBezTo>
                    <a:pt x="222" y="887"/>
                    <a:pt x="349" y="570"/>
                    <a:pt x="634" y="380"/>
                  </a:cubicBezTo>
                  <a:cubicBezTo>
                    <a:pt x="792" y="253"/>
                    <a:pt x="982" y="190"/>
                    <a:pt x="1141" y="190"/>
                  </a:cubicBezTo>
                  <a:close/>
                  <a:moveTo>
                    <a:pt x="1141" y="0"/>
                  </a:moveTo>
                  <a:cubicBezTo>
                    <a:pt x="951" y="0"/>
                    <a:pt x="729" y="95"/>
                    <a:pt x="539" y="222"/>
                  </a:cubicBezTo>
                  <a:cubicBezTo>
                    <a:pt x="159" y="475"/>
                    <a:pt x="1" y="887"/>
                    <a:pt x="159" y="1140"/>
                  </a:cubicBezTo>
                  <a:cubicBezTo>
                    <a:pt x="254" y="1267"/>
                    <a:pt x="381" y="1330"/>
                    <a:pt x="571" y="1330"/>
                  </a:cubicBezTo>
                  <a:cubicBezTo>
                    <a:pt x="761" y="1330"/>
                    <a:pt x="982" y="1267"/>
                    <a:pt x="1172" y="1140"/>
                  </a:cubicBezTo>
                  <a:cubicBezTo>
                    <a:pt x="1331" y="1013"/>
                    <a:pt x="1489" y="855"/>
                    <a:pt x="1552" y="697"/>
                  </a:cubicBezTo>
                  <a:cubicBezTo>
                    <a:pt x="1647" y="507"/>
                    <a:pt x="1647" y="317"/>
                    <a:pt x="1552" y="190"/>
                  </a:cubicBezTo>
                  <a:cubicBezTo>
                    <a:pt x="1457" y="63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1485075" y="307955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lnTo>
                    <a:pt x="1" y="1141"/>
                  </a:lnTo>
                  <a:cubicBezTo>
                    <a:pt x="1" y="1204"/>
                    <a:pt x="32" y="1236"/>
                    <a:pt x="96" y="1236"/>
                  </a:cubicBezTo>
                  <a:cubicBezTo>
                    <a:pt x="127" y="1236"/>
                    <a:pt x="191" y="1204"/>
                    <a:pt x="191" y="1141"/>
                  </a:cubicBezTo>
                  <a:lnTo>
                    <a:pt x="191" y="96"/>
                  </a:lnTo>
                  <a:cubicBezTo>
                    <a:pt x="191" y="64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1515175" y="3085100"/>
              <a:ext cx="4775" cy="30100"/>
            </a:xfrm>
            <a:custGeom>
              <a:avLst/>
              <a:gdLst/>
              <a:ahLst/>
              <a:cxnLst/>
              <a:rect l="l" t="t" r="r" b="b"/>
              <a:pathLst>
                <a:path w="191" h="1204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09"/>
                  </a:lnTo>
                  <a:cubicBezTo>
                    <a:pt x="0" y="1172"/>
                    <a:pt x="64" y="1204"/>
                    <a:pt x="95" y="1204"/>
                  </a:cubicBezTo>
                  <a:cubicBezTo>
                    <a:pt x="159" y="1204"/>
                    <a:pt x="190" y="1172"/>
                    <a:pt x="190" y="1109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1485075" y="312467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6" y="1"/>
                  </a:moveTo>
                  <a:cubicBezTo>
                    <a:pt x="32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3"/>
                    <a:pt x="32" y="1204"/>
                    <a:pt x="96" y="1204"/>
                  </a:cubicBezTo>
                  <a:cubicBezTo>
                    <a:pt x="127" y="1204"/>
                    <a:pt x="191" y="1173"/>
                    <a:pt x="191" y="1109"/>
                  </a:cubicBezTo>
                  <a:lnTo>
                    <a:pt x="191" y="96"/>
                  </a:lnTo>
                  <a:cubicBezTo>
                    <a:pt x="191" y="32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1515175" y="312942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lnTo>
                    <a:pt x="0" y="1109"/>
                  </a:lnTo>
                  <a:cubicBezTo>
                    <a:pt x="0" y="1173"/>
                    <a:pt x="64" y="1204"/>
                    <a:pt x="95" y="1204"/>
                  </a:cubicBezTo>
                  <a:cubicBezTo>
                    <a:pt x="159" y="1204"/>
                    <a:pt x="190" y="1173"/>
                    <a:pt x="190" y="1109"/>
                  </a:cubicBezTo>
                  <a:lnTo>
                    <a:pt x="190" y="96"/>
                  </a:lnTo>
                  <a:cubicBezTo>
                    <a:pt x="190" y="32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1663225" y="30938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lnTo>
                    <a:pt x="0" y="1711"/>
                  </a:lnTo>
                  <a:cubicBezTo>
                    <a:pt x="0" y="1742"/>
                    <a:pt x="32" y="1806"/>
                    <a:pt x="95" y="1806"/>
                  </a:cubicBezTo>
                  <a:cubicBezTo>
                    <a:pt x="127" y="1806"/>
                    <a:pt x="190" y="1742"/>
                    <a:pt x="190" y="1711"/>
                  </a:cubicBezTo>
                  <a:lnTo>
                    <a:pt x="190" y="96"/>
                  </a:lnTo>
                  <a:cubicBezTo>
                    <a:pt x="190" y="64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1698050" y="30843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6" y="1"/>
                  </a:moveTo>
                  <a:cubicBezTo>
                    <a:pt x="64" y="1"/>
                    <a:pt x="1" y="64"/>
                    <a:pt x="1" y="96"/>
                  </a:cubicBezTo>
                  <a:lnTo>
                    <a:pt x="1" y="1711"/>
                  </a:lnTo>
                  <a:cubicBezTo>
                    <a:pt x="1" y="1742"/>
                    <a:pt x="32" y="1806"/>
                    <a:pt x="96" y="1806"/>
                  </a:cubicBezTo>
                  <a:cubicBezTo>
                    <a:pt x="159" y="1806"/>
                    <a:pt x="191" y="1742"/>
                    <a:pt x="191" y="1711"/>
                  </a:cubicBezTo>
                  <a:lnTo>
                    <a:pt x="191" y="96"/>
                  </a:lnTo>
                  <a:cubicBezTo>
                    <a:pt x="191" y="64"/>
                    <a:pt x="159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1"/>
            <p:cNvSpPr/>
            <p:nvPr/>
          </p:nvSpPr>
          <p:spPr>
            <a:xfrm>
              <a:off x="1850075" y="3028100"/>
              <a:ext cx="5550" cy="28525"/>
            </a:xfrm>
            <a:custGeom>
              <a:avLst/>
              <a:gdLst/>
              <a:ahLst/>
              <a:cxnLst/>
              <a:rect l="l" t="t" r="r" b="b"/>
              <a:pathLst>
                <a:path w="222" h="1141" extrusionOk="0">
                  <a:moveTo>
                    <a:pt x="127" y="0"/>
                  </a:moveTo>
                  <a:cubicBezTo>
                    <a:pt x="64" y="0"/>
                    <a:pt x="0" y="63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64" y="1140"/>
                    <a:pt x="127" y="1140"/>
                  </a:cubicBezTo>
                  <a:cubicBezTo>
                    <a:pt x="159" y="1140"/>
                    <a:pt x="222" y="1109"/>
                    <a:pt x="222" y="1045"/>
                  </a:cubicBezTo>
                  <a:lnTo>
                    <a:pt x="222" y="95"/>
                  </a:lnTo>
                  <a:cubicBezTo>
                    <a:pt x="222" y="63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1"/>
            <p:cNvSpPr/>
            <p:nvPr/>
          </p:nvSpPr>
          <p:spPr>
            <a:xfrm>
              <a:off x="1880950" y="3032850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32" y="1140"/>
                    <a:pt x="95" y="1140"/>
                  </a:cubicBezTo>
                  <a:cubicBezTo>
                    <a:pt x="159" y="1140"/>
                    <a:pt x="190" y="1109"/>
                    <a:pt x="190" y="1045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1"/>
            <p:cNvSpPr/>
            <p:nvPr/>
          </p:nvSpPr>
          <p:spPr>
            <a:xfrm>
              <a:off x="1850075" y="3073225"/>
              <a:ext cx="5550" cy="27725"/>
            </a:xfrm>
            <a:custGeom>
              <a:avLst/>
              <a:gdLst/>
              <a:ahLst/>
              <a:cxnLst/>
              <a:rect l="l" t="t" r="r" b="b"/>
              <a:pathLst>
                <a:path w="222" h="1109" extrusionOk="0">
                  <a:moveTo>
                    <a:pt x="127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014"/>
                  </a:lnTo>
                  <a:cubicBezTo>
                    <a:pt x="0" y="1077"/>
                    <a:pt x="64" y="1109"/>
                    <a:pt x="127" y="1109"/>
                  </a:cubicBezTo>
                  <a:cubicBezTo>
                    <a:pt x="159" y="1109"/>
                    <a:pt x="222" y="1077"/>
                    <a:pt x="222" y="1014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1"/>
            <p:cNvSpPr/>
            <p:nvPr/>
          </p:nvSpPr>
          <p:spPr>
            <a:xfrm>
              <a:off x="1880950" y="3077175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1"/>
                  </a:moveTo>
                  <a:cubicBezTo>
                    <a:pt x="32" y="1"/>
                    <a:pt x="0" y="64"/>
                    <a:pt x="0" y="127"/>
                  </a:cubicBezTo>
                  <a:lnTo>
                    <a:pt x="0" y="1046"/>
                  </a:lnTo>
                  <a:cubicBezTo>
                    <a:pt x="0" y="1109"/>
                    <a:pt x="32" y="1141"/>
                    <a:pt x="95" y="1141"/>
                  </a:cubicBezTo>
                  <a:cubicBezTo>
                    <a:pt x="159" y="1141"/>
                    <a:pt x="190" y="1109"/>
                    <a:pt x="190" y="1046"/>
                  </a:cubicBezTo>
                  <a:lnTo>
                    <a:pt x="190" y="127"/>
                  </a:lnTo>
                  <a:cubicBezTo>
                    <a:pt x="190" y="64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1"/>
            <p:cNvSpPr/>
            <p:nvPr/>
          </p:nvSpPr>
          <p:spPr>
            <a:xfrm>
              <a:off x="1485075" y="316902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lnTo>
                    <a:pt x="1" y="1140"/>
                  </a:lnTo>
                  <a:cubicBezTo>
                    <a:pt x="1" y="1172"/>
                    <a:pt x="32" y="1235"/>
                    <a:pt x="96" y="1235"/>
                  </a:cubicBezTo>
                  <a:cubicBezTo>
                    <a:pt x="127" y="1235"/>
                    <a:pt x="191" y="1172"/>
                    <a:pt x="191" y="1140"/>
                  </a:cubicBezTo>
                  <a:lnTo>
                    <a:pt x="191" y="95"/>
                  </a:lnTo>
                  <a:cubicBezTo>
                    <a:pt x="191" y="32"/>
                    <a:pt x="127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1"/>
            <p:cNvSpPr/>
            <p:nvPr/>
          </p:nvSpPr>
          <p:spPr>
            <a:xfrm>
              <a:off x="1515175" y="317377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1"/>
            <p:cNvSpPr/>
            <p:nvPr/>
          </p:nvSpPr>
          <p:spPr>
            <a:xfrm>
              <a:off x="1500925" y="3286200"/>
              <a:ext cx="4775" cy="23775"/>
            </a:xfrm>
            <a:custGeom>
              <a:avLst/>
              <a:gdLst/>
              <a:ahLst/>
              <a:cxnLst/>
              <a:rect l="l" t="t" r="r" b="b"/>
              <a:pathLst>
                <a:path w="191" h="951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855"/>
                  </a:lnTo>
                  <a:cubicBezTo>
                    <a:pt x="0" y="887"/>
                    <a:pt x="64" y="950"/>
                    <a:pt x="95" y="950"/>
                  </a:cubicBezTo>
                  <a:cubicBezTo>
                    <a:pt x="159" y="950"/>
                    <a:pt x="190" y="887"/>
                    <a:pt x="190" y="855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1"/>
            <p:cNvSpPr/>
            <p:nvPr/>
          </p:nvSpPr>
          <p:spPr>
            <a:xfrm>
              <a:off x="14676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519" y="1"/>
                  </a:moveTo>
                  <a:cubicBezTo>
                    <a:pt x="491" y="1"/>
                    <a:pt x="462" y="16"/>
                    <a:pt x="443" y="53"/>
                  </a:cubicBezTo>
                  <a:lnTo>
                    <a:pt x="32" y="592"/>
                  </a:lnTo>
                  <a:cubicBezTo>
                    <a:pt x="0" y="623"/>
                    <a:pt x="0" y="687"/>
                    <a:pt x="32" y="718"/>
                  </a:cubicBezTo>
                  <a:cubicBezTo>
                    <a:pt x="63" y="750"/>
                    <a:pt x="63" y="750"/>
                    <a:pt x="95" y="750"/>
                  </a:cubicBezTo>
                  <a:cubicBezTo>
                    <a:pt x="127" y="750"/>
                    <a:pt x="158" y="750"/>
                    <a:pt x="158" y="718"/>
                  </a:cubicBezTo>
                  <a:lnTo>
                    <a:pt x="602" y="148"/>
                  </a:lnTo>
                  <a:cubicBezTo>
                    <a:pt x="633" y="117"/>
                    <a:pt x="602" y="53"/>
                    <a:pt x="570" y="22"/>
                  </a:cubicBezTo>
                  <a:cubicBezTo>
                    <a:pt x="557" y="8"/>
                    <a:pt x="538" y="1"/>
                    <a:pt x="5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1"/>
            <p:cNvSpPr/>
            <p:nvPr/>
          </p:nvSpPr>
          <p:spPr>
            <a:xfrm>
              <a:off x="15238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115" y="1"/>
                  </a:moveTo>
                  <a:cubicBezTo>
                    <a:pt x="96" y="1"/>
                    <a:pt x="77" y="8"/>
                    <a:pt x="64" y="22"/>
                  </a:cubicBezTo>
                  <a:cubicBezTo>
                    <a:pt x="1" y="53"/>
                    <a:pt x="1" y="117"/>
                    <a:pt x="32" y="148"/>
                  </a:cubicBezTo>
                  <a:lnTo>
                    <a:pt x="444" y="718"/>
                  </a:lnTo>
                  <a:cubicBezTo>
                    <a:pt x="476" y="750"/>
                    <a:pt x="507" y="750"/>
                    <a:pt x="539" y="750"/>
                  </a:cubicBezTo>
                  <a:cubicBezTo>
                    <a:pt x="539" y="750"/>
                    <a:pt x="571" y="750"/>
                    <a:pt x="571" y="718"/>
                  </a:cubicBezTo>
                  <a:cubicBezTo>
                    <a:pt x="634" y="687"/>
                    <a:pt x="634" y="623"/>
                    <a:pt x="602" y="592"/>
                  </a:cubicBezTo>
                  <a:lnTo>
                    <a:pt x="191" y="53"/>
                  </a:lnTo>
                  <a:cubicBezTo>
                    <a:pt x="172" y="16"/>
                    <a:pt x="143" y="1"/>
                    <a:pt x="1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1"/>
            <p:cNvSpPr/>
            <p:nvPr/>
          </p:nvSpPr>
          <p:spPr>
            <a:xfrm>
              <a:off x="1614125" y="3399600"/>
              <a:ext cx="28525" cy="32300"/>
            </a:xfrm>
            <a:custGeom>
              <a:avLst/>
              <a:gdLst/>
              <a:ahLst/>
              <a:cxnLst/>
              <a:rect l="l" t="t" r="r" b="b"/>
              <a:pathLst>
                <a:path w="1141" h="1292" extrusionOk="0">
                  <a:moveTo>
                    <a:pt x="1014" y="1"/>
                  </a:moveTo>
                  <a:cubicBezTo>
                    <a:pt x="991" y="1"/>
                    <a:pt x="967" y="9"/>
                    <a:pt x="951" y="25"/>
                  </a:cubicBezTo>
                  <a:lnTo>
                    <a:pt x="33" y="1133"/>
                  </a:lnTo>
                  <a:cubicBezTo>
                    <a:pt x="1" y="1196"/>
                    <a:pt x="1" y="1260"/>
                    <a:pt x="64" y="1291"/>
                  </a:cubicBezTo>
                  <a:lnTo>
                    <a:pt x="96" y="1291"/>
                  </a:lnTo>
                  <a:cubicBezTo>
                    <a:pt x="128" y="1291"/>
                    <a:pt x="159" y="1291"/>
                    <a:pt x="191" y="1260"/>
                  </a:cubicBezTo>
                  <a:lnTo>
                    <a:pt x="1109" y="151"/>
                  </a:lnTo>
                  <a:cubicBezTo>
                    <a:pt x="1141" y="88"/>
                    <a:pt x="1141" y="56"/>
                    <a:pt x="1078" y="25"/>
                  </a:cubicBezTo>
                  <a:cubicBezTo>
                    <a:pt x="1062" y="9"/>
                    <a:pt x="1038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1"/>
            <p:cNvSpPr/>
            <p:nvPr/>
          </p:nvSpPr>
          <p:spPr>
            <a:xfrm>
              <a:off x="1681425" y="3401000"/>
              <a:ext cx="4775" cy="46725"/>
            </a:xfrm>
            <a:custGeom>
              <a:avLst/>
              <a:gdLst/>
              <a:ahLst/>
              <a:cxnLst/>
              <a:rect l="l" t="t" r="r" b="b"/>
              <a:pathLst>
                <a:path w="191" h="1869" extrusionOk="0">
                  <a:moveTo>
                    <a:pt x="96" y="0"/>
                  </a:moveTo>
                  <a:cubicBezTo>
                    <a:pt x="64" y="0"/>
                    <a:pt x="1" y="64"/>
                    <a:pt x="1" y="95"/>
                  </a:cubicBezTo>
                  <a:lnTo>
                    <a:pt x="1" y="1774"/>
                  </a:lnTo>
                  <a:cubicBezTo>
                    <a:pt x="1" y="1837"/>
                    <a:pt x="64" y="1869"/>
                    <a:pt x="96" y="1869"/>
                  </a:cubicBezTo>
                  <a:cubicBezTo>
                    <a:pt x="159" y="1869"/>
                    <a:pt x="191" y="1837"/>
                    <a:pt x="191" y="1774"/>
                  </a:cubicBezTo>
                  <a:lnTo>
                    <a:pt x="191" y="95"/>
                  </a:lnTo>
                  <a:cubicBezTo>
                    <a:pt x="191" y="32"/>
                    <a:pt x="159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1"/>
            <p:cNvSpPr/>
            <p:nvPr/>
          </p:nvSpPr>
          <p:spPr>
            <a:xfrm>
              <a:off x="1729725" y="3399075"/>
              <a:ext cx="26950" cy="32825"/>
            </a:xfrm>
            <a:custGeom>
              <a:avLst/>
              <a:gdLst/>
              <a:ahLst/>
              <a:cxnLst/>
              <a:rect l="l" t="t" r="r" b="b"/>
              <a:pathLst>
                <a:path w="1078" h="1313" extrusionOk="0">
                  <a:moveTo>
                    <a:pt x="87" y="1"/>
                  </a:moveTo>
                  <a:cubicBezTo>
                    <a:pt x="69" y="1"/>
                    <a:pt x="51" y="5"/>
                    <a:pt x="32" y="14"/>
                  </a:cubicBezTo>
                  <a:cubicBezTo>
                    <a:pt x="1" y="46"/>
                    <a:pt x="1" y="109"/>
                    <a:pt x="32" y="141"/>
                  </a:cubicBezTo>
                  <a:lnTo>
                    <a:pt x="887" y="1281"/>
                  </a:lnTo>
                  <a:cubicBezTo>
                    <a:pt x="919" y="1312"/>
                    <a:pt x="951" y="1312"/>
                    <a:pt x="982" y="1312"/>
                  </a:cubicBezTo>
                  <a:lnTo>
                    <a:pt x="1014" y="1312"/>
                  </a:lnTo>
                  <a:cubicBezTo>
                    <a:pt x="1077" y="1281"/>
                    <a:pt x="1077" y="1217"/>
                    <a:pt x="1046" y="1154"/>
                  </a:cubicBezTo>
                  <a:lnTo>
                    <a:pt x="191" y="46"/>
                  </a:lnTo>
                  <a:cubicBezTo>
                    <a:pt x="168" y="2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1"/>
            <p:cNvSpPr/>
            <p:nvPr/>
          </p:nvSpPr>
          <p:spPr>
            <a:xfrm>
              <a:off x="1823950" y="3276375"/>
              <a:ext cx="19800" cy="22500"/>
            </a:xfrm>
            <a:custGeom>
              <a:avLst/>
              <a:gdLst/>
              <a:ahLst/>
              <a:cxnLst/>
              <a:rect l="l" t="t" r="r" b="b"/>
              <a:pathLst>
                <a:path w="792" h="900" extrusionOk="0">
                  <a:moveTo>
                    <a:pt x="694" y="0"/>
                  </a:moveTo>
                  <a:cubicBezTo>
                    <a:pt x="662" y="0"/>
                    <a:pt x="624" y="22"/>
                    <a:pt x="602" y="45"/>
                  </a:cubicBezTo>
                  <a:lnTo>
                    <a:pt x="32" y="742"/>
                  </a:lnTo>
                  <a:cubicBezTo>
                    <a:pt x="0" y="805"/>
                    <a:pt x="32" y="837"/>
                    <a:pt x="63" y="868"/>
                  </a:cubicBezTo>
                  <a:cubicBezTo>
                    <a:pt x="63" y="900"/>
                    <a:pt x="95" y="900"/>
                    <a:pt x="127" y="900"/>
                  </a:cubicBezTo>
                  <a:cubicBezTo>
                    <a:pt x="158" y="900"/>
                    <a:pt x="190" y="900"/>
                    <a:pt x="190" y="868"/>
                  </a:cubicBezTo>
                  <a:lnTo>
                    <a:pt x="760" y="172"/>
                  </a:lnTo>
                  <a:cubicBezTo>
                    <a:pt x="792" y="108"/>
                    <a:pt x="792" y="45"/>
                    <a:pt x="729" y="13"/>
                  </a:cubicBezTo>
                  <a:cubicBezTo>
                    <a:pt x="719" y="4"/>
                    <a:pt x="707" y="0"/>
                    <a:pt x="6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1"/>
            <p:cNvSpPr/>
            <p:nvPr/>
          </p:nvSpPr>
          <p:spPr>
            <a:xfrm>
              <a:off x="1866700" y="327670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64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1"/>
            <p:cNvSpPr/>
            <p:nvPr/>
          </p:nvSpPr>
          <p:spPr>
            <a:xfrm>
              <a:off x="1896000" y="3276375"/>
              <a:ext cx="19025" cy="22500"/>
            </a:xfrm>
            <a:custGeom>
              <a:avLst/>
              <a:gdLst/>
              <a:ahLst/>
              <a:cxnLst/>
              <a:rect l="l" t="t" r="r" b="b"/>
              <a:pathLst>
                <a:path w="761" h="900" extrusionOk="0">
                  <a:moveTo>
                    <a:pt x="66" y="0"/>
                  </a:moveTo>
                  <a:cubicBezTo>
                    <a:pt x="53" y="0"/>
                    <a:pt x="41" y="4"/>
                    <a:pt x="32" y="13"/>
                  </a:cubicBezTo>
                  <a:cubicBezTo>
                    <a:pt x="0" y="45"/>
                    <a:pt x="0" y="108"/>
                    <a:pt x="32" y="172"/>
                  </a:cubicBezTo>
                  <a:lnTo>
                    <a:pt x="570" y="868"/>
                  </a:lnTo>
                  <a:cubicBezTo>
                    <a:pt x="602" y="900"/>
                    <a:pt x="633" y="900"/>
                    <a:pt x="665" y="900"/>
                  </a:cubicBezTo>
                  <a:cubicBezTo>
                    <a:pt x="665" y="900"/>
                    <a:pt x="697" y="900"/>
                    <a:pt x="728" y="868"/>
                  </a:cubicBezTo>
                  <a:cubicBezTo>
                    <a:pt x="760" y="837"/>
                    <a:pt x="760" y="805"/>
                    <a:pt x="728" y="742"/>
                  </a:cubicBezTo>
                  <a:lnTo>
                    <a:pt x="158" y="45"/>
                  </a:lnTo>
                  <a:cubicBezTo>
                    <a:pt x="136" y="22"/>
                    <a:pt x="98" y="0"/>
                    <a:pt x="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1"/>
            <p:cNvSpPr/>
            <p:nvPr/>
          </p:nvSpPr>
          <p:spPr>
            <a:xfrm>
              <a:off x="1488250" y="3220475"/>
              <a:ext cx="27725" cy="45150"/>
            </a:xfrm>
            <a:custGeom>
              <a:avLst/>
              <a:gdLst/>
              <a:ahLst/>
              <a:cxnLst/>
              <a:rect l="l" t="t" r="r" b="b"/>
              <a:pathLst>
                <a:path w="1109" h="1806" extrusionOk="0">
                  <a:moveTo>
                    <a:pt x="507" y="317"/>
                  </a:moveTo>
                  <a:lnTo>
                    <a:pt x="507" y="666"/>
                  </a:lnTo>
                  <a:cubicBezTo>
                    <a:pt x="444" y="634"/>
                    <a:pt x="380" y="602"/>
                    <a:pt x="349" y="539"/>
                  </a:cubicBezTo>
                  <a:cubicBezTo>
                    <a:pt x="349" y="444"/>
                    <a:pt x="380" y="381"/>
                    <a:pt x="444" y="349"/>
                  </a:cubicBezTo>
                  <a:cubicBezTo>
                    <a:pt x="475" y="317"/>
                    <a:pt x="444" y="317"/>
                    <a:pt x="507" y="317"/>
                  </a:cubicBezTo>
                  <a:close/>
                  <a:moveTo>
                    <a:pt x="697" y="982"/>
                  </a:moveTo>
                  <a:cubicBezTo>
                    <a:pt x="792" y="1014"/>
                    <a:pt x="887" y="1109"/>
                    <a:pt x="919" y="1204"/>
                  </a:cubicBezTo>
                  <a:cubicBezTo>
                    <a:pt x="919" y="1362"/>
                    <a:pt x="856" y="1489"/>
                    <a:pt x="729" y="1521"/>
                  </a:cubicBezTo>
                  <a:lnTo>
                    <a:pt x="697" y="1521"/>
                  </a:lnTo>
                  <a:lnTo>
                    <a:pt x="697" y="982"/>
                  </a:lnTo>
                  <a:close/>
                  <a:moveTo>
                    <a:pt x="602" y="1"/>
                  </a:moveTo>
                  <a:cubicBezTo>
                    <a:pt x="571" y="1"/>
                    <a:pt x="507" y="64"/>
                    <a:pt x="507" y="96"/>
                  </a:cubicBezTo>
                  <a:lnTo>
                    <a:pt x="507" y="127"/>
                  </a:lnTo>
                  <a:cubicBezTo>
                    <a:pt x="412" y="127"/>
                    <a:pt x="380" y="159"/>
                    <a:pt x="349" y="191"/>
                  </a:cubicBezTo>
                  <a:cubicBezTo>
                    <a:pt x="190" y="254"/>
                    <a:pt x="127" y="412"/>
                    <a:pt x="159" y="571"/>
                  </a:cubicBezTo>
                  <a:cubicBezTo>
                    <a:pt x="190" y="761"/>
                    <a:pt x="317" y="824"/>
                    <a:pt x="507" y="887"/>
                  </a:cubicBezTo>
                  <a:lnTo>
                    <a:pt x="507" y="1552"/>
                  </a:lnTo>
                  <a:cubicBezTo>
                    <a:pt x="349" y="1552"/>
                    <a:pt x="254" y="1489"/>
                    <a:pt x="222" y="1426"/>
                  </a:cubicBezTo>
                  <a:cubicBezTo>
                    <a:pt x="204" y="1389"/>
                    <a:pt x="174" y="1373"/>
                    <a:pt x="140" y="1373"/>
                  </a:cubicBezTo>
                  <a:cubicBezTo>
                    <a:pt x="116" y="1373"/>
                    <a:pt x="90" y="1381"/>
                    <a:pt x="64" y="1394"/>
                  </a:cubicBezTo>
                  <a:cubicBezTo>
                    <a:pt x="32" y="1394"/>
                    <a:pt x="0" y="1457"/>
                    <a:pt x="32" y="1521"/>
                  </a:cubicBezTo>
                  <a:cubicBezTo>
                    <a:pt x="127" y="1647"/>
                    <a:pt x="317" y="1742"/>
                    <a:pt x="507" y="1742"/>
                  </a:cubicBezTo>
                  <a:cubicBezTo>
                    <a:pt x="507" y="1774"/>
                    <a:pt x="539" y="1806"/>
                    <a:pt x="602" y="1806"/>
                  </a:cubicBezTo>
                  <a:cubicBezTo>
                    <a:pt x="634" y="1806"/>
                    <a:pt x="666" y="1774"/>
                    <a:pt x="666" y="1711"/>
                  </a:cubicBezTo>
                  <a:lnTo>
                    <a:pt x="761" y="1711"/>
                  </a:lnTo>
                  <a:cubicBezTo>
                    <a:pt x="982" y="1616"/>
                    <a:pt x="1109" y="1426"/>
                    <a:pt x="1077" y="1204"/>
                  </a:cubicBezTo>
                  <a:cubicBezTo>
                    <a:pt x="1077" y="951"/>
                    <a:pt x="887" y="824"/>
                    <a:pt x="697" y="761"/>
                  </a:cubicBezTo>
                  <a:lnTo>
                    <a:pt x="697" y="317"/>
                  </a:lnTo>
                  <a:cubicBezTo>
                    <a:pt x="697" y="349"/>
                    <a:pt x="792" y="381"/>
                    <a:pt x="824" y="412"/>
                  </a:cubicBezTo>
                  <a:cubicBezTo>
                    <a:pt x="837" y="426"/>
                    <a:pt x="856" y="433"/>
                    <a:pt x="875" y="433"/>
                  </a:cubicBezTo>
                  <a:cubicBezTo>
                    <a:pt x="903" y="433"/>
                    <a:pt x="932" y="418"/>
                    <a:pt x="951" y="381"/>
                  </a:cubicBezTo>
                  <a:cubicBezTo>
                    <a:pt x="982" y="349"/>
                    <a:pt x="982" y="286"/>
                    <a:pt x="951" y="254"/>
                  </a:cubicBezTo>
                  <a:cubicBezTo>
                    <a:pt x="887" y="191"/>
                    <a:pt x="792" y="159"/>
                    <a:pt x="697" y="127"/>
                  </a:cubicBezTo>
                  <a:lnTo>
                    <a:pt x="697" y="96"/>
                  </a:lnTo>
                  <a:cubicBezTo>
                    <a:pt x="697" y="64"/>
                    <a:pt x="666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1"/>
            <p:cNvSpPr/>
            <p:nvPr/>
          </p:nvSpPr>
          <p:spPr>
            <a:xfrm>
              <a:off x="1655300" y="3253725"/>
              <a:ext cx="55450" cy="91075"/>
            </a:xfrm>
            <a:custGeom>
              <a:avLst/>
              <a:gdLst/>
              <a:ahLst/>
              <a:cxnLst/>
              <a:rect l="l" t="t" r="r" b="b"/>
              <a:pathLst>
                <a:path w="2218" h="3643" extrusionOk="0">
                  <a:moveTo>
                    <a:pt x="1046" y="381"/>
                  </a:moveTo>
                  <a:lnTo>
                    <a:pt x="1046" y="1489"/>
                  </a:lnTo>
                  <a:cubicBezTo>
                    <a:pt x="792" y="1363"/>
                    <a:pt x="539" y="1268"/>
                    <a:pt x="539" y="1046"/>
                  </a:cubicBezTo>
                  <a:cubicBezTo>
                    <a:pt x="539" y="381"/>
                    <a:pt x="951" y="412"/>
                    <a:pt x="1046" y="381"/>
                  </a:cubicBezTo>
                  <a:close/>
                  <a:moveTo>
                    <a:pt x="1236" y="1774"/>
                  </a:moveTo>
                  <a:cubicBezTo>
                    <a:pt x="1616" y="1933"/>
                    <a:pt x="1932" y="2091"/>
                    <a:pt x="1964" y="2503"/>
                  </a:cubicBezTo>
                  <a:cubicBezTo>
                    <a:pt x="2027" y="3009"/>
                    <a:pt x="1742" y="3231"/>
                    <a:pt x="1457" y="3326"/>
                  </a:cubicBezTo>
                  <a:cubicBezTo>
                    <a:pt x="1394" y="3326"/>
                    <a:pt x="1331" y="3358"/>
                    <a:pt x="1236" y="3358"/>
                  </a:cubicBezTo>
                  <a:lnTo>
                    <a:pt x="1236" y="1774"/>
                  </a:lnTo>
                  <a:close/>
                  <a:moveTo>
                    <a:pt x="1141" y="1"/>
                  </a:moveTo>
                  <a:cubicBezTo>
                    <a:pt x="1109" y="1"/>
                    <a:pt x="1046" y="32"/>
                    <a:pt x="1046" y="96"/>
                  </a:cubicBezTo>
                  <a:lnTo>
                    <a:pt x="1046" y="191"/>
                  </a:lnTo>
                  <a:cubicBezTo>
                    <a:pt x="856" y="222"/>
                    <a:pt x="254" y="286"/>
                    <a:pt x="286" y="1078"/>
                  </a:cubicBezTo>
                  <a:cubicBezTo>
                    <a:pt x="317" y="1394"/>
                    <a:pt x="666" y="1553"/>
                    <a:pt x="1046" y="1679"/>
                  </a:cubicBezTo>
                  <a:lnTo>
                    <a:pt x="1046" y="3358"/>
                  </a:lnTo>
                  <a:cubicBezTo>
                    <a:pt x="666" y="3358"/>
                    <a:pt x="317" y="3231"/>
                    <a:pt x="222" y="3041"/>
                  </a:cubicBezTo>
                  <a:cubicBezTo>
                    <a:pt x="191" y="2978"/>
                    <a:pt x="127" y="2978"/>
                    <a:pt x="64" y="2978"/>
                  </a:cubicBezTo>
                  <a:cubicBezTo>
                    <a:pt x="32" y="3009"/>
                    <a:pt x="1" y="3073"/>
                    <a:pt x="32" y="3104"/>
                  </a:cubicBezTo>
                  <a:cubicBezTo>
                    <a:pt x="191" y="3389"/>
                    <a:pt x="602" y="3548"/>
                    <a:pt x="1046" y="3548"/>
                  </a:cubicBezTo>
                  <a:cubicBezTo>
                    <a:pt x="1046" y="3611"/>
                    <a:pt x="1077" y="3643"/>
                    <a:pt x="1141" y="3643"/>
                  </a:cubicBezTo>
                  <a:cubicBezTo>
                    <a:pt x="1172" y="3643"/>
                    <a:pt x="1236" y="3611"/>
                    <a:pt x="1236" y="3548"/>
                  </a:cubicBezTo>
                  <a:cubicBezTo>
                    <a:pt x="1331" y="3548"/>
                    <a:pt x="1426" y="3516"/>
                    <a:pt x="1521" y="3484"/>
                  </a:cubicBezTo>
                  <a:cubicBezTo>
                    <a:pt x="1964" y="3358"/>
                    <a:pt x="2217" y="2978"/>
                    <a:pt x="2154" y="2471"/>
                  </a:cubicBezTo>
                  <a:cubicBezTo>
                    <a:pt x="2091" y="1933"/>
                    <a:pt x="1616" y="1743"/>
                    <a:pt x="1236" y="1553"/>
                  </a:cubicBezTo>
                  <a:lnTo>
                    <a:pt x="1236" y="412"/>
                  </a:lnTo>
                  <a:cubicBezTo>
                    <a:pt x="1426" y="412"/>
                    <a:pt x="1584" y="507"/>
                    <a:pt x="1742" y="634"/>
                  </a:cubicBezTo>
                  <a:cubicBezTo>
                    <a:pt x="1774" y="650"/>
                    <a:pt x="1798" y="658"/>
                    <a:pt x="1818" y="658"/>
                  </a:cubicBezTo>
                  <a:cubicBezTo>
                    <a:pt x="1837" y="658"/>
                    <a:pt x="1853" y="650"/>
                    <a:pt x="1869" y="634"/>
                  </a:cubicBezTo>
                  <a:cubicBezTo>
                    <a:pt x="1901" y="571"/>
                    <a:pt x="1932" y="539"/>
                    <a:pt x="1869" y="507"/>
                  </a:cubicBezTo>
                  <a:cubicBezTo>
                    <a:pt x="1679" y="317"/>
                    <a:pt x="1426" y="222"/>
                    <a:pt x="1236" y="222"/>
                  </a:cubicBezTo>
                  <a:lnTo>
                    <a:pt x="1236" y="96"/>
                  </a:lnTo>
                  <a:cubicBezTo>
                    <a:pt x="1236" y="32"/>
                    <a:pt x="1204" y="1"/>
                    <a:pt x="11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1"/>
            <p:cNvSpPr/>
            <p:nvPr/>
          </p:nvSpPr>
          <p:spPr>
            <a:xfrm>
              <a:off x="1846100" y="3171400"/>
              <a:ext cx="38825" cy="63350"/>
            </a:xfrm>
            <a:custGeom>
              <a:avLst/>
              <a:gdLst/>
              <a:ahLst/>
              <a:cxnLst/>
              <a:rect l="l" t="t" r="r" b="b"/>
              <a:pathLst>
                <a:path w="1553" h="2534" extrusionOk="0">
                  <a:moveTo>
                    <a:pt x="729" y="349"/>
                  </a:moveTo>
                  <a:lnTo>
                    <a:pt x="729" y="1014"/>
                  </a:lnTo>
                  <a:cubicBezTo>
                    <a:pt x="539" y="919"/>
                    <a:pt x="444" y="855"/>
                    <a:pt x="413" y="729"/>
                  </a:cubicBezTo>
                  <a:cubicBezTo>
                    <a:pt x="381" y="570"/>
                    <a:pt x="444" y="444"/>
                    <a:pt x="571" y="380"/>
                  </a:cubicBezTo>
                  <a:cubicBezTo>
                    <a:pt x="603" y="349"/>
                    <a:pt x="634" y="349"/>
                    <a:pt x="729" y="349"/>
                  </a:cubicBezTo>
                  <a:close/>
                  <a:moveTo>
                    <a:pt x="919" y="1299"/>
                  </a:moveTo>
                  <a:cubicBezTo>
                    <a:pt x="1109" y="1394"/>
                    <a:pt x="1299" y="1489"/>
                    <a:pt x="1331" y="1742"/>
                  </a:cubicBezTo>
                  <a:cubicBezTo>
                    <a:pt x="1394" y="2059"/>
                    <a:pt x="1204" y="2185"/>
                    <a:pt x="1014" y="2249"/>
                  </a:cubicBezTo>
                  <a:cubicBezTo>
                    <a:pt x="983" y="2280"/>
                    <a:pt x="919" y="2280"/>
                    <a:pt x="919" y="2280"/>
                  </a:cubicBezTo>
                  <a:lnTo>
                    <a:pt x="919" y="1299"/>
                  </a:lnTo>
                  <a:close/>
                  <a:moveTo>
                    <a:pt x="824" y="0"/>
                  </a:moveTo>
                  <a:cubicBezTo>
                    <a:pt x="761" y="0"/>
                    <a:pt x="729" y="32"/>
                    <a:pt x="729" y="95"/>
                  </a:cubicBezTo>
                  <a:lnTo>
                    <a:pt x="729" y="159"/>
                  </a:lnTo>
                  <a:cubicBezTo>
                    <a:pt x="634" y="159"/>
                    <a:pt x="539" y="190"/>
                    <a:pt x="444" y="222"/>
                  </a:cubicBezTo>
                  <a:cubicBezTo>
                    <a:pt x="254" y="349"/>
                    <a:pt x="191" y="539"/>
                    <a:pt x="223" y="792"/>
                  </a:cubicBezTo>
                  <a:cubicBezTo>
                    <a:pt x="286" y="1014"/>
                    <a:pt x="444" y="1109"/>
                    <a:pt x="729" y="1204"/>
                  </a:cubicBezTo>
                  <a:lnTo>
                    <a:pt x="729" y="2312"/>
                  </a:lnTo>
                  <a:cubicBezTo>
                    <a:pt x="444" y="2280"/>
                    <a:pt x="254" y="2185"/>
                    <a:pt x="191" y="2090"/>
                  </a:cubicBezTo>
                  <a:cubicBezTo>
                    <a:pt x="191" y="2053"/>
                    <a:pt x="169" y="2038"/>
                    <a:pt x="138" y="2038"/>
                  </a:cubicBezTo>
                  <a:cubicBezTo>
                    <a:pt x="117" y="2038"/>
                    <a:pt x="90" y="2046"/>
                    <a:pt x="64" y="2059"/>
                  </a:cubicBezTo>
                  <a:cubicBezTo>
                    <a:pt x="33" y="2059"/>
                    <a:pt x="1" y="2122"/>
                    <a:pt x="33" y="2154"/>
                  </a:cubicBezTo>
                  <a:cubicBezTo>
                    <a:pt x="128" y="2344"/>
                    <a:pt x="413" y="2470"/>
                    <a:pt x="729" y="2502"/>
                  </a:cubicBezTo>
                  <a:cubicBezTo>
                    <a:pt x="729" y="2534"/>
                    <a:pt x="761" y="2534"/>
                    <a:pt x="793" y="2534"/>
                  </a:cubicBezTo>
                  <a:cubicBezTo>
                    <a:pt x="856" y="2534"/>
                    <a:pt x="888" y="2502"/>
                    <a:pt x="888" y="2470"/>
                  </a:cubicBezTo>
                  <a:cubicBezTo>
                    <a:pt x="951" y="2470"/>
                    <a:pt x="1014" y="2439"/>
                    <a:pt x="1046" y="2439"/>
                  </a:cubicBezTo>
                  <a:cubicBezTo>
                    <a:pt x="1394" y="2344"/>
                    <a:pt x="1553" y="2059"/>
                    <a:pt x="1521" y="1710"/>
                  </a:cubicBezTo>
                  <a:cubicBezTo>
                    <a:pt x="1489" y="1362"/>
                    <a:pt x="1204" y="1204"/>
                    <a:pt x="919" y="1077"/>
                  </a:cubicBezTo>
                  <a:lnTo>
                    <a:pt x="919" y="349"/>
                  </a:lnTo>
                  <a:cubicBezTo>
                    <a:pt x="1014" y="349"/>
                    <a:pt x="1109" y="412"/>
                    <a:pt x="1204" y="475"/>
                  </a:cubicBezTo>
                  <a:cubicBezTo>
                    <a:pt x="1220" y="491"/>
                    <a:pt x="1244" y="499"/>
                    <a:pt x="1268" y="499"/>
                  </a:cubicBezTo>
                  <a:cubicBezTo>
                    <a:pt x="1291" y="499"/>
                    <a:pt x="1315" y="491"/>
                    <a:pt x="1331" y="475"/>
                  </a:cubicBezTo>
                  <a:cubicBezTo>
                    <a:pt x="1363" y="444"/>
                    <a:pt x="1363" y="380"/>
                    <a:pt x="1331" y="349"/>
                  </a:cubicBezTo>
                  <a:cubicBezTo>
                    <a:pt x="1204" y="254"/>
                    <a:pt x="1014" y="190"/>
                    <a:pt x="919" y="159"/>
                  </a:cubicBezTo>
                  <a:lnTo>
                    <a:pt x="919" y="95"/>
                  </a:lnTo>
                  <a:cubicBezTo>
                    <a:pt x="919" y="32"/>
                    <a:pt x="88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1"/>
            <p:cNvSpPr/>
            <p:nvPr/>
          </p:nvSpPr>
          <p:spPr>
            <a:xfrm>
              <a:off x="1462125" y="3202275"/>
              <a:ext cx="81575" cy="81575"/>
            </a:xfrm>
            <a:custGeom>
              <a:avLst/>
              <a:gdLst/>
              <a:ahLst/>
              <a:cxnLst/>
              <a:rect l="l" t="t" r="r" b="b"/>
              <a:pathLst>
                <a:path w="3263" h="3263" extrusionOk="0">
                  <a:moveTo>
                    <a:pt x="1647" y="159"/>
                  </a:moveTo>
                  <a:cubicBezTo>
                    <a:pt x="2439" y="159"/>
                    <a:pt x="3072" y="824"/>
                    <a:pt x="3072" y="1615"/>
                  </a:cubicBezTo>
                  <a:cubicBezTo>
                    <a:pt x="3072" y="2407"/>
                    <a:pt x="2439" y="3072"/>
                    <a:pt x="1647" y="3072"/>
                  </a:cubicBezTo>
                  <a:cubicBezTo>
                    <a:pt x="855" y="3072"/>
                    <a:pt x="190" y="2407"/>
                    <a:pt x="190" y="1615"/>
                  </a:cubicBezTo>
                  <a:cubicBezTo>
                    <a:pt x="190" y="824"/>
                    <a:pt x="855" y="159"/>
                    <a:pt x="1647" y="159"/>
                  </a:cubicBezTo>
                  <a:close/>
                  <a:moveTo>
                    <a:pt x="1647" y="0"/>
                  </a:moveTo>
                  <a:cubicBezTo>
                    <a:pt x="729" y="0"/>
                    <a:pt x="0" y="729"/>
                    <a:pt x="0" y="1615"/>
                  </a:cubicBezTo>
                  <a:cubicBezTo>
                    <a:pt x="0" y="2502"/>
                    <a:pt x="729" y="3262"/>
                    <a:pt x="1647" y="3262"/>
                  </a:cubicBezTo>
                  <a:cubicBezTo>
                    <a:pt x="2534" y="3262"/>
                    <a:pt x="3262" y="2502"/>
                    <a:pt x="3262" y="1615"/>
                  </a:cubicBezTo>
                  <a:cubicBezTo>
                    <a:pt x="3262" y="729"/>
                    <a:pt x="2534" y="0"/>
                    <a:pt x="16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1"/>
            <p:cNvSpPr/>
            <p:nvPr/>
          </p:nvSpPr>
          <p:spPr>
            <a:xfrm>
              <a:off x="1470050" y="3210175"/>
              <a:ext cx="65725" cy="64950"/>
            </a:xfrm>
            <a:custGeom>
              <a:avLst/>
              <a:gdLst/>
              <a:ahLst/>
              <a:cxnLst/>
              <a:rect l="l" t="t" r="r" b="b"/>
              <a:pathLst>
                <a:path w="2629" h="2598" extrusionOk="0">
                  <a:moveTo>
                    <a:pt x="1330" y="191"/>
                  </a:moveTo>
                  <a:cubicBezTo>
                    <a:pt x="1932" y="191"/>
                    <a:pt x="2439" y="666"/>
                    <a:pt x="2439" y="1299"/>
                  </a:cubicBezTo>
                  <a:cubicBezTo>
                    <a:pt x="2439" y="1933"/>
                    <a:pt x="1932" y="2408"/>
                    <a:pt x="1330" y="2408"/>
                  </a:cubicBezTo>
                  <a:cubicBezTo>
                    <a:pt x="697" y="2408"/>
                    <a:pt x="190" y="1933"/>
                    <a:pt x="190" y="1299"/>
                  </a:cubicBezTo>
                  <a:cubicBezTo>
                    <a:pt x="190" y="666"/>
                    <a:pt x="697" y="191"/>
                    <a:pt x="1330" y="191"/>
                  </a:cubicBezTo>
                  <a:close/>
                  <a:moveTo>
                    <a:pt x="1330" y="1"/>
                  </a:moveTo>
                  <a:cubicBezTo>
                    <a:pt x="602" y="1"/>
                    <a:pt x="0" y="571"/>
                    <a:pt x="0" y="1299"/>
                  </a:cubicBezTo>
                  <a:cubicBezTo>
                    <a:pt x="0" y="2028"/>
                    <a:pt x="602" y="2598"/>
                    <a:pt x="1330" y="2598"/>
                  </a:cubicBezTo>
                  <a:cubicBezTo>
                    <a:pt x="2027" y="2598"/>
                    <a:pt x="2629" y="2028"/>
                    <a:pt x="2629" y="1299"/>
                  </a:cubicBezTo>
                  <a:cubicBezTo>
                    <a:pt x="2629" y="571"/>
                    <a:pt x="2027" y="1"/>
                    <a:pt x="13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1"/>
            <p:cNvSpPr/>
            <p:nvPr/>
          </p:nvSpPr>
          <p:spPr>
            <a:xfrm>
              <a:off x="1590375" y="3169025"/>
              <a:ext cx="188475" cy="224075"/>
            </a:xfrm>
            <a:custGeom>
              <a:avLst/>
              <a:gdLst/>
              <a:ahLst/>
              <a:cxnLst/>
              <a:rect l="l" t="t" r="r" b="b"/>
              <a:pathLst>
                <a:path w="7539" h="8963" extrusionOk="0">
                  <a:moveTo>
                    <a:pt x="3769" y="1615"/>
                  </a:moveTo>
                  <a:cubicBezTo>
                    <a:pt x="5765" y="1615"/>
                    <a:pt x="7348" y="3230"/>
                    <a:pt x="7348" y="5194"/>
                  </a:cubicBezTo>
                  <a:cubicBezTo>
                    <a:pt x="7348" y="7189"/>
                    <a:pt x="5733" y="8772"/>
                    <a:pt x="3769" y="8772"/>
                  </a:cubicBezTo>
                  <a:cubicBezTo>
                    <a:pt x="1806" y="8772"/>
                    <a:pt x="191" y="7189"/>
                    <a:pt x="191" y="5194"/>
                  </a:cubicBezTo>
                  <a:cubicBezTo>
                    <a:pt x="191" y="3230"/>
                    <a:pt x="1806" y="1615"/>
                    <a:pt x="3769" y="1615"/>
                  </a:cubicBezTo>
                  <a:close/>
                  <a:moveTo>
                    <a:pt x="4403" y="0"/>
                  </a:moveTo>
                  <a:cubicBezTo>
                    <a:pt x="4339" y="0"/>
                    <a:pt x="4308" y="32"/>
                    <a:pt x="4308" y="95"/>
                  </a:cubicBezTo>
                  <a:lnTo>
                    <a:pt x="4308" y="1457"/>
                  </a:lnTo>
                  <a:cubicBezTo>
                    <a:pt x="4118" y="1457"/>
                    <a:pt x="3959" y="1425"/>
                    <a:pt x="3801" y="1425"/>
                  </a:cubicBezTo>
                  <a:cubicBezTo>
                    <a:pt x="3548" y="1425"/>
                    <a:pt x="3263" y="1457"/>
                    <a:pt x="3104" y="1489"/>
                  </a:cubicBezTo>
                  <a:lnTo>
                    <a:pt x="3104" y="285"/>
                  </a:lnTo>
                  <a:cubicBezTo>
                    <a:pt x="3104" y="222"/>
                    <a:pt x="3041" y="190"/>
                    <a:pt x="3009" y="190"/>
                  </a:cubicBezTo>
                  <a:cubicBezTo>
                    <a:pt x="2946" y="190"/>
                    <a:pt x="2914" y="222"/>
                    <a:pt x="2914" y="285"/>
                  </a:cubicBezTo>
                  <a:lnTo>
                    <a:pt x="2914" y="1552"/>
                  </a:lnTo>
                  <a:cubicBezTo>
                    <a:pt x="1204" y="1932"/>
                    <a:pt x="1" y="3420"/>
                    <a:pt x="1" y="5194"/>
                  </a:cubicBezTo>
                  <a:cubicBezTo>
                    <a:pt x="1" y="7284"/>
                    <a:pt x="1679" y="8963"/>
                    <a:pt x="3769" y="8963"/>
                  </a:cubicBezTo>
                  <a:cubicBezTo>
                    <a:pt x="5860" y="8963"/>
                    <a:pt x="7538" y="7284"/>
                    <a:pt x="7538" y="5194"/>
                  </a:cubicBezTo>
                  <a:cubicBezTo>
                    <a:pt x="7538" y="3357"/>
                    <a:pt x="6240" y="1837"/>
                    <a:pt x="4498" y="1520"/>
                  </a:cubicBezTo>
                  <a:cubicBezTo>
                    <a:pt x="4498" y="1520"/>
                    <a:pt x="4498" y="1520"/>
                    <a:pt x="4498" y="1489"/>
                  </a:cubicBezTo>
                  <a:lnTo>
                    <a:pt x="4498" y="95"/>
                  </a:lnTo>
                  <a:cubicBezTo>
                    <a:pt x="4498" y="32"/>
                    <a:pt x="4466" y="0"/>
                    <a:pt x="44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1"/>
            <p:cNvSpPr/>
            <p:nvPr/>
          </p:nvSpPr>
          <p:spPr>
            <a:xfrm>
              <a:off x="1605425" y="3220475"/>
              <a:ext cx="158375" cy="157575"/>
            </a:xfrm>
            <a:custGeom>
              <a:avLst/>
              <a:gdLst/>
              <a:ahLst/>
              <a:cxnLst/>
              <a:rect l="l" t="t" r="r" b="b"/>
              <a:pathLst>
                <a:path w="6335" h="6303" extrusionOk="0">
                  <a:moveTo>
                    <a:pt x="3167" y="191"/>
                  </a:moveTo>
                  <a:cubicBezTo>
                    <a:pt x="4814" y="191"/>
                    <a:pt x="6144" y="1521"/>
                    <a:pt x="6144" y="3136"/>
                  </a:cubicBezTo>
                  <a:cubicBezTo>
                    <a:pt x="6144" y="4783"/>
                    <a:pt x="4814" y="6113"/>
                    <a:pt x="3167" y="6113"/>
                  </a:cubicBezTo>
                  <a:cubicBezTo>
                    <a:pt x="1521" y="6113"/>
                    <a:pt x="190" y="4783"/>
                    <a:pt x="190" y="3136"/>
                  </a:cubicBezTo>
                  <a:cubicBezTo>
                    <a:pt x="190" y="1521"/>
                    <a:pt x="1521" y="191"/>
                    <a:pt x="3167" y="19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394"/>
                    <a:pt x="0" y="3136"/>
                  </a:cubicBezTo>
                  <a:cubicBezTo>
                    <a:pt x="0" y="4878"/>
                    <a:pt x="1426" y="6303"/>
                    <a:pt x="3167" y="6303"/>
                  </a:cubicBezTo>
                  <a:cubicBezTo>
                    <a:pt x="4909" y="6303"/>
                    <a:pt x="6334" y="4878"/>
                    <a:pt x="6334" y="3136"/>
                  </a:cubicBezTo>
                  <a:cubicBezTo>
                    <a:pt x="6334" y="1394"/>
                    <a:pt x="4909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1"/>
            <p:cNvSpPr/>
            <p:nvPr/>
          </p:nvSpPr>
          <p:spPr>
            <a:xfrm>
              <a:off x="1801775" y="3117550"/>
              <a:ext cx="131450" cy="148875"/>
            </a:xfrm>
            <a:custGeom>
              <a:avLst/>
              <a:gdLst/>
              <a:ahLst/>
              <a:cxnLst/>
              <a:rect l="l" t="t" r="r" b="b"/>
              <a:pathLst>
                <a:path w="5258" h="5955" extrusionOk="0">
                  <a:moveTo>
                    <a:pt x="2629" y="856"/>
                  </a:moveTo>
                  <a:cubicBezTo>
                    <a:pt x="3959" y="856"/>
                    <a:pt x="5067" y="1964"/>
                    <a:pt x="5067" y="3326"/>
                  </a:cubicBezTo>
                  <a:cubicBezTo>
                    <a:pt x="5067" y="4656"/>
                    <a:pt x="3959" y="5764"/>
                    <a:pt x="2629" y="5764"/>
                  </a:cubicBezTo>
                  <a:cubicBezTo>
                    <a:pt x="1267" y="5764"/>
                    <a:pt x="159" y="4656"/>
                    <a:pt x="159" y="3326"/>
                  </a:cubicBezTo>
                  <a:cubicBezTo>
                    <a:pt x="159" y="1964"/>
                    <a:pt x="1267" y="856"/>
                    <a:pt x="2629" y="856"/>
                  </a:cubicBezTo>
                  <a:close/>
                  <a:moveTo>
                    <a:pt x="2027" y="1"/>
                  </a:moveTo>
                  <a:cubicBezTo>
                    <a:pt x="1996" y="1"/>
                    <a:pt x="1932" y="32"/>
                    <a:pt x="1932" y="96"/>
                  </a:cubicBezTo>
                  <a:lnTo>
                    <a:pt x="1932" y="761"/>
                  </a:lnTo>
                  <a:cubicBezTo>
                    <a:pt x="824" y="1077"/>
                    <a:pt x="0" y="2091"/>
                    <a:pt x="0" y="3326"/>
                  </a:cubicBezTo>
                  <a:cubicBezTo>
                    <a:pt x="0" y="4783"/>
                    <a:pt x="1172" y="5954"/>
                    <a:pt x="2629" y="5954"/>
                  </a:cubicBezTo>
                  <a:cubicBezTo>
                    <a:pt x="4086" y="5954"/>
                    <a:pt x="5257" y="4783"/>
                    <a:pt x="5257" y="3326"/>
                  </a:cubicBezTo>
                  <a:cubicBezTo>
                    <a:pt x="5257" y="2123"/>
                    <a:pt x="4497" y="1077"/>
                    <a:pt x="3357" y="792"/>
                  </a:cubicBezTo>
                  <a:lnTo>
                    <a:pt x="3357" y="286"/>
                  </a:lnTo>
                  <a:cubicBezTo>
                    <a:pt x="3357" y="222"/>
                    <a:pt x="3326" y="191"/>
                    <a:pt x="3262" y="191"/>
                  </a:cubicBezTo>
                  <a:cubicBezTo>
                    <a:pt x="3199" y="191"/>
                    <a:pt x="3167" y="222"/>
                    <a:pt x="3167" y="286"/>
                  </a:cubicBezTo>
                  <a:lnTo>
                    <a:pt x="3167" y="729"/>
                  </a:lnTo>
                  <a:cubicBezTo>
                    <a:pt x="2977" y="697"/>
                    <a:pt x="2819" y="666"/>
                    <a:pt x="2629" y="666"/>
                  </a:cubicBezTo>
                  <a:cubicBezTo>
                    <a:pt x="2471" y="666"/>
                    <a:pt x="2312" y="697"/>
                    <a:pt x="2122" y="729"/>
                  </a:cubicBezTo>
                  <a:lnTo>
                    <a:pt x="2122" y="96"/>
                  </a:lnTo>
                  <a:cubicBezTo>
                    <a:pt x="2122" y="32"/>
                    <a:pt x="2091" y="1"/>
                    <a:pt x="20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1"/>
            <p:cNvSpPr/>
            <p:nvPr/>
          </p:nvSpPr>
          <p:spPr>
            <a:xfrm>
              <a:off x="1812075" y="3145275"/>
              <a:ext cx="110850" cy="110075"/>
            </a:xfrm>
            <a:custGeom>
              <a:avLst/>
              <a:gdLst/>
              <a:ahLst/>
              <a:cxnLst/>
              <a:rect l="l" t="t" r="r" b="b"/>
              <a:pathLst>
                <a:path w="4434" h="4403" extrusionOk="0">
                  <a:moveTo>
                    <a:pt x="2217" y="190"/>
                  </a:moveTo>
                  <a:cubicBezTo>
                    <a:pt x="3325" y="190"/>
                    <a:pt x="4244" y="1077"/>
                    <a:pt x="4244" y="2217"/>
                  </a:cubicBezTo>
                  <a:cubicBezTo>
                    <a:pt x="4244" y="3325"/>
                    <a:pt x="3325" y="4244"/>
                    <a:pt x="2217" y="4244"/>
                  </a:cubicBezTo>
                  <a:cubicBezTo>
                    <a:pt x="1077" y="4244"/>
                    <a:pt x="190" y="3325"/>
                    <a:pt x="190" y="2217"/>
                  </a:cubicBezTo>
                  <a:cubicBezTo>
                    <a:pt x="190" y="1077"/>
                    <a:pt x="1077" y="190"/>
                    <a:pt x="2217" y="190"/>
                  </a:cubicBezTo>
                  <a:close/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cubicBezTo>
                    <a:pt x="0" y="3420"/>
                    <a:pt x="982" y="4402"/>
                    <a:pt x="2217" y="4402"/>
                  </a:cubicBezTo>
                  <a:cubicBezTo>
                    <a:pt x="3420" y="4402"/>
                    <a:pt x="4434" y="3420"/>
                    <a:pt x="4434" y="2217"/>
                  </a:cubicBezTo>
                  <a:cubicBezTo>
                    <a:pt x="4434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1"/>
            <p:cNvSpPr/>
            <p:nvPr/>
          </p:nvSpPr>
          <p:spPr>
            <a:xfrm>
              <a:off x="2693250" y="3044725"/>
              <a:ext cx="85550" cy="86325"/>
            </a:xfrm>
            <a:custGeom>
              <a:avLst/>
              <a:gdLst/>
              <a:ahLst/>
              <a:cxnLst/>
              <a:rect l="l" t="t" r="r" b="b"/>
              <a:pathLst>
                <a:path w="3422" h="3453" extrusionOk="0">
                  <a:moveTo>
                    <a:pt x="1711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52"/>
                    <a:pt x="1711" y="3452"/>
                  </a:cubicBezTo>
                  <a:cubicBezTo>
                    <a:pt x="2661" y="3452"/>
                    <a:pt x="3421" y="2692"/>
                    <a:pt x="3421" y="1742"/>
                  </a:cubicBezTo>
                  <a:cubicBezTo>
                    <a:pt x="3421" y="792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1"/>
            <p:cNvSpPr/>
            <p:nvPr/>
          </p:nvSpPr>
          <p:spPr>
            <a:xfrm>
              <a:off x="5318625" y="208040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0"/>
                  </a:moveTo>
                  <a:cubicBezTo>
                    <a:pt x="792" y="0"/>
                    <a:pt x="0" y="761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724" y="3484"/>
                    <a:pt x="3484" y="2692"/>
                    <a:pt x="3484" y="1742"/>
                  </a:cubicBezTo>
                  <a:cubicBezTo>
                    <a:pt x="3484" y="761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1"/>
            <p:cNvSpPr/>
            <p:nvPr/>
          </p:nvSpPr>
          <p:spPr>
            <a:xfrm>
              <a:off x="4060575" y="2119975"/>
              <a:ext cx="1301625" cy="7950"/>
            </a:xfrm>
            <a:custGeom>
              <a:avLst/>
              <a:gdLst/>
              <a:ahLst/>
              <a:cxnLst/>
              <a:rect l="l" t="t" r="r" b="b"/>
              <a:pathLst>
                <a:path w="52065" h="318" extrusionOk="0">
                  <a:moveTo>
                    <a:pt x="0" y="1"/>
                  </a:moveTo>
                  <a:lnTo>
                    <a:pt x="0" y="318"/>
                  </a:lnTo>
                  <a:lnTo>
                    <a:pt x="52064" y="318"/>
                  </a:lnTo>
                  <a:lnTo>
                    <a:pt x="5206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1"/>
            <p:cNvSpPr/>
            <p:nvPr/>
          </p:nvSpPr>
          <p:spPr>
            <a:xfrm>
              <a:off x="5318625" y="400665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1"/>
                  </a:moveTo>
                  <a:cubicBezTo>
                    <a:pt x="792" y="1"/>
                    <a:pt x="0" y="793"/>
                    <a:pt x="0" y="1743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3"/>
                  </a:cubicBezTo>
                  <a:cubicBezTo>
                    <a:pt x="3484" y="793"/>
                    <a:pt x="2724" y="1"/>
                    <a:pt x="17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1"/>
            <p:cNvSpPr/>
            <p:nvPr/>
          </p:nvSpPr>
          <p:spPr>
            <a:xfrm>
              <a:off x="4051850" y="4046250"/>
              <a:ext cx="1310350" cy="7950"/>
            </a:xfrm>
            <a:custGeom>
              <a:avLst/>
              <a:gdLst/>
              <a:ahLst/>
              <a:cxnLst/>
              <a:rect l="l" t="t" r="r" b="b"/>
              <a:pathLst>
                <a:path w="52414" h="318" extrusionOk="0">
                  <a:moveTo>
                    <a:pt x="1" y="0"/>
                  </a:moveTo>
                  <a:lnTo>
                    <a:pt x="1" y="317"/>
                  </a:lnTo>
                  <a:lnTo>
                    <a:pt x="52413" y="317"/>
                  </a:lnTo>
                  <a:lnTo>
                    <a:pt x="5241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1"/>
            <p:cNvSpPr/>
            <p:nvPr/>
          </p:nvSpPr>
          <p:spPr>
            <a:xfrm>
              <a:off x="5318625" y="30447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extrusionOk="0">
                  <a:moveTo>
                    <a:pt x="1742" y="0"/>
                  </a:moveTo>
                  <a:cubicBezTo>
                    <a:pt x="792" y="0"/>
                    <a:pt x="0" y="792"/>
                    <a:pt x="0" y="1742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2"/>
                  </a:cubicBezTo>
                  <a:cubicBezTo>
                    <a:pt x="3484" y="792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1"/>
            <p:cNvSpPr/>
            <p:nvPr/>
          </p:nvSpPr>
          <p:spPr>
            <a:xfrm>
              <a:off x="5130975" y="3085100"/>
              <a:ext cx="231225" cy="7150"/>
            </a:xfrm>
            <a:custGeom>
              <a:avLst/>
              <a:gdLst/>
              <a:ahLst/>
              <a:cxnLst/>
              <a:rect l="l" t="t" r="r" b="b"/>
              <a:pathLst>
                <a:path w="9249" h="286" extrusionOk="0">
                  <a:moveTo>
                    <a:pt x="1" y="0"/>
                  </a:moveTo>
                  <a:lnTo>
                    <a:pt x="1" y="285"/>
                  </a:lnTo>
                  <a:lnTo>
                    <a:pt x="9248" y="285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1"/>
            <p:cNvSpPr/>
            <p:nvPr/>
          </p:nvSpPr>
          <p:spPr>
            <a:xfrm>
              <a:off x="4447725" y="2936250"/>
              <a:ext cx="338100" cy="305625"/>
            </a:xfrm>
            <a:custGeom>
              <a:avLst/>
              <a:gdLst/>
              <a:ahLst/>
              <a:cxnLst/>
              <a:rect l="l" t="t" r="r" b="b"/>
              <a:pathLst>
                <a:path w="13524" h="12225" extrusionOk="0">
                  <a:moveTo>
                    <a:pt x="11971" y="4656"/>
                  </a:moveTo>
                  <a:lnTo>
                    <a:pt x="13175" y="5068"/>
                  </a:lnTo>
                  <a:lnTo>
                    <a:pt x="13175" y="6398"/>
                  </a:lnTo>
                  <a:lnTo>
                    <a:pt x="13143" y="6398"/>
                  </a:lnTo>
                  <a:lnTo>
                    <a:pt x="11971" y="6778"/>
                  </a:lnTo>
                  <a:lnTo>
                    <a:pt x="11971" y="4656"/>
                  </a:lnTo>
                  <a:close/>
                  <a:moveTo>
                    <a:pt x="3706" y="4054"/>
                  </a:moveTo>
                  <a:lnTo>
                    <a:pt x="3706" y="7379"/>
                  </a:lnTo>
                  <a:lnTo>
                    <a:pt x="2027" y="7379"/>
                  </a:lnTo>
                  <a:cubicBezTo>
                    <a:pt x="1141" y="7379"/>
                    <a:pt x="380" y="6651"/>
                    <a:pt x="380" y="5733"/>
                  </a:cubicBezTo>
                  <a:cubicBezTo>
                    <a:pt x="380" y="4814"/>
                    <a:pt x="1141" y="4054"/>
                    <a:pt x="2027" y="4054"/>
                  </a:cubicBezTo>
                  <a:close/>
                  <a:moveTo>
                    <a:pt x="10008" y="1616"/>
                  </a:moveTo>
                  <a:lnTo>
                    <a:pt x="10008" y="9818"/>
                  </a:lnTo>
                  <a:lnTo>
                    <a:pt x="4054" y="7443"/>
                  </a:lnTo>
                  <a:lnTo>
                    <a:pt x="4054" y="4023"/>
                  </a:lnTo>
                  <a:lnTo>
                    <a:pt x="4086" y="3991"/>
                  </a:lnTo>
                  <a:lnTo>
                    <a:pt x="10008" y="1616"/>
                  </a:lnTo>
                  <a:close/>
                  <a:moveTo>
                    <a:pt x="10990" y="381"/>
                  </a:moveTo>
                  <a:cubicBezTo>
                    <a:pt x="11306" y="381"/>
                    <a:pt x="11591" y="666"/>
                    <a:pt x="11591" y="982"/>
                  </a:cubicBezTo>
                  <a:lnTo>
                    <a:pt x="11591" y="10451"/>
                  </a:lnTo>
                  <a:cubicBezTo>
                    <a:pt x="11591" y="10800"/>
                    <a:pt x="11306" y="11053"/>
                    <a:pt x="10990" y="11053"/>
                  </a:cubicBezTo>
                  <a:cubicBezTo>
                    <a:pt x="10641" y="11053"/>
                    <a:pt x="10388" y="10800"/>
                    <a:pt x="10388" y="10451"/>
                  </a:cubicBezTo>
                  <a:lnTo>
                    <a:pt x="10388" y="982"/>
                  </a:lnTo>
                  <a:cubicBezTo>
                    <a:pt x="10388" y="666"/>
                    <a:pt x="10641" y="381"/>
                    <a:pt x="10990" y="381"/>
                  </a:cubicBezTo>
                  <a:close/>
                  <a:moveTo>
                    <a:pt x="3737" y="7759"/>
                  </a:moveTo>
                  <a:lnTo>
                    <a:pt x="3737" y="7823"/>
                  </a:lnTo>
                  <a:lnTo>
                    <a:pt x="4497" y="10768"/>
                  </a:lnTo>
                  <a:cubicBezTo>
                    <a:pt x="4497" y="10800"/>
                    <a:pt x="4529" y="10831"/>
                    <a:pt x="4529" y="10863"/>
                  </a:cubicBezTo>
                  <a:lnTo>
                    <a:pt x="4846" y="11180"/>
                  </a:lnTo>
                  <a:cubicBezTo>
                    <a:pt x="4877" y="11211"/>
                    <a:pt x="4909" y="11243"/>
                    <a:pt x="4909" y="11306"/>
                  </a:cubicBezTo>
                  <a:cubicBezTo>
                    <a:pt x="4909" y="11338"/>
                    <a:pt x="4909" y="11370"/>
                    <a:pt x="4846" y="11433"/>
                  </a:cubicBezTo>
                  <a:cubicBezTo>
                    <a:pt x="4814" y="11465"/>
                    <a:pt x="4782" y="11465"/>
                    <a:pt x="4751" y="11465"/>
                  </a:cubicBezTo>
                  <a:lnTo>
                    <a:pt x="2946" y="11813"/>
                  </a:lnTo>
                  <a:lnTo>
                    <a:pt x="2946" y="11750"/>
                  </a:lnTo>
                  <a:lnTo>
                    <a:pt x="1996" y="7759"/>
                  </a:lnTo>
                  <a:close/>
                  <a:moveTo>
                    <a:pt x="10990" y="1"/>
                  </a:moveTo>
                  <a:cubicBezTo>
                    <a:pt x="10451" y="1"/>
                    <a:pt x="10008" y="444"/>
                    <a:pt x="10008" y="982"/>
                  </a:cubicBezTo>
                  <a:lnTo>
                    <a:pt x="10008" y="1236"/>
                  </a:lnTo>
                  <a:lnTo>
                    <a:pt x="9976" y="1236"/>
                  </a:lnTo>
                  <a:lnTo>
                    <a:pt x="3832" y="3706"/>
                  </a:lnTo>
                  <a:lnTo>
                    <a:pt x="2027" y="3706"/>
                  </a:lnTo>
                  <a:cubicBezTo>
                    <a:pt x="919" y="3706"/>
                    <a:pt x="0" y="4624"/>
                    <a:pt x="0" y="5733"/>
                  </a:cubicBezTo>
                  <a:cubicBezTo>
                    <a:pt x="0" y="6651"/>
                    <a:pt x="665" y="7474"/>
                    <a:pt x="1584" y="7696"/>
                  </a:cubicBezTo>
                  <a:lnTo>
                    <a:pt x="1616" y="7696"/>
                  </a:lnTo>
                  <a:lnTo>
                    <a:pt x="1616" y="7759"/>
                  </a:lnTo>
                  <a:lnTo>
                    <a:pt x="2661" y="12098"/>
                  </a:lnTo>
                  <a:cubicBezTo>
                    <a:pt x="2661" y="12161"/>
                    <a:pt x="2756" y="12225"/>
                    <a:pt x="2819" y="12225"/>
                  </a:cubicBezTo>
                  <a:lnTo>
                    <a:pt x="2851" y="12225"/>
                  </a:lnTo>
                  <a:lnTo>
                    <a:pt x="4846" y="11845"/>
                  </a:lnTo>
                  <a:cubicBezTo>
                    <a:pt x="4941" y="11813"/>
                    <a:pt x="5036" y="11781"/>
                    <a:pt x="5099" y="11686"/>
                  </a:cubicBezTo>
                  <a:cubicBezTo>
                    <a:pt x="5226" y="11591"/>
                    <a:pt x="5258" y="11465"/>
                    <a:pt x="5258" y="11306"/>
                  </a:cubicBezTo>
                  <a:cubicBezTo>
                    <a:pt x="5258" y="11148"/>
                    <a:pt x="5226" y="11021"/>
                    <a:pt x="5099" y="10926"/>
                  </a:cubicBezTo>
                  <a:lnTo>
                    <a:pt x="4814" y="10641"/>
                  </a:lnTo>
                  <a:lnTo>
                    <a:pt x="4814" y="10610"/>
                  </a:lnTo>
                  <a:lnTo>
                    <a:pt x="4149" y="7886"/>
                  </a:lnTo>
                  <a:lnTo>
                    <a:pt x="10008" y="10230"/>
                  </a:lnTo>
                  <a:lnTo>
                    <a:pt x="10008" y="10483"/>
                  </a:lnTo>
                  <a:cubicBezTo>
                    <a:pt x="10008" y="11021"/>
                    <a:pt x="10451" y="11433"/>
                    <a:pt x="10990" y="11433"/>
                  </a:cubicBezTo>
                  <a:cubicBezTo>
                    <a:pt x="11528" y="11433"/>
                    <a:pt x="11940" y="11021"/>
                    <a:pt x="11940" y="10483"/>
                  </a:cubicBezTo>
                  <a:lnTo>
                    <a:pt x="11940" y="7189"/>
                  </a:lnTo>
                  <a:lnTo>
                    <a:pt x="11971" y="7158"/>
                  </a:lnTo>
                  <a:lnTo>
                    <a:pt x="13396" y="6683"/>
                  </a:lnTo>
                  <a:cubicBezTo>
                    <a:pt x="13491" y="6683"/>
                    <a:pt x="13523" y="6588"/>
                    <a:pt x="13523" y="6524"/>
                  </a:cubicBezTo>
                  <a:lnTo>
                    <a:pt x="13523" y="4941"/>
                  </a:lnTo>
                  <a:cubicBezTo>
                    <a:pt x="13523" y="4846"/>
                    <a:pt x="13491" y="4783"/>
                    <a:pt x="13396" y="4751"/>
                  </a:cubicBezTo>
                  <a:lnTo>
                    <a:pt x="11971" y="4276"/>
                  </a:lnTo>
                  <a:lnTo>
                    <a:pt x="11971" y="982"/>
                  </a:lnTo>
                  <a:cubicBezTo>
                    <a:pt x="11971" y="444"/>
                    <a:pt x="11528" y="1"/>
                    <a:pt x="109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1"/>
            <p:cNvSpPr/>
            <p:nvPr/>
          </p:nvSpPr>
          <p:spPr>
            <a:xfrm>
              <a:off x="4803200" y="3074800"/>
              <a:ext cx="35650" cy="9525"/>
            </a:xfrm>
            <a:custGeom>
              <a:avLst/>
              <a:gdLst/>
              <a:ahLst/>
              <a:cxnLst/>
              <a:rect l="l" t="t" r="r" b="b"/>
              <a:pathLst>
                <a:path w="1426" h="381" extrusionOk="0">
                  <a:moveTo>
                    <a:pt x="1" y="1"/>
                  </a:moveTo>
                  <a:lnTo>
                    <a:pt x="1" y="381"/>
                  </a:lnTo>
                  <a:lnTo>
                    <a:pt x="1426" y="38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1"/>
            <p:cNvSpPr/>
            <p:nvPr/>
          </p:nvSpPr>
          <p:spPr>
            <a:xfrm>
              <a:off x="4800825" y="2998000"/>
              <a:ext cx="34075" cy="25375"/>
            </a:xfrm>
            <a:custGeom>
              <a:avLst/>
              <a:gdLst/>
              <a:ahLst/>
              <a:cxnLst/>
              <a:rect l="l" t="t" r="r" b="b"/>
              <a:pathLst>
                <a:path w="1363" h="1015" extrusionOk="0">
                  <a:moveTo>
                    <a:pt x="1173" y="1"/>
                  </a:moveTo>
                  <a:lnTo>
                    <a:pt x="1" y="697"/>
                  </a:lnTo>
                  <a:lnTo>
                    <a:pt x="191" y="1014"/>
                  </a:lnTo>
                  <a:lnTo>
                    <a:pt x="1363" y="317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1"/>
            <p:cNvSpPr/>
            <p:nvPr/>
          </p:nvSpPr>
          <p:spPr>
            <a:xfrm>
              <a:off x="4800825" y="3135775"/>
              <a:ext cx="34075" cy="25350"/>
            </a:xfrm>
            <a:custGeom>
              <a:avLst/>
              <a:gdLst/>
              <a:ahLst/>
              <a:cxnLst/>
              <a:rect l="l" t="t" r="r" b="b"/>
              <a:pathLst>
                <a:path w="1363" h="1014" extrusionOk="0">
                  <a:moveTo>
                    <a:pt x="191" y="0"/>
                  </a:moveTo>
                  <a:lnTo>
                    <a:pt x="1" y="317"/>
                  </a:lnTo>
                  <a:lnTo>
                    <a:pt x="1173" y="1014"/>
                  </a:lnTo>
                  <a:lnTo>
                    <a:pt x="1363" y="69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1"/>
            <p:cNvSpPr/>
            <p:nvPr/>
          </p:nvSpPr>
          <p:spPr>
            <a:xfrm>
              <a:off x="4514225" y="3055000"/>
              <a:ext cx="8725" cy="22200"/>
            </a:xfrm>
            <a:custGeom>
              <a:avLst/>
              <a:gdLst/>
              <a:ahLst/>
              <a:cxnLst/>
              <a:rect l="l" t="t" r="r" b="b"/>
              <a:pathLst>
                <a:path w="349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49" y="8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1"/>
            <p:cNvSpPr/>
            <p:nvPr/>
          </p:nvSpPr>
          <p:spPr>
            <a:xfrm>
              <a:off x="4487300" y="3055000"/>
              <a:ext cx="9525" cy="22200"/>
            </a:xfrm>
            <a:custGeom>
              <a:avLst/>
              <a:gdLst/>
              <a:ahLst/>
              <a:cxnLst/>
              <a:rect l="l" t="t" r="r" b="b"/>
              <a:pathLst>
                <a:path w="381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81" y="88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2" name="Google Shape;2822;p3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6637000" y="1376975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6945750" y="1684925"/>
            <a:ext cx="1598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5" name="Google Shape;2825;p31"/>
          <p:cNvSpPr txBox="1"/>
          <p:nvPr/>
        </p:nvSpPr>
        <p:spPr>
          <a:xfrm>
            <a:off x="6637000" y="2569462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6949440" y="2851105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7" name="Google Shape;2827;p31"/>
          <p:cNvSpPr txBox="1"/>
          <p:nvPr/>
        </p:nvSpPr>
        <p:spPr>
          <a:xfrm>
            <a:off x="6637000" y="3803767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8" name="Google Shape;2828;p31"/>
          <p:cNvSpPr txBox="1"/>
          <p:nvPr/>
        </p:nvSpPr>
        <p:spPr>
          <a:xfrm>
            <a:off x="6949440" y="4085410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32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834" name="Google Shape;2834;p32"/>
          <p:cNvGrpSpPr/>
          <p:nvPr/>
        </p:nvGrpSpPr>
        <p:grpSpPr>
          <a:xfrm>
            <a:off x="417437" y="1953162"/>
            <a:ext cx="4464075" cy="1995227"/>
            <a:chOff x="417437" y="1917412"/>
            <a:chExt cx="4464075" cy="1995227"/>
          </a:xfrm>
        </p:grpSpPr>
        <p:grpSp>
          <p:nvGrpSpPr>
            <p:cNvPr id="2835" name="Google Shape;2835;p32"/>
            <p:cNvGrpSpPr/>
            <p:nvPr/>
          </p:nvGrpSpPr>
          <p:grpSpPr>
            <a:xfrm>
              <a:off x="417437" y="1917412"/>
              <a:ext cx="4464075" cy="1995227"/>
              <a:chOff x="534225" y="1948475"/>
              <a:chExt cx="3961025" cy="1740125"/>
            </a:xfrm>
          </p:grpSpPr>
          <p:sp>
            <p:nvSpPr>
              <p:cNvPr id="2836" name="Google Shape;2836;p32"/>
              <p:cNvSpPr/>
              <p:nvPr/>
            </p:nvSpPr>
            <p:spPr>
              <a:xfrm>
                <a:off x="3519025" y="2593925"/>
                <a:ext cx="976225" cy="924275"/>
              </a:xfrm>
              <a:custGeom>
                <a:avLst/>
                <a:gdLst/>
                <a:ahLst/>
                <a:cxnLst/>
                <a:rect l="l" t="t" r="r" b="b"/>
                <a:pathLst>
                  <a:path w="39049" h="36971" extrusionOk="0">
                    <a:moveTo>
                      <a:pt x="15290" y="0"/>
                    </a:moveTo>
                    <a:cubicBezTo>
                      <a:pt x="9753" y="0"/>
                      <a:pt x="4217" y="2114"/>
                      <a:pt x="1" y="6315"/>
                    </a:cubicBezTo>
                    <a:lnTo>
                      <a:pt x="4181" y="10495"/>
                    </a:lnTo>
                    <a:cubicBezTo>
                      <a:pt x="7188" y="7504"/>
                      <a:pt x="11206" y="5926"/>
                      <a:pt x="15274" y="5926"/>
                    </a:cubicBezTo>
                    <a:cubicBezTo>
                      <a:pt x="19260" y="5926"/>
                      <a:pt x="23295" y="7440"/>
                      <a:pt x="26476" y="10622"/>
                    </a:cubicBezTo>
                    <a:cubicBezTo>
                      <a:pt x="32525" y="16765"/>
                      <a:pt x="32493" y="26678"/>
                      <a:pt x="26381" y="32790"/>
                    </a:cubicBezTo>
                    <a:lnTo>
                      <a:pt x="30561" y="36970"/>
                    </a:lnTo>
                    <a:cubicBezTo>
                      <a:pt x="38954" y="28641"/>
                      <a:pt x="39049" y="15119"/>
                      <a:pt x="30846" y="6631"/>
                    </a:cubicBezTo>
                    <a:cubicBezTo>
                      <a:pt x="26592" y="2201"/>
                      <a:pt x="20940" y="0"/>
                      <a:pt x="15290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2"/>
              <p:cNvSpPr/>
              <p:nvPr/>
            </p:nvSpPr>
            <p:spPr>
              <a:xfrm>
                <a:off x="2123225" y="2610250"/>
                <a:ext cx="770375" cy="265075"/>
              </a:xfrm>
              <a:custGeom>
                <a:avLst/>
                <a:gdLst/>
                <a:ahLst/>
                <a:cxnLst/>
                <a:rect l="l" t="t" r="r" b="b"/>
                <a:pathLst>
                  <a:path w="30815" h="10603" extrusionOk="0">
                    <a:moveTo>
                      <a:pt x="15261" y="1"/>
                    </a:moveTo>
                    <a:cubicBezTo>
                      <a:pt x="9749" y="1"/>
                      <a:pt x="4236" y="2107"/>
                      <a:pt x="0" y="6327"/>
                    </a:cubicBezTo>
                    <a:lnTo>
                      <a:pt x="4117" y="10507"/>
                    </a:lnTo>
                    <a:cubicBezTo>
                      <a:pt x="7165" y="7475"/>
                      <a:pt x="11184" y="5923"/>
                      <a:pt x="15228" y="5923"/>
                    </a:cubicBezTo>
                    <a:cubicBezTo>
                      <a:pt x="19252" y="5923"/>
                      <a:pt x="23301" y="7459"/>
                      <a:pt x="26444" y="10602"/>
                    </a:cubicBezTo>
                    <a:lnTo>
                      <a:pt x="30814" y="6612"/>
                    </a:lnTo>
                    <a:cubicBezTo>
                      <a:pt x="30719" y="6548"/>
                      <a:pt x="30624" y="6453"/>
                      <a:pt x="30561" y="6358"/>
                    </a:cubicBezTo>
                    <a:cubicBezTo>
                      <a:pt x="26325" y="2123"/>
                      <a:pt x="20794" y="1"/>
                      <a:pt x="15261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2"/>
              <p:cNvSpPr/>
              <p:nvPr/>
            </p:nvSpPr>
            <p:spPr>
              <a:xfrm>
                <a:off x="534225" y="2555975"/>
                <a:ext cx="1008675" cy="899675"/>
              </a:xfrm>
              <a:custGeom>
                <a:avLst/>
                <a:gdLst/>
                <a:ahLst/>
                <a:cxnLst/>
                <a:rect l="l" t="t" r="r" b="b"/>
                <a:pathLst>
                  <a:path w="40347" h="35987" extrusionOk="0">
                    <a:moveTo>
                      <a:pt x="24118" y="1"/>
                    </a:moveTo>
                    <a:cubicBezTo>
                      <a:pt x="19022" y="1"/>
                      <a:pt x="13906" y="1787"/>
                      <a:pt x="9786" y="5426"/>
                    </a:cubicBezTo>
                    <a:cubicBezTo>
                      <a:pt x="855" y="13343"/>
                      <a:pt x="0" y="27024"/>
                      <a:pt x="7917" y="35986"/>
                    </a:cubicBezTo>
                    <a:lnTo>
                      <a:pt x="12351" y="32059"/>
                    </a:lnTo>
                    <a:cubicBezTo>
                      <a:pt x="6619" y="25567"/>
                      <a:pt x="7221" y="15623"/>
                      <a:pt x="13713" y="9860"/>
                    </a:cubicBezTo>
                    <a:cubicBezTo>
                      <a:pt x="16707" y="7216"/>
                      <a:pt x="20435" y="5913"/>
                      <a:pt x="24146" y="5913"/>
                    </a:cubicBezTo>
                    <a:cubicBezTo>
                      <a:pt x="28481" y="5913"/>
                      <a:pt x="32793" y="7692"/>
                      <a:pt x="35881" y="11190"/>
                    </a:cubicBezTo>
                    <a:lnTo>
                      <a:pt x="40347" y="7294"/>
                    </a:lnTo>
                    <a:cubicBezTo>
                      <a:pt x="36069" y="2469"/>
                      <a:pt x="30108" y="1"/>
                      <a:pt x="24118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2"/>
              <p:cNvSpPr/>
              <p:nvPr/>
            </p:nvSpPr>
            <p:spPr>
              <a:xfrm>
                <a:off x="1433625" y="2738325"/>
                <a:ext cx="795700" cy="290275"/>
              </a:xfrm>
              <a:custGeom>
                <a:avLst/>
                <a:gdLst/>
                <a:ahLst/>
                <a:cxnLst/>
                <a:rect l="l" t="t" r="r" b="b"/>
                <a:pathLst>
                  <a:path w="31828" h="11611" extrusionOk="0">
                    <a:moveTo>
                      <a:pt x="4371" y="0"/>
                    </a:moveTo>
                    <a:lnTo>
                      <a:pt x="0" y="3927"/>
                    </a:lnTo>
                    <a:cubicBezTo>
                      <a:pt x="380" y="4371"/>
                      <a:pt x="792" y="4814"/>
                      <a:pt x="1235" y="5226"/>
                    </a:cubicBezTo>
                    <a:cubicBezTo>
                      <a:pt x="5459" y="9481"/>
                      <a:pt x="11013" y="11611"/>
                      <a:pt x="16566" y="11611"/>
                    </a:cubicBezTo>
                    <a:cubicBezTo>
                      <a:pt x="22089" y="11611"/>
                      <a:pt x="27612" y="9505"/>
                      <a:pt x="31828" y="5289"/>
                    </a:cubicBezTo>
                    <a:lnTo>
                      <a:pt x="27711" y="1077"/>
                    </a:lnTo>
                    <a:cubicBezTo>
                      <a:pt x="24635" y="4137"/>
                      <a:pt x="20583" y="5673"/>
                      <a:pt x="16536" y="5673"/>
                    </a:cubicBezTo>
                    <a:cubicBezTo>
                      <a:pt x="12499" y="5673"/>
                      <a:pt x="8468" y="4145"/>
                      <a:pt x="5416" y="1077"/>
                    </a:cubicBezTo>
                    <a:cubicBezTo>
                      <a:pt x="5067" y="729"/>
                      <a:pt x="4687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2"/>
              <p:cNvSpPr/>
              <p:nvPr/>
            </p:nvSpPr>
            <p:spPr>
              <a:xfrm>
                <a:off x="1464500" y="1948475"/>
                <a:ext cx="1425925" cy="1740125"/>
              </a:xfrm>
              <a:custGeom>
                <a:avLst/>
                <a:gdLst/>
                <a:ahLst/>
                <a:cxnLst/>
                <a:rect l="l" t="t" r="r" b="b"/>
                <a:pathLst>
                  <a:path w="57037" h="69605" extrusionOk="0">
                    <a:moveTo>
                      <a:pt x="15262" y="1"/>
                    </a:moveTo>
                    <a:cubicBezTo>
                      <a:pt x="9739" y="1"/>
                      <a:pt x="4216" y="2107"/>
                      <a:pt x="0" y="6323"/>
                    </a:cubicBezTo>
                    <a:lnTo>
                      <a:pt x="4149" y="10503"/>
                    </a:lnTo>
                    <a:cubicBezTo>
                      <a:pt x="7209" y="7459"/>
                      <a:pt x="11220" y="5939"/>
                      <a:pt x="15234" y="5939"/>
                    </a:cubicBezTo>
                    <a:cubicBezTo>
                      <a:pt x="19279" y="5939"/>
                      <a:pt x="23329" y="7482"/>
                      <a:pt x="26412" y="10566"/>
                    </a:cubicBezTo>
                    <a:cubicBezTo>
                      <a:pt x="32525" y="16710"/>
                      <a:pt x="32493" y="26686"/>
                      <a:pt x="26349" y="32798"/>
                    </a:cubicBezTo>
                    <a:cubicBezTo>
                      <a:pt x="18052" y="41253"/>
                      <a:pt x="18020" y="54808"/>
                      <a:pt x="26412" y="63232"/>
                    </a:cubicBezTo>
                    <a:cubicBezTo>
                      <a:pt x="30632" y="67483"/>
                      <a:pt x="36179" y="69605"/>
                      <a:pt x="41732" y="69605"/>
                    </a:cubicBezTo>
                    <a:cubicBezTo>
                      <a:pt x="47264" y="69605"/>
                      <a:pt x="52801" y="67499"/>
                      <a:pt x="57036" y="63295"/>
                    </a:cubicBezTo>
                    <a:lnTo>
                      <a:pt x="52856" y="59083"/>
                    </a:lnTo>
                    <a:cubicBezTo>
                      <a:pt x="49792" y="62147"/>
                      <a:pt x="45775" y="63675"/>
                      <a:pt x="41756" y="63675"/>
                    </a:cubicBezTo>
                    <a:cubicBezTo>
                      <a:pt x="37715" y="63675"/>
                      <a:pt x="33673" y="62131"/>
                      <a:pt x="30593" y="59051"/>
                    </a:cubicBezTo>
                    <a:cubicBezTo>
                      <a:pt x="24481" y="52907"/>
                      <a:pt x="24544" y="42932"/>
                      <a:pt x="30688" y="36820"/>
                    </a:cubicBezTo>
                    <a:cubicBezTo>
                      <a:pt x="39017" y="28364"/>
                      <a:pt x="38985" y="14778"/>
                      <a:pt x="30593" y="6386"/>
                    </a:cubicBezTo>
                    <a:cubicBezTo>
                      <a:pt x="26369" y="2130"/>
                      <a:pt x="20816" y="1"/>
                      <a:pt x="15262" y="1"/>
                    </a:cubicBez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2"/>
              <p:cNvSpPr/>
              <p:nvPr/>
            </p:nvSpPr>
            <p:spPr>
              <a:xfrm>
                <a:off x="2784300" y="2776325"/>
                <a:ext cx="794925" cy="299375"/>
              </a:xfrm>
              <a:custGeom>
                <a:avLst/>
                <a:gdLst/>
                <a:ahLst/>
                <a:cxnLst/>
                <a:rect l="l" t="t" r="r" b="b"/>
                <a:pathLst>
                  <a:path w="31797" h="11975" extrusionOk="0">
                    <a:moveTo>
                      <a:pt x="4371" y="0"/>
                    </a:moveTo>
                    <a:lnTo>
                      <a:pt x="1" y="3959"/>
                    </a:lnTo>
                    <a:cubicBezTo>
                      <a:pt x="381" y="4402"/>
                      <a:pt x="792" y="4814"/>
                      <a:pt x="1172" y="5289"/>
                    </a:cubicBezTo>
                    <a:cubicBezTo>
                      <a:pt x="4829" y="9845"/>
                      <a:pt x="10208" y="11974"/>
                      <a:pt x="15741" y="11974"/>
                    </a:cubicBezTo>
                    <a:cubicBezTo>
                      <a:pt x="21517" y="11974"/>
                      <a:pt x="27462" y="9655"/>
                      <a:pt x="31796" y="5352"/>
                    </a:cubicBezTo>
                    <a:lnTo>
                      <a:pt x="27616" y="1141"/>
                    </a:lnTo>
                    <a:cubicBezTo>
                      <a:pt x="24548" y="4193"/>
                      <a:pt x="20525" y="5721"/>
                      <a:pt x="16500" y="5721"/>
                    </a:cubicBezTo>
                    <a:cubicBezTo>
                      <a:pt x="12465" y="5721"/>
                      <a:pt x="8429" y="4185"/>
                      <a:pt x="5353" y="1109"/>
                    </a:cubicBezTo>
                    <a:cubicBezTo>
                      <a:pt x="5004" y="760"/>
                      <a:pt x="4688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2"/>
              <p:cNvSpPr/>
              <p:nvPr/>
            </p:nvSpPr>
            <p:spPr>
              <a:xfrm>
                <a:off x="731350" y="2105725"/>
                <a:ext cx="1008700" cy="1531475"/>
              </a:xfrm>
              <a:custGeom>
                <a:avLst/>
                <a:gdLst/>
                <a:ahLst/>
                <a:cxnLst/>
                <a:rect l="l" t="t" r="r" b="b"/>
                <a:pathLst>
                  <a:path w="40348" h="61259" extrusionOk="0">
                    <a:moveTo>
                      <a:pt x="29358" y="1"/>
                    </a:moveTo>
                    <a:cubicBezTo>
                      <a:pt x="21314" y="8013"/>
                      <a:pt x="20902" y="20776"/>
                      <a:pt x="28091" y="29295"/>
                    </a:cubicBezTo>
                    <a:cubicBezTo>
                      <a:pt x="33728" y="35787"/>
                      <a:pt x="33095" y="45667"/>
                      <a:pt x="26635" y="51400"/>
                    </a:cubicBezTo>
                    <a:cubicBezTo>
                      <a:pt x="23649" y="54036"/>
                      <a:pt x="19933" y="55332"/>
                      <a:pt x="16229" y="55332"/>
                    </a:cubicBezTo>
                    <a:cubicBezTo>
                      <a:pt x="11880" y="55332"/>
                      <a:pt x="7547" y="53544"/>
                      <a:pt x="4435" y="50038"/>
                    </a:cubicBezTo>
                    <a:lnTo>
                      <a:pt x="1" y="53965"/>
                    </a:lnTo>
                    <a:cubicBezTo>
                      <a:pt x="4296" y="58790"/>
                      <a:pt x="10256" y="61258"/>
                      <a:pt x="16241" y="61258"/>
                    </a:cubicBezTo>
                    <a:cubicBezTo>
                      <a:pt x="21332" y="61258"/>
                      <a:pt x="26442" y="59472"/>
                      <a:pt x="30561" y="55833"/>
                    </a:cubicBezTo>
                    <a:cubicBezTo>
                      <a:pt x="39492" y="47916"/>
                      <a:pt x="40347" y="34267"/>
                      <a:pt x="32493" y="25336"/>
                    </a:cubicBezTo>
                    <a:cubicBezTo>
                      <a:pt x="27395" y="19129"/>
                      <a:pt x="27743" y="9977"/>
                      <a:pt x="33538" y="4213"/>
                    </a:cubicBezTo>
                    <a:lnTo>
                      <a:pt x="29358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2"/>
              <p:cNvSpPr/>
              <p:nvPr/>
            </p:nvSpPr>
            <p:spPr>
              <a:xfrm>
                <a:off x="679100" y="3284600"/>
                <a:ext cx="198750" cy="201925"/>
              </a:xfrm>
              <a:custGeom>
                <a:avLst/>
                <a:gdLst/>
                <a:ahLst/>
                <a:cxnLst/>
                <a:rect l="l" t="t" r="r" b="b"/>
                <a:pathLst>
                  <a:path w="7950" h="8077" extrusionOk="0">
                    <a:moveTo>
                      <a:pt x="1" y="1"/>
                    </a:moveTo>
                    <a:lnTo>
                      <a:pt x="571" y="4023"/>
                    </a:lnTo>
                    <a:lnTo>
                      <a:pt x="1109" y="8076"/>
                    </a:lnTo>
                    <a:lnTo>
                      <a:pt x="4529" y="4910"/>
                    </a:lnTo>
                    <a:lnTo>
                      <a:pt x="7950" y="1743"/>
                    </a:lnTo>
                    <a:lnTo>
                      <a:pt x="3959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2"/>
              <p:cNvSpPr/>
              <p:nvPr/>
            </p:nvSpPr>
            <p:spPr>
              <a:xfrm>
                <a:off x="1410650" y="2074075"/>
                <a:ext cx="199550" cy="200325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8013" extrusionOk="0">
                    <a:moveTo>
                      <a:pt x="1363" y="0"/>
                    </a:moveTo>
                    <a:lnTo>
                      <a:pt x="666" y="4022"/>
                    </a:lnTo>
                    <a:lnTo>
                      <a:pt x="1" y="8012"/>
                    </a:lnTo>
                    <a:lnTo>
                      <a:pt x="3991" y="7284"/>
                    </a:lnTo>
                    <a:lnTo>
                      <a:pt x="7981" y="6524"/>
                    </a:lnTo>
                    <a:lnTo>
                      <a:pt x="4656" y="3262"/>
                    </a:lnTo>
                    <a:lnTo>
                      <a:pt x="1363" y="0"/>
                    </a:ln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2"/>
              <p:cNvSpPr/>
              <p:nvPr/>
            </p:nvSpPr>
            <p:spPr>
              <a:xfrm>
                <a:off x="2603800" y="2145325"/>
                <a:ext cx="494050" cy="1389500"/>
              </a:xfrm>
              <a:custGeom>
                <a:avLst/>
                <a:gdLst/>
                <a:ahLst/>
                <a:cxnLst/>
                <a:rect l="l" t="t" r="r" b="b"/>
                <a:pathLst>
                  <a:path w="19762" h="55580" extrusionOk="0">
                    <a:moveTo>
                      <a:pt x="8519" y="0"/>
                    </a:moveTo>
                    <a:cubicBezTo>
                      <a:pt x="475" y="8013"/>
                      <a:pt x="0" y="20680"/>
                      <a:pt x="7189" y="29199"/>
                    </a:cubicBezTo>
                    <a:cubicBezTo>
                      <a:pt x="13270" y="35343"/>
                      <a:pt x="13206" y="45287"/>
                      <a:pt x="7094" y="51399"/>
                    </a:cubicBezTo>
                    <a:lnTo>
                      <a:pt x="11274" y="55579"/>
                    </a:lnTo>
                    <a:cubicBezTo>
                      <a:pt x="19667" y="47219"/>
                      <a:pt x="19762" y="33696"/>
                      <a:pt x="11559" y="25209"/>
                    </a:cubicBezTo>
                    <a:cubicBezTo>
                      <a:pt x="6556" y="19033"/>
                      <a:pt x="6936" y="9913"/>
                      <a:pt x="12699" y="4181"/>
                    </a:cubicBezTo>
                    <a:lnTo>
                      <a:pt x="8519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2"/>
              <p:cNvSpPr/>
              <p:nvPr/>
            </p:nvSpPr>
            <p:spPr>
              <a:xfrm>
                <a:off x="2730475" y="3397025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0" y="1"/>
                    </a:moveTo>
                    <a:lnTo>
                      <a:pt x="855" y="3959"/>
                    </a:lnTo>
                    <a:lnTo>
                      <a:pt x="0" y="7950"/>
                    </a:lnTo>
                    <a:lnTo>
                      <a:pt x="0" y="7950"/>
                    </a:lnTo>
                    <a:lnTo>
                      <a:pt x="4022" y="7380"/>
                    </a:lnTo>
                    <a:lnTo>
                      <a:pt x="8044" y="6810"/>
                    </a:lnTo>
                    <a:lnTo>
                      <a:pt x="4877" y="3389"/>
                    </a:lnTo>
                    <a:lnTo>
                      <a:pt x="1710" y="1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2"/>
              <p:cNvSpPr/>
              <p:nvPr/>
            </p:nvSpPr>
            <p:spPr>
              <a:xfrm>
                <a:off x="2815175" y="1990625"/>
                <a:ext cx="1471850" cy="1681650"/>
              </a:xfrm>
              <a:custGeom>
                <a:avLst/>
                <a:gdLst/>
                <a:ahLst/>
                <a:cxnLst/>
                <a:rect l="l" t="t" r="r" b="b"/>
                <a:pathLst>
                  <a:path w="58874" h="67266" extrusionOk="0">
                    <a:moveTo>
                      <a:pt x="15224" y="1"/>
                    </a:moveTo>
                    <a:cubicBezTo>
                      <a:pt x="9722" y="1"/>
                      <a:pt x="4217" y="2083"/>
                      <a:pt x="1" y="6252"/>
                    </a:cubicBezTo>
                    <a:lnTo>
                      <a:pt x="4149" y="10464"/>
                    </a:lnTo>
                    <a:cubicBezTo>
                      <a:pt x="7213" y="7431"/>
                      <a:pt x="11213" y="5919"/>
                      <a:pt x="15208" y="5919"/>
                    </a:cubicBezTo>
                    <a:cubicBezTo>
                      <a:pt x="19265" y="5919"/>
                      <a:pt x="23317" y="7479"/>
                      <a:pt x="26381" y="10590"/>
                    </a:cubicBezTo>
                    <a:cubicBezTo>
                      <a:pt x="31828" y="16101"/>
                      <a:pt x="32272" y="24588"/>
                      <a:pt x="27933" y="30700"/>
                    </a:cubicBezTo>
                    <a:cubicBezTo>
                      <a:pt x="27300" y="31365"/>
                      <a:pt x="26730" y="32030"/>
                      <a:pt x="26191" y="32727"/>
                    </a:cubicBezTo>
                    <a:cubicBezTo>
                      <a:pt x="26191" y="32759"/>
                      <a:pt x="26159" y="32759"/>
                      <a:pt x="26159" y="32790"/>
                    </a:cubicBezTo>
                    <a:cubicBezTo>
                      <a:pt x="19921" y="41246"/>
                      <a:pt x="20617" y="53217"/>
                      <a:pt x="28281" y="60881"/>
                    </a:cubicBezTo>
                    <a:cubicBezTo>
                      <a:pt x="32505" y="65136"/>
                      <a:pt x="38059" y="67266"/>
                      <a:pt x="43612" y="67266"/>
                    </a:cubicBezTo>
                    <a:cubicBezTo>
                      <a:pt x="49135" y="67266"/>
                      <a:pt x="54658" y="65160"/>
                      <a:pt x="58874" y="60944"/>
                    </a:cubicBezTo>
                    <a:lnTo>
                      <a:pt x="54693" y="56764"/>
                    </a:lnTo>
                    <a:cubicBezTo>
                      <a:pt x="51629" y="59812"/>
                      <a:pt x="47612" y="61340"/>
                      <a:pt x="43597" y="61340"/>
                    </a:cubicBezTo>
                    <a:cubicBezTo>
                      <a:pt x="39560" y="61340"/>
                      <a:pt x="35526" y="59796"/>
                      <a:pt x="32462" y="56700"/>
                    </a:cubicBezTo>
                    <a:cubicBezTo>
                      <a:pt x="27015" y="51221"/>
                      <a:pt x="26413" y="42703"/>
                      <a:pt x="30720" y="36590"/>
                    </a:cubicBezTo>
                    <a:cubicBezTo>
                      <a:pt x="38859" y="28167"/>
                      <a:pt x="38859" y="14802"/>
                      <a:pt x="30593" y="6410"/>
                    </a:cubicBezTo>
                    <a:cubicBezTo>
                      <a:pt x="26369" y="2139"/>
                      <a:pt x="20798" y="1"/>
                      <a:pt x="15224" y="1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2"/>
              <p:cNvSpPr/>
              <p:nvPr/>
            </p:nvSpPr>
            <p:spPr>
              <a:xfrm>
                <a:off x="4133400" y="3366950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1" y="0"/>
                    </a:moveTo>
                    <a:lnTo>
                      <a:pt x="856" y="3991"/>
                    </a:lnTo>
                    <a:lnTo>
                      <a:pt x="1" y="7949"/>
                    </a:lnTo>
                    <a:lnTo>
                      <a:pt x="4023" y="7379"/>
                    </a:lnTo>
                    <a:lnTo>
                      <a:pt x="8045" y="6809"/>
                    </a:lnTo>
                    <a:lnTo>
                      <a:pt x="4878" y="3421"/>
                    </a:lnTo>
                    <a:lnTo>
                      <a:pt x="1711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2"/>
              <p:cNvSpPr/>
              <p:nvPr/>
            </p:nvSpPr>
            <p:spPr>
              <a:xfrm>
                <a:off x="2746300" y="2106525"/>
                <a:ext cx="201125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82" extrusionOk="0">
                    <a:moveTo>
                      <a:pt x="1647" y="1"/>
                    </a:moveTo>
                    <a:lnTo>
                      <a:pt x="824" y="3991"/>
                    </a:lnTo>
                    <a:lnTo>
                      <a:pt x="1" y="7981"/>
                    </a:lnTo>
                    <a:lnTo>
                      <a:pt x="4023" y="7379"/>
                    </a:lnTo>
                    <a:lnTo>
                      <a:pt x="8045" y="6778"/>
                    </a:lnTo>
                    <a:lnTo>
                      <a:pt x="4846" y="3389"/>
                    </a:lnTo>
                    <a:lnTo>
                      <a:pt x="1647" y="1"/>
                    </a:ln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50" name="Google Shape;2850;p32"/>
            <p:cNvSpPr txBox="1"/>
            <p:nvPr/>
          </p:nvSpPr>
          <p:spPr>
            <a:xfrm>
              <a:off x="3964430" y="3018496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1" name="Google Shape;2851;p32"/>
            <p:cNvSpPr txBox="1"/>
            <p:nvPr/>
          </p:nvSpPr>
          <p:spPr>
            <a:xfrm>
              <a:off x="2378150" y="3064163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2" name="Google Shape;2852;p32"/>
            <p:cNvSpPr txBox="1"/>
            <p:nvPr/>
          </p:nvSpPr>
          <p:spPr>
            <a:xfrm>
              <a:off x="882975" y="3008338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3" name="Google Shape;2853;p32"/>
            <p:cNvSpPr txBox="1"/>
            <p:nvPr/>
          </p:nvSpPr>
          <p:spPr>
            <a:xfrm>
              <a:off x="3196854" y="2333329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4" name="Google Shape;2854;p32"/>
            <p:cNvSpPr txBox="1"/>
            <p:nvPr/>
          </p:nvSpPr>
          <p:spPr>
            <a:xfrm>
              <a:off x="1630513" y="2333329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855" name="Google Shape;2855;p32"/>
          <p:cNvSpPr txBox="1"/>
          <p:nvPr/>
        </p:nvSpPr>
        <p:spPr>
          <a:xfrm>
            <a:off x="4996076" y="156905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606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60606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6" name="Google Shape;2856;p32"/>
          <p:cNvSpPr txBox="1"/>
          <p:nvPr/>
        </p:nvSpPr>
        <p:spPr>
          <a:xfrm>
            <a:off x="4996076" y="1854099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7" name="Google Shape;2857;p32"/>
          <p:cNvSpPr txBox="1"/>
          <p:nvPr/>
        </p:nvSpPr>
        <p:spPr>
          <a:xfrm>
            <a:off x="4996075" y="2619284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996075" y="2879982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9" name="Google Shape;2859;p32"/>
          <p:cNvSpPr txBox="1"/>
          <p:nvPr/>
        </p:nvSpPr>
        <p:spPr>
          <a:xfrm>
            <a:off x="4996075" y="3645151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4996075" y="390585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6986100" y="212630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2" name="Google Shape;2862;p32"/>
          <p:cNvSpPr txBox="1"/>
          <p:nvPr/>
        </p:nvSpPr>
        <p:spPr>
          <a:xfrm>
            <a:off x="6986100" y="2386997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6986100" y="3191102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6986100" y="345180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3"/>
          <p:cNvGrpSpPr/>
          <p:nvPr/>
        </p:nvGrpSpPr>
        <p:grpSpPr>
          <a:xfrm>
            <a:off x="2248014" y="1109579"/>
            <a:ext cx="4647977" cy="3626844"/>
            <a:chOff x="1990200" y="1802500"/>
            <a:chExt cx="3434550" cy="2680000"/>
          </a:xfrm>
        </p:grpSpPr>
        <p:sp>
          <p:nvSpPr>
            <p:cNvPr id="2870" name="Google Shape;2870;p33"/>
            <p:cNvSpPr/>
            <p:nvPr/>
          </p:nvSpPr>
          <p:spPr>
            <a:xfrm>
              <a:off x="239320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3" y="373"/>
                    <a:pt x="23467" y="1766"/>
                    <a:pt x="26254" y="4553"/>
                  </a:cubicBezTo>
                  <a:cubicBezTo>
                    <a:pt x="31859" y="10127"/>
                    <a:pt x="31859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8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804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8" y="1434"/>
                    <a:pt x="5732" y="4300"/>
                  </a:cubicBezTo>
                  <a:cubicBezTo>
                    <a:pt x="0" y="10032"/>
                    <a:pt x="0" y="19343"/>
                    <a:pt x="5732" y="25075"/>
                  </a:cubicBezTo>
                  <a:cubicBezTo>
                    <a:pt x="8614" y="27957"/>
                    <a:pt x="12351" y="29382"/>
                    <a:pt x="16120" y="29382"/>
                  </a:cubicBezTo>
                  <a:cubicBezTo>
                    <a:pt x="19888" y="29382"/>
                    <a:pt x="23657" y="27957"/>
                    <a:pt x="26507" y="25075"/>
                  </a:cubicBezTo>
                  <a:cubicBezTo>
                    <a:pt x="32239" y="19343"/>
                    <a:pt x="32239" y="10032"/>
                    <a:pt x="26507" y="4300"/>
                  </a:cubicBezTo>
                  <a:cubicBezTo>
                    <a:pt x="23641" y="1434"/>
                    <a:pt x="19880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367850" y="1802500"/>
              <a:ext cx="857475" cy="857475"/>
            </a:xfrm>
            <a:custGeom>
              <a:avLst/>
              <a:gdLst/>
              <a:ahLst/>
              <a:cxnLst/>
              <a:rect l="l" t="t" r="r" b="b"/>
              <a:pathLst>
                <a:path w="34299" h="34299" extrusionOk="0">
                  <a:moveTo>
                    <a:pt x="17102" y="1"/>
                  </a:moveTo>
                  <a:cubicBezTo>
                    <a:pt x="17007" y="1"/>
                    <a:pt x="16912" y="96"/>
                    <a:pt x="16912" y="191"/>
                  </a:cubicBezTo>
                  <a:cubicBezTo>
                    <a:pt x="16912" y="286"/>
                    <a:pt x="17007" y="381"/>
                    <a:pt x="17102" y="381"/>
                  </a:cubicBezTo>
                  <a:lnTo>
                    <a:pt x="17134" y="381"/>
                  </a:ln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53" y="1521"/>
                  </a:cubicBezTo>
                  <a:cubicBezTo>
                    <a:pt x="23816" y="1426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7" y="1331"/>
                  </a:cubicBezTo>
                  <a:cubicBezTo>
                    <a:pt x="8488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10" y="5258"/>
                    <a:pt x="5005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38"/>
                    <a:pt x="8678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2" y="1355"/>
                    <a:pt x="10687" y="1319"/>
                    <a:pt x="10617" y="1319"/>
                  </a:cubicBezTo>
                  <a:close/>
                  <a:moveTo>
                    <a:pt x="29105" y="4933"/>
                  </a:moveTo>
                  <a:cubicBezTo>
                    <a:pt x="29057" y="4933"/>
                    <a:pt x="29010" y="4957"/>
                    <a:pt x="28978" y="5004"/>
                  </a:cubicBezTo>
                  <a:cubicBezTo>
                    <a:pt x="28915" y="5068"/>
                    <a:pt x="28915" y="5194"/>
                    <a:pt x="28978" y="5258"/>
                  </a:cubicBezTo>
                  <a:lnTo>
                    <a:pt x="29010" y="5289"/>
                  </a:lnTo>
                  <a:cubicBezTo>
                    <a:pt x="30593" y="6873"/>
                    <a:pt x="31797" y="8710"/>
                    <a:pt x="32652" y="10736"/>
                  </a:cubicBezTo>
                  <a:cubicBezTo>
                    <a:pt x="32683" y="10800"/>
                    <a:pt x="32747" y="10863"/>
                    <a:pt x="32810" y="10863"/>
                  </a:cubicBezTo>
                  <a:cubicBezTo>
                    <a:pt x="32842" y="10863"/>
                    <a:pt x="32873" y="10831"/>
                    <a:pt x="32905" y="10831"/>
                  </a:cubicBezTo>
                  <a:cubicBezTo>
                    <a:pt x="33000" y="10800"/>
                    <a:pt x="33032" y="10673"/>
                    <a:pt x="33000" y="10578"/>
                  </a:cubicBezTo>
                  <a:cubicBezTo>
                    <a:pt x="32145" y="8520"/>
                    <a:pt x="30878" y="6651"/>
                    <a:pt x="29263" y="5036"/>
                  </a:cubicBezTo>
                  <a:lnTo>
                    <a:pt x="29231" y="5004"/>
                  </a:lnTo>
                  <a:cubicBezTo>
                    <a:pt x="29200" y="4957"/>
                    <a:pt x="29152" y="4933"/>
                    <a:pt x="29105" y="4933"/>
                  </a:cubicBezTo>
                  <a:close/>
                  <a:moveTo>
                    <a:pt x="1450" y="10503"/>
                  </a:moveTo>
                  <a:cubicBezTo>
                    <a:pt x="1380" y="10503"/>
                    <a:pt x="1315" y="10539"/>
                    <a:pt x="1268" y="10610"/>
                  </a:cubicBezTo>
                  <a:cubicBezTo>
                    <a:pt x="444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55"/>
                    <a:pt x="191" y="17355"/>
                  </a:cubicBezTo>
                  <a:cubicBezTo>
                    <a:pt x="286" y="17355"/>
                    <a:pt x="381" y="17260"/>
                    <a:pt x="381" y="17165"/>
                  </a:cubicBez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3" y="10503"/>
                    <a:pt x="1450" y="10503"/>
                  </a:cubicBezTo>
                  <a:close/>
                  <a:moveTo>
                    <a:pt x="34108" y="16975"/>
                  </a:moveTo>
                  <a:cubicBezTo>
                    <a:pt x="34013" y="16975"/>
                    <a:pt x="33918" y="17070"/>
                    <a:pt x="33918" y="17165"/>
                  </a:cubicBezTo>
                  <a:cubicBezTo>
                    <a:pt x="33918" y="19382"/>
                    <a:pt x="33507" y="21536"/>
                    <a:pt x="32652" y="23562"/>
                  </a:cubicBezTo>
                  <a:cubicBezTo>
                    <a:pt x="32620" y="23657"/>
                    <a:pt x="32652" y="23784"/>
                    <a:pt x="32747" y="23816"/>
                  </a:cubicBezTo>
                  <a:lnTo>
                    <a:pt x="32810" y="23816"/>
                  </a:lnTo>
                  <a:cubicBezTo>
                    <a:pt x="32905" y="23816"/>
                    <a:pt x="32968" y="23784"/>
                    <a:pt x="33000" y="23721"/>
                  </a:cubicBezTo>
                  <a:cubicBezTo>
                    <a:pt x="33855" y="21631"/>
                    <a:pt x="34298" y="19414"/>
                    <a:pt x="34298" y="17165"/>
                  </a:cubicBezTo>
                  <a:cubicBezTo>
                    <a:pt x="34298" y="17039"/>
                    <a:pt x="34203" y="16975"/>
                    <a:pt x="34108" y="16975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62"/>
                    <a:pt x="1268" y="23657"/>
                    <a:pt x="1299" y="23752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00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231"/>
                    <a:pt x="5353" y="29104"/>
                    <a:pt x="5290" y="29009"/>
                  </a:cubicBezTo>
                  <a:cubicBezTo>
                    <a:pt x="3706" y="27458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151" y="28965"/>
                  </a:moveTo>
                  <a:cubicBezTo>
                    <a:pt x="29099" y="28965"/>
                    <a:pt x="29045" y="28989"/>
                    <a:pt x="29010" y="29041"/>
                  </a:cubicBezTo>
                  <a:cubicBezTo>
                    <a:pt x="27426" y="30593"/>
                    <a:pt x="25621" y="31828"/>
                    <a:pt x="23594" y="32651"/>
                  </a:cubicBezTo>
                  <a:cubicBezTo>
                    <a:pt x="23499" y="32715"/>
                    <a:pt x="23436" y="32810"/>
                    <a:pt x="23468" y="32905"/>
                  </a:cubicBezTo>
                  <a:cubicBezTo>
                    <a:pt x="23499" y="32968"/>
                    <a:pt x="23594" y="33031"/>
                    <a:pt x="23658" y="33031"/>
                  </a:cubicBezTo>
                  <a:cubicBezTo>
                    <a:pt x="23689" y="33031"/>
                    <a:pt x="23689" y="33000"/>
                    <a:pt x="23721" y="33000"/>
                  </a:cubicBezTo>
                  <a:cubicBezTo>
                    <a:pt x="25811" y="32145"/>
                    <a:pt x="27680" y="30878"/>
                    <a:pt x="29263" y="29294"/>
                  </a:cubicBezTo>
                  <a:cubicBezTo>
                    <a:pt x="29358" y="29199"/>
                    <a:pt x="29358" y="29104"/>
                    <a:pt x="29263" y="29009"/>
                  </a:cubicBezTo>
                  <a:cubicBezTo>
                    <a:pt x="29235" y="28981"/>
                    <a:pt x="29193" y="28965"/>
                    <a:pt x="29151" y="28965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2" y="32873"/>
                    <a:pt x="10515" y="32968"/>
                    <a:pt x="10610" y="33000"/>
                  </a:cubicBezTo>
                  <a:cubicBezTo>
                    <a:pt x="12668" y="33886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35"/>
                    <a:pt x="17324" y="34108"/>
                  </a:cubicBezTo>
                  <a:cubicBezTo>
                    <a:pt x="17324" y="34013"/>
                    <a:pt x="17229" y="33918"/>
                    <a:pt x="17134" y="33918"/>
                  </a:cubicBezTo>
                  <a:cubicBezTo>
                    <a:pt x="14917" y="33918"/>
                    <a:pt x="12763" y="33506"/>
                    <a:pt x="10737" y="32651"/>
                  </a:cubicBezTo>
                  <a:cubicBezTo>
                    <a:pt x="10720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3099425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lnTo>
                    <a:pt x="5194" y="5431"/>
                  </a:lnTo>
                  <a:cubicBezTo>
                    <a:pt x="5225" y="5463"/>
                    <a:pt x="5289" y="5495"/>
                    <a:pt x="5320" y="5495"/>
                  </a:cubicBezTo>
                  <a:cubicBezTo>
                    <a:pt x="5384" y="5495"/>
                    <a:pt x="5415" y="5463"/>
                    <a:pt x="5479" y="5431"/>
                  </a:cubicBezTo>
                  <a:cubicBezTo>
                    <a:pt x="5542" y="5368"/>
                    <a:pt x="5542" y="5241"/>
                    <a:pt x="5479" y="5178"/>
                  </a:cubicBezTo>
                  <a:lnTo>
                    <a:pt x="348" y="48"/>
                  </a:ln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051950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3" y="29390"/>
                    <a:pt x="29390" y="22802"/>
                    <a:pt x="29390" y="14695"/>
                  </a:cubicBezTo>
                  <a:cubicBezTo>
                    <a:pt x="29390" y="6588"/>
                    <a:pt x="22803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1990200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070" y="1"/>
                  </a:moveTo>
                  <a:cubicBezTo>
                    <a:pt x="16975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65" y="381"/>
                  </a:cubicBezTo>
                  <a:cubicBezTo>
                    <a:pt x="19382" y="381"/>
                    <a:pt x="21536" y="792"/>
                    <a:pt x="23562" y="1647"/>
                  </a:cubicBezTo>
                  <a:cubicBezTo>
                    <a:pt x="23594" y="1647"/>
                    <a:pt x="23626" y="1679"/>
                    <a:pt x="23657" y="1679"/>
                  </a:cubicBezTo>
                  <a:cubicBezTo>
                    <a:pt x="23721" y="1679"/>
                    <a:pt x="23784" y="1616"/>
                    <a:pt x="23816" y="1552"/>
                  </a:cubicBezTo>
                  <a:cubicBezTo>
                    <a:pt x="23847" y="1457"/>
                    <a:pt x="23816" y="1331"/>
                    <a:pt x="23721" y="1299"/>
                  </a:cubicBezTo>
                  <a:cubicBezTo>
                    <a:pt x="21631" y="444"/>
                    <a:pt x="19414" y="1"/>
                    <a:pt x="17102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6" y="1331"/>
                  </a:cubicBezTo>
                  <a:cubicBezTo>
                    <a:pt x="8456" y="2217"/>
                    <a:pt x="6588" y="3453"/>
                    <a:pt x="4973" y="5068"/>
                  </a:cubicBezTo>
                  <a:cubicBezTo>
                    <a:pt x="4909" y="5131"/>
                    <a:pt x="4909" y="5258"/>
                    <a:pt x="4973" y="5321"/>
                  </a:cubicBezTo>
                  <a:cubicBezTo>
                    <a:pt x="5036" y="5384"/>
                    <a:pt x="5068" y="5384"/>
                    <a:pt x="5131" y="5384"/>
                  </a:cubicBezTo>
                  <a:cubicBezTo>
                    <a:pt x="5163" y="5384"/>
                    <a:pt x="5226" y="5384"/>
                    <a:pt x="5258" y="5321"/>
                  </a:cubicBezTo>
                  <a:cubicBezTo>
                    <a:pt x="6810" y="3769"/>
                    <a:pt x="8646" y="2534"/>
                    <a:pt x="10673" y="1679"/>
                  </a:cubicBezTo>
                  <a:cubicBezTo>
                    <a:pt x="10768" y="1647"/>
                    <a:pt x="10831" y="1521"/>
                    <a:pt x="10768" y="1426"/>
                  </a:cubicBezTo>
                  <a:cubicBezTo>
                    <a:pt x="10744" y="1354"/>
                    <a:pt x="10685" y="1319"/>
                    <a:pt x="10617" y="1319"/>
                  </a:cubicBezTo>
                  <a:close/>
                  <a:moveTo>
                    <a:pt x="29136" y="4965"/>
                  </a:moveTo>
                  <a:cubicBezTo>
                    <a:pt x="29089" y="4965"/>
                    <a:pt x="29041" y="4988"/>
                    <a:pt x="29010" y="5036"/>
                  </a:cubicBezTo>
                  <a:cubicBezTo>
                    <a:pt x="28946" y="5099"/>
                    <a:pt x="28946" y="5226"/>
                    <a:pt x="29010" y="5289"/>
                  </a:cubicBezTo>
                  <a:cubicBezTo>
                    <a:pt x="30593" y="6841"/>
                    <a:pt x="31796" y="8678"/>
                    <a:pt x="32651" y="10736"/>
                  </a:cubicBezTo>
                  <a:cubicBezTo>
                    <a:pt x="32683" y="10800"/>
                    <a:pt x="32746" y="10831"/>
                    <a:pt x="32810" y="10831"/>
                  </a:cubicBezTo>
                  <a:lnTo>
                    <a:pt x="32905" y="10831"/>
                  </a:lnTo>
                  <a:cubicBezTo>
                    <a:pt x="33000" y="10768"/>
                    <a:pt x="33031" y="10673"/>
                    <a:pt x="33000" y="10578"/>
                  </a:cubicBezTo>
                  <a:cubicBezTo>
                    <a:pt x="32145" y="8488"/>
                    <a:pt x="30878" y="6619"/>
                    <a:pt x="29263" y="5036"/>
                  </a:cubicBezTo>
                  <a:cubicBezTo>
                    <a:pt x="29231" y="4988"/>
                    <a:pt x="29184" y="4965"/>
                    <a:pt x="29136" y="4965"/>
                  </a:cubicBezTo>
                  <a:close/>
                  <a:moveTo>
                    <a:pt x="1451" y="10534"/>
                  </a:moveTo>
                  <a:cubicBezTo>
                    <a:pt x="1382" y="10534"/>
                    <a:pt x="1323" y="10570"/>
                    <a:pt x="1299" y="10641"/>
                  </a:cubicBezTo>
                  <a:cubicBezTo>
                    <a:pt x="444" y="12700"/>
                    <a:pt x="1" y="14917"/>
                    <a:pt x="1" y="17165"/>
                  </a:cubicBezTo>
                  <a:lnTo>
                    <a:pt x="1" y="17197"/>
                  </a:lnTo>
                  <a:cubicBezTo>
                    <a:pt x="1" y="17323"/>
                    <a:pt x="96" y="17387"/>
                    <a:pt x="191" y="17387"/>
                  </a:cubicBezTo>
                  <a:cubicBezTo>
                    <a:pt x="286" y="17387"/>
                    <a:pt x="381" y="17323"/>
                    <a:pt x="381" y="17197"/>
                  </a:cubicBezTo>
                  <a:lnTo>
                    <a:pt x="381" y="17165"/>
                  </a:lnTo>
                  <a:cubicBezTo>
                    <a:pt x="381" y="14948"/>
                    <a:pt x="792" y="12795"/>
                    <a:pt x="1616" y="10800"/>
                  </a:cubicBezTo>
                  <a:cubicBezTo>
                    <a:pt x="1679" y="10705"/>
                    <a:pt x="1616" y="10578"/>
                    <a:pt x="1521" y="10546"/>
                  </a:cubicBezTo>
                  <a:cubicBezTo>
                    <a:pt x="1497" y="10538"/>
                    <a:pt x="1473" y="10534"/>
                    <a:pt x="1451" y="10534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65"/>
                  </a:cubicBezTo>
                  <a:cubicBezTo>
                    <a:pt x="33918" y="19382"/>
                    <a:pt x="33507" y="21535"/>
                    <a:pt x="32683" y="23562"/>
                  </a:cubicBezTo>
                  <a:cubicBezTo>
                    <a:pt x="32620" y="23657"/>
                    <a:pt x="32683" y="23752"/>
                    <a:pt x="32778" y="23784"/>
                  </a:cubicBezTo>
                  <a:cubicBezTo>
                    <a:pt x="32778" y="23816"/>
                    <a:pt x="32810" y="23816"/>
                    <a:pt x="32841" y="23816"/>
                  </a:cubicBezTo>
                  <a:cubicBezTo>
                    <a:pt x="32905" y="23816"/>
                    <a:pt x="32968" y="23784"/>
                    <a:pt x="33000" y="23689"/>
                  </a:cubicBezTo>
                  <a:cubicBezTo>
                    <a:pt x="33855" y="21630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35" y="16943"/>
                    <a:pt x="34108" y="16943"/>
                  </a:cubicBezTo>
                  <a:close/>
                  <a:moveTo>
                    <a:pt x="1510" y="23505"/>
                  </a:moveTo>
                  <a:cubicBezTo>
                    <a:pt x="1481" y="23505"/>
                    <a:pt x="1452" y="23513"/>
                    <a:pt x="1426" y="23531"/>
                  </a:cubicBezTo>
                  <a:cubicBezTo>
                    <a:pt x="1331" y="23562"/>
                    <a:pt x="1299" y="23657"/>
                    <a:pt x="1331" y="23752"/>
                  </a:cubicBezTo>
                  <a:cubicBezTo>
                    <a:pt x="2186" y="25842"/>
                    <a:pt x="3453" y="27711"/>
                    <a:pt x="5068" y="29326"/>
                  </a:cubicBezTo>
                  <a:cubicBezTo>
                    <a:pt x="5099" y="29358"/>
                    <a:pt x="5131" y="29358"/>
                    <a:pt x="5194" y="29358"/>
                  </a:cubicBezTo>
                  <a:cubicBezTo>
                    <a:pt x="5226" y="29358"/>
                    <a:pt x="5289" y="29358"/>
                    <a:pt x="5321" y="29326"/>
                  </a:cubicBezTo>
                  <a:cubicBezTo>
                    <a:pt x="5384" y="29231"/>
                    <a:pt x="5384" y="29104"/>
                    <a:pt x="5321" y="29041"/>
                  </a:cubicBezTo>
                  <a:cubicBezTo>
                    <a:pt x="3769" y="27489"/>
                    <a:pt x="2534" y="25652"/>
                    <a:pt x="1679" y="23626"/>
                  </a:cubicBezTo>
                  <a:cubicBezTo>
                    <a:pt x="1656" y="23557"/>
                    <a:pt x="1584" y="23505"/>
                    <a:pt x="1510" y="23505"/>
                  </a:cubicBezTo>
                  <a:close/>
                  <a:moveTo>
                    <a:pt x="29168" y="28938"/>
                  </a:moveTo>
                  <a:cubicBezTo>
                    <a:pt x="29120" y="28938"/>
                    <a:pt x="29073" y="28962"/>
                    <a:pt x="29041" y="29009"/>
                  </a:cubicBezTo>
                  <a:cubicBezTo>
                    <a:pt x="27458" y="30561"/>
                    <a:pt x="25653" y="31796"/>
                    <a:pt x="23594" y="32651"/>
                  </a:cubicBezTo>
                  <a:cubicBezTo>
                    <a:pt x="23499" y="32683"/>
                    <a:pt x="23467" y="32778"/>
                    <a:pt x="23499" y="32873"/>
                  </a:cubicBezTo>
                  <a:cubicBezTo>
                    <a:pt x="23531" y="32968"/>
                    <a:pt x="23594" y="33000"/>
                    <a:pt x="23689" y="33000"/>
                  </a:cubicBezTo>
                  <a:lnTo>
                    <a:pt x="23752" y="33000"/>
                  </a:lnTo>
                  <a:cubicBezTo>
                    <a:pt x="25843" y="32113"/>
                    <a:pt x="27711" y="30878"/>
                    <a:pt x="29295" y="29263"/>
                  </a:cubicBezTo>
                  <a:cubicBezTo>
                    <a:pt x="29358" y="29199"/>
                    <a:pt x="29358" y="29073"/>
                    <a:pt x="29295" y="29009"/>
                  </a:cubicBezTo>
                  <a:cubicBezTo>
                    <a:pt x="29263" y="28962"/>
                    <a:pt x="29215" y="28938"/>
                    <a:pt x="29168" y="28938"/>
                  </a:cubicBezTo>
                  <a:close/>
                  <a:moveTo>
                    <a:pt x="10689" y="32657"/>
                  </a:moveTo>
                  <a:cubicBezTo>
                    <a:pt x="10623" y="32657"/>
                    <a:pt x="10560" y="32709"/>
                    <a:pt x="10515" y="32778"/>
                  </a:cubicBezTo>
                  <a:cubicBezTo>
                    <a:pt x="10483" y="32873"/>
                    <a:pt x="10546" y="32968"/>
                    <a:pt x="10641" y="33031"/>
                  </a:cubicBezTo>
                  <a:cubicBezTo>
                    <a:pt x="12700" y="33886"/>
                    <a:pt x="14885" y="34298"/>
                    <a:pt x="17165" y="34298"/>
                  </a:cubicBezTo>
                  <a:lnTo>
                    <a:pt x="17197" y="34298"/>
                  </a:lnTo>
                  <a:cubicBezTo>
                    <a:pt x="17292" y="34298"/>
                    <a:pt x="17355" y="34203"/>
                    <a:pt x="17355" y="34108"/>
                  </a:cubicBezTo>
                  <a:cubicBezTo>
                    <a:pt x="17355" y="34013"/>
                    <a:pt x="17260" y="33918"/>
                    <a:pt x="17165" y="33918"/>
                  </a:cubicBezTo>
                  <a:cubicBezTo>
                    <a:pt x="14948" y="33918"/>
                    <a:pt x="12795" y="33506"/>
                    <a:pt x="10768" y="32683"/>
                  </a:cubicBezTo>
                  <a:cubicBezTo>
                    <a:pt x="10742" y="32665"/>
                    <a:pt x="10715" y="32657"/>
                    <a:pt x="10689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50025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3" y="285"/>
                    <a:pt x="7633" y="190"/>
                  </a:cubicBezTo>
                  <a:cubicBezTo>
                    <a:pt x="7633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42882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707" y="381"/>
                  </a:moveTo>
                  <a:cubicBezTo>
                    <a:pt x="18376" y="381"/>
                    <a:pt x="22042" y="1782"/>
                    <a:pt x="24829" y="4585"/>
                  </a:cubicBezTo>
                  <a:cubicBezTo>
                    <a:pt x="27552" y="7277"/>
                    <a:pt x="29041" y="10887"/>
                    <a:pt x="29041" y="14687"/>
                  </a:cubicBezTo>
                  <a:cubicBezTo>
                    <a:pt x="29041" y="18519"/>
                    <a:pt x="27552" y="22130"/>
                    <a:pt x="24829" y="24821"/>
                  </a:cubicBezTo>
                  <a:cubicBezTo>
                    <a:pt x="22137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0" y="18519"/>
                    <a:pt x="380" y="14687"/>
                  </a:cubicBezTo>
                  <a:cubicBezTo>
                    <a:pt x="380" y="10887"/>
                    <a:pt x="1869" y="7277"/>
                    <a:pt x="4561" y="4585"/>
                  </a:cubicBezTo>
                  <a:cubicBezTo>
                    <a:pt x="7363" y="1782"/>
                    <a:pt x="11037" y="381"/>
                    <a:pt x="14707" y="381"/>
                  </a:cubicBezTo>
                  <a:close/>
                  <a:moveTo>
                    <a:pt x="14695" y="1"/>
                  </a:moveTo>
                  <a:cubicBezTo>
                    <a:pt x="10934" y="1"/>
                    <a:pt x="7173" y="1434"/>
                    <a:pt x="4307" y="4300"/>
                  </a:cubicBezTo>
                  <a:cubicBezTo>
                    <a:pt x="1520" y="7087"/>
                    <a:pt x="0" y="10792"/>
                    <a:pt x="0" y="14719"/>
                  </a:cubicBezTo>
                  <a:cubicBezTo>
                    <a:pt x="0" y="18614"/>
                    <a:pt x="1520" y="22320"/>
                    <a:pt x="4307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5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367850" y="3625050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4" y="0"/>
                  </a:moveTo>
                  <a:cubicBezTo>
                    <a:pt x="17039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63" y="1647"/>
                  </a:cubicBezTo>
                  <a:lnTo>
                    <a:pt x="23626" y="1647"/>
                  </a:lnTo>
                  <a:cubicBezTo>
                    <a:pt x="23689" y="1647"/>
                    <a:pt x="23784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414" y="0"/>
                    <a:pt x="17134" y="0"/>
                  </a:cubicBezTo>
                  <a:close/>
                  <a:moveTo>
                    <a:pt x="10653" y="1287"/>
                  </a:moveTo>
                  <a:cubicBezTo>
                    <a:pt x="10628" y="1287"/>
                    <a:pt x="10602" y="1291"/>
                    <a:pt x="10578" y="1299"/>
                  </a:cubicBezTo>
                  <a:cubicBezTo>
                    <a:pt x="8488" y="2154"/>
                    <a:pt x="6620" y="3421"/>
                    <a:pt x="5036" y="5036"/>
                  </a:cubicBezTo>
                  <a:lnTo>
                    <a:pt x="4973" y="5068"/>
                  </a:lnTo>
                  <a:cubicBezTo>
                    <a:pt x="4910" y="5131"/>
                    <a:pt x="4910" y="5258"/>
                    <a:pt x="4973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06"/>
                    <a:pt x="8678" y="2471"/>
                    <a:pt x="10737" y="1647"/>
                  </a:cubicBezTo>
                  <a:cubicBezTo>
                    <a:pt x="10832" y="1616"/>
                    <a:pt x="10863" y="1489"/>
                    <a:pt x="10832" y="1394"/>
                  </a:cubicBezTo>
                  <a:cubicBezTo>
                    <a:pt x="10808" y="1323"/>
                    <a:pt x="10731" y="1287"/>
                    <a:pt x="10653" y="1287"/>
                  </a:cubicBezTo>
                  <a:close/>
                  <a:moveTo>
                    <a:pt x="29136" y="4957"/>
                  </a:moveTo>
                  <a:cubicBezTo>
                    <a:pt x="29089" y="4957"/>
                    <a:pt x="29041" y="4973"/>
                    <a:pt x="29010" y="5004"/>
                  </a:cubicBezTo>
                  <a:cubicBezTo>
                    <a:pt x="28915" y="5099"/>
                    <a:pt x="28946" y="5226"/>
                    <a:pt x="29010" y="5289"/>
                  </a:cubicBezTo>
                  <a:cubicBezTo>
                    <a:pt x="30561" y="6841"/>
                    <a:pt x="31797" y="8678"/>
                    <a:pt x="32652" y="10705"/>
                  </a:cubicBezTo>
                  <a:cubicBezTo>
                    <a:pt x="32652" y="10768"/>
                    <a:pt x="32747" y="10831"/>
                    <a:pt x="32810" y="10831"/>
                  </a:cubicBezTo>
                  <a:cubicBezTo>
                    <a:pt x="32842" y="10831"/>
                    <a:pt x="32873" y="10831"/>
                    <a:pt x="32873" y="10800"/>
                  </a:cubicBezTo>
                  <a:cubicBezTo>
                    <a:pt x="32968" y="10768"/>
                    <a:pt x="33032" y="10673"/>
                    <a:pt x="32968" y="10578"/>
                  </a:cubicBezTo>
                  <a:cubicBezTo>
                    <a:pt x="32113" y="8488"/>
                    <a:pt x="30878" y="6619"/>
                    <a:pt x="29263" y="5036"/>
                  </a:cubicBezTo>
                  <a:lnTo>
                    <a:pt x="29263" y="5004"/>
                  </a:lnTo>
                  <a:cubicBezTo>
                    <a:pt x="29231" y="4973"/>
                    <a:pt x="29184" y="4957"/>
                    <a:pt x="29136" y="4957"/>
                  </a:cubicBezTo>
                  <a:close/>
                  <a:moveTo>
                    <a:pt x="1471" y="10506"/>
                  </a:moveTo>
                  <a:cubicBezTo>
                    <a:pt x="1393" y="10506"/>
                    <a:pt x="1320" y="10563"/>
                    <a:pt x="1268" y="10641"/>
                  </a:cubicBezTo>
                  <a:cubicBezTo>
                    <a:pt x="412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87"/>
                    <a:pt x="191" y="17387"/>
                  </a:cubicBezTo>
                  <a:cubicBezTo>
                    <a:pt x="286" y="17387"/>
                    <a:pt x="381" y="17292"/>
                    <a:pt x="381" y="17197"/>
                  </a:cubicBezTo>
                  <a:lnTo>
                    <a:pt x="381" y="17133"/>
                  </a:ln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78"/>
                    <a:pt x="1521" y="10515"/>
                  </a:cubicBezTo>
                  <a:cubicBezTo>
                    <a:pt x="1504" y="10509"/>
                    <a:pt x="1487" y="10506"/>
                    <a:pt x="1471" y="10506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33"/>
                  </a:cubicBezTo>
                  <a:cubicBezTo>
                    <a:pt x="33918" y="19350"/>
                    <a:pt x="33507" y="21504"/>
                    <a:pt x="32652" y="23562"/>
                  </a:cubicBezTo>
                  <a:cubicBezTo>
                    <a:pt x="32620" y="23657"/>
                    <a:pt x="32652" y="23752"/>
                    <a:pt x="32747" y="23784"/>
                  </a:cubicBezTo>
                  <a:cubicBezTo>
                    <a:pt x="32778" y="23815"/>
                    <a:pt x="32810" y="23815"/>
                    <a:pt x="32842" y="23815"/>
                  </a:cubicBezTo>
                  <a:cubicBezTo>
                    <a:pt x="32905" y="23815"/>
                    <a:pt x="32968" y="23752"/>
                    <a:pt x="33000" y="23689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03" y="16943"/>
                    <a:pt x="34108" y="16943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30"/>
                    <a:pt x="1268" y="23657"/>
                    <a:pt x="1299" y="23752"/>
                  </a:cubicBezTo>
                  <a:cubicBezTo>
                    <a:pt x="2154" y="25811"/>
                    <a:pt x="3421" y="27679"/>
                    <a:pt x="5005" y="29263"/>
                  </a:cubicBezTo>
                  <a:lnTo>
                    <a:pt x="5036" y="29294"/>
                  </a:lnTo>
                  <a:cubicBezTo>
                    <a:pt x="5068" y="29326"/>
                    <a:pt x="5131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199"/>
                    <a:pt x="5353" y="29073"/>
                    <a:pt x="5290" y="29009"/>
                  </a:cubicBezTo>
                  <a:cubicBezTo>
                    <a:pt x="3706" y="27457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010" y="29009"/>
                  </a:moveTo>
                  <a:cubicBezTo>
                    <a:pt x="27426" y="30593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lnTo>
                    <a:pt x="23721" y="32999"/>
                  </a:lnTo>
                  <a:cubicBezTo>
                    <a:pt x="25811" y="32113"/>
                    <a:pt x="27680" y="30878"/>
                    <a:pt x="29263" y="29263"/>
                  </a:cubicBezTo>
                  <a:lnTo>
                    <a:pt x="29168" y="29136"/>
                  </a:lnTo>
                  <a:lnTo>
                    <a:pt x="29010" y="29009"/>
                  </a:lnTo>
                  <a:close/>
                  <a:moveTo>
                    <a:pt x="10658" y="32657"/>
                  </a:moveTo>
                  <a:cubicBezTo>
                    <a:pt x="10593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2999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03"/>
                    <a:pt x="17355" y="34108"/>
                  </a:cubicBezTo>
                  <a:cubicBezTo>
                    <a:pt x="17355" y="34013"/>
                    <a:pt x="17229" y="33918"/>
                    <a:pt x="17134" y="33918"/>
                  </a:cubicBezTo>
                  <a:cubicBezTo>
                    <a:pt x="14917" y="33918"/>
                    <a:pt x="12795" y="33506"/>
                    <a:pt x="10737" y="32683"/>
                  </a:cubicBezTo>
                  <a:cubicBezTo>
                    <a:pt x="10710" y="32665"/>
                    <a:pt x="10684" y="32657"/>
                    <a:pt x="10658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3099425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5336" y="1"/>
                  </a:moveTo>
                  <a:cubicBezTo>
                    <a:pt x="5289" y="1"/>
                    <a:pt x="5241" y="16"/>
                    <a:pt x="5194" y="48"/>
                  </a:cubicBezTo>
                  <a:lnTo>
                    <a:pt x="95" y="5178"/>
                  </a:lnTo>
                  <a:cubicBezTo>
                    <a:pt x="0" y="5242"/>
                    <a:pt x="0" y="5369"/>
                    <a:pt x="95" y="5432"/>
                  </a:cubicBezTo>
                  <a:cubicBezTo>
                    <a:pt x="127" y="5464"/>
                    <a:pt x="158" y="5495"/>
                    <a:pt x="222" y="5495"/>
                  </a:cubicBezTo>
                  <a:cubicBezTo>
                    <a:pt x="253" y="5495"/>
                    <a:pt x="317" y="5464"/>
                    <a:pt x="348" y="5432"/>
                  </a:cubicBezTo>
                  <a:lnTo>
                    <a:pt x="5479" y="301"/>
                  </a:lnTo>
                  <a:cubicBezTo>
                    <a:pt x="5542" y="238"/>
                    <a:pt x="5542" y="111"/>
                    <a:pt x="5479" y="48"/>
                  </a:cubicBezTo>
                  <a:cubicBezTo>
                    <a:pt x="5431" y="16"/>
                    <a:pt x="5384" y="1"/>
                    <a:pt x="53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25137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695" y="373"/>
                  </a:moveTo>
                  <a:cubicBezTo>
                    <a:pt x="18369" y="373"/>
                    <a:pt x="22042" y="1766"/>
                    <a:pt x="24829" y="4585"/>
                  </a:cubicBezTo>
                  <a:cubicBezTo>
                    <a:pt x="27521" y="7277"/>
                    <a:pt x="29009" y="10855"/>
                    <a:pt x="29009" y="14687"/>
                  </a:cubicBezTo>
                  <a:cubicBezTo>
                    <a:pt x="29009" y="18519"/>
                    <a:pt x="27521" y="22130"/>
                    <a:pt x="24829" y="24821"/>
                  </a:cubicBezTo>
                  <a:cubicBezTo>
                    <a:pt x="22106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1" y="18519"/>
                    <a:pt x="381" y="14687"/>
                  </a:cubicBezTo>
                  <a:cubicBezTo>
                    <a:pt x="381" y="10887"/>
                    <a:pt x="1869" y="7277"/>
                    <a:pt x="4561" y="4585"/>
                  </a:cubicBezTo>
                  <a:cubicBezTo>
                    <a:pt x="7348" y="1766"/>
                    <a:pt x="11021" y="373"/>
                    <a:pt x="14695" y="373"/>
                  </a:cubicBezTo>
                  <a:close/>
                  <a:moveTo>
                    <a:pt x="14695" y="1"/>
                  </a:moveTo>
                  <a:cubicBezTo>
                    <a:pt x="10934" y="1"/>
                    <a:pt x="7174" y="1434"/>
                    <a:pt x="4308" y="4300"/>
                  </a:cubicBezTo>
                  <a:cubicBezTo>
                    <a:pt x="1521" y="7087"/>
                    <a:pt x="1" y="10792"/>
                    <a:pt x="1" y="14719"/>
                  </a:cubicBezTo>
                  <a:cubicBezTo>
                    <a:pt x="1" y="18614"/>
                    <a:pt x="1521" y="22320"/>
                    <a:pt x="4308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6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90400" y="3625050"/>
              <a:ext cx="856675" cy="857450"/>
            </a:xfrm>
            <a:custGeom>
              <a:avLst/>
              <a:gdLst/>
              <a:ahLst/>
              <a:cxnLst/>
              <a:rect l="l" t="t" r="r" b="b"/>
              <a:pathLst>
                <a:path w="34267" h="34298" extrusionOk="0">
                  <a:moveTo>
                    <a:pt x="17134" y="0"/>
                  </a:moveTo>
                  <a:cubicBezTo>
                    <a:pt x="17007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89" y="1647"/>
                    <a:pt x="23753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382" y="0"/>
                    <a:pt x="17134" y="0"/>
                  </a:cubicBezTo>
                  <a:close/>
                  <a:moveTo>
                    <a:pt x="10600" y="1291"/>
                  </a:moveTo>
                  <a:cubicBezTo>
                    <a:pt x="10581" y="1291"/>
                    <a:pt x="10564" y="1293"/>
                    <a:pt x="10547" y="1299"/>
                  </a:cubicBezTo>
                  <a:cubicBezTo>
                    <a:pt x="8488" y="2186"/>
                    <a:pt x="6620" y="3421"/>
                    <a:pt x="5005" y="5036"/>
                  </a:cubicBezTo>
                  <a:cubicBezTo>
                    <a:pt x="4941" y="5099"/>
                    <a:pt x="4941" y="5226"/>
                    <a:pt x="5005" y="5289"/>
                  </a:cubicBezTo>
                  <a:cubicBezTo>
                    <a:pt x="5036" y="5321"/>
                    <a:pt x="5100" y="5353"/>
                    <a:pt x="5131" y="5353"/>
                  </a:cubicBezTo>
                  <a:cubicBezTo>
                    <a:pt x="5195" y="5353"/>
                    <a:pt x="5226" y="5321"/>
                    <a:pt x="5258" y="5289"/>
                  </a:cubicBezTo>
                  <a:cubicBezTo>
                    <a:pt x="6842" y="3706"/>
                    <a:pt x="8678" y="2502"/>
                    <a:pt x="10705" y="1647"/>
                  </a:cubicBezTo>
                  <a:cubicBezTo>
                    <a:pt x="10800" y="1616"/>
                    <a:pt x="10832" y="1521"/>
                    <a:pt x="10800" y="1426"/>
                  </a:cubicBezTo>
                  <a:cubicBezTo>
                    <a:pt x="10774" y="1347"/>
                    <a:pt x="10684" y="1291"/>
                    <a:pt x="10600" y="1291"/>
                  </a:cubicBezTo>
                  <a:close/>
                  <a:moveTo>
                    <a:pt x="29263" y="5004"/>
                  </a:moveTo>
                  <a:lnTo>
                    <a:pt x="29105" y="5131"/>
                  </a:lnTo>
                  <a:lnTo>
                    <a:pt x="29010" y="5289"/>
                  </a:lnTo>
                  <a:cubicBezTo>
                    <a:pt x="30562" y="6841"/>
                    <a:pt x="31797" y="8678"/>
                    <a:pt x="32620" y="10705"/>
                  </a:cubicBezTo>
                  <a:cubicBezTo>
                    <a:pt x="32652" y="10768"/>
                    <a:pt x="32715" y="10831"/>
                    <a:pt x="32810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78" y="6619"/>
                    <a:pt x="29263" y="5004"/>
                  </a:cubicBezTo>
                  <a:close/>
                  <a:moveTo>
                    <a:pt x="1471" y="10475"/>
                  </a:moveTo>
                  <a:cubicBezTo>
                    <a:pt x="1394" y="10475"/>
                    <a:pt x="1325" y="10531"/>
                    <a:pt x="1299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60"/>
                    <a:pt x="64" y="17323"/>
                    <a:pt x="159" y="17323"/>
                  </a:cubicBezTo>
                  <a:cubicBezTo>
                    <a:pt x="286" y="17323"/>
                    <a:pt x="349" y="17260"/>
                    <a:pt x="349" y="17165"/>
                  </a:cubicBezTo>
                  <a:cubicBezTo>
                    <a:pt x="349" y="14948"/>
                    <a:pt x="793" y="12763"/>
                    <a:pt x="1616" y="10736"/>
                  </a:cubicBezTo>
                  <a:cubicBezTo>
                    <a:pt x="1679" y="10641"/>
                    <a:pt x="1616" y="10546"/>
                    <a:pt x="1521" y="10483"/>
                  </a:cubicBezTo>
                  <a:cubicBezTo>
                    <a:pt x="1504" y="10477"/>
                    <a:pt x="1487" y="10475"/>
                    <a:pt x="1471" y="10475"/>
                  </a:cubicBezTo>
                  <a:close/>
                  <a:moveTo>
                    <a:pt x="34109" y="16943"/>
                  </a:moveTo>
                  <a:cubicBezTo>
                    <a:pt x="33982" y="16943"/>
                    <a:pt x="33919" y="17038"/>
                    <a:pt x="33919" y="17165"/>
                  </a:cubicBezTo>
                  <a:cubicBezTo>
                    <a:pt x="33919" y="19350"/>
                    <a:pt x="33475" y="21504"/>
                    <a:pt x="32652" y="23530"/>
                  </a:cubicBezTo>
                  <a:cubicBezTo>
                    <a:pt x="32620" y="23625"/>
                    <a:pt x="32652" y="23752"/>
                    <a:pt x="32747" y="23784"/>
                  </a:cubicBezTo>
                  <a:lnTo>
                    <a:pt x="32810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33"/>
                  </a:lnTo>
                  <a:cubicBezTo>
                    <a:pt x="34267" y="17007"/>
                    <a:pt x="34204" y="16943"/>
                    <a:pt x="34109" y="16943"/>
                  </a:cubicBezTo>
                  <a:close/>
                  <a:moveTo>
                    <a:pt x="1465" y="23455"/>
                  </a:moveTo>
                  <a:cubicBezTo>
                    <a:pt x="1442" y="23455"/>
                    <a:pt x="1418" y="23459"/>
                    <a:pt x="1394" y="23467"/>
                  </a:cubicBezTo>
                  <a:cubicBezTo>
                    <a:pt x="1299" y="23499"/>
                    <a:pt x="1236" y="23625"/>
                    <a:pt x="1299" y="23720"/>
                  </a:cubicBezTo>
                  <a:cubicBezTo>
                    <a:pt x="2154" y="25811"/>
                    <a:pt x="3390" y="27679"/>
                    <a:pt x="5005" y="29263"/>
                  </a:cubicBezTo>
                  <a:lnTo>
                    <a:pt x="5036" y="29294"/>
                  </a:lnTo>
                  <a:cubicBezTo>
                    <a:pt x="5068" y="29358"/>
                    <a:pt x="5131" y="29358"/>
                    <a:pt x="5163" y="29358"/>
                  </a:cubicBezTo>
                  <a:cubicBezTo>
                    <a:pt x="5226" y="29358"/>
                    <a:pt x="5258" y="29358"/>
                    <a:pt x="5290" y="29326"/>
                  </a:cubicBezTo>
                  <a:cubicBezTo>
                    <a:pt x="5385" y="29231"/>
                    <a:pt x="5385" y="29104"/>
                    <a:pt x="5290" y="29041"/>
                  </a:cubicBezTo>
                  <a:lnTo>
                    <a:pt x="5258" y="29009"/>
                  </a:lnTo>
                  <a:cubicBezTo>
                    <a:pt x="3706" y="27426"/>
                    <a:pt x="2471" y="25621"/>
                    <a:pt x="1616" y="23562"/>
                  </a:cubicBezTo>
                  <a:cubicBezTo>
                    <a:pt x="1592" y="23491"/>
                    <a:pt x="1533" y="23455"/>
                    <a:pt x="1465" y="23455"/>
                  </a:cubicBezTo>
                  <a:close/>
                  <a:moveTo>
                    <a:pt x="29150" y="28949"/>
                  </a:moveTo>
                  <a:cubicBezTo>
                    <a:pt x="29098" y="28949"/>
                    <a:pt x="29045" y="28974"/>
                    <a:pt x="29010" y="29009"/>
                  </a:cubicBezTo>
                  <a:cubicBezTo>
                    <a:pt x="27426" y="30561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cubicBezTo>
                    <a:pt x="23689" y="32999"/>
                    <a:pt x="23721" y="32999"/>
                    <a:pt x="23721" y="32968"/>
                  </a:cubicBezTo>
                  <a:cubicBezTo>
                    <a:pt x="25811" y="32113"/>
                    <a:pt x="27648" y="30878"/>
                    <a:pt x="29263" y="29263"/>
                  </a:cubicBezTo>
                  <a:lnTo>
                    <a:pt x="29295" y="29231"/>
                  </a:lnTo>
                  <a:cubicBezTo>
                    <a:pt x="29358" y="29168"/>
                    <a:pt x="29327" y="29073"/>
                    <a:pt x="29263" y="29009"/>
                  </a:cubicBezTo>
                  <a:cubicBezTo>
                    <a:pt x="29235" y="28966"/>
                    <a:pt x="29193" y="28949"/>
                    <a:pt x="29150" y="28949"/>
                  </a:cubicBezTo>
                  <a:close/>
                  <a:moveTo>
                    <a:pt x="10684" y="32657"/>
                  </a:moveTo>
                  <a:cubicBezTo>
                    <a:pt x="10610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3031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6" y="34298"/>
                  </a:lnTo>
                  <a:cubicBezTo>
                    <a:pt x="17292" y="34298"/>
                    <a:pt x="17356" y="34203"/>
                    <a:pt x="17356" y="34108"/>
                  </a:cubicBezTo>
                  <a:cubicBezTo>
                    <a:pt x="17356" y="34013"/>
                    <a:pt x="17292" y="33918"/>
                    <a:pt x="17166" y="33918"/>
                  </a:cubicBezTo>
                  <a:lnTo>
                    <a:pt x="17134" y="33918"/>
                  </a:lnTo>
                  <a:cubicBezTo>
                    <a:pt x="14917" y="33918"/>
                    <a:pt x="12795" y="33506"/>
                    <a:pt x="10768" y="32683"/>
                  </a:cubicBezTo>
                  <a:cubicBezTo>
                    <a:pt x="10742" y="32665"/>
                    <a:pt x="10713" y="32657"/>
                    <a:pt x="10684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76950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222" y="1"/>
                  </a:moveTo>
                  <a:cubicBezTo>
                    <a:pt x="175" y="1"/>
                    <a:pt x="127" y="16"/>
                    <a:pt x="96" y="48"/>
                  </a:cubicBezTo>
                  <a:cubicBezTo>
                    <a:pt x="1" y="111"/>
                    <a:pt x="1" y="238"/>
                    <a:pt x="96" y="301"/>
                  </a:cubicBezTo>
                  <a:lnTo>
                    <a:pt x="5194" y="5432"/>
                  </a:lnTo>
                  <a:cubicBezTo>
                    <a:pt x="5258" y="5464"/>
                    <a:pt x="5289" y="5495"/>
                    <a:pt x="5353" y="5495"/>
                  </a:cubicBezTo>
                  <a:cubicBezTo>
                    <a:pt x="5384" y="5495"/>
                    <a:pt x="5448" y="5464"/>
                    <a:pt x="5479" y="5432"/>
                  </a:cubicBezTo>
                  <a:cubicBezTo>
                    <a:pt x="5543" y="5369"/>
                    <a:pt x="5543" y="5242"/>
                    <a:pt x="5479" y="5178"/>
                  </a:cubicBezTo>
                  <a:lnTo>
                    <a:pt x="349" y="48"/>
                  </a:lnTo>
                  <a:cubicBezTo>
                    <a:pt x="317" y="16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4629025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2" y="29390"/>
                    <a:pt x="29390" y="22802"/>
                    <a:pt x="29390" y="14695"/>
                  </a:cubicBezTo>
                  <a:cubicBezTo>
                    <a:pt x="29390" y="6588"/>
                    <a:pt x="22802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4567275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3" y="1"/>
                  </a:moveTo>
                  <a:cubicBezTo>
                    <a:pt x="17007" y="1"/>
                    <a:pt x="16943" y="96"/>
                    <a:pt x="16943" y="191"/>
                  </a:cubicBezTo>
                  <a:cubicBezTo>
                    <a:pt x="16943" y="286"/>
                    <a:pt x="17038" y="381"/>
                    <a:pt x="17165" y="381"/>
                  </a:cubicBezTo>
                  <a:cubicBezTo>
                    <a:pt x="19350" y="381"/>
                    <a:pt x="21504" y="792"/>
                    <a:pt x="23531" y="1647"/>
                  </a:cubicBezTo>
                  <a:lnTo>
                    <a:pt x="23626" y="1647"/>
                  </a:lnTo>
                  <a:cubicBezTo>
                    <a:pt x="23689" y="1647"/>
                    <a:pt x="23752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630" y="444"/>
                    <a:pt x="19414" y="1"/>
                    <a:pt x="17165" y="1"/>
                  </a:cubicBezTo>
                  <a:close/>
                  <a:moveTo>
                    <a:pt x="10656" y="1305"/>
                  </a:moveTo>
                  <a:cubicBezTo>
                    <a:pt x="10631" y="1305"/>
                    <a:pt x="10604" y="1313"/>
                    <a:pt x="10578" y="1331"/>
                  </a:cubicBezTo>
                  <a:cubicBezTo>
                    <a:pt x="8488" y="2186"/>
                    <a:pt x="6619" y="3453"/>
                    <a:pt x="5004" y="5036"/>
                  </a:cubicBezTo>
                  <a:cubicBezTo>
                    <a:pt x="4941" y="5131"/>
                    <a:pt x="4941" y="5226"/>
                    <a:pt x="5004" y="5321"/>
                  </a:cubicBezTo>
                  <a:cubicBezTo>
                    <a:pt x="5036" y="5353"/>
                    <a:pt x="5099" y="5353"/>
                    <a:pt x="5131" y="5353"/>
                  </a:cubicBezTo>
                  <a:cubicBezTo>
                    <a:pt x="5194" y="5353"/>
                    <a:pt x="5226" y="5353"/>
                    <a:pt x="5289" y="5321"/>
                  </a:cubicBezTo>
                  <a:cubicBezTo>
                    <a:pt x="6841" y="3738"/>
                    <a:pt x="8678" y="2502"/>
                    <a:pt x="10705" y="1647"/>
                  </a:cubicBezTo>
                  <a:cubicBezTo>
                    <a:pt x="10800" y="1616"/>
                    <a:pt x="10863" y="1521"/>
                    <a:pt x="10800" y="1426"/>
                  </a:cubicBezTo>
                  <a:cubicBezTo>
                    <a:pt x="10777" y="1357"/>
                    <a:pt x="10721" y="1305"/>
                    <a:pt x="10656" y="1305"/>
                  </a:cubicBezTo>
                  <a:close/>
                  <a:moveTo>
                    <a:pt x="29134" y="4944"/>
                  </a:moveTo>
                  <a:cubicBezTo>
                    <a:pt x="29082" y="4944"/>
                    <a:pt x="29030" y="4970"/>
                    <a:pt x="28978" y="5004"/>
                  </a:cubicBezTo>
                  <a:cubicBezTo>
                    <a:pt x="28914" y="5068"/>
                    <a:pt x="28914" y="5194"/>
                    <a:pt x="28978" y="5258"/>
                  </a:cubicBezTo>
                  <a:cubicBezTo>
                    <a:pt x="30561" y="6841"/>
                    <a:pt x="31796" y="8646"/>
                    <a:pt x="32651" y="10705"/>
                  </a:cubicBezTo>
                  <a:cubicBezTo>
                    <a:pt x="32683" y="10768"/>
                    <a:pt x="32746" y="10800"/>
                    <a:pt x="32810" y="10800"/>
                  </a:cubicBezTo>
                  <a:lnTo>
                    <a:pt x="32873" y="10800"/>
                  </a:lnTo>
                  <a:cubicBezTo>
                    <a:pt x="32968" y="10736"/>
                    <a:pt x="33031" y="10641"/>
                    <a:pt x="33000" y="10546"/>
                  </a:cubicBezTo>
                  <a:cubicBezTo>
                    <a:pt x="32113" y="8456"/>
                    <a:pt x="30846" y="6588"/>
                    <a:pt x="29263" y="5004"/>
                  </a:cubicBezTo>
                  <a:cubicBezTo>
                    <a:pt x="29220" y="4961"/>
                    <a:pt x="29177" y="4944"/>
                    <a:pt x="29134" y="4944"/>
                  </a:cubicBezTo>
                  <a:close/>
                  <a:moveTo>
                    <a:pt x="1477" y="10503"/>
                  </a:moveTo>
                  <a:cubicBezTo>
                    <a:pt x="1400" y="10503"/>
                    <a:pt x="1323" y="10538"/>
                    <a:pt x="1299" y="10610"/>
                  </a:cubicBezTo>
                  <a:cubicBezTo>
                    <a:pt x="444" y="12700"/>
                    <a:pt x="0" y="14885"/>
                    <a:pt x="0" y="17165"/>
                  </a:cubicBezTo>
                  <a:cubicBezTo>
                    <a:pt x="0" y="17260"/>
                    <a:pt x="95" y="17355"/>
                    <a:pt x="190" y="17355"/>
                  </a:cubicBezTo>
                  <a:cubicBezTo>
                    <a:pt x="285" y="17355"/>
                    <a:pt x="381" y="17260"/>
                    <a:pt x="381" y="17165"/>
                  </a:cubicBezTo>
                  <a:cubicBezTo>
                    <a:pt x="381" y="14948"/>
                    <a:pt x="792" y="12795"/>
                    <a:pt x="1647" y="10768"/>
                  </a:cubicBezTo>
                  <a:cubicBezTo>
                    <a:pt x="1679" y="10673"/>
                    <a:pt x="1647" y="10546"/>
                    <a:pt x="1552" y="10515"/>
                  </a:cubicBezTo>
                  <a:cubicBezTo>
                    <a:pt x="1529" y="10507"/>
                    <a:pt x="1503" y="10503"/>
                    <a:pt x="1477" y="10503"/>
                  </a:cubicBezTo>
                  <a:close/>
                  <a:moveTo>
                    <a:pt x="34108" y="16912"/>
                  </a:moveTo>
                  <a:cubicBezTo>
                    <a:pt x="34013" y="16912"/>
                    <a:pt x="33918" y="17007"/>
                    <a:pt x="33918" y="17102"/>
                  </a:cubicBezTo>
                  <a:lnTo>
                    <a:pt x="33918" y="17165"/>
                  </a:lnTo>
                  <a:cubicBezTo>
                    <a:pt x="33918" y="19350"/>
                    <a:pt x="33506" y="21504"/>
                    <a:pt x="32683" y="23531"/>
                  </a:cubicBezTo>
                  <a:cubicBezTo>
                    <a:pt x="32651" y="23626"/>
                    <a:pt x="32683" y="23721"/>
                    <a:pt x="32778" y="23784"/>
                  </a:cubicBezTo>
                  <a:lnTo>
                    <a:pt x="32841" y="23784"/>
                  </a:lnTo>
                  <a:cubicBezTo>
                    <a:pt x="32936" y="23784"/>
                    <a:pt x="33000" y="23752"/>
                    <a:pt x="33031" y="23657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02"/>
                  </a:lnTo>
                  <a:cubicBezTo>
                    <a:pt x="34298" y="17007"/>
                    <a:pt x="34203" y="16912"/>
                    <a:pt x="34108" y="16912"/>
                  </a:cubicBezTo>
                  <a:close/>
                  <a:moveTo>
                    <a:pt x="1504" y="23473"/>
                  </a:moveTo>
                  <a:cubicBezTo>
                    <a:pt x="1479" y="23473"/>
                    <a:pt x="1452" y="23481"/>
                    <a:pt x="1426" y="23499"/>
                  </a:cubicBezTo>
                  <a:cubicBezTo>
                    <a:pt x="1331" y="23531"/>
                    <a:pt x="1267" y="23626"/>
                    <a:pt x="1331" y="23721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31" y="29358"/>
                    <a:pt x="5163" y="29358"/>
                  </a:cubicBezTo>
                  <a:cubicBezTo>
                    <a:pt x="5226" y="29358"/>
                    <a:pt x="5258" y="29326"/>
                    <a:pt x="5289" y="29294"/>
                  </a:cubicBezTo>
                  <a:cubicBezTo>
                    <a:pt x="5384" y="29199"/>
                    <a:pt x="5384" y="29104"/>
                    <a:pt x="5289" y="29009"/>
                  </a:cubicBezTo>
                  <a:cubicBezTo>
                    <a:pt x="3737" y="27458"/>
                    <a:pt x="2502" y="25621"/>
                    <a:pt x="1647" y="23594"/>
                  </a:cubicBezTo>
                  <a:cubicBezTo>
                    <a:pt x="1624" y="23525"/>
                    <a:pt x="1569" y="23473"/>
                    <a:pt x="1504" y="23473"/>
                  </a:cubicBezTo>
                  <a:close/>
                  <a:moveTo>
                    <a:pt x="29199" y="28930"/>
                  </a:moveTo>
                  <a:cubicBezTo>
                    <a:pt x="29152" y="28930"/>
                    <a:pt x="29104" y="28946"/>
                    <a:pt x="29073" y="28978"/>
                  </a:cubicBezTo>
                  <a:cubicBezTo>
                    <a:pt x="27489" y="30561"/>
                    <a:pt x="25684" y="31764"/>
                    <a:pt x="23626" y="32620"/>
                  </a:cubicBezTo>
                  <a:cubicBezTo>
                    <a:pt x="23531" y="32683"/>
                    <a:pt x="23499" y="32778"/>
                    <a:pt x="23531" y="32873"/>
                  </a:cubicBezTo>
                  <a:cubicBezTo>
                    <a:pt x="23562" y="32936"/>
                    <a:pt x="23626" y="33000"/>
                    <a:pt x="23721" y="33000"/>
                  </a:cubicBezTo>
                  <a:cubicBezTo>
                    <a:pt x="23721" y="33000"/>
                    <a:pt x="23752" y="32968"/>
                    <a:pt x="23784" y="32968"/>
                  </a:cubicBezTo>
                  <a:cubicBezTo>
                    <a:pt x="25874" y="32113"/>
                    <a:pt x="27711" y="30846"/>
                    <a:pt x="29326" y="29231"/>
                  </a:cubicBezTo>
                  <a:cubicBezTo>
                    <a:pt x="29389" y="29168"/>
                    <a:pt x="29389" y="29041"/>
                    <a:pt x="29326" y="28978"/>
                  </a:cubicBezTo>
                  <a:cubicBezTo>
                    <a:pt x="29294" y="28946"/>
                    <a:pt x="29247" y="28930"/>
                    <a:pt x="29199" y="28930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1" y="32873"/>
                    <a:pt x="10515" y="32968"/>
                    <a:pt x="10610" y="33000"/>
                  </a:cubicBezTo>
                  <a:cubicBezTo>
                    <a:pt x="12668" y="33855"/>
                    <a:pt x="14885" y="34298"/>
                    <a:pt x="17165" y="34298"/>
                  </a:cubicBezTo>
                  <a:lnTo>
                    <a:pt x="17228" y="34298"/>
                  </a:lnTo>
                  <a:cubicBezTo>
                    <a:pt x="17323" y="34298"/>
                    <a:pt x="17418" y="34203"/>
                    <a:pt x="17418" y="34108"/>
                  </a:cubicBezTo>
                  <a:cubicBezTo>
                    <a:pt x="17418" y="34013"/>
                    <a:pt x="17323" y="33950"/>
                    <a:pt x="17228" y="33950"/>
                  </a:cubicBezTo>
                  <a:lnTo>
                    <a:pt x="17165" y="33950"/>
                  </a:lnTo>
                  <a:cubicBezTo>
                    <a:pt x="14948" y="33950"/>
                    <a:pt x="12763" y="33506"/>
                    <a:pt x="10736" y="32651"/>
                  </a:cubicBezTo>
                  <a:cubicBezTo>
                    <a:pt x="10719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4374100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2" y="285"/>
                    <a:pt x="7632" y="190"/>
                  </a:cubicBezTo>
                  <a:cubicBezTo>
                    <a:pt x="7632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21575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4" y="373"/>
                    <a:pt x="23467" y="1766"/>
                    <a:pt x="26254" y="4553"/>
                  </a:cubicBezTo>
                  <a:cubicBezTo>
                    <a:pt x="31828" y="10127"/>
                    <a:pt x="31828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9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773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9" y="1434"/>
                    <a:pt x="5733" y="4300"/>
                  </a:cubicBezTo>
                  <a:cubicBezTo>
                    <a:pt x="0" y="10032"/>
                    <a:pt x="0" y="19343"/>
                    <a:pt x="5733" y="25075"/>
                  </a:cubicBezTo>
                  <a:cubicBezTo>
                    <a:pt x="8583" y="27957"/>
                    <a:pt x="12351" y="29382"/>
                    <a:pt x="16120" y="29382"/>
                  </a:cubicBezTo>
                  <a:cubicBezTo>
                    <a:pt x="19889" y="29382"/>
                    <a:pt x="23657" y="27957"/>
                    <a:pt x="26507" y="25075"/>
                  </a:cubicBezTo>
                  <a:cubicBezTo>
                    <a:pt x="32240" y="19343"/>
                    <a:pt x="32240" y="10032"/>
                    <a:pt x="26507" y="4300"/>
                  </a:cubicBezTo>
                  <a:cubicBezTo>
                    <a:pt x="23641" y="1434"/>
                    <a:pt x="19881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190400" y="1802500"/>
              <a:ext cx="856675" cy="857475"/>
            </a:xfrm>
            <a:custGeom>
              <a:avLst/>
              <a:gdLst/>
              <a:ahLst/>
              <a:cxnLst/>
              <a:rect l="l" t="t" r="r" b="b"/>
              <a:pathLst>
                <a:path w="34267" h="34299" extrusionOk="0">
                  <a:moveTo>
                    <a:pt x="17102" y="1"/>
                  </a:moveTo>
                  <a:cubicBezTo>
                    <a:pt x="17007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84" y="1552"/>
                  </a:cubicBezTo>
                  <a:cubicBezTo>
                    <a:pt x="23816" y="1457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lnTo>
                    <a:pt x="17102" y="191"/>
                  </a:lnTo>
                  <a:lnTo>
                    <a:pt x="17102" y="1"/>
                  </a:lnTo>
                  <a:close/>
                  <a:moveTo>
                    <a:pt x="10618" y="1319"/>
                  </a:moveTo>
                  <a:cubicBezTo>
                    <a:pt x="10594" y="1319"/>
                    <a:pt x="10571" y="1323"/>
                    <a:pt x="10547" y="1331"/>
                  </a:cubicBezTo>
                  <a:cubicBezTo>
                    <a:pt x="8457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41" y="5226"/>
                    <a:pt x="5005" y="5321"/>
                  </a:cubicBezTo>
                  <a:cubicBezTo>
                    <a:pt x="5036" y="5353"/>
                    <a:pt x="5068" y="5353"/>
                    <a:pt x="5131" y="5353"/>
                  </a:cubicBezTo>
                  <a:cubicBezTo>
                    <a:pt x="5195" y="5353"/>
                    <a:pt x="5226" y="5353"/>
                    <a:pt x="5258" y="5289"/>
                  </a:cubicBezTo>
                  <a:cubicBezTo>
                    <a:pt x="6842" y="3738"/>
                    <a:pt x="8647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3" y="1355"/>
                    <a:pt x="10687" y="1319"/>
                    <a:pt x="10618" y="1319"/>
                  </a:cubicBezTo>
                  <a:close/>
                  <a:moveTo>
                    <a:pt x="29105" y="4957"/>
                  </a:moveTo>
                  <a:cubicBezTo>
                    <a:pt x="29057" y="4957"/>
                    <a:pt x="29010" y="4973"/>
                    <a:pt x="28978" y="5004"/>
                  </a:cubicBezTo>
                  <a:cubicBezTo>
                    <a:pt x="28915" y="5099"/>
                    <a:pt x="28915" y="5226"/>
                    <a:pt x="29010" y="5289"/>
                  </a:cubicBezTo>
                  <a:cubicBezTo>
                    <a:pt x="30562" y="6873"/>
                    <a:pt x="31765" y="8678"/>
                    <a:pt x="32620" y="10705"/>
                  </a:cubicBezTo>
                  <a:cubicBezTo>
                    <a:pt x="32652" y="10768"/>
                    <a:pt x="32715" y="10831"/>
                    <a:pt x="32778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47" y="6620"/>
                    <a:pt x="29263" y="5036"/>
                  </a:cubicBezTo>
                  <a:lnTo>
                    <a:pt x="29232" y="5004"/>
                  </a:lnTo>
                  <a:cubicBezTo>
                    <a:pt x="29200" y="4973"/>
                    <a:pt x="29152" y="4957"/>
                    <a:pt x="29105" y="4957"/>
                  </a:cubicBezTo>
                  <a:close/>
                  <a:moveTo>
                    <a:pt x="1450" y="10503"/>
                  </a:moveTo>
                  <a:cubicBezTo>
                    <a:pt x="1381" y="10503"/>
                    <a:pt x="1315" y="10539"/>
                    <a:pt x="1268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92"/>
                    <a:pt x="64" y="17355"/>
                    <a:pt x="159" y="17355"/>
                  </a:cubicBezTo>
                  <a:cubicBezTo>
                    <a:pt x="286" y="17355"/>
                    <a:pt x="349" y="17260"/>
                    <a:pt x="349" y="17165"/>
                  </a:cubicBezTo>
                  <a:cubicBezTo>
                    <a:pt x="349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4" y="10503"/>
                    <a:pt x="1450" y="10503"/>
                  </a:cubicBezTo>
                  <a:close/>
                  <a:moveTo>
                    <a:pt x="34109" y="16912"/>
                  </a:moveTo>
                  <a:cubicBezTo>
                    <a:pt x="33982" y="16912"/>
                    <a:pt x="33919" y="17007"/>
                    <a:pt x="33919" y="17102"/>
                  </a:cubicBezTo>
                  <a:lnTo>
                    <a:pt x="33919" y="17165"/>
                  </a:lnTo>
                  <a:cubicBezTo>
                    <a:pt x="33919" y="19350"/>
                    <a:pt x="33475" y="21504"/>
                    <a:pt x="32652" y="23531"/>
                  </a:cubicBezTo>
                  <a:cubicBezTo>
                    <a:pt x="32620" y="23626"/>
                    <a:pt x="32652" y="23752"/>
                    <a:pt x="32747" y="23784"/>
                  </a:cubicBezTo>
                  <a:lnTo>
                    <a:pt x="32842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02"/>
                  </a:lnTo>
                  <a:cubicBezTo>
                    <a:pt x="34267" y="17007"/>
                    <a:pt x="34204" y="16912"/>
                    <a:pt x="34109" y="16912"/>
                  </a:cubicBezTo>
                  <a:close/>
                  <a:moveTo>
                    <a:pt x="1465" y="23487"/>
                  </a:moveTo>
                  <a:cubicBezTo>
                    <a:pt x="1442" y="23487"/>
                    <a:pt x="1418" y="23491"/>
                    <a:pt x="1394" y="23499"/>
                  </a:cubicBezTo>
                  <a:cubicBezTo>
                    <a:pt x="1299" y="23531"/>
                    <a:pt x="1236" y="23657"/>
                    <a:pt x="1299" y="23752"/>
                  </a:cubicBezTo>
                  <a:cubicBezTo>
                    <a:pt x="2154" y="25811"/>
                    <a:pt x="3390" y="27679"/>
                    <a:pt x="5005" y="29294"/>
                  </a:cubicBezTo>
                  <a:cubicBezTo>
                    <a:pt x="5036" y="29326"/>
                    <a:pt x="5100" y="29358"/>
                    <a:pt x="5131" y="29358"/>
                  </a:cubicBezTo>
                  <a:cubicBezTo>
                    <a:pt x="5195" y="29358"/>
                    <a:pt x="5226" y="29326"/>
                    <a:pt x="5258" y="29294"/>
                  </a:cubicBezTo>
                  <a:cubicBezTo>
                    <a:pt x="5353" y="29231"/>
                    <a:pt x="5321" y="29104"/>
                    <a:pt x="5258" y="29041"/>
                  </a:cubicBezTo>
                  <a:cubicBezTo>
                    <a:pt x="3706" y="27458"/>
                    <a:pt x="2471" y="25621"/>
                    <a:pt x="1616" y="23594"/>
                  </a:cubicBezTo>
                  <a:cubicBezTo>
                    <a:pt x="1592" y="23523"/>
                    <a:pt x="1533" y="23487"/>
                    <a:pt x="1465" y="23487"/>
                  </a:cubicBezTo>
                  <a:close/>
                  <a:moveTo>
                    <a:pt x="29168" y="28930"/>
                  </a:moveTo>
                  <a:cubicBezTo>
                    <a:pt x="29121" y="28930"/>
                    <a:pt x="29073" y="28946"/>
                    <a:pt x="29042" y="28978"/>
                  </a:cubicBezTo>
                  <a:lnTo>
                    <a:pt x="29010" y="29041"/>
                  </a:lnTo>
                  <a:cubicBezTo>
                    <a:pt x="27426" y="30593"/>
                    <a:pt x="25590" y="31828"/>
                    <a:pt x="23563" y="32651"/>
                  </a:cubicBezTo>
                  <a:cubicBezTo>
                    <a:pt x="23468" y="32715"/>
                    <a:pt x="23404" y="32810"/>
                    <a:pt x="23468" y="32905"/>
                  </a:cubicBezTo>
                  <a:cubicBezTo>
                    <a:pt x="23499" y="32968"/>
                    <a:pt x="23563" y="33031"/>
                    <a:pt x="23626" y="33031"/>
                  </a:cubicBezTo>
                  <a:cubicBezTo>
                    <a:pt x="23658" y="33031"/>
                    <a:pt x="23689" y="33031"/>
                    <a:pt x="23721" y="33000"/>
                  </a:cubicBezTo>
                  <a:cubicBezTo>
                    <a:pt x="25780" y="32145"/>
                    <a:pt x="27648" y="30910"/>
                    <a:pt x="29263" y="29294"/>
                  </a:cubicBezTo>
                  <a:lnTo>
                    <a:pt x="29295" y="29263"/>
                  </a:lnTo>
                  <a:cubicBezTo>
                    <a:pt x="29358" y="29168"/>
                    <a:pt x="29358" y="29073"/>
                    <a:pt x="29295" y="28978"/>
                  </a:cubicBezTo>
                  <a:cubicBezTo>
                    <a:pt x="29263" y="28946"/>
                    <a:pt x="29216" y="28930"/>
                    <a:pt x="29168" y="28930"/>
                  </a:cubicBezTo>
                  <a:close/>
                  <a:moveTo>
                    <a:pt x="10684" y="32643"/>
                  </a:moveTo>
                  <a:cubicBezTo>
                    <a:pt x="10600" y="32643"/>
                    <a:pt x="10510" y="32700"/>
                    <a:pt x="10483" y="32778"/>
                  </a:cubicBezTo>
                  <a:cubicBezTo>
                    <a:pt x="10452" y="32873"/>
                    <a:pt x="10483" y="32968"/>
                    <a:pt x="10578" y="33000"/>
                  </a:cubicBezTo>
                  <a:cubicBezTo>
                    <a:pt x="12669" y="33886"/>
                    <a:pt x="14854" y="34298"/>
                    <a:pt x="17134" y="34298"/>
                  </a:cubicBezTo>
                  <a:cubicBezTo>
                    <a:pt x="17229" y="34298"/>
                    <a:pt x="17324" y="34235"/>
                    <a:pt x="17324" y="34140"/>
                  </a:cubicBezTo>
                  <a:cubicBezTo>
                    <a:pt x="17324" y="34013"/>
                    <a:pt x="17229" y="33950"/>
                    <a:pt x="17134" y="33950"/>
                  </a:cubicBezTo>
                  <a:cubicBezTo>
                    <a:pt x="14917" y="33950"/>
                    <a:pt x="12764" y="33506"/>
                    <a:pt x="10737" y="32651"/>
                  </a:cubicBezTo>
                  <a:cubicBezTo>
                    <a:pt x="10720" y="32646"/>
                    <a:pt x="10702" y="32643"/>
                    <a:pt x="10684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176950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5337" y="0"/>
                  </a:moveTo>
                  <a:cubicBezTo>
                    <a:pt x="5289" y="0"/>
                    <a:pt x="5242" y="16"/>
                    <a:pt x="5194" y="48"/>
                  </a:cubicBezTo>
                  <a:lnTo>
                    <a:pt x="96" y="5178"/>
                  </a:lnTo>
                  <a:cubicBezTo>
                    <a:pt x="1" y="5241"/>
                    <a:pt x="1" y="5368"/>
                    <a:pt x="96" y="5431"/>
                  </a:cubicBezTo>
                  <a:cubicBezTo>
                    <a:pt x="127" y="5463"/>
                    <a:pt x="159" y="5495"/>
                    <a:pt x="222" y="5495"/>
                  </a:cubicBezTo>
                  <a:cubicBezTo>
                    <a:pt x="254" y="5495"/>
                    <a:pt x="317" y="5463"/>
                    <a:pt x="349" y="5431"/>
                  </a:cubicBezTo>
                  <a:lnTo>
                    <a:pt x="5479" y="301"/>
                  </a:lnTo>
                  <a:cubicBezTo>
                    <a:pt x="5543" y="238"/>
                    <a:pt x="5543" y="111"/>
                    <a:pt x="5479" y="48"/>
                  </a:cubicBezTo>
                  <a:cubicBezTo>
                    <a:pt x="5432" y="16"/>
                    <a:pt x="5384" y="0"/>
                    <a:pt x="533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2663175" y="2024975"/>
              <a:ext cx="255750" cy="429925"/>
            </a:xfrm>
            <a:custGeom>
              <a:avLst/>
              <a:gdLst/>
              <a:ahLst/>
              <a:cxnLst/>
              <a:rect l="l" t="t" r="r" b="b"/>
              <a:pathLst>
                <a:path w="10230" h="17197" extrusionOk="0">
                  <a:moveTo>
                    <a:pt x="1362" y="1"/>
                  </a:moveTo>
                  <a:cubicBezTo>
                    <a:pt x="602" y="1"/>
                    <a:pt x="0" y="634"/>
                    <a:pt x="0" y="1362"/>
                  </a:cubicBezTo>
                  <a:lnTo>
                    <a:pt x="0" y="15803"/>
                  </a:lnTo>
                  <a:cubicBezTo>
                    <a:pt x="0" y="16563"/>
                    <a:pt x="602" y="17197"/>
                    <a:pt x="1362" y="17197"/>
                  </a:cubicBezTo>
                  <a:lnTo>
                    <a:pt x="8836" y="17197"/>
                  </a:lnTo>
                  <a:cubicBezTo>
                    <a:pt x="9596" y="17197"/>
                    <a:pt x="10229" y="16563"/>
                    <a:pt x="10229" y="15803"/>
                  </a:cubicBezTo>
                  <a:lnTo>
                    <a:pt x="10229" y="1362"/>
                  </a:lnTo>
                  <a:cubicBezTo>
                    <a:pt x="10229" y="634"/>
                    <a:pt x="9596" y="1"/>
                    <a:pt x="88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2658425" y="2020225"/>
              <a:ext cx="265250" cy="439425"/>
            </a:xfrm>
            <a:custGeom>
              <a:avLst/>
              <a:gdLst/>
              <a:ahLst/>
              <a:cxnLst/>
              <a:rect l="l" t="t" r="r" b="b"/>
              <a:pathLst>
                <a:path w="10610" h="17577" extrusionOk="0">
                  <a:moveTo>
                    <a:pt x="9026" y="412"/>
                  </a:moveTo>
                  <a:cubicBezTo>
                    <a:pt x="9691" y="412"/>
                    <a:pt x="10198" y="919"/>
                    <a:pt x="10198" y="1552"/>
                  </a:cubicBezTo>
                  <a:lnTo>
                    <a:pt x="10198" y="15993"/>
                  </a:lnTo>
                  <a:cubicBezTo>
                    <a:pt x="10198" y="16658"/>
                    <a:pt x="9691" y="17165"/>
                    <a:pt x="9026" y="17165"/>
                  </a:cubicBezTo>
                  <a:lnTo>
                    <a:pt x="1552" y="17165"/>
                  </a:lnTo>
                  <a:cubicBezTo>
                    <a:pt x="919" y="17165"/>
                    <a:pt x="412" y="16658"/>
                    <a:pt x="412" y="15993"/>
                  </a:cubicBezTo>
                  <a:lnTo>
                    <a:pt x="412" y="1552"/>
                  </a:lnTo>
                  <a:cubicBezTo>
                    <a:pt x="412" y="919"/>
                    <a:pt x="919" y="412"/>
                    <a:pt x="1552" y="412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2"/>
                  </a:cubicBezTo>
                  <a:lnTo>
                    <a:pt x="0" y="15993"/>
                  </a:lnTo>
                  <a:cubicBezTo>
                    <a:pt x="0" y="16880"/>
                    <a:pt x="697" y="17577"/>
                    <a:pt x="1552" y="17577"/>
                  </a:cubicBezTo>
                  <a:lnTo>
                    <a:pt x="9026" y="17577"/>
                  </a:lnTo>
                  <a:cubicBezTo>
                    <a:pt x="9913" y="17577"/>
                    <a:pt x="10609" y="16880"/>
                    <a:pt x="10609" y="15993"/>
                  </a:cubicBezTo>
                  <a:lnTo>
                    <a:pt x="10609" y="1552"/>
                  </a:lnTo>
                  <a:cubicBezTo>
                    <a:pt x="10609" y="697"/>
                    <a:pt x="9913" y="1"/>
                    <a:pt x="90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2682975" y="2044775"/>
              <a:ext cx="216150" cy="342050"/>
            </a:xfrm>
            <a:custGeom>
              <a:avLst/>
              <a:gdLst/>
              <a:ahLst/>
              <a:cxnLst/>
              <a:rect l="l" t="t" r="r" b="b"/>
              <a:pathLst>
                <a:path w="8646" h="13682" extrusionOk="0">
                  <a:moveTo>
                    <a:pt x="538" y="0"/>
                  </a:moveTo>
                  <a:cubicBezTo>
                    <a:pt x="253" y="0"/>
                    <a:pt x="0" y="254"/>
                    <a:pt x="0" y="539"/>
                  </a:cubicBezTo>
                  <a:lnTo>
                    <a:pt x="0" y="13111"/>
                  </a:lnTo>
                  <a:cubicBezTo>
                    <a:pt x="0" y="13428"/>
                    <a:pt x="253" y="13681"/>
                    <a:pt x="538" y="13681"/>
                  </a:cubicBezTo>
                  <a:lnTo>
                    <a:pt x="8076" y="13681"/>
                  </a:lnTo>
                  <a:cubicBezTo>
                    <a:pt x="8392" y="13681"/>
                    <a:pt x="8646" y="13428"/>
                    <a:pt x="8646" y="13111"/>
                  </a:cubicBezTo>
                  <a:lnTo>
                    <a:pt x="8646" y="539"/>
                  </a:lnTo>
                  <a:cubicBezTo>
                    <a:pt x="8646" y="254"/>
                    <a:pt x="8392" y="0"/>
                    <a:pt x="807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2677425" y="2039225"/>
              <a:ext cx="226450" cy="352350"/>
            </a:xfrm>
            <a:custGeom>
              <a:avLst/>
              <a:gdLst/>
              <a:ahLst/>
              <a:cxnLst/>
              <a:rect l="l" t="t" r="r" b="b"/>
              <a:pathLst>
                <a:path w="9058" h="14094" extrusionOk="0">
                  <a:moveTo>
                    <a:pt x="8298" y="412"/>
                  </a:moveTo>
                  <a:cubicBezTo>
                    <a:pt x="8519" y="412"/>
                    <a:pt x="8678" y="571"/>
                    <a:pt x="8678" y="792"/>
                  </a:cubicBezTo>
                  <a:lnTo>
                    <a:pt x="8678" y="13333"/>
                  </a:lnTo>
                  <a:cubicBezTo>
                    <a:pt x="8678" y="13523"/>
                    <a:pt x="8519" y="13682"/>
                    <a:pt x="8298" y="13682"/>
                  </a:cubicBezTo>
                  <a:lnTo>
                    <a:pt x="760" y="13682"/>
                  </a:lnTo>
                  <a:cubicBezTo>
                    <a:pt x="570" y="13682"/>
                    <a:pt x="412" y="13523"/>
                    <a:pt x="412" y="13333"/>
                  </a:cubicBezTo>
                  <a:lnTo>
                    <a:pt x="412" y="792"/>
                  </a:lnTo>
                  <a:cubicBezTo>
                    <a:pt x="412" y="571"/>
                    <a:pt x="570" y="412"/>
                    <a:pt x="760" y="412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lnTo>
                    <a:pt x="0" y="13333"/>
                  </a:lnTo>
                  <a:cubicBezTo>
                    <a:pt x="0" y="13745"/>
                    <a:pt x="349" y="14093"/>
                    <a:pt x="760" y="14093"/>
                  </a:cubicBezTo>
                  <a:lnTo>
                    <a:pt x="8298" y="14093"/>
                  </a:lnTo>
                  <a:cubicBezTo>
                    <a:pt x="8741" y="14093"/>
                    <a:pt x="9058" y="13745"/>
                    <a:pt x="9058" y="13333"/>
                  </a:cubicBezTo>
                  <a:lnTo>
                    <a:pt x="9058" y="761"/>
                  </a:lnTo>
                  <a:cubicBezTo>
                    <a:pt x="9058" y="349"/>
                    <a:pt x="8741" y="1"/>
                    <a:pt x="829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2769275" y="2402625"/>
              <a:ext cx="34050" cy="34075"/>
            </a:xfrm>
            <a:custGeom>
              <a:avLst/>
              <a:gdLst/>
              <a:ahLst/>
              <a:cxnLst/>
              <a:rect l="l" t="t" r="r" b="b"/>
              <a:pathLst>
                <a:path w="1362" h="1363" extrusionOk="0">
                  <a:moveTo>
                    <a:pt x="665" y="1"/>
                  </a:moveTo>
                  <a:cubicBezTo>
                    <a:pt x="317" y="1"/>
                    <a:pt x="0" y="317"/>
                    <a:pt x="0" y="697"/>
                  </a:cubicBezTo>
                  <a:cubicBezTo>
                    <a:pt x="0" y="1046"/>
                    <a:pt x="317" y="1362"/>
                    <a:pt x="665" y="1362"/>
                  </a:cubicBezTo>
                  <a:cubicBezTo>
                    <a:pt x="1045" y="1362"/>
                    <a:pt x="1362" y="1077"/>
                    <a:pt x="1362" y="697"/>
                  </a:cubicBezTo>
                  <a:cubicBezTo>
                    <a:pt x="1362" y="317"/>
                    <a:pt x="1045" y="1"/>
                    <a:pt x="6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2763725" y="2397875"/>
              <a:ext cx="44350" cy="43575"/>
            </a:xfrm>
            <a:custGeom>
              <a:avLst/>
              <a:gdLst/>
              <a:ahLst/>
              <a:cxnLst/>
              <a:rect l="l" t="t" r="r" b="b"/>
              <a:pathLst>
                <a:path w="1774" h="1743" extrusionOk="0">
                  <a:moveTo>
                    <a:pt x="887" y="412"/>
                  </a:moveTo>
                  <a:cubicBezTo>
                    <a:pt x="1172" y="412"/>
                    <a:pt x="1362" y="602"/>
                    <a:pt x="1362" y="887"/>
                  </a:cubicBezTo>
                  <a:cubicBezTo>
                    <a:pt x="1362" y="1141"/>
                    <a:pt x="1172" y="1362"/>
                    <a:pt x="887" y="1362"/>
                  </a:cubicBezTo>
                  <a:cubicBezTo>
                    <a:pt x="634" y="1362"/>
                    <a:pt x="412" y="1141"/>
                    <a:pt x="412" y="887"/>
                  </a:cubicBezTo>
                  <a:cubicBezTo>
                    <a:pt x="412" y="602"/>
                    <a:pt x="634" y="412"/>
                    <a:pt x="887" y="412"/>
                  </a:cubicBezTo>
                  <a:close/>
                  <a:moveTo>
                    <a:pt x="887" y="1"/>
                  </a:moveTo>
                  <a:cubicBezTo>
                    <a:pt x="412" y="1"/>
                    <a:pt x="0" y="381"/>
                    <a:pt x="0" y="887"/>
                  </a:cubicBezTo>
                  <a:cubicBezTo>
                    <a:pt x="0" y="1362"/>
                    <a:pt x="412" y="1743"/>
                    <a:pt x="887" y="1743"/>
                  </a:cubicBezTo>
                  <a:cubicBezTo>
                    <a:pt x="1394" y="1743"/>
                    <a:pt x="1774" y="1362"/>
                    <a:pt x="1774" y="887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2719375" y="20891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223" y="413"/>
                  </a:cubicBezTo>
                  <a:lnTo>
                    <a:pt x="5511" y="413"/>
                  </a:lnTo>
                  <a:cubicBezTo>
                    <a:pt x="5638" y="413"/>
                    <a:pt x="5733" y="318"/>
                    <a:pt x="5701" y="223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2719375" y="21279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17"/>
                    <a:pt x="96" y="412"/>
                    <a:pt x="223" y="412"/>
                  </a:cubicBezTo>
                  <a:lnTo>
                    <a:pt x="5511" y="412"/>
                  </a:lnTo>
                  <a:cubicBezTo>
                    <a:pt x="5638" y="412"/>
                    <a:pt x="5733" y="317"/>
                    <a:pt x="5701" y="222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2719375" y="2167500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0"/>
                  </a:moveTo>
                  <a:cubicBezTo>
                    <a:pt x="96" y="0"/>
                    <a:pt x="1" y="63"/>
                    <a:pt x="1" y="190"/>
                  </a:cubicBezTo>
                  <a:cubicBezTo>
                    <a:pt x="1" y="285"/>
                    <a:pt x="96" y="380"/>
                    <a:pt x="223" y="380"/>
                  </a:cubicBezTo>
                  <a:lnTo>
                    <a:pt x="5511" y="380"/>
                  </a:lnTo>
                  <a:cubicBezTo>
                    <a:pt x="5638" y="380"/>
                    <a:pt x="5701" y="285"/>
                    <a:pt x="5701" y="190"/>
                  </a:cubicBezTo>
                  <a:cubicBezTo>
                    <a:pt x="5701" y="63"/>
                    <a:pt x="5638" y="0"/>
                    <a:pt x="551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2719375" y="2206275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381"/>
                    <a:pt x="223" y="381"/>
                  </a:cubicBezTo>
                  <a:lnTo>
                    <a:pt x="5511" y="381"/>
                  </a:lnTo>
                  <a:cubicBezTo>
                    <a:pt x="5638" y="381"/>
                    <a:pt x="5701" y="318"/>
                    <a:pt x="5701" y="191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2719375" y="2249825"/>
              <a:ext cx="143325" cy="91875"/>
            </a:xfrm>
            <a:custGeom>
              <a:avLst/>
              <a:gdLst/>
              <a:ahLst/>
              <a:cxnLst/>
              <a:rect l="l" t="t" r="r" b="b"/>
              <a:pathLst>
                <a:path w="5733" h="3675" extrusionOk="0">
                  <a:moveTo>
                    <a:pt x="5321" y="381"/>
                  </a:moveTo>
                  <a:lnTo>
                    <a:pt x="5321" y="3294"/>
                  </a:lnTo>
                  <a:lnTo>
                    <a:pt x="413" y="3294"/>
                  </a:lnTo>
                  <a:lnTo>
                    <a:pt x="413" y="381"/>
                  </a:lnTo>
                  <a:close/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484"/>
                  </a:lnTo>
                  <a:cubicBezTo>
                    <a:pt x="1" y="3611"/>
                    <a:pt x="96" y="3674"/>
                    <a:pt x="223" y="3674"/>
                  </a:cubicBezTo>
                  <a:lnTo>
                    <a:pt x="5511" y="3674"/>
                  </a:lnTo>
                  <a:cubicBezTo>
                    <a:pt x="5638" y="3674"/>
                    <a:pt x="5733" y="3611"/>
                    <a:pt x="5701" y="3484"/>
                  </a:cubicBezTo>
                  <a:lnTo>
                    <a:pt x="5701" y="191"/>
                  </a:ln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4537975" y="3886325"/>
              <a:ext cx="161550" cy="69700"/>
            </a:xfrm>
            <a:custGeom>
              <a:avLst/>
              <a:gdLst/>
              <a:ahLst/>
              <a:cxnLst/>
              <a:rect l="l" t="t" r="r" b="b"/>
              <a:pathLst>
                <a:path w="6462" h="2788" extrusionOk="0">
                  <a:moveTo>
                    <a:pt x="5891" y="349"/>
                  </a:moveTo>
                  <a:cubicBezTo>
                    <a:pt x="6018" y="349"/>
                    <a:pt x="6113" y="444"/>
                    <a:pt x="6113" y="570"/>
                  </a:cubicBezTo>
                  <a:lnTo>
                    <a:pt x="6113" y="2439"/>
                  </a:lnTo>
                  <a:lnTo>
                    <a:pt x="349" y="2439"/>
                  </a:lnTo>
                  <a:lnTo>
                    <a:pt x="349" y="570"/>
                  </a:lnTo>
                  <a:cubicBezTo>
                    <a:pt x="349" y="444"/>
                    <a:pt x="444" y="349"/>
                    <a:pt x="571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4"/>
                    <a:pt x="1" y="570"/>
                  </a:cubicBezTo>
                  <a:lnTo>
                    <a:pt x="1" y="2629"/>
                  </a:lnTo>
                  <a:cubicBezTo>
                    <a:pt x="1" y="2724"/>
                    <a:pt x="64" y="2787"/>
                    <a:pt x="159" y="2787"/>
                  </a:cubicBezTo>
                  <a:lnTo>
                    <a:pt x="6303" y="2787"/>
                  </a:lnTo>
                  <a:cubicBezTo>
                    <a:pt x="6398" y="2787"/>
                    <a:pt x="6461" y="2724"/>
                    <a:pt x="6461" y="2629"/>
                  </a:cubicBezTo>
                  <a:lnTo>
                    <a:pt x="6461" y="570"/>
                  </a:lnTo>
                  <a:cubicBezTo>
                    <a:pt x="6461" y="254"/>
                    <a:pt x="6208" y="0"/>
                    <a:pt x="589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4407350" y="3947275"/>
              <a:ext cx="423600" cy="274750"/>
            </a:xfrm>
            <a:custGeom>
              <a:avLst/>
              <a:gdLst/>
              <a:ahLst/>
              <a:cxnLst/>
              <a:rect l="l" t="t" r="r" b="b"/>
              <a:pathLst>
                <a:path w="16944" h="10990" extrusionOk="0">
                  <a:moveTo>
                    <a:pt x="16532" y="349"/>
                  </a:moveTo>
                  <a:lnTo>
                    <a:pt x="14695" y="10641"/>
                  </a:lnTo>
                  <a:lnTo>
                    <a:pt x="2217" y="10641"/>
                  </a:lnTo>
                  <a:lnTo>
                    <a:pt x="380" y="349"/>
                  </a:lnTo>
                  <a:close/>
                  <a:moveTo>
                    <a:pt x="190" y="1"/>
                  </a:moveTo>
                  <a:cubicBezTo>
                    <a:pt x="127" y="1"/>
                    <a:pt x="64" y="32"/>
                    <a:pt x="32" y="64"/>
                  </a:cubicBezTo>
                  <a:cubicBezTo>
                    <a:pt x="0" y="96"/>
                    <a:pt x="0" y="159"/>
                    <a:pt x="0" y="222"/>
                  </a:cubicBezTo>
                  <a:lnTo>
                    <a:pt x="1900" y="10831"/>
                  </a:lnTo>
                  <a:cubicBezTo>
                    <a:pt x="1900" y="10926"/>
                    <a:pt x="1964" y="10990"/>
                    <a:pt x="2059" y="10990"/>
                  </a:cubicBezTo>
                  <a:lnTo>
                    <a:pt x="14853" y="10990"/>
                  </a:lnTo>
                  <a:cubicBezTo>
                    <a:pt x="14948" y="10990"/>
                    <a:pt x="15011" y="10926"/>
                    <a:pt x="15043" y="10831"/>
                  </a:cubicBezTo>
                  <a:lnTo>
                    <a:pt x="16912" y="222"/>
                  </a:lnTo>
                  <a:cubicBezTo>
                    <a:pt x="16943" y="159"/>
                    <a:pt x="16912" y="96"/>
                    <a:pt x="16880" y="64"/>
                  </a:cubicBezTo>
                  <a:cubicBezTo>
                    <a:pt x="16848" y="32"/>
                    <a:pt x="16785" y="1"/>
                    <a:pt x="1675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4416850" y="3990025"/>
              <a:ext cx="406175" cy="8750"/>
            </a:xfrm>
            <a:custGeom>
              <a:avLst/>
              <a:gdLst/>
              <a:ahLst/>
              <a:cxnLst/>
              <a:rect l="l" t="t" r="r" b="b"/>
              <a:pathLst>
                <a:path w="16247" h="350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49"/>
                    <a:pt x="159" y="349"/>
                  </a:cubicBezTo>
                  <a:lnTo>
                    <a:pt x="16057" y="349"/>
                  </a:lnTo>
                  <a:cubicBezTo>
                    <a:pt x="16152" y="349"/>
                    <a:pt x="16247" y="286"/>
                    <a:pt x="16247" y="191"/>
                  </a:cubicBezTo>
                  <a:cubicBezTo>
                    <a:pt x="16247" y="96"/>
                    <a:pt x="16152" y="1"/>
                    <a:pt x="160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4422400" y="4034375"/>
              <a:ext cx="392700" cy="8725"/>
            </a:xfrm>
            <a:custGeom>
              <a:avLst/>
              <a:gdLst/>
              <a:ahLst/>
              <a:cxnLst/>
              <a:rect l="l" t="t" r="r" b="b"/>
              <a:pathLst>
                <a:path w="1570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15518" y="349"/>
                  </a:lnTo>
                  <a:cubicBezTo>
                    <a:pt x="15613" y="349"/>
                    <a:pt x="15708" y="285"/>
                    <a:pt x="15708" y="190"/>
                  </a:cubicBezTo>
                  <a:cubicBezTo>
                    <a:pt x="15708" y="95"/>
                    <a:pt x="15613" y="0"/>
                    <a:pt x="155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4430300" y="4078700"/>
              <a:ext cx="376900" cy="8750"/>
            </a:xfrm>
            <a:custGeom>
              <a:avLst/>
              <a:gdLst/>
              <a:ahLst/>
              <a:cxnLst/>
              <a:rect l="l" t="t" r="r" b="b"/>
              <a:pathLst>
                <a:path w="15076" h="35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14885" y="349"/>
                  </a:lnTo>
                  <a:cubicBezTo>
                    <a:pt x="14980" y="349"/>
                    <a:pt x="15075" y="286"/>
                    <a:pt x="15075" y="191"/>
                  </a:cubicBezTo>
                  <a:cubicBezTo>
                    <a:pt x="15075" y="96"/>
                    <a:pt x="14980" y="1"/>
                    <a:pt x="1488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4439800" y="4123050"/>
              <a:ext cx="359475" cy="8725"/>
            </a:xfrm>
            <a:custGeom>
              <a:avLst/>
              <a:gdLst/>
              <a:ahLst/>
              <a:cxnLst/>
              <a:rect l="l" t="t" r="r" b="b"/>
              <a:pathLst>
                <a:path w="14379" h="349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lnTo>
                    <a:pt x="14188" y="349"/>
                  </a:lnTo>
                  <a:cubicBezTo>
                    <a:pt x="14284" y="349"/>
                    <a:pt x="14379" y="285"/>
                    <a:pt x="14379" y="190"/>
                  </a:cubicBezTo>
                  <a:cubicBezTo>
                    <a:pt x="14379" y="95"/>
                    <a:pt x="14284" y="0"/>
                    <a:pt x="1418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4446150" y="4168175"/>
              <a:ext cx="345200" cy="8725"/>
            </a:xfrm>
            <a:custGeom>
              <a:avLst/>
              <a:gdLst/>
              <a:ahLst/>
              <a:cxnLst/>
              <a:rect l="l" t="t" r="r" b="b"/>
              <a:pathLst>
                <a:path w="13808" h="349" extrusionOk="0">
                  <a:moveTo>
                    <a:pt x="190" y="0"/>
                  </a:moveTo>
                  <a:cubicBezTo>
                    <a:pt x="95" y="0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13618" y="349"/>
                  </a:lnTo>
                  <a:cubicBezTo>
                    <a:pt x="13713" y="349"/>
                    <a:pt x="13808" y="254"/>
                    <a:pt x="13808" y="159"/>
                  </a:cubicBezTo>
                  <a:cubicBezTo>
                    <a:pt x="13808" y="64"/>
                    <a:pt x="13713" y="0"/>
                    <a:pt x="136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44540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59" y="1"/>
                  </a:moveTo>
                  <a:cubicBezTo>
                    <a:pt x="64" y="32"/>
                    <a:pt x="1" y="127"/>
                    <a:pt x="1" y="222"/>
                  </a:cubicBezTo>
                  <a:lnTo>
                    <a:pt x="1743" y="10831"/>
                  </a:lnTo>
                  <a:cubicBezTo>
                    <a:pt x="1774" y="10926"/>
                    <a:pt x="1838" y="10990"/>
                    <a:pt x="1933" y="10990"/>
                  </a:cubicBezTo>
                  <a:lnTo>
                    <a:pt x="1964" y="10990"/>
                  </a:lnTo>
                  <a:cubicBezTo>
                    <a:pt x="2059" y="10958"/>
                    <a:pt x="2123" y="10863"/>
                    <a:pt x="2091" y="10768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4504725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59" y="1"/>
                  </a:moveTo>
                  <a:cubicBezTo>
                    <a:pt x="64" y="32"/>
                    <a:pt x="1" y="96"/>
                    <a:pt x="1" y="191"/>
                  </a:cubicBezTo>
                  <a:lnTo>
                    <a:pt x="1267" y="10831"/>
                  </a:lnTo>
                  <a:cubicBezTo>
                    <a:pt x="1267" y="10926"/>
                    <a:pt x="1331" y="10990"/>
                    <a:pt x="1426" y="10990"/>
                  </a:cubicBezTo>
                  <a:lnTo>
                    <a:pt x="1457" y="10990"/>
                  </a:lnTo>
                  <a:cubicBezTo>
                    <a:pt x="1552" y="10958"/>
                    <a:pt x="1616" y="10895"/>
                    <a:pt x="1616" y="10800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4613975" y="3947275"/>
              <a:ext cx="8750" cy="274750"/>
            </a:xfrm>
            <a:custGeom>
              <a:avLst/>
              <a:gdLst/>
              <a:ahLst/>
              <a:cxnLst/>
              <a:rect l="l" t="t" r="r" b="b"/>
              <a:pathLst>
                <a:path w="350" h="1099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800"/>
                  </a:lnTo>
                  <a:cubicBezTo>
                    <a:pt x="1" y="10895"/>
                    <a:pt x="96" y="10990"/>
                    <a:pt x="191" y="10990"/>
                  </a:cubicBezTo>
                  <a:cubicBezTo>
                    <a:pt x="286" y="10990"/>
                    <a:pt x="349" y="10895"/>
                    <a:pt x="349" y="10800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4558575" y="3947275"/>
              <a:ext cx="26925" cy="274750"/>
            </a:xfrm>
            <a:custGeom>
              <a:avLst/>
              <a:gdLst/>
              <a:ahLst/>
              <a:cxnLst/>
              <a:rect l="l" t="t" r="r" b="b"/>
              <a:pathLst>
                <a:path w="1077" h="1099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697" y="10800"/>
                  </a:lnTo>
                  <a:cubicBezTo>
                    <a:pt x="729" y="10895"/>
                    <a:pt x="792" y="10990"/>
                    <a:pt x="887" y="10990"/>
                  </a:cubicBezTo>
                  <a:cubicBezTo>
                    <a:pt x="982" y="10958"/>
                    <a:pt x="1077" y="10895"/>
                    <a:pt x="1045" y="10800"/>
                  </a:cubicBezTo>
                  <a:lnTo>
                    <a:pt x="348" y="159"/>
                  </a:lnTo>
                  <a:cubicBezTo>
                    <a:pt x="348" y="64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47319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964" y="1"/>
                  </a:moveTo>
                  <a:cubicBezTo>
                    <a:pt x="1869" y="1"/>
                    <a:pt x="1774" y="64"/>
                    <a:pt x="1774" y="159"/>
                  </a:cubicBezTo>
                  <a:lnTo>
                    <a:pt x="32" y="10768"/>
                  </a:lnTo>
                  <a:cubicBezTo>
                    <a:pt x="1" y="10863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86" y="10990"/>
                    <a:pt x="349" y="10926"/>
                    <a:pt x="381" y="10831"/>
                  </a:cubicBezTo>
                  <a:lnTo>
                    <a:pt x="2091" y="222"/>
                  </a:lnTo>
                  <a:cubicBezTo>
                    <a:pt x="2122" y="127"/>
                    <a:pt x="2059" y="32"/>
                    <a:pt x="196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4693950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457" y="1"/>
                  </a:moveTo>
                  <a:cubicBezTo>
                    <a:pt x="1362" y="1"/>
                    <a:pt x="1267" y="64"/>
                    <a:pt x="1236" y="159"/>
                  </a:cubicBezTo>
                  <a:lnTo>
                    <a:pt x="1" y="10800"/>
                  </a:lnTo>
                  <a:cubicBezTo>
                    <a:pt x="1" y="10895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54" y="10990"/>
                    <a:pt x="349" y="10926"/>
                    <a:pt x="349" y="10831"/>
                  </a:cubicBezTo>
                  <a:lnTo>
                    <a:pt x="1584" y="191"/>
                  </a:lnTo>
                  <a:cubicBezTo>
                    <a:pt x="1616" y="96"/>
                    <a:pt x="1552" y="32"/>
                    <a:pt x="14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4653575" y="3947275"/>
              <a:ext cx="26950" cy="274750"/>
            </a:xfrm>
            <a:custGeom>
              <a:avLst/>
              <a:gdLst/>
              <a:ahLst/>
              <a:cxnLst/>
              <a:rect l="l" t="t" r="r" b="b"/>
              <a:pathLst>
                <a:path w="1078" h="10990" extrusionOk="0">
                  <a:moveTo>
                    <a:pt x="887" y="1"/>
                  </a:moveTo>
                  <a:cubicBezTo>
                    <a:pt x="792" y="1"/>
                    <a:pt x="729" y="64"/>
                    <a:pt x="697" y="159"/>
                  </a:cubicBezTo>
                  <a:lnTo>
                    <a:pt x="32" y="10800"/>
                  </a:lnTo>
                  <a:cubicBezTo>
                    <a:pt x="0" y="10895"/>
                    <a:pt x="95" y="10958"/>
                    <a:pt x="190" y="10990"/>
                  </a:cubicBezTo>
                  <a:cubicBezTo>
                    <a:pt x="285" y="10990"/>
                    <a:pt x="349" y="10895"/>
                    <a:pt x="380" y="10800"/>
                  </a:cubicBezTo>
                  <a:lnTo>
                    <a:pt x="1045" y="191"/>
                  </a:lnTo>
                  <a:cubicBezTo>
                    <a:pt x="1077" y="96"/>
                    <a:pt x="982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4790550" y="2998000"/>
              <a:ext cx="410925" cy="289800"/>
            </a:xfrm>
            <a:custGeom>
              <a:avLst/>
              <a:gdLst/>
              <a:ahLst/>
              <a:cxnLst/>
              <a:rect l="l" t="t" r="r" b="b"/>
              <a:pathLst>
                <a:path w="16437" h="11592" extrusionOk="0">
                  <a:moveTo>
                    <a:pt x="1204" y="1"/>
                  </a:moveTo>
                  <a:cubicBezTo>
                    <a:pt x="539" y="1"/>
                    <a:pt x="0" y="507"/>
                    <a:pt x="0" y="1172"/>
                  </a:cubicBezTo>
                  <a:lnTo>
                    <a:pt x="0" y="10388"/>
                  </a:lnTo>
                  <a:cubicBezTo>
                    <a:pt x="0" y="11053"/>
                    <a:pt x="539" y="11592"/>
                    <a:pt x="1204" y="11592"/>
                  </a:cubicBezTo>
                  <a:lnTo>
                    <a:pt x="15265" y="11592"/>
                  </a:lnTo>
                  <a:cubicBezTo>
                    <a:pt x="15898" y="11592"/>
                    <a:pt x="16436" y="11053"/>
                    <a:pt x="16436" y="10388"/>
                  </a:cubicBezTo>
                  <a:lnTo>
                    <a:pt x="16436" y="1172"/>
                  </a:lnTo>
                  <a:cubicBezTo>
                    <a:pt x="16436" y="507"/>
                    <a:pt x="15898" y="1"/>
                    <a:pt x="152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4785000" y="2991675"/>
              <a:ext cx="422800" cy="301675"/>
            </a:xfrm>
            <a:custGeom>
              <a:avLst/>
              <a:gdLst/>
              <a:ahLst/>
              <a:cxnLst/>
              <a:rect l="l" t="t" r="r" b="b"/>
              <a:pathLst>
                <a:path w="16912" h="12067" extrusionOk="0">
                  <a:moveTo>
                    <a:pt x="15487" y="475"/>
                  </a:moveTo>
                  <a:cubicBezTo>
                    <a:pt x="15993" y="475"/>
                    <a:pt x="16405" y="919"/>
                    <a:pt x="16405" y="1425"/>
                  </a:cubicBezTo>
                  <a:lnTo>
                    <a:pt x="16405" y="10641"/>
                  </a:lnTo>
                  <a:cubicBezTo>
                    <a:pt x="16405" y="11179"/>
                    <a:pt x="15993" y="11591"/>
                    <a:pt x="15487" y="11591"/>
                  </a:cubicBezTo>
                  <a:lnTo>
                    <a:pt x="1426" y="11591"/>
                  </a:lnTo>
                  <a:cubicBezTo>
                    <a:pt x="887" y="11591"/>
                    <a:pt x="476" y="11179"/>
                    <a:pt x="476" y="10641"/>
                  </a:cubicBezTo>
                  <a:lnTo>
                    <a:pt x="476" y="1425"/>
                  </a:lnTo>
                  <a:cubicBezTo>
                    <a:pt x="476" y="919"/>
                    <a:pt x="887" y="475"/>
                    <a:pt x="1426" y="475"/>
                  </a:cubicBezTo>
                  <a:close/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lnTo>
                    <a:pt x="0" y="10641"/>
                  </a:lnTo>
                  <a:cubicBezTo>
                    <a:pt x="0" y="11433"/>
                    <a:pt x="634" y="12066"/>
                    <a:pt x="1426" y="12066"/>
                  </a:cubicBezTo>
                  <a:lnTo>
                    <a:pt x="15487" y="12066"/>
                  </a:lnTo>
                  <a:cubicBezTo>
                    <a:pt x="16278" y="12066"/>
                    <a:pt x="16912" y="11433"/>
                    <a:pt x="16912" y="10641"/>
                  </a:cubicBezTo>
                  <a:lnTo>
                    <a:pt x="16912" y="1425"/>
                  </a:lnTo>
                  <a:cubicBezTo>
                    <a:pt x="16912" y="634"/>
                    <a:pt x="16278" y="0"/>
                    <a:pt x="154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4790550" y="3051050"/>
              <a:ext cx="410925" cy="39600"/>
            </a:xfrm>
            <a:custGeom>
              <a:avLst/>
              <a:gdLst/>
              <a:ahLst/>
              <a:cxnLst/>
              <a:rect l="l" t="t" r="r" b="b"/>
              <a:pathLst>
                <a:path w="16437" h="1584" extrusionOk="0">
                  <a:moveTo>
                    <a:pt x="0" y="1"/>
                  </a:moveTo>
                  <a:lnTo>
                    <a:pt x="0" y="1584"/>
                  </a:lnTo>
                  <a:lnTo>
                    <a:pt x="16436" y="1584"/>
                  </a:lnTo>
                  <a:lnTo>
                    <a:pt x="16436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4785000" y="3044725"/>
              <a:ext cx="422800" cy="52275"/>
            </a:xfrm>
            <a:custGeom>
              <a:avLst/>
              <a:gdLst/>
              <a:ahLst/>
              <a:cxnLst/>
              <a:rect l="l" t="t" r="r" b="b"/>
              <a:pathLst>
                <a:path w="16912" h="2091" extrusionOk="0">
                  <a:moveTo>
                    <a:pt x="16405" y="507"/>
                  </a:moveTo>
                  <a:lnTo>
                    <a:pt x="16405" y="1584"/>
                  </a:lnTo>
                  <a:lnTo>
                    <a:pt x="476" y="1584"/>
                  </a:lnTo>
                  <a:lnTo>
                    <a:pt x="476" y="507"/>
                  </a:lnTo>
                  <a:close/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1837"/>
                  </a:lnTo>
                  <a:cubicBezTo>
                    <a:pt x="0" y="1964"/>
                    <a:pt x="95" y="2090"/>
                    <a:pt x="222" y="2090"/>
                  </a:cubicBezTo>
                  <a:lnTo>
                    <a:pt x="16658" y="2090"/>
                  </a:lnTo>
                  <a:cubicBezTo>
                    <a:pt x="16785" y="2090"/>
                    <a:pt x="16912" y="1964"/>
                    <a:pt x="16912" y="1837"/>
                  </a:cubicBezTo>
                  <a:lnTo>
                    <a:pt x="16912" y="254"/>
                  </a:lnTo>
                  <a:cubicBezTo>
                    <a:pt x="16912" y="127"/>
                    <a:pt x="16785" y="0"/>
                    <a:pt x="1665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4837250" y="3214150"/>
              <a:ext cx="239925" cy="21400"/>
            </a:xfrm>
            <a:custGeom>
              <a:avLst/>
              <a:gdLst/>
              <a:ahLst/>
              <a:cxnLst/>
              <a:rect l="l" t="t" r="r" b="b"/>
              <a:pathLst>
                <a:path w="9597" h="856" extrusionOk="0">
                  <a:moveTo>
                    <a:pt x="1" y="0"/>
                  </a:moveTo>
                  <a:lnTo>
                    <a:pt x="1" y="855"/>
                  </a:lnTo>
                  <a:lnTo>
                    <a:pt x="9596" y="855"/>
                  </a:lnTo>
                  <a:lnTo>
                    <a:pt x="959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4830925" y="3207800"/>
              <a:ext cx="252575" cy="34075"/>
            </a:xfrm>
            <a:custGeom>
              <a:avLst/>
              <a:gdLst/>
              <a:ahLst/>
              <a:cxnLst/>
              <a:rect l="l" t="t" r="r" b="b"/>
              <a:pathLst>
                <a:path w="10103" h="1363" extrusionOk="0">
                  <a:moveTo>
                    <a:pt x="9628" y="508"/>
                  </a:moveTo>
                  <a:lnTo>
                    <a:pt x="9628" y="856"/>
                  </a:lnTo>
                  <a:lnTo>
                    <a:pt x="507" y="856"/>
                  </a:lnTo>
                  <a:lnTo>
                    <a:pt x="507" y="508"/>
                  </a:lnTo>
                  <a:close/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109"/>
                  </a:lnTo>
                  <a:cubicBezTo>
                    <a:pt x="0" y="1236"/>
                    <a:pt x="127" y="1363"/>
                    <a:pt x="254" y="1363"/>
                  </a:cubicBezTo>
                  <a:lnTo>
                    <a:pt x="9849" y="1363"/>
                  </a:lnTo>
                  <a:cubicBezTo>
                    <a:pt x="10008" y="1363"/>
                    <a:pt x="10103" y="1236"/>
                    <a:pt x="10103" y="1109"/>
                  </a:cubicBezTo>
                  <a:lnTo>
                    <a:pt x="10103" y="254"/>
                  </a:lnTo>
                  <a:cubicBezTo>
                    <a:pt x="10103" y="128"/>
                    <a:pt x="10008" y="1"/>
                    <a:pt x="984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4837250" y="3166650"/>
              <a:ext cx="169450" cy="21400"/>
            </a:xfrm>
            <a:custGeom>
              <a:avLst/>
              <a:gdLst/>
              <a:ahLst/>
              <a:cxnLst/>
              <a:rect l="l" t="t" r="r" b="b"/>
              <a:pathLst>
                <a:path w="6778" h="856" extrusionOk="0">
                  <a:moveTo>
                    <a:pt x="1" y="0"/>
                  </a:moveTo>
                  <a:lnTo>
                    <a:pt x="1" y="855"/>
                  </a:lnTo>
                  <a:lnTo>
                    <a:pt x="6778" y="855"/>
                  </a:lnTo>
                  <a:lnTo>
                    <a:pt x="677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4830925" y="3161100"/>
              <a:ext cx="182125" cy="33275"/>
            </a:xfrm>
            <a:custGeom>
              <a:avLst/>
              <a:gdLst/>
              <a:ahLst/>
              <a:cxnLst/>
              <a:rect l="l" t="t" r="r" b="b"/>
              <a:pathLst>
                <a:path w="7285" h="1331" extrusionOk="0">
                  <a:moveTo>
                    <a:pt x="6777" y="476"/>
                  </a:moveTo>
                  <a:lnTo>
                    <a:pt x="6777" y="856"/>
                  </a:lnTo>
                  <a:lnTo>
                    <a:pt x="507" y="856"/>
                  </a:lnTo>
                  <a:lnTo>
                    <a:pt x="507" y="476"/>
                  </a:lnTo>
                  <a:close/>
                  <a:moveTo>
                    <a:pt x="254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7"/>
                  </a:lnTo>
                  <a:cubicBezTo>
                    <a:pt x="0" y="1236"/>
                    <a:pt x="127" y="1331"/>
                    <a:pt x="254" y="1331"/>
                  </a:cubicBezTo>
                  <a:lnTo>
                    <a:pt x="7031" y="1331"/>
                  </a:lnTo>
                  <a:cubicBezTo>
                    <a:pt x="7157" y="1331"/>
                    <a:pt x="7284" y="1236"/>
                    <a:pt x="7284" y="1077"/>
                  </a:cubicBezTo>
                  <a:lnTo>
                    <a:pt x="7284" y="222"/>
                  </a:lnTo>
                  <a:cubicBezTo>
                    <a:pt x="7284" y="96"/>
                    <a:pt x="7157" y="1"/>
                    <a:pt x="703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2590325" y="3921950"/>
              <a:ext cx="411725" cy="263675"/>
            </a:xfrm>
            <a:custGeom>
              <a:avLst/>
              <a:gdLst/>
              <a:ahLst/>
              <a:cxnLst/>
              <a:rect l="l" t="t" r="r" b="b"/>
              <a:pathLst>
                <a:path w="16469" h="10547" extrusionOk="0">
                  <a:moveTo>
                    <a:pt x="1" y="0"/>
                  </a:moveTo>
                  <a:lnTo>
                    <a:pt x="1" y="10546"/>
                  </a:lnTo>
                  <a:lnTo>
                    <a:pt x="16469" y="10546"/>
                  </a:lnTo>
                  <a:lnTo>
                    <a:pt x="16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2584800" y="3916400"/>
              <a:ext cx="422800" cy="274750"/>
            </a:xfrm>
            <a:custGeom>
              <a:avLst/>
              <a:gdLst/>
              <a:ahLst/>
              <a:cxnLst/>
              <a:rect l="l" t="t" r="r" b="b"/>
              <a:pathLst>
                <a:path w="16912" h="10990" extrusionOk="0">
                  <a:moveTo>
                    <a:pt x="16500" y="444"/>
                  </a:moveTo>
                  <a:lnTo>
                    <a:pt x="16500" y="10578"/>
                  </a:lnTo>
                  <a:lnTo>
                    <a:pt x="443" y="10578"/>
                  </a:lnTo>
                  <a:lnTo>
                    <a:pt x="443" y="444"/>
                  </a:lnTo>
                  <a:close/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68"/>
                  </a:lnTo>
                  <a:cubicBezTo>
                    <a:pt x="0" y="10895"/>
                    <a:pt x="95" y="10990"/>
                    <a:pt x="222" y="10990"/>
                  </a:cubicBezTo>
                  <a:lnTo>
                    <a:pt x="16721" y="10990"/>
                  </a:lnTo>
                  <a:cubicBezTo>
                    <a:pt x="16816" y="10990"/>
                    <a:pt x="16911" y="10895"/>
                    <a:pt x="16911" y="10768"/>
                  </a:cubicBezTo>
                  <a:lnTo>
                    <a:pt x="16911" y="222"/>
                  </a:lnTo>
                  <a:cubicBezTo>
                    <a:pt x="16911" y="96"/>
                    <a:pt x="16816" y="1"/>
                    <a:pt x="167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2627550" y="4015375"/>
              <a:ext cx="234375" cy="26150"/>
            </a:xfrm>
            <a:custGeom>
              <a:avLst/>
              <a:gdLst/>
              <a:ahLst/>
              <a:cxnLst/>
              <a:rect l="l" t="t" r="r" b="b"/>
              <a:pathLst>
                <a:path w="9375" h="1046" extrusionOk="0">
                  <a:moveTo>
                    <a:pt x="0" y="0"/>
                  </a:moveTo>
                  <a:lnTo>
                    <a:pt x="0" y="1045"/>
                  </a:lnTo>
                  <a:lnTo>
                    <a:pt x="9374" y="1045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2622000" y="4009825"/>
              <a:ext cx="245450" cy="37225"/>
            </a:xfrm>
            <a:custGeom>
              <a:avLst/>
              <a:gdLst/>
              <a:ahLst/>
              <a:cxnLst/>
              <a:rect l="l" t="t" r="r" b="b"/>
              <a:pathLst>
                <a:path w="9818" h="1489" extrusionOk="0">
                  <a:moveTo>
                    <a:pt x="9375" y="444"/>
                  </a:moveTo>
                  <a:lnTo>
                    <a:pt x="9375" y="1077"/>
                  </a:lnTo>
                  <a:lnTo>
                    <a:pt x="444" y="1077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1267"/>
                  </a:lnTo>
                  <a:cubicBezTo>
                    <a:pt x="1" y="1394"/>
                    <a:pt x="96" y="1489"/>
                    <a:pt x="222" y="1489"/>
                  </a:cubicBezTo>
                  <a:lnTo>
                    <a:pt x="9596" y="1489"/>
                  </a:lnTo>
                  <a:cubicBezTo>
                    <a:pt x="9723" y="1489"/>
                    <a:pt x="9818" y="1394"/>
                    <a:pt x="9818" y="1267"/>
                  </a:cubicBezTo>
                  <a:lnTo>
                    <a:pt x="9818" y="222"/>
                  </a:lnTo>
                  <a:cubicBezTo>
                    <a:pt x="9818" y="96"/>
                    <a:pt x="9723" y="1"/>
                    <a:pt x="959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2627550" y="4072375"/>
              <a:ext cx="338075" cy="79200"/>
            </a:xfrm>
            <a:custGeom>
              <a:avLst/>
              <a:gdLst/>
              <a:ahLst/>
              <a:cxnLst/>
              <a:rect l="l" t="t" r="r" b="b"/>
              <a:pathLst>
                <a:path w="13523" h="3168" extrusionOk="0">
                  <a:moveTo>
                    <a:pt x="0" y="0"/>
                  </a:moveTo>
                  <a:lnTo>
                    <a:pt x="0" y="3167"/>
                  </a:lnTo>
                  <a:lnTo>
                    <a:pt x="13523" y="316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2622000" y="4066825"/>
              <a:ext cx="349175" cy="90275"/>
            </a:xfrm>
            <a:custGeom>
              <a:avLst/>
              <a:gdLst/>
              <a:ahLst/>
              <a:cxnLst/>
              <a:rect l="l" t="t" r="r" b="b"/>
              <a:pathLst>
                <a:path w="13967" h="3611" extrusionOk="0">
                  <a:moveTo>
                    <a:pt x="13523" y="444"/>
                  </a:moveTo>
                  <a:lnTo>
                    <a:pt x="13523" y="3168"/>
                  </a:lnTo>
                  <a:lnTo>
                    <a:pt x="444" y="3168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3389"/>
                  </a:lnTo>
                  <a:cubicBezTo>
                    <a:pt x="1" y="3516"/>
                    <a:pt x="96" y="3611"/>
                    <a:pt x="222" y="3611"/>
                  </a:cubicBezTo>
                  <a:lnTo>
                    <a:pt x="13745" y="3611"/>
                  </a:lnTo>
                  <a:cubicBezTo>
                    <a:pt x="13872" y="3611"/>
                    <a:pt x="13967" y="3516"/>
                    <a:pt x="13967" y="3389"/>
                  </a:cubicBezTo>
                  <a:lnTo>
                    <a:pt x="13967" y="222"/>
                  </a:lnTo>
                  <a:cubicBezTo>
                    <a:pt x="13967" y="127"/>
                    <a:pt x="13872" y="1"/>
                    <a:pt x="1374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2622000" y="3965500"/>
              <a:ext cx="254175" cy="11100"/>
            </a:xfrm>
            <a:custGeom>
              <a:avLst/>
              <a:gdLst/>
              <a:ahLst/>
              <a:cxnLst/>
              <a:rect l="l" t="t" r="r" b="b"/>
              <a:pathLst>
                <a:path w="10167" h="444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48"/>
                    <a:pt x="96" y="443"/>
                    <a:pt x="222" y="443"/>
                  </a:cubicBezTo>
                  <a:lnTo>
                    <a:pt x="9945" y="443"/>
                  </a:lnTo>
                  <a:cubicBezTo>
                    <a:pt x="10071" y="443"/>
                    <a:pt x="10166" y="348"/>
                    <a:pt x="10166" y="222"/>
                  </a:cubicBezTo>
                  <a:cubicBezTo>
                    <a:pt x="10166" y="95"/>
                    <a:pt x="10071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2892775" y="3965500"/>
              <a:ext cx="78400" cy="11100"/>
            </a:xfrm>
            <a:custGeom>
              <a:avLst/>
              <a:gdLst/>
              <a:ahLst/>
              <a:cxnLst/>
              <a:rect l="l" t="t" r="r" b="b"/>
              <a:pathLst>
                <a:path w="3136" h="444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8"/>
                    <a:pt x="95" y="443"/>
                    <a:pt x="222" y="443"/>
                  </a:cubicBezTo>
                  <a:lnTo>
                    <a:pt x="2914" y="443"/>
                  </a:lnTo>
                  <a:cubicBezTo>
                    <a:pt x="3041" y="443"/>
                    <a:pt x="3136" y="348"/>
                    <a:pt x="3136" y="222"/>
                  </a:cubicBezTo>
                  <a:cubicBezTo>
                    <a:pt x="3136" y="95"/>
                    <a:pt x="3041" y="0"/>
                    <a:pt x="29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3567325" y="3476200"/>
              <a:ext cx="300075" cy="68900"/>
            </a:xfrm>
            <a:custGeom>
              <a:avLst/>
              <a:gdLst/>
              <a:ahLst/>
              <a:cxnLst/>
              <a:rect l="l" t="t" r="r" b="b"/>
              <a:pathLst>
                <a:path w="12003" h="2756" extrusionOk="0">
                  <a:moveTo>
                    <a:pt x="10578" y="349"/>
                  </a:moveTo>
                  <a:cubicBezTo>
                    <a:pt x="10546" y="761"/>
                    <a:pt x="10578" y="1679"/>
                    <a:pt x="11338" y="2408"/>
                  </a:cubicBezTo>
                  <a:lnTo>
                    <a:pt x="729" y="2408"/>
                  </a:lnTo>
                  <a:cubicBezTo>
                    <a:pt x="1141" y="2059"/>
                    <a:pt x="1647" y="1363"/>
                    <a:pt x="1584" y="349"/>
                  </a:cubicBezTo>
                  <a:close/>
                  <a:moveTo>
                    <a:pt x="1394" y="1"/>
                  </a:moveTo>
                  <a:cubicBezTo>
                    <a:pt x="1331" y="1"/>
                    <a:pt x="1267" y="32"/>
                    <a:pt x="1236" y="64"/>
                  </a:cubicBezTo>
                  <a:cubicBezTo>
                    <a:pt x="1204" y="96"/>
                    <a:pt x="1204" y="159"/>
                    <a:pt x="1204" y="222"/>
                  </a:cubicBezTo>
                  <a:cubicBezTo>
                    <a:pt x="1457" y="1679"/>
                    <a:pt x="159" y="2408"/>
                    <a:pt x="127" y="2439"/>
                  </a:cubicBezTo>
                  <a:cubicBezTo>
                    <a:pt x="32" y="2471"/>
                    <a:pt x="0" y="2566"/>
                    <a:pt x="32" y="2629"/>
                  </a:cubicBezTo>
                  <a:cubicBezTo>
                    <a:pt x="64" y="2724"/>
                    <a:pt x="127" y="2756"/>
                    <a:pt x="190" y="2756"/>
                  </a:cubicBezTo>
                  <a:lnTo>
                    <a:pt x="11813" y="2756"/>
                  </a:lnTo>
                  <a:cubicBezTo>
                    <a:pt x="11876" y="2756"/>
                    <a:pt x="11971" y="2724"/>
                    <a:pt x="11971" y="2661"/>
                  </a:cubicBezTo>
                  <a:cubicBezTo>
                    <a:pt x="12003" y="2566"/>
                    <a:pt x="11971" y="2503"/>
                    <a:pt x="11908" y="2439"/>
                  </a:cubicBezTo>
                  <a:cubicBezTo>
                    <a:pt x="10705" y="1616"/>
                    <a:pt x="10926" y="286"/>
                    <a:pt x="10926" y="222"/>
                  </a:cubicBezTo>
                  <a:cubicBezTo>
                    <a:pt x="10958" y="159"/>
                    <a:pt x="10926" y="96"/>
                    <a:pt x="10895" y="64"/>
                  </a:cubicBezTo>
                  <a:cubicBezTo>
                    <a:pt x="10863" y="32"/>
                    <a:pt x="10831" y="1"/>
                    <a:pt x="107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3538025" y="3539550"/>
              <a:ext cx="362650" cy="14275"/>
            </a:xfrm>
            <a:custGeom>
              <a:avLst/>
              <a:gdLst/>
              <a:ahLst/>
              <a:cxnLst/>
              <a:rect l="l" t="t" r="r" b="b"/>
              <a:pathLst>
                <a:path w="14506" h="571" extrusionOk="0">
                  <a:moveTo>
                    <a:pt x="254" y="0"/>
                  </a:moveTo>
                  <a:cubicBezTo>
                    <a:pt x="96" y="0"/>
                    <a:pt x="1" y="127"/>
                    <a:pt x="1" y="254"/>
                  </a:cubicBezTo>
                  <a:lnTo>
                    <a:pt x="1" y="317"/>
                  </a:lnTo>
                  <a:cubicBezTo>
                    <a:pt x="1" y="444"/>
                    <a:pt x="96" y="570"/>
                    <a:pt x="254" y="570"/>
                  </a:cubicBezTo>
                  <a:lnTo>
                    <a:pt x="14252" y="570"/>
                  </a:lnTo>
                  <a:cubicBezTo>
                    <a:pt x="14378" y="570"/>
                    <a:pt x="14505" y="444"/>
                    <a:pt x="14505" y="317"/>
                  </a:cubicBezTo>
                  <a:lnTo>
                    <a:pt x="14505" y="254"/>
                  </a:lnTo>
                  <a:cubicBezTo>
                    <a:pt x="14505" y="127"/>
                    <a:pt x="14378" y="0"/>
                    <a:pt x="14252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3533275" y="3535575"/>
              <a:ext cx="371350" cy="22200"/>
            </a:xfrm>
            <a:custGeom>
              <a:avLst/>
              <a:gdLst/>
              <a:ahLst/>
              <a:cxnLst/>
              <a:rect l="l" t="t" r="r" b="b"/>
              <a:pathLst>
                <a:path w="14854" h="888" extrusionOk="0">
                  <a:moveTo>
                    <a:pt x="14442" y="349"/>
                  </a:moveTo>
                  <a:cubicBezTo>
                    <a:pt x="14473" y="349"/>
                    <a:pt x="14505" y="381"/>
                    <a:pt x="14505" y="413"/>
                  </a:cubicBezTo>
                  <a:lnTo>
                    <a:pt x="14505" y="476"/>
                  </a:lnTo>
                  <a:cubicBezTo>
                    <a:pt x="14505" y="508"/>
                    <a:pt x="14473" y="539"/>
                    <a:pt x="14442" y="539"/>
                  </a:cubicBezTo>
                  <a:lnTo>
                    <a:pt x="444" y="539"/>
                  </a:lnTo>
                  <a:cubicBezTo>
                    <a:pt x="381" y="539"/>
                    <a:pt x="381" y="508"/>
                    <a:pt x="381" y="476"/>
                  </a:cubicBezTo>
                  <a:lnTo>
                    <a:pt x="381" y="413"/>
                  </a:lnTo>
                  <a:cubicBezTo>
                    <a:pt x="381" y="381"/>
                    <a:pt x="381" y="349"/>
                    <a:pt x="444" y="349"/>
                  </a:cubicBezTo>
                  <a:close/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476"/>
                  </a:lnTo>
                  <a:cubicBezTo>
                    <a:pt x="1" y="698"/>
                    <a:pt x="191" y="888"/>
                    <a:pt x="444" y="888"/>
                  </a:cubicBezTo>
                  <a:lnTo>
                    <a:pt x="14442" y="888"/>
                  </a:lnTo>
                  <a:cubicBezTo>
                    <a:pt x="14663" y="888"/>
                    <a:pt x="14853" y="698"/>
                    <a:pt x="14853" y="476"/>
                  </a:cubicBezTo>
                  <a:lnTo>
                    <a:pt x="14853" y="413"/>
                  </a:lnTo>
                  <a:cubicBezTo>
                    <a:pt x="14853" y="191"/>
                    <a:pt x="14663" y="1"/>
                    <a:pt x="1444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3223725" y="2776325"/>
              <a:ext cx="991250" cy="715750"/>
            </a:xfrm>
            <a:custGeom>
              <a:avLst/>
              <a:gdLst/>
              <a:ahLst/>
              <a:cxnLst/>
              <a:rect l="l" t="t" r="r" b="b"/>
              <a:pathLst>
                <a:path w="39650" h="28630" extrusionOk="0">
                  <a:moveTo>
                    <a:pt x="3230" y="0"/>
                  </a:moveTo>
                  <a:cubicBezTo>
                    <a:pt x="1457" y="0"/>
                    <a:pt x="0" y="1457"/>
                    <a:pt x="0" y="3262"/>
                  </a:cubicBezTo>
                  <a:lnTo>
                    <a:pt x="0" y="25367"/>
                  </a:lnTo>
                  <a:cubicBezTo>
                    <a:pt x="0" y="27172"/>
                    <a:pt x="1457" y="28629"/>
                    <a:pt x="3230" y="28629"/>
                  </a:cubicBezTo>
                  <a:lnTo>
                    <a:pt x="36388" y="28629"/>
                  </a:lnTo>
                  <a:cubicBezTo>
                    <a:pt x="38193" y="28629"/>
                    <a:pt x="39650" y="27172"/>
                    <a:pt x="39650" y="25367"/>
                  </a:cubicBezTo>
                  <a:lnTo>
                    <a:pt x="39650" y="3262"/>
                  </a:lnTo>
                  <a:cubicBezTo>
                    <a:pt x="39650" y="1457"/>
                    <a:pt x="38193" y="0"/>
                    <a:pt x="3638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3218975" y="2772375"/>
              <a:ext cx="1000750" cy="723650"/>
            </a:xfrm>
            <a:custGeom>
              <a:avLst/>
              <a:gdLst/>
              <a:ahLst/>
              <a:cxnLst/>
              <a:rect l="l" t="t" r="r" b="b"/>
              <a:pathLst>
                <a:path w="40030" h="28946" extrusionOk="0">
                  <a:moveTo>
                    <a:pt x="36578" y="348"/>
                  </a:moveTo>
                  <a:cubicBezTo>
                    <a:pt x="38288" y="348"/>
                    <a:pt x="39681" y="1710"/>
                    <a:pt x="39681" y="3420"/>
                  </a:cubicBezTo>
                  <a:lnTo>
                    <a:pt x="39681" y="25525"/>
                  </a:lnTo>
                  <a:cubicBezTo>
                    <a:pt x="39681" y="27235"/>
                    <a:pt x="38288" y="28597"/>
                    <a:pt x="36578" y="28597"/>
                  </a:cubicBezTo>
                  <a:lnTo>
                    <a:pt x="3420" y="28597"/>
                  </a:lnTo>
                  <a:cubicBezTo>
                    <a:pt x="1742" y="28597"/>
                    <a:pt x="348" y="27235"/>
                    <a:pt x="348" y="25525"/>
                  </a:cubicBezTo>
                  <a:lnTo>
                    <a:pt x="348" y="3420"/>
                  </a:lnTo>
                  <a:cubicBezTo>
                    <a:pt x="348" y="1710"/>
                    <a:pt x="1742" y="348"/>
                    <a:pt x="3420" y="348"/>
                  </a:cubicBezTo>
                  <a:close/>
                  <a:moveTo>
                    <a:pt x="3420" y="0"/>
                  </a:moveTo>
                  <a:cubicBezTo>
                    <a:pt x="1552" y="0"/>
                    <a:pt x="0" y="1520"/>
                    <a:pt x="0" y="3420"/>
                  </a:cubicBezTo>
                  <a:lnTo>
                    <a:pt x="0" y="25525"/>
                  </a:lnTo>
                  <a:cubicBezTo>
                    <a:pt x="0" y="27425"/>
                    <a:pt x="1552" y="28945"/>
                    <a:pt x="3420" y="28945"/>
                  </a:cubicBezTo>
                  <a:lnTo>
                    <a:pt x="36578" y="28945"/>
                  </a:lnTo>
                  <a:cubicBezTo>
                    <a:pt x="38478" y="28945"/>
                    <a:pt x="40030" y="27425"/>
                    <a:pt x="40030" y="25525"/>
                  </a:cubicBezTo>
                  <a:lnTo>
                    <a:pt x="40030" y="3420"/>
                  </a:lnTo>
                  <a:cubicBezTo>
                    <a:pt x="40030" y="1520"/>
                    <a:pt x="38478" y="0"/>
                    <a:pt x="3657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3223725" y="2776325"/>
              <a:ext cx="991250" cy="609650"/>
            </a:xfrm>
            <a:custGeom>
              <a:avLst/>
              <a:gdLst/>
              <a:ahLst/>
              <a:cxnLst/>
              <a:rect l="l" t="t" r="r" b="b"/>
              <a:pathLst>
                <a:path w="39650" h="24386" extrusionOk="0">
                  <a:moveTo>
                    <a:pt x="1298" y="0"/>
                  </a:moveTo>
                  <a:cubicBezTo>
                    <a:pt x="570" y="0"/>
                    <a:pt x="0" y="602"/>
                    <a:pt x="0" y="1331"/>
                  </a:cubicBezTo>
                  <a:lnTo>
                    <a:pt x="0" y="24385"/>
                  </a:lnTo>
                  <a:lnTo>
                    <a:pt x="39650" y="24385"/>
                  </a:lnTo>
                  <a:lnTo>
                    <a:pt x="39650" y="1331"/>
                  </a:lnTo>
                  <a:cubicBezTo>
                    <a:pt x="39650" y="602"/>
                    <a:pt x="39048" y="0"/>
                    <a:pt x="3832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3218975" y="2772375"/>
              <a:ext cx="1000750" cy="617550"/>
            </a:xfrm>
            <a:custGeom>
              <a:avLst/>
              <a:gdLst/>
              <a:ahLst/>
              <a:cxnLst/>
              <a:rect l="l" t="t" r="r" b="b"/>
              <a:pathLst>
                <a:path w="40030" h="24702" extrusionOk="0">
                  <a:moveTo>
                    <a:pt x="38510" y="348"/>
                  </a:moveTo>
                  <a:cubicBezTo>
                    <a:pt x="39143" y="348"/>
                    <a:pt x="39681" y="855"/>
                    <a:pt x="39681" y="1489"/>
                  </a:cubicBezTo>
                  <a:lnTo>
                    <a:pt x="39681" y="24353"/>
                  </a:lnTo>
                  <a:lnTo>
                    <a:pt x="348" y="24353"/>
                  </a:lnTo>
                  <a:lnTo>
                    <a:pt x="348" y="1489"/>
                  </a:lnTo>
                  <a:cubicBezTo>
                    <a:pt x="348" y="855"/>
                    <a:pt x="855" y="348"/>
                    <a:pt x="1488" y="348"/>
                  </a:cubicBezTo>
                  <a:close/>
                  <a:moveTo>
                    <a:pt x="1520" y="0"/>
                  </a:moveTo>
                  <a:cubicBezTo>
                    <a:pt x="665" y="0"/>
                    <a:pt x="0" y="665"/>
                    <a:pt x="0" y="1489"/>
                  </a:cubicBezTo>
                  <a:lnTo>
                    <a:pt x="0" y="24543"/>
                  </a:lnTo>
                  <a:cubicBezTo>
                    <a:pt x="0" y="24638"/>
                    <a:pt x="63" y="24702"/>
                    <a:pt x="190" y="24702"/>
                  </a:cubicBezTo>
                  <a:lnTo>
                    <a:pt x="39840" y="24702"/>
                  </a:lnTo>
                  <a:cubicBezTo>
                    <a:pt x="39935" y="24702"/>
                    <a:pt x="40030" y="24638"/>
                    <a:pt x="40030" y="24543"/>
                  </a:cubicBezTo>
                  <a:lnTo>
                    <a:pt x="40030" y="1489"/>
                  </a:lnTo>
                  <a:cubicBezTo>
                    <a:pt x="40030" y="665"/>
                    <a:pt x="39333" y="0"/>
                    <a:pt x="3851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3261725" y="2815125"/>
              <a:ext cx="914450" cy="528100"/>
            </a:xfrm>
            <a:custGeom>
              <a:avLst/>
              <a:gdLst/>
              <a:ahLst/>
              <a:cxnLst/>
              <a:rect l="l" t="t" r="r" b="b"/>
              <a:pathLst>
                <a:path w="36578" h="21124" extrusionOk="0">
                  <a:moveTo>
                    <a:pt x="0" y="0"/>
                  </a:moveTo>
                  <a:lnTo>
                    <a:pt x="0" y="21123"/>
                  </a:lnTo>
                  <a:lnTo>
                    <a:pt x="36578" y="21123"/>
                  </a:lnTo>
                  <a:lnTo>
                    <a:pt x="36578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3257750" y="2811150"/>
              <a:ext cx="923175" cy="536825"/>
            </a:xfrm>
            <a:custGeom>
              <a:avLst/>
              <a:gdLst/>
              <a:ahLst/>
              <a:cxnLst/>
              <a:rect l="l" t="t" r="r" b="b"/>
              <a:pathLst>
                <a:path w="36927" h="21473" extrusionOk="0">
                  <a:moveTo>
                    <a:pt x="36579" y="349"/>
                  </a:moveTo>
                  <a:lnTo>
                    <a:pt x="36579" y="21124"/>
                  </a:lnTo>
                  <a:lnTo>
                    <a:pt x="349" y="21124"/>
                  </a:lnTo>
                  <a:lnTo>
                    <a:pt x="349" y="349"/>
                  </a:lnTo>
                  <a:close/>
                  <a:moveTo>
                    <a:pt x="191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21282"/>
                  </a:lnTo>
                  <a:cubicBezTo>
                    <a:pt x="1" y="21377"/>
                    <a:pt x="96" y="21472"/>
                    <a:pt x="191" y="21472"/>
                  </a:cubicBezTo>
                  <a:lnTo>
                    <a:pt x="36737" y="21472"/>
                  </a:lnTo>
                  <a:cubicBezTo>
                    <a:pt x="36832" y="21472"/>
                    <a:pt x="36927" y="21377"/>
                    <a:pt x="36927" y="21282"/>
                  </a:cubicBezTo>
                  <a:lnTo>
                    <a:pt x="36927" y="159"/>
                  </a:lnTo>
                  <a:cubicBezTo>
                    <a:pt x="36927" y="64"/>
                    <a:pt x="36832" y="1"/>
                    <a:pt x="3673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3702700" y="3420000"/>
              <a:ext cx="42775" cy="41975"/>
            </a:xfrm>
            <a:custGeom>
              <a:avLst/>
              <a:gdLst/>
              <a:ahLst/>
              <a:cxnLst/>
              <a:rect l="l" t="t" r="r" b="b"/>
              <a:pathLst>
                <a:path w="1711" h="1679" extrusionOk="0">
                  <a:moveTo>
                    <a:pt x="856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99"/>
                    <a:pt x="381" y="1679"/>
                    <a:pt x="856" y="1679"/>
                  </a:cubicBezTo>
                  <a:cubicBezTo>
                    <a:pt x="1331" y="1679"/>
                    <a:pt x="1711" y="1299"/>
                    <a:pt x="1711" y="855"/>
                  </a:cubicBezTo>
                  <a:cubicBezTo>
                    <a:pt x="1711" y="380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3698750" y="3415250"/>
              <a:ext cx="51475" cy="51475"/>
            </a:xfrm>
            <a:custGeom>
              <a:avLst/>
              <a:gdLst/>
              <a:ahLst/>
              <a:cxnLst/>
              <a:rect l="l" t="t" r="r" b="b"/>
              <a:pathLst>
                <a:path w="2059" h="2059" extrusionOk="0">
                  <a:moveTo>
                    <a:pt x="1014" y="349"/>
                  </a:moveTo>
                  <a:cubicBezTo>
                    <a:pt x="1394" y="349"/>
                    <a:pt x="1711" y="665"/>
                    <a:pt x="1679" y="1045"/>
                  </a:cubicBezTo>
                  <a:cubicBezTo>
                    <a:pt x="1679" y="1394"/>
                    <a:pt x="1394" y="1710"/>
                    <a:pt x="1014" y="1710"/>
                  </a:cubicBezTo>
                  <a:cubicBezTo>
                    <a:pt x="634" y="1710"/>
                    <a:pt x="349" y="1394"/>
                    <a:pt x="349" y="1045"/>
                  </a:cubicBezTo>
                  <a:cubicBezTo>
                    <a:pt x="349" y="665"/>
                    <a:pt x="634" y="349"/>
                    <a:pt x="1014" y="349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45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59" y="1584"/>
                    <a:pt x="2059" y="1045"/>
                  </a:cubicBezTo>
                  <a:cubicBezTo>
                    <a:pt x="2059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3089900" y="2745450"/>
              <a:ext cx="1261250" cy="230400"/>
            </a:xfrm>
            <a:custGeom>
              <a:avLst/>
              <a:gdLst/>
              <a:ahLst/>
              <a:cxnLst/>
              <a:rect l="l" t="t" r="r" b="b"/>
              <a:pathLst>
                <a:path w="50450" h="9216" extrusionOk="0">
                  <a:moveTo>
                    <a:pt x="6525" y="0"/>
                  </a:moveTo>
                  <a:lnTo>
                    <a:pt x="1" y="6936"/>
                  </a:lnTo>
                  <a:cubicBezTo>
                    <a:pt x="1" y="8203"/>
                    <a:pt x="1046" y="9216"/>
                    <a:pt x="2313" y="9216"/>
                  </a:cubicBezTo>
                  <a:cubicBezTo>
                    <a:pt x="3548" y="9216"/>
                    <a:pt x="4561" y="8234"/>
                    <a:pt x="4593" y="6936"/>
                  </a:cubicBezTo>
                  <a:lnTo>
                    <a:pt x="50450" y="6936"/>
                  </a:lnTo>
                  <a:lnTo>
                    <a:pt x="4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3085950" y="2741500"/>
              <a:ext cx="1269950" cy="239125"/>
            </a:xfrm>
            <a:custGeom>
              <a:avLst/>
              <a:gdLst/>
              <a:ahLst/>
              <a:cxnLst/>
              <a:rect l="l" t="t" r="r" b="b"/>
              <a:pathLst>
                <a:path w="50798" h="9565" extrusionOk="0">
                  <a:moveTo>
                    <a:pt x="44021" y="348"/>
                  </a:moveTo>
                  <a:lnTo>
                    <a:pt x="50196" y="6904"/>
                  </a:lnTo>
                  <a:lnTo>
                    <a:pt x="571" y="6904"/>
                  </a:lnTo>
                  <a:lnTo>
                    <a:pt x="6746" y="348"/>
                  </a:lnTo>
                  <a:close/>
                  <a:moveTo>
                    <a:pt x="4561" y="7252"/>
                  </a:moveTo>
                  <a:cubicBezTo>
                    <a:pt x="4466" y="8361"/>
                    <a:pt x="3579" y="9216"/>
                    <a:pt x="2471" y="9216"/>
                  </a:cubicBezTo>
                  <a:cubicBezTo>
                    <a:pt x="1362" y="9216"/>
                    <a:pt x="444" y="8361"/>
                    <a:pt x="349" y="7252"/>
                  </a:cubicBezTo>
                  <a:close/>
                  <a:moveTo>
                    <a:pt x="6683" y="0"/>
                  </a:moveTo>
                  <a:cubicBezTo>
                    <a:pt x="6651" y="0"/>
                    <a:pt x="6588" y="0"/>
                    <a:pt x="6556" y="32"/>
                  </a:cubicBezTo>
                  <a:lnTo>
                    <a:pt x="32" y="6967"/>
                  </a:lnTo>
                  <a:cubicBezTo>
                    <a:pt x="1" y="6999"/>
                    <a:pt x="1" y="7031"/>
                    <a:pt x="1" y="7094"/>
                  </a:cubicBezTo>
                  <a:cubicBezTo>
                    <a:pt x="1" y="8456"/>
                    <a:pt x="1109" y="9564"/>
                    <a:pt x="2471" y="9564"/>
                  </a:cubicBezTo>
                  <a:cubicBezTo>
                    <a:pt x="3769" y="9564"/>
                    <a:pt x="4814" y="8582"/>
                    <a:pt x="4909" y="7252"/>
                  </a:cubicBezTo>
                  <a:lnTo>
                    <a:pt x="50608" y="7252"/>
                  </a:lnTo>
                  <a:cubicBezTo>
                    <a:pt x="50671" y="7252"/>
                    <a:pt x="50734" y="7221"/>
                    <a:pt x="50766" y="7157"/>
                  </a:cubicBezTo>
                  <a:cubicBezTo>
                    <a:pt x="50798" y="7094"/>
                    <a:pt x="50766" y="7031"/>
                    <a:pt x="50734" y="6967"/>
                  </a:cubicBezTo>
                  <a:lnTo>
                    <a:pt x="44211" y="32"/>
                  </a:lnTo>
                  <a:cubicBezTo>
                    <a:pt x="44179" y="0"/>
                    <a:pt x="44116" y="0"/>
                    <a:pt x="440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3893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3889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3778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3774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4123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4118375" y="2914075"/>
              <a:ext cx="123525" cy="66550"/>
            </a:xfrm>
            <a:custGeom>
              <a:avLst/>
              <a:gdLst/>
              <a:ahLst/>
              <a:cxnLst/>
              <a:rect l="l" t="t" r="r" b="b"/>
              <a:pathLst>
                <a:path w="4941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470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32" y="2661"/>
                    <a:pt x="4940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36639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3659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4008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4003575" y="2914075"/>
              <a:ext cx="124325" cy="66550"/>
            </a:xfrm>
            <a:custGeom>
              <a:avLst/>
              <a:gdLst/>
              <a:ahLst/>
              <a:cxnLst/>
              <a:rect l="l" t="t" r="r" b="b"/>
              <a:pathLst>
                <a:path w="4973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502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64" y="2661"/>
                    <a:pt x="4972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4237925" y="2918825"/>
              <a:ext cx="113225" cy="57025"/>
            </a:xfrm>
            <a:custGeom>
              <a:avLst/>
              <a:gdLst/>
              <a:ahLst/>
              <a:cxnLst/>
              <a:rect l="l" t="t" r="r" b="b"/>
              <a:pathLst>
                <a:path w="4529" h="2281" extrusionOk="0">
                  <a:moveTo>
                    <a:pt x="0" y="1"/>
                  </a:moveTo>
                  <a:cubicBezTo>
                    <a:pt x="0" y="1268"/>
                    <a:pt x="982" y="2281"/>
                    <a:pt x="2217" y="2281"/>
                  </a:cubicBezTo>
                  <a:cubicBezTo>
                    <a:pt x="3484" y="2281"/>
                    <a:pt x="4529" y="1268"/>
                    <a:pt x="452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4233175" y="2914075"/>
              <a:ext cx="121950" cy="66550"/>
            </a:xfrm>
            <a:custGeom>
              <a:avLst/>
              <a:gdLst/>
              <a:ahLst/>
              <a:cxnLst/>
              <a:rect l="l" t="t" r="r" b="b"/>
              <a:pathLst>
                <a:path w="4878" h="2662" extrusionOk="0">
                  <a:moveTo>
                    <a:pt x="4529" y="349"/>
                  </a:moveTo>
                  <a:cubicBezTo>
                    <a:pt x="4434" y="1458"/>
                    <a:pt x="3515" y="2313"/>
                    <a:pt x="2407" y="2313"/>
                  </a:cubicBezTo>
                  <a:cubicBezTo>
                    <a:pt x="1330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158" y="1"/>
                    <a:pt x="95" y="32"/>
                    <a:pt x="63" y="64"/>
                  </a:cubicBezTo>
                  <a:cubicBezTo>
                    <a:pt x="32" y="96"/>
                    <a:pt x="0" y="128"/>
                    <a:pt x="0" y="191"/>
                  </a:cubicBezTo>
                  <a:cubicBezTo>
                    <a:pt x="32" y="1584"/>
                    <a:pt x="1077" y="2661"/>
                    <a:pt x="2407" y="2661"/>
                  </a:cubicBezTo>
                  <a:cubicBezTo>
                    <a:pt x="3769" y="2661"/>
                    <a:pt x="4877" y="1553"/>
                    <a:pt x="4877" y="191"/>
                  </a:cubicBezTo>
                  <a:cubicBezTo>
                    <a:pt x="4877" y="96"/>
                    <a:pt x="4814" y="1"/>
                    <a:pt x="47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3549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35451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3204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3200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3434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34303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3"/>
            <p:cNvSpPr/>
            <p:nvPr/>
          </p:nvSpPr>
          <p:spPr>
            <a:xfrm>
              <a:off x="3319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3"/>
            <p:cNvSpPr/>
            <p:nvPr/>
          </p:nvSpPr>
          <p:spPr>
            <a:xfrm>
              <a:off x="3315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3089900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1" y="1"/>
                  </a:moveTo>
                  <a:cubicBezTo>
                    <a:pt x="1" y="1268"/>
                    <a:pt x="1046" y="2281"/>
                    <a:pt x="2313" y="2281"/>
                  </a:cubicBezTo>
                  <a:cubicBezTo>
                    <a:pt x="3580" y="2281"/>
                    <a:pt x="4593" y="1268"/>
                    <a:pt x="459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3085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3"/>
            <p:cNvSpPr/>
            <p:nvPr/>
          </p:nvSpPr>
          <p:spPr>
            <a:xfrm>
              <a:off x="3089900" y="2745450"/>
              <a:ext cx="243900" cy="173400"/>
            </a:xfrm>
            <a:custGeom>
              <a:avLst/>
              <a:gdLst/>
              <a:ahLst/>
              <a:cxnLst/>
              <a:rect l="l" t="t" r="r" b="b"/>
              <a:pathLst>
                <a:path w="9756" h="6936" extrusionOk="0">
                  <a:moveTo>
                    <a:pt x="6525" y="0"/>
                  </a:moveTo>
                  <a:lnTo>
                    <a:pt x="1" y="6936"/>
                  </a:lnTo>
                  <a:lnTo>
                    <a:pt x="4593" y="6936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3085150" y="2741500"/>
              <a:ext cx="253400" cy="181325"/>
            </a:xfrm>
            <a:custGeom>
              <a:avLst/>
              <a:gdLst/>
              <a:ahLst/>
              <a:cxnLst/>
              <a:rect l="l" t="t" r="r" b="b"/>
              <a:pathLst>
                <a:path w="10136" h="7253" extrusionOk="0">
                  <a:moveTo>
                    <a:pt x="9597" y="348"/>
                  </a:moveTo>
                  <a:lnTo>
                    <a:pt x="4688" y="6904"/>
                  </a:lnTo>
                  <a:lnTo>
                    <a:pt x="603" y="6904"/>
                  </a:lnTo>
                  <a:lnTo>
                    <a:pt x="6810" y="348"/>
                  </a:lnTo>
                  <a:close/>
                  <a:moveTo>
                    <a:pt x="6715" y="0"/>
                  </a:moveTo>
                  <a:cubicBezTo>
                    <a:pt x="6651" y="0"/>
                    <a:pt x="6620" y="0"/>
                    <a:pt x="6588" y="32"/>
                  </a:cubicBezTo>
                  <a:lnTo>
                    <a:pt x="64" y="6967"/>
                  </a:lnTo>
                  <a:cubicBezTo>
                    <a:pt x="33" y="7031"/>
                    <a:pt x="1" y="7094"/>
                    <a:pt x="33" y="7157"/>
                  </a:cubicBezTo>
                  <a:cubicBezTo>
                    <a:pt x="64" y="7221"/>
                    <a:pt x="128" y="7252"/>
                    <a:pt x="191" y="7252"/>
                  </a:cubicBezTo>
                  <a:lnTo>
                    <a:pt x="4783" y="7252"/>
                  </a:lnTo>
                  <a:cubicBezTo>
                    <a:pt x="4846" y="7252"/>
                    <a:pt x="4910" y="7252"/>
                    <a:pt x="4910" y="7189"/>
                  </a:cubicBezTo>
                  <a:lnTo>
                    <a:pt x="10072" y="253"/>
                  </a:lnTo>
                  <a:cubicBezTo>
                    <a:pt x="10135" y="222"/>
                    <a:pt x="10135" y="127"/>
                    <a:pt x="10103" y="95"/>
                  </a:cubicBezTo>
                  <a:cubicBezTo>
                    <a:pt x="10072" y="32"/>
                    <a:pt x="10008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33195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3864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72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33147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7189" y="348"/>
                  </a:moveTo>
                  <a:lnTo>
                    <a:pt x="4655" y="6904"/>
                  </a:lnTo>
                  <a:lnTo>
                    <a:pt x="507" y="6904"/>
                  </a:lnTo>
                  <a:lnTo>
                    <a:pt x="4180" y="348"/>
                  </a:lnTo>
                  <a:close/>
                  <a:moveTo>
                    <a:pt x="4054" y="0"/>
                  </a:moveTo>
                  <a:cubicBezTo>
                    <a:pt x="4022" y="0"/>
                    <a:pt x="3959" y="32"/>
                    <a:pt x="3927" y="63"/>
                  </a:cubicBezTo>
                  <a:lnTo>
                    <a:pt x="32" y="6999"/>
                  </a:lnTo>
                  <a:cubicBezTo>
                    <a:pt x="0" y="7062"/>
                    <a:pt x="0" y="7126"/>
                    <a:pt x="32" y="7189"/>
                  </a:cubicBezTo>
                  <a:cubicBezTo>
                    <a:pt x="63" y="7221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45" y="7252"/>
                    <a:pt x="4940" y="7221"/>
                    <a:pt x="4940" y="7157"/>
                  </a:cubicBezTo>
                  <a:lnTo>
                    <a:pt x="7601" y="222"/>
                  </a:lnTo>
                  <a:cubicBezTo>
                    <a:pt x="7632" y="158"/>
                    <a:pt x="7632" y="95"/>
                    <a:pt x="7601" y="63"/>
                  </a:cubicBezTo>
                  <a:cubicBezTo>
                    <a:pt x="7569" y="0"/>
                    <a:pt x="7506" y="0"/>
                    <a:pt x="744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3549125" y="2745450"/>
              <a:ext cx="129850" cy="173400"/>
            </a:xfrm>
            <a:custGeom>
              <a:avLst/>
              <a:gdLst/>
              <a:ahLst/>
              <a:cxnLst/>
              <a:rect l="l" t="t" r="r" b="b"/>
              <a:pathLst>
                <a:path w="5194" h="6936" extrusionOk="0">
                  <a:moveTo>
                    <a:pt x="1615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3544375" y="2741500"/>
              <a:ext cx="139350" cy="181325"/>
            </a:xfrm>
            <a:custGeom>
              <a:avLst/>
              <a:gdLst/>
              <a:ahLst/>
              <a:cxnLst/>
              <a:rect l="l" t="t" r="r" b="b"/>
              <a:pathLst>
                <a:path w="5574" h="7253" extrusionOk="0">
                  <a:moveTo>
                    <a:pt x="5194" y="348"/>
                  </a:moveTo>
                  <a:lnTo>
                    <a:pt x="4624" y="6904"/>
                  </a:lnTo>
                  <a:lnTo>
                    <a:pt x="412" y="6904"/>
                  </a:lnTo>
                  <a:lnTo>
                    <a:pt x="1964" y="348"/>
                  </a:lnTo>
                  <a:close/>
                  <a:moveTo>
                    <a:pt x="1805" y="0"/>
                  </a:moveTo>
                  <a:cubicBezTo>
                    <a:pt x="1710" y="0"/>
                    <a:pt x="1647" y="32"/>
                    <a:pt x="1647" y="127"/>
                  </a:cubicBezTo>
                  <a:lnTo>
                    <a:pt x="32" y="7062"/>
                  </a:lnTo>
                  <a:cubicBezTo>
                    <a:pt x="0" y="7094"/>
                    <a:pt x="32" y="7157"/>
                    <a:pt x="63" y="7189"/>
                  </a:cubicBezTo>
                  <a:cubicBezTo>
                    <a:pt x="95" y="7252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77" y="7252"/>
                    <a:pt x="4940" y="7189"/>
                    <a:pt x="4972" y="7094"/>
                  </a:cubicBezTo>
                  <a:lnTo>
                    <a:pt x="5574" y="190"/>
                  </a:lnTo>
                  <a:cubicBezTo>
                    <a:pt x="5574" y="127"/>
                    <a:pt x="5542" y="63"/>
                    <a:pt x="5510" y="32"/>
                  </a:cubicBezTo>
                  <a:cubicBezTo>
                    <a:pt x="5479" y="0"/>
                    <a:pt x="5447" y="0"/>
                    <a:pt x="53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4108075" y="2745450"/>
              <a:ext cx="243075" cy="173400"/>
            </a:xfrm>
            <a:custGeom>
              <a:avLst/>
              <a:gdLst/>
              <a:ahLst/>
              <a:cxnLst/>
              <a:rect l="l" t="t" r="r" b="b"/>
              <a:pathLst>
                <a:path w="9723" h="6936" extrusionOk="0">
                  <a:moveTo>
                    <a:pt x="0" y="0"/>
                  </a:moveTo>
                  <a:lnTo>
                    <a:pt x="5162" y="6936"/>
                  </a:lnTo>
                  <a:lnTo>
                    <a:pt x="9723" y="6936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4103325" y="2741500"/>
              <a:ext cx="252575" cy="181325"/>
            </a:xfrm>
            <a:custGeom>
              <a:avLst/>
              <a:gdLst/>
              <a:ahLst/>
              <a:cxnLst/>
              <a:rect l="l" t="t" r="r" b="b"/>
              <a:pathLst>
                <a:path w="10103" h="7253" extrusionOk="0">
                  <a:moveTo>
                    <a:pt x="3326" y="348"/>
                  </a:moveTo>
                  <a:lnTo>
                    <a:pt x="9501" y="6904"/>
                  </a:lnTo>
                  <a:lnTo>
                    <a:pt x="5447" y="6904"/>
                  </a:lnTo>
                  <a:lnTo>
                    <a:pt x="539" y="348"/>
                  </a:lnTo>
                  <a:close/>
                  <a:moveTo>
                    <a:pt x="190" y="0"/>
                  </a:moveTo>
                  <a:cubicBezTo>
                    <a:pt x="127" y="0"/>
                    <a:pt x="64" y="32"/>
                    <a:pt x="32" y="95"/>
                  </a:cubicBezTo>
                  <a:cubicBezTo>
                    <a:pt x="0" y="158"/>
                    <a:pt x="32" y="222"/>
                    <a:pt x="64" y="285"/>
                  </a:cubicBezTo>
                  <a:lnTo>
                    <a:pt x="5226" y="7189"/>
                  </a:lnTo>
                  <a:cubicBezTo>
                    <a:pt x="5257" y="7252"/>
                    <a:pt x="5321" y="7252"/>
                    <a:pt x="5352" y="7252"/>
                  </a:cubicBezTo>
                  <a:lnTo>
                    <a:pt x="9913" y="7252"/>
                  </a:lnTo>
                  <a:cubicBezTo>
                    <a:pt x="9976" y="7252"/>
                    <a:pt x="10039" y="7221"/>
                    <a:pt x="10071" y="7157"/>
                  </a:cubicBezTo>
                  <a:cubicBezTo>
                    <a:pt x="10103" y="7094"/>
                    <a:pt x="10071" y="7031"/>
                    <a:pt x="10039" y="6967"/>
                  </a:cubicBezTo>
                  <a:lnTo>
                    <a:pt x="3516" y="32"/>
                  </a:lnTo>
                  <a:cubicBezTo>
                    <a:pt x="3484" y="0"/>
                    <a:pt x="3421" y="0"/>
                    <a:pt x="338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39410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0" y="0"/>
                  </a:moveTo>
                  <a:lnTo>
                    <a:pt x="2660" y="6936"/>
                  </a:lnTo>
                  <a:lnTo>
                    <a:pt x="7252" y="693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39362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3484" y="348"/>
                  </a:moveTo>
                  <a:lnTo>
                    <a:pt x="7157" y="6904"/>
                  </a:lnTo>
                  <a:lnTo>
                    <a:pt x="2977" y="6904"/>
                  </a:lnTo>
                  <a:lnTo>
                    <a:pt x="444" y="348"/>
                  </a:lnTo>
                  <a:close/>
                  <a:moveTo>
                    <a:pt x="190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127"/>
                    <a:pt x="0" y="158"/>
                    <a:pt x="32" y="222"/>
                  </a:cubicBezTo>
                  <a:lnTo>
                    <a:pt x="2692" y="7157"/>
                  </a:lnTo>
                  <a:cubicBezTo>
                    <a:pt x="2724" y="7221"/>
                    <a:pt x="2787" y="7252"/>
                    <a:pt x="2850" y="7252"/>
                  </a:cubicBezTo>
                  <a:lnTo>
                    <a:pt x="7442" y="7252"/>
                  </a:lnTo>
                  <a:cubicBezTo>
                    <a:pt x="7506" y="7252"/>
                    <a:pt x="7569" y="7221"/>
                    <a:pt x="7601" y="7189"/>
                  </a:cubicBezTo>
                  <a:cubicBezTo>
                    <a:pt x="7632" y="7126"/>
                    <a:pt x="7632" y="7062"/>
                    <a:pt x="7601" y="6999"/>
                  </a:cubicBezTo>
                  <a:lnTo>
                    <a:pt x="3737" y="95"/>
                  </a:lnTo>
                  <a:cubicBezTo>
                    <a:pt x="3706" y="32"/>
                    <a:pt x="3642" y="0"/>
                    <a:pt x="3579" y="0"/>
                  </a:cubicBezTo>
                  <a:close/>
                </a:path>
              </a:pathLst>
            </a:custGeom>
            <a:solidFill>
              <a:srgbClr val="1F1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3762875" y="2745450"/>
              <a:ext cx="129875" cy="173400"/>
            </a:xfrm>
            <a:custGeom>
              <a:avLst/>
              <a:gdLst/>
              <a:ahLst/>
              <a:cxnLst/>
              <a:rect l="l" t="t" r="r" b="b"/>
              <a:pathLst>
                <a:path w="5195" h="6936" extrusionOk="0">
                  <a:moveTo>
                    <a:pt x="1" y="0"/>
                  </a:moveTo>
                  <a:lnTo>
                    <a:pt x="602" y="6936"/>
                  </a:lnTo>
                  <a:lnTo>
                    <a:pt x="5194" y="6936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3758125" y="2741500"/>
              <a:ext cx="139375" cy="181325"/>
            </a:xfrm>
            <a:custGeom>
              <a:avLst/>
              <a:gdLst/>
              <a:ahLst/>
              <a:cxnLst/>
              <a:rect l="l" t="t" r="r" b="b"/>
              <a:pathLst>
                <a:path w="5575" h="7253" extrusionOk="0">
                  <a:moveTo>
                    <a:pt x="3643" y="348"/>
                  </a:moveTo>
                  <a:lnTo>
                    <a:pt x="5163" y="6904"/>
                  </a:lnTo>
                  <a:lnTo>
                    <a:pt x="951" y="6904"/>
                  </a:lnTo>
                  <a:lnTo>
                    <a:pt x="381" y="348"/>
                  </a:lnTo>
                  <a:close/>
                  <a:moveTo>
                    <a:pt x="191" y="0"/>
                  </a:moveTo>
                  <a:cubicBezTo>
                    <a:pt x="127" y="0"/>
                    <a:pt x="96" y="0"/>
                    <a:pt x="64" y="32"/>
                  </a:cubicBezTo>
                  <a:cubicBezTo>
                    <a:pt x="32" y="95"/>
                    <a:pt x="1" y="127"/>
                    <a:pt x="32" y="190"/>
                  </a:cubicBezTo>
                  <a:lnTo>
                    <a:pt x="634" y="7094"/>
                  </a:lnTo>
                  <a:cubicBezTo>
                    <a:pt x="634" y="7189"/>
                    <a:pt x="697" y="7252"/>
                    <a:pt x="792" y="7252"/>
                  </a:cubicBezTo>
                  <a:lnTo>
                    <a:pt x="5384" y="7252"/>
                  </a:lnTo>
                  <a:cubicBezTo>
                    <a:pt x="5448" y="7252"/>
                    <a:pt x="5511" y="7252"/>
                    <a:pt x="5543" y="7189"/>
                  </a:cubicBezTo>
                  <a:cubicBezTo>
                    <a:pt x="5574" y="7157"/>
                    <a:pt x="5574" y="7094"/>
                    <a:pt x="5574" y="7062"/>
                  </a:cubicBezTo>
                  <a:lnTo>
                    <a:pt x="3959" y="127"/>
                  </a:lnTo>
                  <a:cubicBezTo>
                    <a:pt x="3928" y="32"/>
                    <a:pt x="3864" y="0"/>
                    <a:pt x="376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4482550" y="2024175"/>
              <a:ext cx="133825" cy="72075"/>
            </a:xfrm>
            <a:custGeom>
              <a:avLst/>
              <a:gdLst/>
              <a:ahLst/>
              <a:cxnLst/>
              <a:rect l="l" t="t" r="r" b="b"/>
              <a:pathLst>
                <a:path w="5353" h="2883" extrusionOk="0">
                  <a:moveTo>
                    <a:pt x="951" y="1"/>
                  </a:moveTo>
                  <a:cubicBezTo>
                    <a:pt x="444" y="1"/>
                    <a:pt x="1" y="413"/>
                    <a:pt x="1" y="951"/>
                  </a:cubicBezTo>
                  <a:lnTo>
                    <a:pt x="1" y="2725"/>
                  </a:lnTo>
                  <a:cubicBezTo>
                    <a:pt x="1" y="2820"/>
                    <a:pt x="96" y="2883"/>
                    <a:pt x="191" y="2883"/>
                  </a:cubicBezTo>
                  <a:cubicBezTo>
                    <a:pt x="286" y="2883"/>
                    <a:pt x="349" y="2820"/>
                    <a:pt x="349" y="2725"/>
                  </a:cubicBezTo>
                  <a:lnTo>
                    <a:pt x="349" y="951"/>
                  </a:lnTo>
                  <a:cubicBezTo>
                    <a:pt x="349" y="603"/>
                    <a:pt x="634" y="318"/>
                    <a:pt x="951" y="318"/>
                  </a:cubicBezTo>
                  <a:lnTo>
                    <a:pt x="4403" y="318"/>
                  </a:lnTo>
                  <a:cubicBezTo>
                    <a:pt x="4751" y="318"/>
                    <a:pt x="5036" y="603"/>
                    <a:pt x="5036" y="951"/>
                  </a:cubicBezTo>
                  <a:lnTo>
                    <a:pt x="5036" y="2725"/>
                  </a:lnTo>
                  <a:cubicBezTo>
                    <a:pt x="5036" y="2820"/>
                    <a:pt x="5100" y="2883"/>
                    <a:pt x="5195" y="2883"/>
                  </a:cubicBezTo>
                  <a:cubicBezTo>
                    <a:pt x="5290" y="2883"/>
                    <a:pt x="5353" y="2820"/>
                    <a:pt x="5353" y="2725"/>
                  </a:cubicBezTo>
                  <a:lnTo>
                    <a:pt x="5353" y="951"/>
                  </a:lnTo>
                  <a:cubicBezTo>
                    <a:pt x="5353" y="413"/>
                    <a:pt x="4941" y="1"/>
                    <a:pt x="44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4499175" y="2011525"/>
              <a:ext cx="133825" cy="72850"/>
            </a:xfrm>
            <a:custGeom>
              <a:avLst/>
              <a:gdLst/>
              <a:ahLst/>
              <a:cxnLst/>
              <a:rect l="l" t="t" r="r" b="b"/>
              <a:pathLst>
                <a:path w="5353" h="2914" extrusionOk="0">
                  <a:moveTo>
                    <a:pt x="951" y="0"/>
                  </a:moveTo>
                  <a:cubicBezTo>
                    <a:pt x="444" y="0"/>
                    <a:pt x="1" y="444"/>
                    <a:pt x="1" y="950"/>
                  </a:cubicBezTo>
                  <a:lnTo>
                    <a:pt x="1" y="2755"/>
                  </a:lnTo>
                  <a:cubicBezTo>
                    <a:pt x="1" y="2819"/>
                    <a:pt x="96" y="2914"/>
                    <a:pt x="159" y="2914"/>
                  </a:cubicBezTo>
                  <a:cubicBezTo>
                    <a:pt x="254" y="2914"/>
                    <a:pt x="349" y="2819"/>
                    <a:pt x="349" y="2755"/>
                  </a:cubicBezTo>
                  <a:lnTo>
                    <a:pt x="349" y="950"/>
                  </a:lnTo>
                  <a:cubicBezTo>
                    <a:pt x="349" y="634"/>
                    <a:pt x="603" y="349"/>
                    <a:pt x="951" y="349"/>
                  </a:cubicBezTo>
                  <a:lnTo>
                    <a:pt x="4403" y="349"/>
                  </a:lnTo>
                  <a:cubicBezTo>
                    <a:pt x="4751" y="349"/>
                    <a:pt x="5005" y="634"/>
                    <a:pt x="5005" y="950"/>
                  </a:cubicBezTo>
                  <a:lnTo>
                    <a:pt x="5005" y="2755"/>
                  </a:lnTo>
                  <a:cubicBezTo>
                    <a:pt x="5005" y="2819"/>
                    <a:pt x="5100" y="2914"/>
                    <a:pt x="5195" y="2914"/>
                  </a:cubicBezTo>
                  <a:cubicBezTo>
                    <a:pt x="5290" y="2914"/>
                    <a:pt x="5353" y="2819"/>
                    <a:pt x="5353" y="2755"/>
                  </a:cubicBezTo>
                  <a:lnTo>
                    <a:pt x="5353" y="950"/>
                  </a:lnTo>
                  <a:cubicBezTo>
                    <a:pt x="5353" y="444"/>
                    <a:pt x="4941" y="0"/>
                    <a:pt x="44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4411300" y="2079600"/>
              <a:ext cx="276350" cy="367400"/>
            </a:xfrm>
            <a:custGeom>
              <a:avLst/>
              <a:gdLst/>
              <a:ahLst/>
              <a:cxnLst/>
              <a:rect l="l" t="t" r="r" b="b"/>
              <a:pathLst>
                <a:path w="11054" h="14696" extrusionOk="0">
                  <a:moveTo>
                    <a:pt x="317" y="1"/>
                  </a:moveTo>
                  <a:lnTo>
                    <a:pt x="1" y="14695"/>
                  </a:lnTo>
                  <a:lnTo>
                    <a:pt x="11053" y="14695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4407350" y="2075650"/>
              <a:ext cx="285050" cy="375300"/>
            </a:xfrm>
            <a:custGeom>
              <a:avLst/>
              <a:gdLst/>
              <a:ahLst/>
              <a:cxnLst/>
              <a:rect l="l" t="t" r="r" b="b"/>
              <a:pathLst>
                <a:path w="11402" h="15012" extrusionOk="0">
                  <a:moveTo>
                    <a:pt x="10736" y="349"/>
                  </a:moveTo>
                  <a:lnTo>
                    <a:pt x="11053" y="14695"/>
                  </a:lnTo>
                  <a:lnTo>
                    <a:pt x="349" y="14695"/>
                  </a:lnTo>
                  <a:lnTo>
                    <a:pt x="634" y="349"/>
                  </a:lnTo>
                  <a:close/>
                  <a:moveTo>
                    <a:pt x="475" y="0"/>
                  </a:moveTo>
                  <a:cubicBezTo>
                    <a:pt x="412" y="0"/>
                    <a:pt x="317" y="64"/>
                    <a:pt x="317" y="159"/>
                  </a:cubicBezTo>
                  <a:lnTo>
                    <a:pt x="0" y="14853"/>
                  </a:lnTo>
                  <a:cubicBezTo>
                    <a:pt x="0" y="14885"/>
                    <a:pt x="0" y="14948"/>
                    <a:pt x="32" y="14980"/>
                  </a:cubicBezTo>
                  <a:cubicBezTo>
                    <a:pt x="64" y="15012"/>
                    <a:pt x="127" y="15012"/>
                    <a:pt x="159" y="15012"/>
                  </a:cubicBezTo>
                  <a:lnTo>
                    <a:pt x="11211" y="15012"/>
                  </a:lnTo>
                  <a:cubicBezTo>
                    <a:pt x="11275" y="15012"/>
                    <a:pt x="11306" y="15012"/>
                    <a:pt x="11338" y="14980"/>
                  </a:cubicBezTo>
                  <a:cubicBezTo>
                    <a:pt x="11370" y="14948"/>
                    <a:pt x="11401" y="14885"/>
                    <a:pt x="11401" y="14853"/>
                  </a:cubicBezTo>
                  <a:lnTo>
                    <a:pt x="11053" y="159"/>
                  </a:lnTo>
                  <a:cubicBezTo>
                    <a:pt x="11053" y="64"/>
                    <a:pt x="10989" y="0"/>
                    <a:pt x="1089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4549850" y="2140575"/>
              <a:ext cx="276350" cy="306425"/>
            </a:xfrm>
            <a:custGeom>
              <a:avLst/>
              <a:gdLst/>
              <a:ahLst/>
              <a:cxnLst/>
              <a:rect l="l" t="t" r="r" b="b"/>
              <a:pathLst>
                <a:path w="11054" h="12257" extrusionOk="0">
                  <a:moveTo>
                    <a:pt x="317" y="0"/>
                  </a:moveTo>
                  <a:lnTo>
                    <a:pt x="1" y="12256"/>
                  </a:lnTo>
                  <a:lnTo>
                    <a:pt x="11053" y="1225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545100" y="2136600"/>
              <a:ext cx="285050" cy="314350"/>
            </a:xfrm>
            <a:custGeom>
              <a:avLst/>
              <a:gdLst/>
              <a:ahLst/>
              <a:cxnLst/>
              <a:rect l="l" t="t" r="r" b="b"/>
              <a:pathLst>
                <a:path w="11402" h="12574" extrusionOk="0">
                  <a:moveTo>
                    <a:pt x="10737" y="318"/>
                  </a:moveTo>
                  <a:lnTo>
                    <a:pt x="11053" y="12257"/>
                  </a:lnTo>
                  <a:lnTo>
                    <a:pt x="349" y="12257"/>
                  </a:lnTo>
                  <a:lnTo>
                    <a:pt x="666" y="318"/>
                  </a:lnTo>
                  <a:close/>
                  <a:moveTo>
                    <a:pt x="507" y="1"/>
                  </a:moveTo>
                  <a:cubicBezTo>
                    <a:pt x="412" y="1"/>
                    <a:pt x="349" y="64"/>
                    <a:pt x="349" y="159"/>
                  </a:cubicBezTo>
                  <a:lnTo>
                    <a:pt x="1" y="12415"/>
                  </a:lnTo>
                  <a:cubicBezTo>
                    <a:pt x="1" y="12447"/>
                    <a:pt x="32" y="12510"/>
                    <a:pt x="64" y="12542"/>
                  </a:cubicBezTo>
                  <a:cubicBezTo>
                    <a:pt x="96" y="12574"/>
                    <a:pt x="127" y="12574"/>
                    <a:pt x="191" y="12574"/>
                  </a:cubicBezTo>
                  <a:lnTo>
                    <a:pt x="11243" y="12574"/>
                  </a:lnTo>
                  <a:cubicBezTo>
                    <a:pt x="11275" y="12574"/>
                    <a:pt x="11338" y="12574"/>
                    <a:pt x="11370" y="12542"/>
                  </a:cubicBezTo>
                  <a:cubicBezTo>
                    <a:pt x="11402" y="12510"/>
                    <a:pt x="11402" y="12447"/>
                    <a:pt x="11402" y="12415"/>
                  </a:cubicBezTo>
                  <a:lnTo>
                    <a:pt x="11085" y="159"/>
                  </a:lnTo>
                  <a:cubicBezTo>
                    <a:pt x="11085" y="64"/>
                    <a:pt x="11022" y="1"/>
                    <a:pt x="1092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4610825" y="2136600"/>
              <a:ext cx="154400" cy="108500"/>
            </a:xfrm>
            <a:custGeom>
              <a:avLst/>
              <a:gdLst/>
              <a:ahLst/>
              <a:cxnLst/>
              <a:rect l="l" t="t" r="r" b="b"/>
              <a:pathLst>
                <a:path w="6176" h="434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268"/>
                  </a:lnTo>
                  <a:cubicBezTo>
                    <a:pt x="0" y="2978"/>
                    <a:pt x="1394" y="4340"/>
                    <a:pt x="3072" y="4340"/>
                  </a:cubicBezTo>
                  <a:cubicBezTo>
                    <a:pt x="4782" y="4340"/>
                    <a:pt x="6176" y="2978"/>
                    <a:pt x="6176" y="1268"/>
                  </a:cubicBezTo>
                  <a:lnTo>
                    <a:pt x="6176" y="159"/>
                  </a:lnTo>
                  <a:cubicBezTo>
                    <a:pt x="6176" y="64"/>
                    <a:pt x="6081" y="1"/>
                    <a:pt x="5986" y="1"/>
                  </a:cubicBezTo>
                  <a:cubicBezTo>
                    <a:pt x="5891" y="1"/>
                    <a:pt x="5827" y="64"/>
                    <a:pt x="5827" y="159"/>
                  </a:cubicBezTo>
                  <a:lnTo>
                    <a:pt x="5827" y="1268"/>
                  </a:lnTo>
                  <a:cubicBezTo>
                    <a:pt x="5827" y="2788"/>
                    <a:pt x="4592" y="4023"/>
                    <a:pt x="3072" y="4023"/>
                  </a:cubicBezTo>
                  <a:cubicBezTo>
                    <a:pt x="1552" y="4023"/>
                    <a:pt x="317" y="2788"/>
                    <a:pt x="317" y="1268"/>
                  </a:cubicBezTo>
                  <a:lnTo>
                    <a:pt x="317" y="159"/>
                  </a:lnTo>
                  <a:cubicBezTo>
                    <a:pt x="317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227725" y="2923575"/>
              <a:ext cx="342050" cy="430725"/>
            </a:xfrm>
            <a:custGeom>
              <a:avLst/>
              <a:gdLst/>
              <a:ahLst/>
              <a:cxnLst/>
              <a:rect l="l" t="t" r="r" b="b"/>
              <a:pathLst>
                <a:path w="13682" h="17229" extrusionOk="0">
                  <a:moveTo>
                    <a:pt x="1204" y="1"/>
                  </a:moveTo>
                  <a:cubicBezTo>
                    <a:pt x="539" y="1"/>
                    <a:pt x="0" y="539"/>
                    <a:pt x="0" y="1204"/>
                  </a:cubicBezTo>
                  <a:lnTo>
                    <a:pt x="0" y="16057"/>
                  </a:lnTo>
                  <a:cubicBezTo>
                    <a:pt x="0" y="16690"/>
                    <a:pt x="539" y="17229"/>
                    <a:pt x="1204" y="17229"/>
                  </a:cubicBezTo>
                  <a:lnTo>
                    <a:pt x="12510" y="17229"/>
                  </a:lnTo>
                  <a:cubicBezTo>
                    <a:pt x="13143" y="17229"/>
                    <a:pt x="13681" y="16690"/>
                    <a:pt x="13681" y="16057"/>
                  </a:cubicBezTo>
                  <a:lnTo>
                    <a:pt x="13681" y="1204"/>
                  </a:lnTo>
                  <a:cubicBezTo>
                    <a:pt x="13681" y="539"/>
                    <a:pt x="13143" y="1"/>
                    <a:pt x="1251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223775" y="2919625"/>
              <a:ext cx="350750" cy="439425"/>
            </a:xfrm>
            <a:custGeom>
              <a:avLst/>
              <a:gdLst/>
              <a:ahLst/>
              <a:cxnLst/>
              <a:rect l="l" t="t" r="r" b="b"/>
              <a:pathLst>
                <a:path w="14030" h="17577" extrusionOk="0">
                  <a:moveTo>
                    <a:pt x="12668" y="349"/>
                  </a:moveTo>
                  <a:cubicBezTo>
                    <a:pt x="13206" y="349"/>
                    <a:pt x="13649" y="792"/>
                    <a:pt x="13649" y="1362"/>
                  </a:cubicBezTo>
                  <a:lnTo>
                    <a:pt x="13649" y="16215"/>
                  </a:lnTo>
                  <a:cubicBezTo>
                    <a:pt x="13649" y="16753"/>
                    <a:pt x="13206" y="17197"/>
                    <a:pt x="12668" y="17197"/>
                  </a:cubicBezTo>
                  <a:lnTo>
                    <a:pt x="1362" y="17197"/>
                  </a:lnTo>
                  <a:cubicBezTo>
                    <a:pt x="792" y="17197"/>
                    <a:pt x="348" y="16753"/>
                    <a:pt x="348" y="16215"/>
                  </a:cubicBezTo>
                  <a:lnTo>
                    <a:pt x="348" y="1362"/>
                  </a:lnTo>
                  <a:cubicBezTo>
                    <a:pt x="348" y="792"/>
                    <a:pt x="792" y="349"/>
                    <a:pt x="1362" y="349"/>
                  </a:cubicBezTo>
                  <a:close/>
                  <a:moveTo>
                    <a:pt x="1362" y="1"/>
                  </a:moveTo>
                  <a:cubicBezTo>
                    <a:pt x="602" y="1"/>
                    <a:pt x="0" y="602"/>
                    <a:pt x="0" y="1362"/>
                  </a:cubicBezTo>
                  <a:lnTo>
                    <a:pt x="0" y="16215"/>
                  </a:lnTo>
                  <a:cubicBezTo>
                    <a:pt x="0" y="16943"/>
                    <a:pt x="602" y="17577"/>
                    <a:pt x="1362" y="17577"/>
                  </a:cubicBezTo>
                  <a:lnTo>
                    <a:pt x="12668" y="17577"/>
                  </a:lnTo>
                  <a:cubicBezTo>
                    <a:pt x="13396" y="17577"/>
                    <a:pt x="14029" y="16943"/>
                    <a:pt x="14029" y="16215"/>
                  </a:cubicBezTo>
                  <a:lnTo>
                    <a:pt x="14029" y="1362"/>
                  </a:lnTo>
                  <a:cubicBezTo>
                    <a:pt x="14029" y="602"/>
                    <a:pt x="13396" y="1"/>
                    <a:pt x="126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258600" y="2953675"/>
              <a:ext cx="280300" cy="332550"/>
            </a:xfrm>
            <a:custGeom>
              <a:avLst/>
              <a:gdLst/>
              <a:ahLst/>
              <a:cxnLst/>
              <a:rect l="l" t="t" r="r" b="b"/>
              <a:pathLst>
                <a:path w="11212" h="13302" extrusionOk="0">
                  <a:moveTo>
                    <a:pt x="476" y="0"/>
                  </a:moveTo>
                  <a:cubicBezTo>
                    <a:pt x="222" y="0"/>
                    <a:pt x="0" y="190"/>
                    <a:pt x="0" y="475"/>
                  </a:cubicBezTo>
                  <a:lnTo>
                    <a:pt x="0" y="12826"/>
                  </a:lnTo>
                  <a:cubicBezTo>
                    <a:pt x="0" y="13080"/>
                    <a:pt x="222" y="13301"/>
                    <a:pt x="476" y="13301"/>
                  </a:cubicBezTo>
                  <a:lnTo>
                    <a:pt x="10736" y="13301"/>
                  </a:lnTo>
                  <a:cubicBezTo>
                    <a:pt x="11021" y="13301"/>
                    <a:pt x="11211" y="13080"/>
                    <a:pt x="11211" y="12826"/>
                  </a:cubicBezTo>
                  <a:lnTo>
                    <a:pt x="11211" y="475"/>
                  </a:lnTo>
                  <a:cubicBezTo>
                    <a:pt x="11211" y="190"/>
                    <a:pt x="11021" y="0"/>
                    <a:pt x="1073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253850" y="2948925"/>
              <a:ext cx="289800" cy="341250"/>
            </a:xfrm>
            <a:custGeom>
              <a:avLst/>
              <a:gdLst/>
              <a:ahLst/>
              <a:cxnLst/>
              <a:rect l="l" t="t" r="r" b="b"/>
              <a:pathLst>
                <a:path w="11592" h="13650" extrusionOk="0">
                  <a:moveTo>
                    <a:pt x="10926" y="349"/>
                  </a:moveTo>
                  <a:cubicBezTo>
                    <a:pt x="11116" y="349"/>
                    <a:pt x="11243" y="475"/>
                    <a:pt x="11243" y="665"/>
                  </a:cubicBezTo>
                  <a:lnTo>
                    <a:pt x="11243" y="13016"/>
                  </a:lnTo>
                  <a:cubicBezTo>
                    <a:pt x="11243" y="13175"/>
                    <a:pt x="11116" y="13301"/>
                    <a:pt x="10926" y="13301"/>
                  </a:cubicBezTo>
                  <a:lnTo>
                    <a:pt x="666" y="13301"/>
                  </a:lnTo>
                  <a:cubicBezTo>
                    <a:pt x="507" y="13301"/>
                    <a:pt x="380" y="13175"/>
                    <a:pt x="380" y="13016"/>
                  </a:cubicBezTo>
                  <a:lnTo>
                    <a:pt x="380" y="665"/>
                  </a:lnTo>
                  <a:cubicBezTo>
                    <a:pt x="380" y="475"/>
                    <a:pt x="507" y="349"/>
                    <a:pt x="666" y="349"/>
                  </a:cubicBezTo>
                  <a:close/>
                  <a:moveTo>
                    <a:pt x="666" y="0"/>
                  </a:moveTo>
                  <a:cubicBezTo>
                    <a:pt x="317" y="0"/>
                    <a:pt x="0" y="285"/>
                    <a:pt x="0" y="665"/>
                  </a:cubicBezTo>
                  <a:lnTo>
                    <a:pt x="0" y="12985"/>
                  </a:lnTo>
                  <a:cubicBezTo>
                    <a:pt x="0" y="13365"/>
                    <a:pt x="317" y="13650"/>
                    <a:pt x="666" y="13650"/>
                  </a:cubicBezTo>
                  <a:lnTo>
                    <a:pt x="10926" y="13650"/>
                  </a:lnTo>
                  <a:cubicBezTo>
                    <a:pt x="11306" y="13650"/>
                    <a:pt x="11591" y="13365"/>
                    <a:pt x="11591" y="12985"/>
                  </a:cubicBezTo>
                  <a:lnTo>
                    <a:pt x="11591" y="665"/>
                  </a:lnTo>
                  <a:cubicBezTo>
                    <a:pt x="11591" y="285"/>
                    <a:pt x="11306" y="0"/>
                    <a:pt x="1092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383700" y="330440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cubicBezTo>
                    <a:pt x="0" y="951"/>
                    <a:pt x="285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379725" y="3299650"/>
              <a:ext cx="38825" cy="39625"/>
            </a:xfrm>
            <a:custGeom>
              <a:avLst/>
              <a:gdLst/>
              <a:ahLst/>
              <a:cxnLst/>
              <a:rect l="l" t="t" r="r" b="b"/>
              <a:pathLst>
                <a:path w="1553" h="1585" extrusionOk="0">
                  <a:moveTo>
                    <a:pt x="761" y="381"/>
                  </a:moveTo>
                  <a:cubicBezTo>
                    <a:pt x="1014" y="381"/>
                    <a:pt x="1204" y="571"/>
                    <a:pt x="1204" y="792"/>
                  </a:cubicBezTo>
                  <a:cubicBezTo>
                    <a:pt x="1204" y="1046"/>
                    <a:pt x="1014" y="1236"/>
                    <a:pt x="761" y="1236"/>
                  </a:cubicBezTo>
                  <a:cubicBezTo>
                    <a:pt x="539" y="1236"/>
                    <a:pt x="349" y="1046"/>
                    <a:pt x="349" y="792"/>
                  </a:cubicBezTo>
                  <a:cubicBezTo>
                    <a:pt x="349" y="539"/>
                    <a:pt x="539" y="381"/>
                    <a:pt x="761" y="381"/>
                  </a:cubicBezTo>
                  <a:close/>
                  <a:moveTo>
                    <a:pt x="761" y="1"/>
                  </a:moveTo>
                  <a:cubicBezTo>
                    <a:pt x="349" y="1"/>
                    <a:pt x="1" y="381"/>
                    <a:pt x="1" y="792"/>
                  </a:cubicBezTo>
                  <a:cubicBezTo>
                    <a:pt x="1" y="1236"/>
                    <a:pt x="349" y="1584"/>
                    <a:pt x="761" y="1584"/>
                  </a:cubicBezTo>
                  <a:cubicBezTo>
                    <a:pt x="1204" y="1584"/>
                    <a:pt x="1553" y="1236"/>
                    <a:pt x="1553" y="792"/>
                  </a:cubicBezTo>
                  <a:cubicBezTo>
                    <a:pt x="1553" y="349"/>
                    <a:pt x="1204" y="1"/>
                    <a:pt x="76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382900" y="3165850"/>
              <a:ext cx="46725" cy="86325"/>
            </a:xfrm>
            <a:custGeom>
              <a:avLst/>
              <a:gdLst/>
              <a:ahLst/>
              <a:cxnLst/>
              <a:rect l="l" t="t" r="r" b="b"/>
              <a:pathLst>
                <a:path w="1869" h="3453" extrusionOk="0">
                  <a:moveTo>
                    <a:pt x="824" y="539"/>
                  </a:moveTo>
                  <a:lnTo>
                    <a:pt x="824" y="1426"/>
                  </a:lnTo>
                  <a:cubicBezTo>
                    <a:pt x="697" y="1394"/>
                    <a:pt x="602" y="1362"/>
                    <a:pt x="507" y="1267"/>
                  </a:cubicBezTo>
                  <a:cubicBezTo>
                    <a:pt x="412" y="1204"/>
                    <a:pt x="381" y="1109"/>
                    <a:pt x="381" y="982"/>
                  </a:cubicBezTo>
                  <a:cubicBezTo>
                    <a:pt x="381" y="887"/>
                    <a:pt x="412" y="792"/>
                    <a:pt x="476" y="697"/>
                  </a:cubicBezTo>
                  <a:cubicBezTo>
                    <a:pt x="571" y="602"/>
                    <a:pt x="666" y="539"/>
                    <a:pt x="824" y="539"/>
                  </a:cubicBezTo>
                  <a:close/>
                  <a:moveTo>
                    <a:pt x="1014" y="1806"/>
                  </a:moveTo>
                  <a:cubicBezTo>
                    <a:pt x="1172" y="1869"/>
                    <a:pt x="1267" y="1901"/>
                    <a:pt x="1362" y="1964"/>
                  </a:cubicBezTo>
                  <a:cubicBezTo>
                    <a:pt x="1457" y="2027"/>
                    <a:pt x="1521" y="2154"/>
                    <a:pt x="1521" y="2312"/>
                  </a:cubicBezTo>
                  <a:cubicBezTo>
                    <a:pt x="1521" y="2407"/>
                    <a:pt x="1489" y="2502"/>
                    <a:pt x="1457" y="2566"/>
                  </a:cubicBezTo>
                  <a:cubicBezTo>
                    <a:pt x="1394" y="2724"/>
                    <a:pt x="1236" y="2787"/>
                    <a:pt x="1014" y="2787"/>
                  </a:cubicBezTo>
                  <a:lnTo>
                    <a:pt x="1014" y="1806"/>
                  </a:lnTo>
                  <a:close/>
                  <a:moveTo>
                    <a:pt x="824" y="1"/>
                  </a:moveTo>
                  <a:lnTo>
                    <a:pt x="824" y="254"/>
                  </a:lnTo>
                  <a:cubicBezTo>
                    <a:pt x="602" y="254"/>
                    <a:pt x="381" y="349"/>
                    <a:pt x="254" y="507"/>
                  </a:cubicBezTo>
                  <a:cubicBezTo>
                    <a:pt x="127" y="666"/>
                    <a:pt x="32" y="824"/>
                    <a:pt x="32" y="1014"/>
                  </a:cubicBezTo>
                  <a:cubicBezTo>
                    <a:pt x="32" y="1236"/>
                    <a:pt x="96" y="1394"/>
                    <a:pt x="222" y="1521"/>
                  </a:cubicBezTo>
                  <a:cubicBezTo>
                    <a:pt x="349" y="1647"/>
                    <a:pt x="571" y="1711"/>
                    <a:pt x="824" y="1774"/>
                  </a:cubicBezTo>
                  <a:lnTo>
                    <a:pt x="824" y="2787"/>
                  </a:lnTo>
                  <a:cubicBezTo>
                    <a:pt x="634" y="2787"/>
                    <a:pt x="476" y="2692"/>
                    <a:pt x="412" y="2566"/>
                  </a:cubicBezTo>
                  <a:cubicBezTo>
                    <a:pt x="349" y="2471"/>
                    <a:pt x="349" y="2344"/>
                    <a:pt x="317" y="2186"/>
                  </a:cubicBezTo>
                  <a:lnTo>
                    <a:pt x="1" y="2186"/>
                  </a:lnTo>
                  <a:cubicBezTo>
                    <a:pt x="1" y="2407"/>
                    <a:pt x="32" y="2566"/>
                    <a:pt x="96" y="2692"/>
                  </a:cubicBezTo>
                  <a:cubicBezTo>
                    <a:pt x="222" y="2914"/>
                    <a:pt x="476" y="3041"/>
                    <a:pt x="824" y="3072"/>
                  </a:cubicBezTo>
                  <a:lnTo>
                    <a:pt x="824" y="3452"/>
                  </a:lnTo>
                  <a:lnTo>
                    <a:pt x="1014" y="3452"/>
                  </a:lnTo>
                  <a:lnTo>
                    <a:pt x="1014" y="3072"/>
                  </a:lnTo>
                  <a:cubicBezTo>
                    <a:pt x="1236" y="3041"/>
                    <a:pt x="1426" y="3009"/>
                    <a:pt x="1521" y="2914"/>
                  </a:cubicBezTo>
                  <a:cubicBezTo>
                    <a:pt x="1742" y="2787"/>
                    <a:pt x="1869" y="2534"/>
                    <a:pt x="1869" y="2217"/>
                  </a:cubicBezTo>
                  <a:cubicBezTo>
                    <a:pt x="1869" y="1996"/>
                    <a:pt x="1774" y="1806"/>
                    <a:pt x="1616" y="1679"/>
                  </a:cubicBezTo>
                  <a:cubicBezTo>
                    <a:pt x="1489" y="1616"/>
                    <a:pt x="1299" y="1552"/>
                    <a:pt x="1014" y="1457"/>
                  </a:cubicBezTo>
                  <a:lnTo>
                    <a:pt x="1014" y="539"/>
                  </a:lnTo>
                  <a:cubicBezTo>
                    <a:pt x="1172" y="571"/>
                    <a:pt x="1299" y="634"/>
                    <a:pt x="1394" y="761"/>
                  </a:cubicBezTo>
                  <a:cubicBezTo>
                    <a:pt x="1426" y="824"/>
                    <a:pt x="1457" y="887"/>
                    <a:pt x="1457" y="982"/>
                  </a:cubicBezTo>
                  <a:lnTo>
                    <a:pt x="1806" y="982"/>
                  </a:lnTo>
                  <a:cubicBezTo>
                    <a:pt x="1774" y="792"/>
                    <a:pt x="1711" y="602"/>
                    <a:pt x="1584" y="476"/>
                  </a:cubicBezTo>
                  <a:cubicBezTo>
                    <a:pt x="1457" y="349"/>
                    <a:pt x="1267" y="286"/>
                    <a:pt x="1014" y="254"/>
                  </a:cubicBezTo>
                  <a:lnTo>
                    <a:pt x="101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304525" y="3051850"/>
              <a:ext cx="188450" cy="8725"/>
            </a:xfrm>
            <a:custGeom>
              <a:avLst/>
              <a:gdLst/>
              <a:ahLst/>
              <a:cxnLst/>
              <a:rect l="l" t="t" r="r" b="b"/>
              <a:pathLst>
                <a:path w="753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85"/>
                    <a:pt x="7538" y="190"/>
                  </a:cubicBezTo>
                  <a:cubicBezTo>
                    <a:pt x="7538" y="95"/>
                    <a:pt x="7474" y="0"/>
                    <a:pt x="737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304525" y="308587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304525" y="311992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309275" y="2999600"/>
              <a:ext cx="179750" cy="20600"/>
            </a:xfrm>
            <a:custGeom>
              <a:avLst/>
              <a:gdLst/>
              <a:ahLst/>
              <a:cxnLst/>
              <a:rect l="l" t="t" r="r" b="b"/>
              <a:pathLst>
                <a:path w="7190" h="824" extrusionOk="0">
                  <a:moveTo>
                    <a:pt x="0" y="0"/>
                  </a:moveTo>
                  <a:lnTo>
                    <a:pt x="0" y="823"/>
                  </a:lnTo>
                  <a:lnTo>
                    <a:pt x="7189" y="823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304525" y="2995625"/>
              <a:ext cx="188450" cy="29325"/>
            </a:xfrm>
            <a:custGeom>
              <a:avLst/>
              <a:gdLst/>
              <a:ahLst/>
              <a:cxnLst/>
              <a:rect l="l" t="t" r="r" b="b"/>
              <a:pathLst>
                <a:path w="7538" h="1173" extrusionOk="0">
                  <a:moveTo>
                    <a:pt x="7189" y="349"/>
                  </a:moveTo>
                  <a:lnTo>
                    <a:pt x="7189" y="824"/>
                  </a:lnTo>
                  <a:lnTo>
                    <a:pt x="349" y="82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lnTo>
                    <a:pt x="0" y="982"/>
                  </a:lnTo>
                  <a:cubicBezTo>
                    <a:pt x="0" y="1077"/>
                    <a:pt x="95" y="1172"/>
                    <a:pt x="190" y="1172"/>
                  </a:cubicBezTo>
                  <a:lnTo>
                    <a:pt x="7379" y="1172"/>
                  </a:lnTo>
                  <a:cubicBezTo>
                    <a:pt x="7474" y="1172"/>
                    <a:pt x="7538" y="1077"/>
                    <a:pt x="7538" y="982"/>
                  </a:cubicBezTo>
                  <a:lnTo>
                    <a:pt x="7538" y="159"/>
                  </a:ln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5" name="Google Shape;2995;p33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6" name="Google Shape;2996;p33"/>
          <p:cNvSpPr txBox="1"/>
          <p:nvPr/>
        </p:nvSpPr>
        <p:spPr>
          <a:xfrm>
            <a:off x="467376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67376" y="164952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67375" y="253852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67375" y="279921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0" name="Google Shape;3000;p33"/>
          <p:cNvSpPr txBox="1"/>
          <p:nvPr/>
        </p:nvSpPr>
        <p:spPr>
          <a:xfrm>
            <a:off x="467375" y="380705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1" name="Google Shape;3001;p33"/>
          <p:cNvSpPr txBox="1"/>
          <p:nvPr/>
        </p:nvSpPr>
        <p:spPr>
          <a:xfrm>
            <a:off x="46737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7029325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3" name="Google Shape;3003;p33"/>
          <p:cNvSpPr txBox="1"/>
          <p:nvPr/>
        </p:nvSpPr>
        <p:spPr>
          <a:xfrm>
            <a:off x="7029325" y="1649523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4" name="Google Shape;3004;p33"/>
          <p:cNvSpPr txBox="1"/>
          <p:nvPr/>
        </p:nvSpPr>
        <p:spPr>
          <a:xfrm>
            <a:off x="7029325" y="25385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5" name="Google Shape;3005;p33"/>
          <p:cNvSpPr txBox="1"/>
          <p:nvPr/>
        </p:nvSpPr>
        <p:spPr>
          <a:xfrm>
            <a:off x="7029325" y="27992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6" name="Google Shape;3006;p33"/>
          <p:cNvSpPr txBox="1"/>
          <p:nvPr/>
        </p:nvSpPr>
        <p:spPr>
          <a:xfrm>
            <a:off x="7029325" y="3807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7" name="Google Shape;3007;p33"/>
          <p:cNvSpPr txBox="1"/>
          <p:nvPr/>
        </p:nvSpPr>
        <p:spPr>
          <a:xfrm>
            <a:off x="702932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" name="Google Shape;3012;p34"/>
          <p:cNvGrpSpPr/>
          <p:nvPr/>
        </p:nvGrpSpPr>
        <p:grpSpPr>
          <a:xfrm>
            <a:off x="2441551" y="1043189"/>
            <a:ext cx="4209182" cy="3693409"/>
            <a:chOff x="2159625" y="1404275"/>
            <a:chExt cx="3282525" cy="2880300"/>
          </a:xfrm>
        </p:grpSpPr>
        <p:sp>
          <p:nvSpPr>
            <p:cNvPr id="3013" name="Google Shape;3013;p34"/>
            <p:cNvSpPr/>
            <p:nvPr/>
          </p:nvSpPr>
          <p:spPr>
            <a:xfrm>
              <a:off x="2329075" y="1498475"/>
              <a:ext cx="2804300" cy="2471000"/>
            </a:xfrm>
            <a:custGeom>
              <a:avLst/>
              <a:gdLst/>
              <a:ahLst/>
              <a:cxnLst/>
              <a:rect l="l" t="t" r="r" b="b"/>
              <a:pathLst>
                <a:path w="112172" h="98840" extrusionOk="0">
                  <a:moveTo>
                    <a:pt x="56086" y="1"/>
                  </a:moveTo>
                  <a:cubicBezTo>
                    <a:pt x="48517" y="1"/>
                    <a:pt x="41170" y="1458"/>
                    <a:pt x="34266" y="4403"/>
                  </a:cubicBezTo>
                  <a:cubicBezTo>
                    <a:pt x="30941" y="5796"/>
                    <a:pt x="27742" y="7538"/>
                    <a:pt x="24734" y="9565"/>
                  </a:cubicBezTo>
                  <a:cubicBezTo>
                    <a:pt x="21757" y="11560"/>
                    <a:pt x="18970" y="13872"/>
                    <a:pt x="16436" y="16405"/>
                  </a:cubicBezTo>
                  <a:cubicBezTo>
                    <a:pt x="13903" y="18939"/>
                    <a:pt x="11591" y="21757"/>
                    <a:pt x="9596" y="24703"/>
                  </a:cubicBezTo>
                  <a:cubicBezTo>
                    <a:pt x="7569" y="27711"/>
                    <a:pt x="5827" y="30910"/>
                    <a:pt x="4434" y="34235"/>
                  </a:cubicBezTo>
                  <a:cubicBezTo>
                    <a:pt x="1488" y="41170"/>
                    <a:pt x="0" y="48518"/>
                    <a:pt x="0" y="56086"/>
                  </a:cubicBezTo>
                  <a:cubicBezTo>
                    <a:pt x="0" y="60108"/>
                    <a:pt x="443" y="64130"/>
                    <a:pt x="1298" y="68057"/>
                  </a:cubicBezTo>
                  <a:cubicBezTo>
                    <a:pt x="2122" y="71858"/>
                    <a:pt x="3357" y="75594"/>
                    <a:pt x="4972" y="79141"/>
                  </a:cubicBezTo>
                  <a:cubicBezTo>
                    <a:pt x="6524" y="82625"/>
                    <a:pt x="8487" y="85982"/>
                    <a:pt x="10736" y="89054"/>
                  </a:cubicBezTo>
                  <a:cubicBezTo>
                    <a:pt x="12984" y="92157"/>
                    <a:pt x="15550" y="95008"/>
                    <a:pt x="18368" y="97573"/>
                  </a:cubicBezTo>
                  <a:lnTo>
                    <a:pt x="18621" y="97288"/>
                  </a:lnTo>
                  <a:cubicBezTo>
                    <a:pt x="7031" y="86742"/>
                    <a:pt x="380" y="71731"/>
                    <a:pt x="380" y="56086"/>
                  </a:cubicBezTo>
                  <a:cubicBezTo>
                    <a:pt x="380" y="25368"/>
                    <a:pt x="25367" y="349"/>
                    <a:pt x="56118" y="349"/>
                  </a:cubicBezTo>
                  <a:cubicBezTo>
                    <a:pt x="86837" y="349"/>
                    <a:pt x="111823" y="25368"/>
                    <a:pt x="111823" y="56086"/>
                  </a:cubicBezTo>
                  <a:cubicBezTo>
                    <a:pt x="111823" y="72459"/>
                    <a:pt x="104666" y="87945"/>
                    <a:pt x="92157" y="98554"/>
                  </a:cubicBezTo>
                  <a:lnTo>
                    <a:pt x="92410" y="98839"/>
                  </a:lnTo>
                  <a:cubicBezTo>
                    <a:pt x="95419" y="96274"/>
                    <a:pt x="98174" y="93361"/>
                    <a:pt x="100581" y="90226"/>
                  </a:cubicBezTo>
                  <a:cubicBezTo>
                    <a:pt x="103019" y="87059"/>
                    <a:pt x="105141" y="83638"/>
                    <a:pt x="106820" y="80028"/>
                  </a:cubicBezTo>
                  <a:cubicBezTo>
                    <a:pt x="108562" y="76355"/>
                    <a:pt x="109892" y="72491"/>
                    <a:pt x="110810" y="68532"/>
                  </a:cubicBezTo>
                  <a:cubicBezTo>
                    <a:pt x="111728" y="64479"/>
                    <a:pt x="112172" y="60298"/>
                    <a:pt x="112172" y="56086"/>
                  </a:cubicBezTo>
                  <a:cubicBezTo>
                    <a:pt x="112172" y="48518"/>
                    <a:pt x="110715" y="41170"/>
                    <a:pt x="107770" y="34235"/>
                  </a:cubicBezTo>
                  <a:cubicBezTo>
                    <a:pt x="106376" y="30910"/>
                    <a:pt x="104635" y="27711"/>
                    <a:pt x="102608" y="24703"/>
                  </a:cubicBezTo>
                  <a:cubicBezTo>
                    <a:pt x="100613" y="21757"/>
                    <a:pt x="98301" y="18939"/>
                    <a:pt x="95767" y="16405"/>
                  </a:cubicBezTo>
                  <a:cubicBezTo>
                    <a:pt x="93234" y="13872"/>
                    <a:pt x="90415" y="11560"/>
                    <a:pt x="87470" y="9565"/>
                  </a:cubicBezTo>
                  <a:cubicBezTo>
                    <a:pt x="84461" y="7538"/>
                    <a:pt x="81263" y="5796"/>
                    <a:pt x="77938" y="4403"/>
                  </a:cubicBezTo>
                  <a:cubicBezTo>
                    <a:pt x="71002" y="1489"/>
                    <a:pt x="63687" y="1"/>
                    <a:pt x="5608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4317100" y="4277425"/>
              <a:ext cx="7150" cy="7150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90" y="1"/>
                  </a:moveTo>
                  <a:cubicBezTo>
                    <a:pt x="127" y="32"/>
                    <a:pt x="63" y="64"/>
                    <a:pt x="0" y="96"/>
                  </a:cubicBezTo>
                  <a:lnTo>
                    <a:pt x="63" y="286"/>
                  </a:lnTo>
                  <a:cubicBezTo>
                    <a:pt x="127" y="254"/>
                    <a:pt x="190" y="222"/>
                    <a:pt x="285" y="19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2494525" y="1404275"/>
              <a:ext cx="2764750" cy="2873175"/>
            </a:xfrm>
            <a:custGeom>
              <a:avLst/>
              <a:gdLst/>
              <a:ahLst/>
              <a:cxnLst/>
              <a:rect l="l" t="t" r="r" b="b"/>
              <a:pathLst>
                <a:path w="110590" h="114927" extrusionOk="0">
                  <a:moveTo>
                    <a:pt x="50418" y="0"/>
                  </a:moveTo>
                  <a:lnTo>
                    <a:pt x="50418" y="159"/>
                  </a:lnTo>
                  <a:lnTo>
                    <a:pt x="50861" y="159"/>
                  </a:lnTo>
                  <a:lnTo>
                    <a:pt x="50861" y="0"/>
                  </a:lnTo>
                  <a:close/>
                  <a:moveTo>
                    <a:pt x="49468" y="0"/>
                  </a:moveTo>
                  <a:lnTo>
                    <a:pt x="49468" y="190"/>
                  </a:lnTo>
                  <a:cubicBezTo>
                    <a:pt x="49626" y="190"/>
                    <a:pt x="49785" y="190"/>
                    <a:pt x="49943" y="159"/>
                  </a:cubicBezTo>
                  <a:lnTo>
                    <a:pt x="49943" y="0"/>
                  </a:lnTo>
                  <a:close/>
                  <a:moveTo>
                    <a:pt x="51336" y="0"/>
                  </a:moveTo>
                  <a:lnTo>
                    <a:pt x="51336" y="159"/>
                  </a:lnTo>
                  <a:cubicBezTo>
                    <a:pt x="51495" y="159"/>
                    <a:pt x="51653" y="159"/>
                    <a:pt x="51780" y="190"/>
                  </a:cubicBezTo>
                  <a:lnTo>
                    <a:pt x="51780" y="0"/>
                  </a:lnTo>
                  <a:close/>
                  <a:moveTo>
                    <a:pt x="52255" y="0"/>
                  </a:moveTo>
                  <a:lnTo>
                    <a:pt x="52255" y="190"/>
                  </a:lnTo>
                  <a:lnTo>
                    <a:pt x="52730" y="190"/>
                  </a:lnTo>
                  <a:lnTo>
                    <a:pt x="52730" y="0"/>
                  </a:lnTo>
                  <a:close/>
                  <a:moveTo>
                    <a:pt x="49025" y="0"/>
                  </a:moveTo>
                  <a:cubicBezTo>
                    <a:pt x="48866" y="32"/>
                    <a:pt x="48708" y="32"/>
                    <a:pt x="48550" y="32"/>
                  </a:cubicBezTo>
                  <a:lnTo>
                    <a:pt x="48550" y="222"/>
                  </a:lnTo>
                  <a:cubicBezTo>
                    <a:pt x="48708" y="222"/>
                    <a:pt x="48866" y="190"/>
                    <a:pt x="49025" y="190"/>
                  </a:cubicBezTo>
                  <a:lnTo>
                    <a:pt x="49025" y="0"/>
                  </a:lnTo>
                  <a:close/>
                  <a:moveTo>
                    <a:pt x="53173" y="32"/>
                  </a:moveTo>
                  <a:lnTo>
                    <a:pt x="53173" y="222"/>
                  </a:lnTo>
                  <a:lnTo>
                    <a:pt x="53648" y="222"/>
                  </a:lnTo>
                  <a:lnTo>
                    <a:pt x="53648" y="32"/>
                  </a:lnTo>
                  <a:close/>
                  <a:moveTo>
                    <a:pt x="48074" y="32"/>
                  </a:moveTo>
                  <a:lnTo>
                    <a:pt x="47631" y="64"/>
                  </a:lnTo>
                  <a:lnTo>
                    <a:pt x="47631" y="254"/>
                  </a:lnTo>
                  <a:cubicBezTo>
                    <a:pt x="47789" y="254"/>
                    <a:pt x="47948" y="254"/>
                    <a:pt x="48106" y="222"/>
                  </a:cubicBezTo>
                  <a:lnTo>
                    <a:pt x="48074" y="32"/>
                  </a:lnTo>
                  <a:close/>
                  <a:moveTo>
                    <a:pt x="54123" y="64"/>
                  </a:moveTo>
                  <a:lnTo>
                    <a:pt x="54092" y="254"/>
                  </a:lnTo>
                  <a:cubicBezTo>
                    <a:pt x="54250" y="254"/>
                    <a:pt x="54408" y="285"/>
                    <a:pt x="54567" y="285"/>
                  </a:cubicBezTo>
                  <a:lnTo>
                    <a:pt x="54567" y="95"/>
                  </a:lnTo>
                  <a:cubicBezTo>
                    <a:pt x="54408" y="95"/>
                    <a:pt x="54250" y="64"/>
                    <a:pt x="54123" y="64"/>
                  </a:cubicBezTo>
                  <a:close/>
                  <a:moveTo>
                    <a:pt x="47156" y="95"/>
                  </a:moveTo>
                  <a:cubicBezTo>
                    <a:pt x="46998" y="95"/>
                    <a:pt x="46839" y="127"/>
                    <a:pt x="46681" y="127"/>
                  </a:cubicBezTo>
                  <a:lnTo>
                    <a:pt x="46713" y="317"/>
                  </a:lnTo>
                  <a:cubicBezTo>
                    <a:pt x="46871" y="317"/>
                    <a:pt x="47029" y="285"/>
                    <a:pt x="47156" y="285"/>
                  </a:cubicBezTo>
                  <a:lnTo>
                    <a:pt x="47156" y="95"/>
                  </a:lnTo>
                  <a:close/>
                  <a:moveTo>
                    <a:pt x="55042" y="127"/>
                  </a:moveTo>
                  <a:lnTo>
                    <a:pt x="55042" y="317"/>
                  </a:lnTo>
                  <a:cubicBezTo>
                    <a:pt x="55168" y="317"/>
                    <a:pt x="55327" y="349"/>
                    <a:pt x="55485" y="349"/>
                  </a:cubicBezTo>
                  <a:lnTo>
                    <a:pt x="55517" y="159"/>
                  </a:lnTo>
                  <a:lnTo>
                    <a:pt x="55042" y="127"/>
                  </a:lnTo>
                  <a:close/>
                  <a:moveTo>
                    <a:pt x="46238" y="159"/>
                  </a:moveTo>
                  <a:lnTo>
                    <a:pt x="45763" y="190"/>
                  </a:lnTo>
                  <a:lnTo>
                    <a:pt x="45794" y="380"/>
                  </a:lnTo>
                  <a:cubicBezTo>
                    <a:pt x="45953" y="380"/>
                    <a:pt x="46079" y="349"/>
                    <a:pt x="46238" y="349"/>
                  </a:cubicBezTo>
                  <a:lnTo>
                    <a:pt x="46238" y="159"/>
                  </a:lnTo>
                  <a:close/>
                  <a:moveTo>
                    <a:pt x="55960" y="190"/>
                  </a:moveTo>
                  <a:lnTo>
                    <a:pt x="55960" y="380"/>
                  </a:lnTo>
                  <a:cubicBezTo>
                    <a:pt x="56118" y="412"/>
                    <a:pt x="56245" y="412"/>
                    <a:pt x="56403" y="412"/>
                  </a:cubicBezTo>
                  <a:lnTo>
                    <a:pt x="56435" y="254"/>
                  </a:lnTo>
                  <a:cubicBezTo>
                    <a:pt x="56277" y="222"/>
                    <a:pt x="56118" y="222"/>
                    <a:pt x="55960" y="190"/>
                  </a:cubicBezTo>
                  <a:close/>
                  <a:moveTo>
                    <a:pt x="45319" y="254"/>
                  </a:moveTo>
                  <a:cubicBezTo>
                    <a:pt x="45161" y="254"/>
                    <a:pt x="45003" y="254"/>
                    <a:pt x="44844" y="285"/>
                  </a:cubicBezTo>
                  <a:lnTo>
                    <a:pt x="44876" y="475"/>
                  </a:lnTo>
                  <a:cubicBezTo>
                    <a:pt x="45003" y="444"/>
                    <a:pt x="45161" y="444"/>
                    <a:pt x="45319" y="412"/>
                  </a:cubicBezTo>
                  <a:lnTo>
                    <a:pt x="45319" y="254"/>
                  </a:lnTo>
                  <a:close/>
                  <a:moveTo>
                    <a:pt x="56878" y="285"/>
                  </a:moveTo>
                  <a:lnTo>
                    <a:pt x="56878" y="475"/>
                  </a:lnTo>
                  <a:cubicBezTo>
                    <a:pt x="57037" y="475"/>
                    <a:pt x="57164" y="507"/>
                    <a:pt x="57322" y="507"/>
                  </a:cubicBezTo>
                  <a:lnTo>
                    <a:pt x="57354" y="317"/>
                  </a:lnTo>
                  <a:lnTo>
                    <a:pt x="56878" y="285"/>
                  </a:lnTo>
                  <a:close/>
                  <a:moveTo>
                    <a:pt x="44401" y="317"/>
                  </a:moveTo>
                  <a:cubicBezTo>
                    <a:pt x="44243" y="349"/>
                    <a:pt x="44084" y="380"/>
                    <a:pt x="43926" y="380"/>
                  </a:cubicBezTo>
                  <a:lnTo>
                    <a:pt x="43958" y="570"/>
                  </a:lnTo>
                  <a:cubicBezTo>
                    <a:pt x="44084" y="539"/>
                    <a:pt x="44243" y="539"/>
                    <a:pt x="44401" y="507"/>
                  </a:cubicBezTo>
                  <a:lnTo>
                    <a:pt x="44401" y="317"/>
                  </a:lnTo>
                  <a:close/>
                  <a:moveTo>
                    <a:pt x="57829" y="380"/>
                  </a:moveTo>
                  <a:lnTo>
                    <a:pt x="57797" y="570"/>
                  </a:lnTo>
                  <a:cubicBezTo>
                    <a:pt x="57955" y="602"/>
                    <a:pt x="58114" y="602"/>
                    <a:pt x="58240" y="634"/>
                  </a:cubicBezTo>
                  <a:lnTo>
                    <a:pt x="58272" y="444"/>
                  </a:lnTo>
                  <a:cubicBezTo>
                    <a:pt x="58114" y="412"/>
                    <a:pt x="57955" y="412"/>
                    <a:pt x="57829" y="380"/>
                  </a:cubicBezTo>
                  <a:close/>
                  <a:moveTo>
                    <a:pt x="43451" y="444"/>
                  </a:moveTo>
                  <a:cubicBezTo>
                    <a:pt x="43324" y="475"/>
                    <a:pt x="43166" y="475"/>
                    <a:pt x="43007" y="507"/>
                  </a:cubicBezTo>
                  <a:lnTo>
                    <a:pt x="43039" y="697"/>
                  </a:lnTo>
                  <a:cubicBezTo>
                    <a:pt x="43166" y="665"/>
                    <a:pt x="43324" y="634"/>
                    <a:pt x="43482" y="634"/>
                  </a:cubicBezTo>
                  <a:lnTo>
                    <a:pt x="43451" y="444"/>
                  </a:lnTo>
                  <a:close/>
                  <a:moveTo>
                    <a:pt x="58715" y="507"/>
                  </a:moveTo>
                  <a:lnTo>
                    <a:pt x="58715" y="697"/>
                  </a:lnTo>
                  <a:cubicBezTo>
                    <a:pt x="58874" y="697"/>
                    <a:pt x="59000" y="729"/>
                    <a:pt x="59159" y="760"/>
                  </a:cubicBezTo>
                  <a:lnTo>
                    <a:pt x="59190" y="570"/>
                  </a:lnTo>
                  <a:cubicBezTo>
                    <a:pt x="59032" y="539"/>
                    <a:pt x="58874" y="507"/>
                    <a:pt x="58715" y="507"/>
                  </a:cubicBezTo>
                  <a:close/>
                  <a:moveTo>
                    <a:pt x="42532" y="570"/>
                  </a:moveTo>
                  <a:cubicBezTo>
                    <a:pt x="42374" y="570"/>
                    <a:pt x="42247" y="602"/>
                    <a:pt x="42089" y="634"/>
                  </a:cubicBezTo>
                  <a:lnTo>
                    <a:pt x="42121" y="824"/>
                  </a:lnTo>
                  <a:cubicBezTo>
                    <a:pt x="42247" y="792"/>
                    <a:pt x="42406" y="760"/>
                    <a:pt x="42564" y="729"/>
                  </a:cubicBezTo>
                  <a:lnTo>
                    <a:pt x="42532" y="570"/>
                  </a:lnTo>
                  <a:close/>
                  <a:moveTo>
                    <a:pt x="59665" y="634"/>
                  </a:moveTo>
                  <a:lnTo>
                    <a:pt x="59634" y="824"/>
                  </a:lnTo>
                  <a:cubicBezTo>
                    <a:pt x="59792" y="824"/>
                    <a:pt x="59950" y="855"/>
                    <a:pt x="60077" y="887"/>
                  </a:cubicBezTo>
                  <a:lnTo>
                    <a:pt x="60109" y="697"/>
                  </a:lnTo>
                  <a:cubicBezTo>
                    <a:pt x="59950" y="665"/>
                    <a:pt x="59792" y="665"/>
                    <a:pt x="59665" y="634"/>
                  </a:cubicBezTo>
                  <a:close/>
                  <a:moveTo>
                    <a:pt x="41614" y="697"/>
                  </a:moveTo>
                  <a:cubicBezTo>
                    <a:pt x="41456" y="729"/>
                    <a:pt x="41329" y="760"/>
                    <a:pt x="41171" y="760"/>
                  </a:cubicBezTo>
                  <a:lnTo>
                    <a:pt x="41202" y="950"/>
                  </a:lnTo>
                  <a:cubicBezTo>
                    <a:pt x="41329" y="919"/>
                    <a:pt x="41487" y="919"/>
                    <a:pt x="41646" y="887"/>
                  </a:cubicBezTo>
                  <a:lnTo>
                    <a:pt x="41614" y="697"/>
                  </a:lnTo>
                  <a:close/>
                  <a:moveTo>
                    <a:pt x="60584" y="760"/>
                  </a:moveTo>
                  <a:lnTo>
                    <a:pt x="60552" y="950"/>
                  </a:lnTo>
                  <a:cubicBezTo>
                    <a:pt x="60679" y="982"/>
                    <a:pt x="60837" y="1014"/>
                    <a:pt x="60995" y="1014"/>
                  </a:cubicBezTo>
                  <a:lnTo>
                    <a:pt x="61027" y="855"/>
                  </a:lnTo>
                  <a:cubicBezTo>
                    <a:pt x="60869" y="824"/>
                    <a:pt x="60742" y="792"/>
                    <a:pt x="60584" y="760"/>
                  </a:cubicBezTo>
                  <a:close/>
                  <a:moveTo>
                    <a:pt x="40696" y="855"/>
                  </a:moveTo>
                  <a:cubicBezTo>
                    <a:pt x="40537" y="887"/>
                    <a:pt x="40411" y="887"/>
                    <a:pt x="40252" y="919"/>
                  </a:cubicBezTo>
                  <a:lnTo>
                    <a:pt x="40284" y="1109"/>
                  </a:lnTo>
                  <a:cubicBezTo>
                    <a:pt x="40442" y="1077"/>
                    <a:pt x="40569" y="1045"/>
                    <a:pt x="40727" y="1045"/>
                  </a:cubicBezTo>
                  <a:lnTo>
                    <a:pt x="40696" y="855"/>
                  </a:lnTo>
                  <a:close/>
                  <a:moveTo>
                    <a:pt x="61502" y="919"/>
                  </a:moveTo>
                  <a:lnTo>
                    <a:pt x="61471" y="1109"/>
                  </a:lnTo>
                  <a:cubicBezTo>
                    <a:pt x="61597" y="1140"/>
                    <a:pt x="61756" y="1172"/>
                    <a:pt x="61914" y="1204"/>
                  </a:cubicBezTo>
                  <a:lnTo>
                    <a:pt x="61946" y="1014"/>
                  </a:lnTo>
                  <a:cubicBezTo>
                    <a:pt x="61787" y="982"/>
                    <a:pt x="61629" y="950"/>
                    <a:pt x="61502" y="919"/>
                  </a:cubicBezTo>
                  <a:close/>
                  <a:moveTo>
                    <a:pt x="39777" y="1014"/>
                  </a:moveTo>
                  <a:cubicBezTo>
                    <a:pt x="39619" y="1045"/>
                    <a:pt x="39492" y="1077"/>
                    <a:pt x="39334" y="1109"/>
                  </a:cubicBezTo>
                  <a:lnTo>
                    <a:pt x="39366" y="1267"/>
                  </a:lnTo>
                  <a:cubicBezTo>
                    <a:pt x="39524" y="1267"/>
                    <a:pt x="39682" y="1235"/>
                    <a:pt x="39809" y="1204"/>
                  </a:cubicBezTo>
                  <a:lnTo>
                    <a:pt x="39777" y="1014"/>
                  </a:lnTo>
                  <a:close/>
                  <a:moveTo>
                    <a:pt x="62389" y="1109"/>
                  </a:moveTo>
                  <a:lnTo>
                    <a:pt x="62357" y="1267"/>
                  </a:lnTo>
                  <a:cubicBezTo>
                    <a:pt x="62516" y="1299"/>
                    <a:pt x="62674" y="1330"/>
                    <a:pt x="62832" y="1362"/>
                  </a:cubicBezTo>
                  <a:lnTo>
                    <a:pt x="62864" y="1204"/>
                  </a:lnTo>
                  <a:cubicBezTo>
                    <a:pt x="62706" y="1172"/>
                    <a:pt x="62547" y="1140"/>
                    <a:pt x="62389" y="1109"/>
                  </a:cubicBezTo>
                  <a:close/>
                  <a:moveTo>
                    <a:pt x="38859" y="1204"/>
                  </a:moveTo>
                  <a:cubicBezTo>
                    <a:pt x="38700" y="1235"/>
                    <a:pt x="38574" y="1267"/>
                    <a:pt x="38415" y="1299"/>
                  </a:cubicBezTo>
                  <a:lnTo>
                    <a:pt x="38447" y="1457"/>
                  </a:lnTo>
                  <a:lnTo>
                    <a:pt x="38890" y="1362"/>
                  </a:lnTo>
                  <a:lnTo>
                    <a:pt x="38859" y="1204"/>
                  </a:lnTo>
                  <a:close/>
                  <a:moveTo>
                    <a:pt x="63307" y="1267"/>
                  </a:moveTo>
                  <a:lnTo>
                    <a:pt x="63276" y="1457"/>
                  </a:lnTo>
                  <a:cubicBezTo>
                    <a:pt x="63434" y="1489"/>
                    <a:pt x="63561" y="1520"/>
                    <a:pt x="63719" y="1552"/>
                  </a:cubicBezTo>
                  <a:lnTo>
                    <a:pt x="63782" y="1394"/>
                  </a:lnTo>
                  <a:cubicBezTo>
                    <a:pt x="63624" y="1330"/>
                    <a:pt x="63466" y="1299"/>
                    <a:pt x="63307" y="1267"/>
                  </a:cubicBezTo>
                  <a:close/>
                  <a:moveTo>
                    <a:pt x="37972" y="1394"/>
                  </a:moveTo>
                  <a:cubicBezTo>
                    <a:pt x="37814" y="1425"/>
                    <a:pt x="37655" y="1457"/>
                    <a:pt x="37497" y="1489"/>
                  </a:cubicBezTo>
                  <a:lnTo>
                    <a:pt x="37529" y="1679"/>
                  </a:lnTo>
                  <a:cubicBezTo>
                    <a:pt x="37687" y="1647"/>
                    <a:pt x="37845" y="1584"/>
                    <a:pt x="38004" y="1552"/>
                  </a:cubicBezTo>
                  <a:lnTo>
                    <a:pt x="37972" y="1394"/>
                  </a:lnTo>
                  <a:close/>
                  <a:moveTo>
                    <a:pt x="64226" y="1489"/>
                  </a:moveTo>
                  <a:lnTo>
                    <a:pt x="64162" y="1679"/>
                  </a:lnTo>
                  <a:cubicBezTo>
                    <a:pt x="64321" y="1710"/>
                    <a:pt x="64479" y="1742"/>
                    <a:pt x="64637" y="1774"/>
                  </a:cubicBezTo>
                  <a:lnTo>
                    <a:pt x="64669" y="1584"/>
                  </a:lnTo>
                  <a:lnTo>
                    <a:pt x="64226" y="1489"/>
                  </a:lnTo>
                  <a:close/>
                  <a:moveTo>
                    <a:pt x="37054" y="1584"/>
                  </a:moveTo>
                  <a:cubicBezTo>
                    <a:pt x="36895" y="1615"/>
                    <a:pt x="36737" y="1679"/>
                    <a:pt x="36610" y="1710"/>
                  </a:cubicBezTo>
                  <a:lnTo>
                    <a:pt x="36642" y="1869"/>
                  </a:lnTo>
                  <a:cubicBezTo>
                    <a:pt x="36800" y="1837"/>
                    <a:pt x="36927" y="1805"/>
                    <a:pt x="37085" y="1774"/>
                  </a:cubicBezTo>
                  <a:lnTo>
                    <a:pt x="37054" y="1584"/>
                  </a:lnTo>
                  <a:close/>
                  <a:moveTo>
                    <a:pt x="65112" y="1710"/>
                  </a:moveTo>
                  <a:lnTo>
                    <a:pt x="65081" y="1869"/>
                  </a:lnTo>
                  <a:cubicBezTo>
                    <a:pt x="65239" y="1900"/>
                    <a:pt x="65366" y="1964"/>
                    <a:pt x="65524" y="1995"/>
                  </a:cubicBezTo>
                  <a:lnTo>
                    <a:pt x="65587" y="1805"/>
                  </a:lnTo>
                  <a:cubicBezTo>
                    <a:pt x="65429" y="1774"/>
                    <a:pt x="65271" y="1742"/>
                    <a:pt x="65112" y="1710"/>
                  </a:cubicBezTo>
                  <a:close/>
                  <a:moveTo>
                    <a:pt x="36135" y="1805"/>
                  </a:moveTo>
                  <a:cubicBezTo>
                    <a:pt x="35977" y="1837"/>
                    <a:pt x="35850" y="1900"/>
                    <a:pt x="35692" y="1932"/>
                  </a:cubicBezTo>
                  <a:lnTo>
                    <a:pt x="35724" y="2122"/>
                  </a:lnTo>
                  <a:cubicBezTo>
                    <a:pt x="35882" y="2059"/>
                    <a:pt x="36040" y="2027"/>
                    <a:pt x="36199" y="1995"/>
                  </a:cubicBezTo>
                  <a:lnTo>
                    <a:pt x="36135" y="1805"/>
                  </a:lnTo>
                  <a:close/>
                  <a:moveTo>
                    <a:pt x="66031" y="1932"/>
                  </a:moveTo>
                  <a:lnTo>
                    <a:pt x="65968" y="2090"/>
                  </a:lnTo>
                  <a:cubicBezTo>
                    <a:pt x="66126" y="2154"/>
                    <a:pt x="66284" y="2185"/>
                    <a:pt x="66411" y="2217"/>
                  </a:cubicBezTo>
                  <a:lnTo>
                    <a:pt x="66474" y="2059"/>
                  </a:lnTo>
                  <a:cubicBezTo>
                    <a:pt x="66316" y="1995"/>
                    <a:pt x="66158" y="1964"/>
                    <a:pt x="66031" y="1932"/>
                  </a:cubicBezTo>
                  <a:close/>
                  <a:moveTo>
                    <a:pt x="35249" y="2059"/>
                  </a:moveTo>
                  <a:cubicBezTo>
                    <a:pt x="35090" y="2090"/>
                    <a:pt x="34932" y="2122"/>
                    <a:pt x="34805" y="2185"/>
                  </a:cubicBezTo>
                  <a:lnTo>
                    <a:pt x="34837" y="2344"/>
                  </a:lnTo>
                  <a:cubicBezTo>
                    <a:pt x="34995" y="2312"/>
                    <a:pt x="35154" y="2280"/>
                    <a:pt x="35280" y="2217"/>
                  </a:cubicBezTo>
                  <a:lnTo>
                    <a:pt x="35249" y="2059"/>
                  </a:lnTo>
                  <a:close/>
                  <a:moveTo>
                    <a:pt x="66918" y="2154"/>
                  </a:moveTo>
                  <a:lnTo>
                    <a:pt x="66854" y="2344"/>
                  </a:lnTo>
                  <a:cubicBezTo>
                    <a:pt x="67013" y="2375"/>
                    <a:pt x="67171" y="2439"/>
                    <a:pt x="67298" y="2470"/>
                  </a:cubicBezTo>
                  <a:lnTo>
                    <a:pt x="67361" y="2280"/>
                  </a:lnTo>
                  <a:cubicBezTo>
                    <a:pt x="67203" y="2249"/>
                    <a:pt x="67076" y="2217"/>
                    <a:pt x="66918" y="2154"/>
                  </a:cubicBezTo>
                  <a:close/>
                  <a:moveTo>
                    <a:pt x="34362" y="2312"/>
                  </a:moveTo>
                  <a:cubicBezTo>
                    <a:pt x="34203" y="2344"/>
                    <a:pt x="34045" y="2375"/>
                    <a:pt x="33887" y="2439"/>
                  </a:cubicBezTo>
                  <a:lnTo>
                    <a:pt x="33950" y="2597"/>
                  </a:lnTo>
                  <a:cubicBezTo>
                    <a:pt x="34108" y="2565"/>
                    <a:pt x="34235" y="2534"/>
                    <a:pt x="34393" y="2470"/>
                  </a:cubicBezTo>
                  <a:lnTo>
                    <a:pt x="34362" y="2312"/>
                  </a:lnTo>
                  <a:close/>
                  <a:moveTo>
                    <a:pt x="67804" y="2407"/>
                  </a:moveTo>
                  <a:lnTo>
                    <a:pt x="67773" y="2597"/>
                  </a:lnTo>
                  <a:cubicBezTo>
                    <a:pt x="67899" y="2629"/>
                    <a:pt x="68058" y="2692"/>
                    <a:pt x="68216" y="2724"/>
                  </a:cubicBezTo>
                  <a:lnTo>
                    <a:pt x="68248" y="2565"/>
                  </a:lnTo>
                  <a:cubicBezTo>
                    <a:pt x="68121" y="2502"/>
                    <a:pt x="67963" y="2470"/>
                    <a:pt x="67804" y="2407"/>
                  </a:cubicBezTo>
                  <a:close/>
                  <a:moveTo>
                    <a:pt x="33443" y="2565"/>
                  </a:moveTo>
                  <a:cubicBezTo>
                    <a:pt x="33317" y="2597"/>
                    <a:pt x="33158" y="2660"/>
                    <a:pt x="33000" y="2692"/>
                  </a:cubicBezTo>
                  <a:lnTo>
                    <a:pt x="33063" y="2882"/>
                  </a:lnTo>
                  <a:cubicBezTo>
                    <a:pt x="33222" y="2819"/>
                    <a:pt x="33348" y="2787"/>
                    <a:pt x="33507" y="2724"/>
                  </a:cubicBezTo>
                  <a:lnTo>
                    <a:pt x="33443" y="2565"/>
                  </a:lnTo>
                  <a:close/>
                  <a:moveTo>
                    <a:pt x="68691" y="2692"/>
                  </a:moveTo>
                  <a:lnTo>
                    <a:pt x="68659" y="2882"/>
                  </a:lnTo>
                  <a:cubicBezTo>
                    <a:pt x="68786" y="2914"/>
                    <a:pt x="68944" y="2945"/>
                    <a:pt x="69071" y="3009"/>
                  </a:cubicBezTo>
                  <a:lnTo>
                    <a:pt x="69134" y="2819"/>
                  </a:lnTo>
                  <a:cubicBezTo>
                    <a:pt x="69008" y="2787"/>
                    <a:pt x="68849" y="2755"/>
                    <a:pt x="68691" y="2692"/>
                  </a:cubicBezTo>
                  <a:close/>
                  <a:moveTo>
                    <a:pt x="32557" y="2850"/>
                  </a:moveTo>
                  <a:cubicBezTo>
                    <a:pt x="32398" y="2882"/>
                    <a:pt x="32272" y="2945"/>
                    <a:pt x="32113" y="2977"/>
                  </a:cubicBezTo>
                  <a:lnTo>
                    <a:pt x="32177" y="3167"/>
                  </a:lnTo>
                  <a:lnTo>
                    <a:pt x="32620" y="3009"/>
                  </a:lnTo>
                  <a:lnTo>
                    <a:pt x="32557" y="2850"/>
                  </a:lnTo>
                  <a:close/>
                  <a:moveTo>
                    <a:pt x="69578" y="2977"/>
                  </a:moveTo>
                  <a:lnTo>
                    <a:pt x="69514" y="3167"/>
                  </a:lnTo>
                  <a:cubicBezTo>
                    <a:pt x="69673" y="3199"/>
                    <a:pt x="69831" y="3262"/>
                    <a:pt x="69958" y="3294"/>
                  </a:cubicBezTo>
                  <a:lnTo>
                    <a:pt x="70021" y="3135"/>
                  </a:lnTo>
                  <a:cubicBezTo>
                    <a:pt x="69863" y="3072"/>
                    <a:pt x="69736" y="3009"/>
                    <a:pt x="69578" y="2977"/>
                  </a:cubicBezTo>
                  <a:close/>
                  <a:moveTo>
                    <a:pt x="31670" y="3135"/>
                  </a:moveTo>
                  <a:cubicBezTo>
                    <a:pt x="31543" y="3167"/>
                    <a:pt x="31385" y="3230"/>
                    <a:pt x="31227" y="3294"/>
                  </a:cubicBezTo>
                  <a:lnTo>
                    <a:pt x="31290" y="3452"/>
                  </a:lnTo>
                  <a:cubicBezTo>
                    <a:pt x="31448" y="3420"/>
                    <a:pt x="31607" y="3357"/>
                    <a:pt x="31733" y="3325"/>
                  </a:cubicBezTo>
                  <a:lnTo>
                    <a:pt x="31670" y="3135"/>
                  </a:lnTo>
                  <a:close/>
                  <a:moveTo>
                    <a:pt x="70465" y="3262"/>
                  </a:moveTo>
                  <a:lnTo>
                    <a:pt x="70401" y="3452"/>
                  </a:lnTo>
                  <a:cubicBezTo>
                    <a:pt x="70560" y="3484"/>
                    <a:pt x="70686" y="3547"/>
                    <a:pt x="70845" y="3611"/>
                  </a:cubicBezTo>
                  <a:lnTo>
                    <a:pt x="70908" y="3420"/>
                  </a:lnTo>
                  <a:lnTo>
                    <a:pt x="70465" y="3262"/>
                  </a:lnTo>
                  <a:close/>
                  <a:moveTo>
                    <a:pt x="30815" y="3452"/>
                  </a:moveTo>
                  <a:cubicBezTo>
                    <a:pt x="30657" y="3484"/>
                    <a:pt x="30498" y="3547"/>
                    <a:pt x="30371" y="3611"/>
                  </a:cubicBezTo>
                  <a:lnTo>
                    <a:pt x="30435" y="3769"/>
                  </a:lnTo>
                  <a:cubicBezTo>
                    <a:pt x="30561" y="3706"/>
                    <a:pt x="30720" y="3674"/>
                    <a:pt x="30878" y="3611"/>
                  </a:cubicBezTo>
                  <a:lnTo>
                    <a:pt x="30815" y="3452"/>
                  </a:lnTo>
                  <a:close/>
                  <a:moveTo>
                    <a:pt x="71320" y="3579"/>
                  </a:moveTo>
                  <a:lnTo>
                    <a:pt x="71256" y="3769"/>
                  </a:lnTo>
                  <a:cubicBezTo>
                    <a:pt x="71415" y="3801"/>
                    <a:pt x="71573" y="3864"/>
                    <a:pt x="71700" y="3927"/>
                  </a:cubicBezTo>
                  <a:lnTo>
                    <a:pt x="71763" y="3737"/>
                  </a:lnTo>
                  <a:cubicBezTo>
                    <a:pt x="71636" y="3706"/>
                    <a:pt x="71478" y="3642"/>
                    <a:pt x="71320" y="3579"/>
                  </a:cubicBezTo>
                  <a:close/>
                  <a:moveTo>
                    <a:pt x="29928" y="3769"/>
                  </a:moveTo>
                  <a:cubicBezTo>
                    <a:pt x="29770" y="3801"/>
                    <a:pt x="29643" y="3864"/>
                    <a:pt x="29485" y="3927"/>
                  </a:cubicBezTo>
                  <a:lnTo>
                    <a:pt x="29548" y="4086"/>
                  </a:lnTo>
                  <a:cubicBezTo>
                    <a:pt x="29706" y="4054"/>
                    <a:pt x="29833" y="3991"/>
                    <a:pt x="29991" y="3927"/>
                  </a:cubicBezTo>
                  <a:lnTo>
                    <a:pt x="29928" y="3769"/>
                  </a:lnTo>
                  <a:close/>
                  <a:moveTo>
                    <a:pt x="72206" y="3896"/>
                  </a:moveTo>
                  <a:lnTo>
                    <a:pt x="72143" y="4086"/>
                  </a:lnTo>
                  <a:cubicBezTo>
                    <a:pt x="72270" y="4149"/>
                    <a:pt x="72428" y="4181"/>
                    <a:pt x="72586" y="4244"/>
                  </a:cubicBezTo>
                  <a:lnTo>
                    <a:pt x="72650" y="4086"/>
                  </a:lnTo>
                  <a:cubicBezTo>
                    <a:pt x="72491" y="4022"/>
                    <a:pt x="72365" y="3959"/>
                    <a:pt x="72206" y="3896"/>
                  </a:cubicBezTo>
                  <a:close/>
                  <a:moveTo>
                    <a:pt x="29041" y="4086"/>
                  </a:moveTo>
                  <a:cubicBezTo>
                    <a:pt x="28915" y="4149"/>
                    <a:pt x="28756" y="4212"/>
                    <a:pt x="28630" y="4276"/>
                  </a:cubicBezTo>
                  <a:lnTo>
                    <a:pt x="28693" y="4434"/>
                  </a:lnTo>
                  <a:cubicBezTo>
                    <a:pt x="28820" y="4371"/>
                    <a:pt x="28978" y="4307"/>
                    <a:pt x="29136" y="4276"/>
                  </a:cubicBezTo>
                  <a:lnTo>
                    <a:pt x="29041" y="4086"/>
                  </a:lnTo>
                  <a:close/>
                  <a:moveTo>
                    <a:pt x="73061" y="4244"/>
                  </a:moveTo>
                  <a:lnTo>
                    <a:pt x="72998" y="4434"/>
                  </a:lnTo>
                  <a:cubicBezTo>
                    <a:pt x="73156" y="4466"/>
                    <a:pt x="73283" y="4529"/>
                    <a:pt x="73441" y="4592"/>
                  </a:cubicBezTo>
                  <a:lnTo>
                    <a:pt x="73505" y="4434"/>
                  </a:lnTo>
                  <a:cubicBezTo>
                    <a:pt x="73346" y="4371"/>
                    <a:pt x="73220" y="4307"/>
                    <a:pt x="73061" y="4244"/>
                  </a:cubicBezTo>
                  <a:close/>
                  <a:moveTo>
                    <a:pt x="28186" y="4434"/>
                  </a:moveTo>
                  <a:cubicBezTo>
                    <a:pt x="28060" y="4497"/>
                    <a:pt x="27901" y="4561"/>
                    <a:pt x="27775" y="4624"/>
                  </a:cubicBezTo>
                  <a:lnTo>
                    <a:pt x="27838" y="4782"/>
                  </a:lnTo>
                  <a:cubicBezTo>
                    <a:pt x="27965" y="4719"/>
                    <a:pt x="28123" y="4656"/>
                    <a:pt x="28250" y="4624"/>
                  </a:cubicBezTo>
                  <a:lnTo>
                    <a:pt x="28186" y="4434"/>
                  </a:lnTo>
                  <a:close/>
                  <a:moveTo>
                    <a:pt x="73916" y="4592"/>
                  </a:moveTo>
                  <a:lnTo>
                    <a:pt x="73853" y="4782"/>
                  </a:lnTo>
                  <a:cubicBezTo>
                    <a:pt x="74011" y="4846"/>
                    <a:pt x="74138" y="4877"/>
                    <a:pt x="74265" y="4941"/>
                  </a:cubicBezTo>
                  <a:lnTo>
                    <a:pt x="74360" y="4782"/>
                  </a:lnTo>
                  <a:cubicBezTo>
                    <a:pt x="74201" y="4719"/>
                    <a:pt x="74075" y="4656"/>
                    <a:pt x="73916" y="4592"/>
                  </a:cubicBezTo>
                  <a:close/>
                  <a:moveTo>
                    <a:pt x="27331" y="4782"/>
                  </a:moveTo>
                  <a:cubicBezTo>
                    <a:pt x="27205" y="4846"/>
                    <a:pt x="27046" y="4909"/>
                    <a:pt x="26920" y="4972"/>
                  </a:cubicBezTo>
                  <a:lnTo>
                    <a:pt x="26983" y="5162"/>
                  </a:lnTo>
                  <a:cubicBezTo>
                    <a:pt x="27110" y="5099"/>
                    <a:pt x="27268" y="5036"/>
                    <a:pt x="27395" y="4972"/>
                  </a:cubicBezTo>
                  <a:lnTo>
                    <a:pt x="27331" y="4782"/>
                  </a:lnTo>
                  <a:close/>
                  <a:moveTo>
                    <a:pt x="74772" y="4972"/>
                  </a:moveTo>
                  <a:lnTo>
                    <a:pt x="74708" y="5131"/>
                  </a:lnTo>
                  <a:cubicBezTo>
                    <a:pt x="74835" y="5194"/>
                    <a:pt x="74993" y="5257"/>
                    <a:pt x="75120" y="5321"/>
                  </a:cubicBezTo>
                  <a:lnTo>
                    <a:pt x="75215" y="5131"/>
                  </a:lnTo>
                  <a:cubicBezTo>
                    <a:pt x="75057" y="5067"/>
                    <a:pt x="74930" y="5036"/>
                    <a:pt x="74772" y="4972"/>
                  </a:cubicBezTo>
                  <a:close/>
                  <a:moveTo>
                    <a:pt x="26476" y="5162"/>
                  </a:moveTo>
                  <a:cubicBezTo>
                    <a:pt x="26350" y="5226"/>
                    <a:pt x="26191" y="5289"/>
                    <a:pt x="26064" y="5352"/>
                  </a:cubicBezTo>
                  <a:lnTo>
                    <a:pt x="26128" y="5542"/>
                  </a:lnTo>
                  <a:cubicBezTo>
                    <a:pt x="26286" y="5479"/>
                    <a:pt x="26413" y="5416"/>
                    <a:pt x="26571" y="5352"/>
                  </a:cubicBezTo>
                  <a:lnTo>
                    <a:pt x="26476" y="5162"/>
                  </a:lnTo>
                  <a:close/>
                  <a:moveTo>
                    <a:pt x="75627" y="5321"/>
                  </a:moveTo>
                  <a:lnTo>
                    <a:pt x="75532" y="5511"/>
                  </a:lnTo>
                  <a:cubicBezTo>
                    <a:pt x="75690" y="5574"/>
                    <a:pt x="75817" y="5637"/>
                    <a:pt x="75975" y="5701"/>
                  </a:cubicBezTo>
                  <a:lnTo>
                    <a:pt x="76038" y="5542"/>
                  </a:lnTo>
                  <a:cubicBezTo>
                    <a:pt x="75912" y="5447"/>
                    <a:pt x="75753" y="5384"/>
                    <a:pt x="75627" y="5321"/>
                  </a:cubicBezTo>
                  <a:close/>
                  <a:moveTo>
                    <a:pt x="25621" y="5574"/>
                  </a:moveTo>
                  <a:cubicBezTo>
                    <a:pt x="25494" y="5637"/>
                    <a:pt x="25368" y="5701"/>
                    <a:pt x="25209" y="5764"/>
                  </a:cubicBezTo>
                  <a:lnTo>
                    <a:pt x="25304" y="5922"/>
                  </a:lnTo>
                  <a:cubicBezTo>
                    <a:pt x="25431" y="5859"/>
                    <a:pt x="25589" y="5796"/>
                    <a:pt x="25716" y="5732"/>
                  </a:cubicBezTo>
                  <a:lnTo>
                    <a:pt x="25621" y="5574"/>
                  </a:lnTo>
                  <a:close/>
                  <a:moveTo>
                    <a:pt x="76450" y="5732"/>
                  </a:moveTo>
                  <a:lnTo>
                    <a:pt x="76387" y="5891"/>
                  </a:lnTo>
                  <a:cubicBezTo>
                    <a:pt x="76513" y="5954"/>
                    <a:pt x="76672" y="6017"/>
                    <a:pt x="76798" y="6081"/>
                  </a:cubicBezTo>
                  <a:lnTo>
                    <a:pt x="76862" y="5922"/>
                  </a:lnTo>
                  <a:lnTo>
                    <a:pt x="76450" y="5732"/>
                  </a:lnTo>
                  <a:close/>
                  <a:moveTo>
                    <a:pt x="24798" y="5954"/>
                  </a:moveTo>
                  <a:cubicBezTo>
                    <a:pt x="24671" y="6017"/>
                    <a:pt x="24513" y="6081"/>
                    <a:pt x="24386" y="6176"/>
                  </a:cubicBezTo>
                  <a:lnTo>
                    <a:pt x="24449" y="6334"/>
                  </a:lnTo>
                  <a:cubicBezTo>
                    <a:pt x="24608" y="6271"/>
                    <a:pt x="24734" y="6207"/>
                    <a:pt x="24861" y="6112"/>
                  </a:cubicBezTo>
                  <a:lnTo>
                    <a:pt x="24798" y="5954"/>
                  </a:lnTo>
                  <a:close/>
                  <a:moveTo>
                    <a:pt x="77305" y="6144"/>
                  </a:moveTo>
                  <a:lnTo>
                    <a:pt x="77210" y="6302"/>
                  </a:lnTo>
                  <a:cubicBezTo>
                    <a:pt x="77337" y="6366"/>
                    <a:pt x="77495" y="6429"/>
                    <a:pt x="77622" y="6492"/>
                  </a:cubicBezTo>
                  <a:lnTo>
                    <a:pt x="77717" y="6334"/>
                  </a:lnTo>
                  <a:cubicBezTo>
                    <a:pt x="77558" y="6271"/>
                    <a:pt x="77432" y="6207"/>
                    <a:pt x="77305" y="6144"/>
                  </a:cubicBezTo>
                  <a:close/>
                  <a:moveTo>
                    <a:pt x="23974" y="6366"/>
                  </a:moveTo>
                  <a:cubicBezTo>
                    <a:pt x="23816" y="6429"/>
                    <a:pt x="23689" y="6524"/>
                    <a:pt x="23563" y="6587"/>
                  </a:cubicBezTo>
                  <a:lnTo>
                    <a:pt x="23626" y="6746"/>
                  </a:lnTo>
                  <a:cubicBezTo>
                    <a:pt x="23784" y="6682"/>
                    <a:pt x="23911" y="6619"/>
                    <a:pt x="24038" y="6556"/>
                  </a:cubicBezTo>
                  <a:lnTo>
                    <a:pt x="23974" y="6366"/>
                  </a:lnTo>
                  <a:close/>
                  <a:moveTo>
                    <a:pt x="78128" y="6556"/>
                  </a:moveTo>
                  <a:lnTo>
                    <a:pt x="78033" y="6714"/>
                  </a:lnTo>
                  <a:cubicBezTo>
                    <a:pt x="78160" y="6777"/>
                    <a:pt x="78318" y="6872"/>
                    <a:pt x="78445" y="6936"/>
                  </a:cubicBezTo>
                  <a:lnTo>
                    <a:pt x="78540" y="6777"/>
                  </a:lnTo>
                  <a:cubicBezTo>
                    <a:pt x="78382" y="6682"/>
                    <a:pt x="78255" y="6619"/>
                    <a:pt x="78128" y="6556"/>
                  </a:cubicBezTo>
                  <a:close/>
                  <a:moveTo>
                    <a:pt x="23151" y="6809"/>
                  </a:moveTo>
                  <a:cubicBezTo>
                    <a:pt x="22993" y="6872"/>
                    <a:pt x="22866" y="6936"/>
                    <a:pt x="22708" y="7031"/>
                  </a:cubicBezTo>
                  <a:lnTo>
                    <a:pt x="22803" y="7189"/>
                  </a:lnTo>
                  <a:cubicBezTo>
                    <a:pt x="22961" y="7094"/>
                    <a:pt x="23088" y="7031"/>
                    <a:pt x="23214" y="6967"/>
                  </a:cubicBezTo>
                  <a:lnTo>
                    <a:pt x="23151" y="6809"/>
                  </a:lnTo>
                  <a:close/>
                  <a:moveTo>
                    <a:pt x="78952" y="6967"/>
                  </a:moveTo>
                  <a:lnTo>
                    <a:pt x="78857" y="7157"/>
                  </a:lnTo>
                  <a:cubicBezTo>
                    <a:pt x="78984" y="7221"/>
                    <a:pt x="79110" y="7284"/>
                    <a:pt x="79269" y="7347"/>
                  </a:cubicBezTo>
                  <a:lnTo>
                    <a:pt x="79332" y="7189"/>
                  </a:lnTo>
                  <a:cubicBezTo>
                    <a:pt x="79205" y="7126"/>
                    <a:pt x="79079" y="7062"/>
                    <a:pt x="78952" y="6967"/>
                  </a:cubicBezTo>
                  <a:close/>
                  <a:moveTo>
                    <a:pt x="22328" y="7252"/>
                  </a:moveTo>
                  <a:cubicBezTo>
                    <a:pt x="22169" y="7316"/>
                    <a:pt x="22043" y="7379"/>
                    <a:pt x="21916" y="7474"/>
                  </a:cubicBezTo>
                  <a:lnTo>
                    <a:pt x="22011" y="7632"/>
                  </a:lnTo>
                  <a:lnTo>
                    <a:pt x="22391" y="7411"/>
                  </a:lnTo>
                  <a:lnTo>
                    <a:pt x="22328" y="7252"/>
                  </a:lnTo>
                  <a:close/>
                  <a:moveTo>
                    <a:pt x="79744" y="7411"/>
                  </a:moveTo>
                  <a:lnTo>
                    <a:pt x="79649" y="7569"/>
                  </a:lnTo>
                  <a:lnTo>
                    <a:pt x="80060" y="7822"/>
                  </a:lnTo>
                  <a:lnTo>
                    <a:pt x="80155" y="7632"/>
                  </a:lnTo>
                  <a:lnTo>
                    <a:pt x="79744" y="7411"/>
                  </a:lnTo>
                  <a:close/>
                  <a:moveTo>
                    <a:pt x="21504" y="7696"/>
                  </a:moveTo>
                  <a:cubicBezTo>
                    <a:pt x="21377" y="7759"/>
                    <a:pt x="21219" y="7854"/>
                    <a:pt x="21092" y="7917"/>
                  </a:cubicBezTo>
                  <a:lnTo>
                    <a:pt x="21187" y="8076"/>
                  </a:lnTo>
                  <a:cubicBezTo>
                    <a:pt x="21314" y="8012"/>
                    <a:pt x="21472" y="7917"/>
                    <a:pt x="21599" y="7854"/>
                  </a:cubicBezTo>
                  <a:lnTo>
                    <a:pt x="21504" y="7696"/>
                  </a:lnTo>
                  <a:close/>
                  <a:moveTo>
                    <a:pt x="80567" y="7886"/>
                  </a:moveTo>
                  <a:lnTo>
                    <a:pt x="80472" y="8044"/>
                  </a:lnTo>
                  <a:cubicBezTo>
                    <a:pt x="80599" y="8107"/>
                    <a:pt x="80725" y="8202"/>
                    <a:pt x="80852" y="8266"/>
                  </a:cubicBezTo>
                  <a:lnTo>
                    <a:pt x="80947" y="8107"/>
                  </a:lnTo>
                  <a:cubicBezTo>
                    <a:pt x="80820" y="8044"/>
                    <a:pt x="80694" y="7949"/>
                    <a:pt x="80567" y="7886"/>
                  </a:cubicBezTo>
                  <a:close/>
                  <a:moveTo>
                    <a:pt x="20681" y="8139"/>
                  </a:moveTo>
                  <a:cubicBezTo>
                    <a:pt x="20554" y="8234"/>
                    <a:pt x="20427" y="8298"/>
                    <a:pt x="20301" y="8393"/>
                  </a:cubicBezTo>
                  <a:lnTo>
                    <a:pt x="20396" y="8551"/>
                  </a:lnTo>
                  <a:cubicBezTo>
                    <a:pt x="20522" y="8456"/>
                    <a:pt x="20649" y="8393"/>
                    <a:pt x="20807" y="8298"/>
                  </a:cubicBezTo>
                  <a:lnTo>
                    <a:pt x="20681" y="8139"/>
                  </a:lnTo>
                  <a:close/>
                  <a:moveTo>
                    <a:pt x="81359" y="8361"/>
                  </a:moveTo>
                  <a:lnTo>
                    <a:pt x="81264" y="8519"/>
                  </a:lnTo>
                  <a:cubicBezTo>
                    <a:pt x="81390" y="8583"/>
                    <a:pt x="81517" y="8678"/>
                    <a:pt x="81644" y="8741"/>
                  </a:cubicBezTo>
                  <a:lnTo>
                    <a:pt x="81739" y="8583"/>
                  </a:lnTo>
                  <a:cubicBezTo>
                    <a:pt x="81612" y="8519"/>
                    <a:pt x="81485" y="8424"/>
                    <a:pt x="81359" y="8361"/>
                  </a:cubicBezTo>
                  <a:close/>
                  <a:moveTo>
                    <a:pt x="19889" y="8646"/>
                  </a:moveTo>
                  <a:cubicBezTo>
                    <a:pt x="19762" y="8709"/>
                    <a:pt x="19636" y="8804"/>
                    <a:pt x="19509" y="8868"/>
                  </a:cubicBezTo>
                  <a:lnTo>
                    <a:pt x="19604" y="9026"/>
                  </a:lnTo>
                  <a:cubicBezTo>
                    <a:pt x="19731" y="8963"/>
                    <a:pt x="19857" y="8868"/>
                    <a:pt x="19984" y="8804"/>
                  </a:cubicBezTo>
                  <a:lnTo>
                    <a:pt x="19889" y="8646"/>
                  </a:lnTo>
                  <a:close/>
                  <a:moveTo>
                    <a:pt x="82150" y="8804"/>
                  </a:moveTo>
                  <a:lnTo>
                    <a:pt x="82055" y="8994"/>
                  </a:lnTo>
                  <a:cubicBezTo>
                    <a:pt x="82182" y="9058"/>
                    <a:pt x="82309" y="9153"/>
                    <a:pt x="82435" y="9216"/>
                  </a:cubicBezTo>
                  <a:lnTo>
                    <a:pt x="82530" y="9058"/>
                  </a:lnTo>
                  <a:cubicBezTo>
                    <a:pt x="82404" y="8994"/>
                    <a:pt x="82277" y="8899"/>
                    <a:pt x="82150" y="8804"/>
                  </a:cubicBezTo>
                  <a:close/>
                  <a:moveTo>
                    <a:pt x="19097" y="9121"/>
                  </a:moveTo>
                  <a:lnTo>
                    <a:pt x="18717" y="9374"/>
                  </a:lnTo>
                  <a:lnTo>
                    <a:pt x="18812" y="9533"/>
                  </a:lnTo>
                  <a:cubicBezTo>
                    <a:pt x="18939" y="9438"/>
                    <a:pt x="19066" y="9374"/>
                    <a:pt x="19224" y="9279"/>
                  </a:cubicBezTo>
                  <a:lnTo>
                    <a:pt x="19097" y="9121"/>
                  </a:lnTo>
                  <a:close/>
                  <a:moveTo>
                    <a:pt x="82942" y="9311"/>
                  </a:moveTo>
                  <a:lnTo>
                    <a:pt x="82847" y="9469"/>
                  </a:lnTo>
                  <a:cubicBezTo>
                    <a:pt x="82974" y="9564"/>
                    <a:pt x="83100" y="9628"/>
                    <a:pt x="83227" y="9723"/>
                  </a:cubicBezTo>
                  <a:lnTo>
                    <a:pt x="83322" y="9564"/>
                  </a:lnTo>
                  <a:cubicBezTo>
                    <a:pt x="83195" y="9469"/>
                    <a:pt x="83069" y="9406"/>
                    <a:pt x="82942" y="9311"/>
                  </a:cubicBezTo>
                  <a:close/>
                  <a:moveTo>
                    <a:pt x="18337" y="9628"/>
                  </a:moveTo>
                  <a:cubicBezTo>
                    <a:pt x="18179" y="9691"/>
                    <a:pt x="18084" y="9786"/>
                    <a:pt x="17926" y="9881"/>
                  </a:cubicBezTo>
                  <a:lnTo>
                    <a:pt x="18052" y="10039"/>
                  </a:lnTo>
                  <a:cubicBezTo>
                    <a:pt x="18179" y="9944"/>
                    <a:pt x="18306" y="9849"/>
                    <a:pt x="18432" y="9786"/>
                  </a:cubicBezTo>
                  <a:lnTo>
                    <a:pt x="18337" y="9628"/>
                  </a:lnTo>
                  <a:close/>
                  <a:moveTo>
                    <a:pt x="83702" y="9818"/>
                  </a:moveTo>
                  <a:lnTo>
                    <a:pt x="83607" y="9976"/>
                  </a:lnTo>
                  <a:cubicBezTo>
                    <a:pt x="83734" y="10071"/>
                    <a:pt x="83861" y="10134"/>
                    <a:pt x="83987" y="10229"/>
                  </a:cubicBezTo>
                  <a:lnTo>
                    <a:pt x="84082" y="10071"/>
                  </a:lnTo>
                  <a:cubicBezTo>
                    <a:pt x="83956" y="9976"/>
                    <a:pt x="83829" y="9913"/>
                    <a:pt x="83702" y="9818"/>
                  </a:cubicBezTo>
                  <a:close/>
                  <a:moveTo>
                    <a:pt x="17546" y="10134"/>
                  </a:moveTo>
                  <a:cubicBezTo>
                    <a:pt x="17419" y="10229"/>
                    <a:pt x="17292" y="10293"/>
                    <a:pt x="17165" y="10388"/>
                  </a:cubicBezTo>
                  <a:lnTo>
                    <a:pt x="17260" y="10546"/>
                  </a:lnTo>
                  <a:cubicBezTo>
                    <a:pt x="17387" y="10451"/>
                    <a:pt x="17514" y="10388"/>
                    <a:pt x="17672" y="10293"/>
                  </a:cubicBezTo>
                  <a:lnTo>
                    <a:pt x="17546" y="10134"/>
                  </a:lnTo>
                  <a:close/>
                  <a:moveTo>
                    <a:pt x="84494" y="10324"/>
                  </a:moveTo>
                  <a:lnTo>
                    <a:pt x="84367" y="10483"/>
                  </a:lnTo>
                  <a:lnTo>
                    <a:pt x="84747" y="10736"/>
                  </a:lnTo>
                  <a:lnTo>
                    <a:pt x="84874" y="10609"/>
                  </a:lnTo>
                  <a:lnTo>
                    <a:pt x="84494" y="10324"/>
                  </a:lnTo>
                  <a:close/>
                  <a:moveTo>
                    <a:pt x="16785" y="10673"/>
                  </a:moveTo>
                  <a:cubicBezTo>
                    <a:pt x="16659" y="10736"/>
                    <a:pt x="16532" y="10831"/>
                    <a:pt x="16405" y="10926"/>
                  </a:cubicBezTo>
                  <a:lnTo>
                    <a:pt x="16500" y="11084"/>
                  </a:lnTo>
                  <a:cubicBezTo>
                    <a:pt x="16627" y="10989"/>
                    <a:pt x="16754" y="10894"/>
                    <a:pt x="16880" y="10799"/>
                  </a:cubicBezTo>
                  <a:lnTo>
                    <a:pt x="16785" y="10673"/>
                  </a:lnTo>
                  <a:close/>
                  <a:moveTo>
                    <a:pt x="85254" y="10863"/>
                  </a:moveTo>
                  <a:lnTo>
                    <a:pt x="85127" y="11021"/>
                  </a:lnTo>
                  <a:cubicBezTo>
                    <a:pt x="85254" y="11116"/>
                    <a:pt x="85381" y="11179"/>
                    <a:pt x="85507" y="11274"/>
                  </a:cubicBezTo>
                  <a:lnTo>
                    <a:pt x="85634" y="11148"/>
                  </a:lnTo>
                  <a:cubicBezTo>
                    <a:pt x="85507" y="11053"/>
                    <a:pt x="85381" y="10958"/>
                    <a:pt x="85254" y="10863"/>
                  </a:cubicBezTo>
                  <a:close/>
                  <a:moveTo>
                    <a:pt x="16025" y="11179"/>
                  </a:moveTo>
                  <a:cubicBezTo>
                    <a:pt x="15899" y="11274"/>
                    <a:pt x="15772" y="11369"/>
                    <a:pt x="15645" y="11464"/>
                  </a:cubicBezTo>
                  <a:lnTo>
                    <a:pt x="15772" y="11623"/>
                  </a:lnTo>
                  <a:cubicBezTo>
                    <a:pt x="15899" y="11528"/>
                    <a:pt x="16025" y="11433"/>
                    <a:pt x="16120" y="11338"/>
                  </a:cubicBezTo>
                  <a:lnTo>
                    <a:pt x="16025" y="11179"/>
                  </a:lnTo>
                  <a:close/>
                  <a:moveTo>
                    <a:pt x="85982" y="11401"/>
                  </a:moveTo>
                  <a:lnTo>
                    <a:pt x="85887" y="11559"/>
                  </a:lnTo>
                  <a:cubicBezTo>
                    <a:pt x="86014" y="11654"/>
                    <a:pt x="86141" y="11718"/>
                    <a:pt x="86267" y="11813"/>
                  </a:cubicBezTo>
                  <a:lnTo>
                    <a:pt x="86362" y="11686"/>
                  </a:lnTo>
                  <a:cubicBezTo>
                    <a:pt x="86236" y="11591"/>
                    <a:pt x="86109" y="11496"/>
                    <a:pt x="85982" y="11401"/>
                  </a:cubicBezTo>
                  <a:close/>
                  <a:moveTo>
                    <a:pt x="15265" y="11749"/>
                  </a:moveTo>
                  <a:cubicBezTo>
                    <a:pt x="15170" y="11844"/>
                    <a:pt x="15044" y="11939"/>
                    <a:pt x="14917" y="12034"/>
                  </a:cubicBezTo>
                  <a:lnTo>
                    <a:pt x="15012" y="12161"/>
                  </a:lnTo>
                  <a:cubicBezTo>
                    <a:pt x="15139" y="12066"/>
                    <a:pt x="15265" y="11971"/>
                    <a:pt x="15392" y="11908"/>
                  </a:cubicBezTo>
                  <a:lnTo>
                    <a:pt x="15265" y="11749"/>
                  </a:lnTo>
                  <a:close/>
                  <a:moveTo>
                    <a:pt x="86742" y="11971"/>
                  </a:moveTo>
                  <a:lnTo>
                    <a:pt x="86616" y="12098"/>
                  </a:lnTo>
                  <a:cubicBezTo>
                    <a:pt x="86742" y="12193"/>
                    <a:pt x="86869" y="12288"/>
                    <a:pt x="86996" y="12383"/>
                  </a:cubicBezTo>
                  <a:lnTo>
                    <a:pt x="87122" y="12224"/>
                  </a:lnTo>
                  <a:cubicBezTo>
                    <a:pt x="86996" y="12129"/>
                    <a:pt x="86869" y="12034"/>
                    <a:pt x="86742" y="11971"/>
                  </a:cubicBezTo>
                  <a:close/>
                  <a:moveTo>
                    <a:pt x="14537" y="12319"/>
                  </a:moveTo>
                  <a:lnTo>
                    <a:pt x="14157" y="12604"/>
                  </a:lnTo>
                  <a:lnTo>
                    <a:pt x="14284" y="12731"/>
                  </a:lnTo>
                  <a:lnTo>
                    <a:pt x="14664" y="12446"/>
                  </a:lnTo>
                  <a:lnTo>
                    <a:pt x="14537" y="12319"/>
                  </a:lnTo>
                  <a:close/>
                  <a:moveTo>
                    <a:pt x="87471" y="12509"/>
                  </a:moveTo>
                  <a:lnTo>
                    <a:pt x="87376" y="12668"/>
                  </a:lnTo>
                  <a:cubicBezTo>
                    <a:pt x="87471" y="12763"/>
                    <a:pt x="87597" y="12858"/>
                    <a:pt x="87724" y="12953"/>
                  </a:cubicBezTo>
                  <a:lnTo>
                    <a:pt x="87851" y="12794"/>
                  </a:lnTo>
                  <a:cubicBezTo>
                    <a:pt x="87724" y="12699"/>
                    <a:pt x="87597" y="12604"/>
                    <a:pt x="87471" y="12509"/>
                  </a:cubicBezTo>
                  <a:close/>
                  <a:moveTo>
                    <a:pt x="13809" y="12858"/>
                  </a:moveTo>
                  <a:cubicBezTo>
                    <a:pt x="13682" y="12985"/>
                    <a:pt x="13555" y="13048"/>
                    <a:pt x="13429" y="13175"/>
                  </a:cubicBezTo>
                  <a:lnTo>
                    <a:pt x="13555" y="13301"/>
                  </a:lnTo>
                  <a:cubicBezTo>
                    <a:pt x="13682" y="13206"/>
                    <a:pt x="13809" y="13111"/>
                    <a:pt x="13935" y="13016"/>
                  </a:cubicBezTo>
                  <a:lnTo>
                    <a:pt x="13809" y="12858"/>
                  </a:lnTo>
                  <a:close/>
                  <a:moveTo>
                    <a:pt x="88199" y="13080"/>
                  </a:moveTo>
                  <a:lnTo>
                    <a:pt x="88073" y="13238"/>
                  </a:lnTo>
                  <a:cubicBezTo>
                    <a:pt x="88199" y="13333"/>
                    <a:pt x="88326" y="13428"/>
                    <a:pt x="88453" y="13523"/>
                  </a:cubicBezTo>
                  <a:lnTo>
                    <a:pt x="88548" y="13396"/>
                  </a:lnTo>
                  <a:cubicBezTo>
                    <a:pt x="88453" y="13301"/>
                    <a:pt x="88326" y="13175"/>
                    <a:pt x="88199" y="13080"/>
                  </a:cubicBezTo>
                  <a:close/>
                  <a:moveTo>
                    <a:pt x="13080" y="13460"/>
                  </a:moveTo>
                  <a:cubicBezTo>
                    <a:pt x="12953" y="13555"/>
                    <a:pt x="12827" y="13650"/>
                    <a:pt x="12732" y="13745"/>
                  </a:cubicBezTo>
                  <a:lnTo>
                    <a:pt x="12827" y="13903"/>
                  </a:lnTo>
                  <a:cubicBezTo>
                    <a:pt x="12953" y="13808"/>
                    <a:pt x="13080" y="13713"/>
                    <a:pt x="13207" y="13586"/>
                  </a:cubicBezTo>
                  <a:lnTo>
                    <a:pt x="13080" y="13460"/>
                  </a:lnTo>
                  <a:close/>
                  <a:moveTo>
                    <a:pt x="88928" y="13681"/>
                  </a:moveTo>
                  <a:lnTo>
                    <a:pt x="88801" y="13808"/>
                  </a:lnTo>
                  <a:lnTo>
                    <a:pt x="89149" y="14125"/>
                  </a:lnTo>
                  <a:lnTo>
                    <a:pt x="89276" y="13966"/>
                  </a:lnTo>
                  <a:lnTo>
                    <a:pt x="88928" y="13681"/>
                  </a:lnTo>
                  <a:close/>
                  <a:moveTo>
                    <a:pt x="12352" y="14061"/>
                  </a:moveTo>
                  <a:cubicBezTo>
                    <a:pt x="12225" y="14156"/>
                    <a:pt x="12130" y="14251"/>
                    <a:pt x="12003" y="14346"/>
                  </a:cubicBezTo>
                  <a:lnTo>
                    <a:pt x="12130" y="14505"/>
                  </a:lnTo>
                  <a:cubicBezTo>
                    <a:pt x="12257" y="14410"/>
                    <a:pt x="12383" y="14283"/>
                    <a:pt x="12478" y="14188"/>
                  </a:cubicBezTo>
                  <a:lnTo>
                    <a:pt x="12352" y="14061"/>
                  </a:lnTo>
                  <a:close/>
                  <a:moveTo>
                    <a:pt x="89624" y="14283"/>
                  </a:moveTo>
                  <a:lnTo>
                    <a:pt x="89498" y="14410"/>
                  </a:lnTo>
                  <a:cubicBezTo>
                    <a:pt x="89624" y="14505"/>
                    <a:pt x="89751" y="14600"/>
                    <a:pt x="89878" y="14726"/>
                  </a:cubicBezTo>
                  <a:lnTo>
                    <a:pt x="89973" y="14568"/>
                  </a:lnTo>
                  <a:cubicBezTo>
                    <a:pt x="89878" y="14473"/>
                    <a:pt x="89751" y="14378"/>
                    <a:pt x="89624" y="14283"/>
                  </a:cubicBezTo>
                  <a:close/>
                  <a:moveTo>
                    <a:pt x="11655" y="14663"/>
                  </a:moveTo>
                  <a:cubicBezTo>
                    <a:pt x="11528" y="14758"/>
                    <a:pt x="11433" y="14853"/>
                    <a:pt x="11307" y="14980"/>
                  </a:cubicBezTo>
                  <a:lnTo>
                    <a:pt x="11433" y="15106"/>
                  </a:lnTo>
                  <a:cubicBezTo>
                    <a:pt x="11560" y="15011"/>
                    <a:pt x="11655" y="14885"/>
                    <a:pt x="11782" y="14790"/>
                  </a:cubicBezTo>
                  <a:lnTo>
                    <a:pt x="11655" y="14663"/>
                  </a:lnTo>
                  <a:close/>
                  <a:moveTo>
                    <a:pt x="90321" y="14885"/>
                  </a:moveTo>
                  <a:lnTo>
                    <a:pt x="90226" y="15011"/>
                  </a:lnTo>
                  <a:lnTo>
                    <a:pt x="90543" y="15328"/>
                  </a:lnTo>
                  <a:lnTo>
                    <a:pt x="90669" y="15201"/>
                  </a:lnTo>
                  <a:cubicBezTo>
                    <a:pt x="90574" y="15075"/>
                    <a:pt x="90448" y="14980"/>
                    <a:pt x="90321" y="14885"/>
                  </a:cubicBezTo>
                  <a:close/>
                  <a:moveTo>
                    <a:pt x="10958" y="15265"/>
                  </a:moveTo>
                  <a:cubicBezTo>
                    <a:pt x="10863" y="15360"/>
                    <a:pt x="10737" y="15486"/>
                    <a:pt x="10610" y="15581"/>
                  </a:cubicBezTo>
                  <a:lnTo>
                    <a:pt x="10737" y="15708"/>
                  </a:lnTo>
                  <a:cubicBezTo>
                    <a:pt x="10863" y="15613"/>
                    <a:pt x="10990" y="15518"/>
                    <a:pt x="11085" y="15391"/>
                  </a:cubicBezTo>
                  <a:lnTo>
                    <a:pt x="10958" y="15265"/>
                  </a:lnTo>
                  <a:close/>
                  <a:moveTo>
                    <a:pt x="91018" y="15486"/>
                  </a:moveTo>
                  <a:lnTo>
                    <a:pt x="90891" y="15645"/>
                  </a:lnTo>
                  <a:cubicBezTo>
                    <a:pt x="91018" y="15740"/>
                    <a:pt x="91113" y="15835"/>
                    <a:pt x="91239" y="15961"/>
                  </a:cubicBezTo>
                  <a:lnTo>
                    <a:pt x="91366" y="15803"/>
                  </a:lnTo>
                  <a:cubicBezTo>
                    <a:pt x="91271" y="15708"/>
                    <a:pt x="91144" y="15613"/>
                    <a:pt x="91018" y="15486"/>
                  </a:cubicBezTo>
                  <a:close/>
                  <a:moveTo>
                    <a:pt x="10293" y="15898"/>
                  </a:moveTo>
                  <a:cubicBezTo>
                    <a:pt x="10167" y="15993"/>
                    <a:pt x="10040" y="16120"/>
                    <a:pt x="9945" y="16215"/>
                  </a:cubicBezTo>
                  <a:lnTo>
                    <a:pt x="10072" y="16341"/>
                  </a:lnTo>
                  <a:cubicBezTo>
                    <a:pt x="10167" y="16246"/>
                    <a:pt x="10293" y="16151"/>
                    <a:pt x="10420" y="16025"/>
                  </a:cubicBezTo>
                  <a:lnTo>
                    <a:pt x="10293" y="15898"/>
                  </a:lnTo>
                  <a:close/>
                  <a:moveTo>
                    <a:pt x="91714" y="16120"/>
                  </a:moveTo>
                  <a:lnTo>
                    <a:pt x="91588" y="16278"/>
                  </a:lnTo>
                  <a:cubicBezTo>
                    <a:pt x="91683" y="16373"/>
                    <a:pt x="91809" y="16468"/>
                    <a:pt x="91904" y="16595"/>
                  </a:cubicBezTo>
                  <a:lnTo>
                    <a:pt x="92031" y="16468"/>
                  </a:lnTo>
                  <a:cubicBezTo>
                    <a:pt x="91936" y="16341"/>
                    <a:pt x="91809" y="16246"/>
                    <a:pt x="91714" y="16120"/>
                  </a:cubicBezTo>
                  <a:close/>
                  <a:moveTo>
                    <a:pt x="9597" y="16531"/>
                  </a:moveTo>
                  <a:lnTo>
                    <a:pt x="9248" y="16848"/>
                  </a:lnTo>
                  <a:lnTo>
                    <a:pt x="9407" y="16975"/>
                  </a:lnTo>
                  <a:cubicBezTo>
                    <a:pt x="9502" y="16880"/>
                    <a:pt x="9628" y="16785"/>
                    <a:pt x="9723" y="16658"/>
                  </a:cubicBezTo>
                  <a:lnTo>
                    <a:pt x="9597" y="16531"/>
                  </a:lnTo>
                  <a:close/>
                  <a:moveTo>
                    <a:pt x="92380" y="16785"/>
                  </a:moveTo>
                  <a:lnTo>
                    <a:pt x="92253" y="16911"/>
                  </a:lnTo>
                  <a:cubicBezTo>
                    <a:pt x="92348" y="17006"/>
                    <a:pt x="92475" y="17133"/>
                    <a:pt x="92570" y="17228"/>
                  </a:cubicBezTo>
                  <a:lnTo>
                    <a:pt x="92728" y="17101"/>
                  </a:lnTo>
                  <a:cubicBezTo>
                    <a:pt x="92601" y="16975"/>
                    <a:pt x="92506" y="16880"/>
                    <a:pt x="92380" y="16785"/>
                  </a:cubicBezTo>
                  <a:close/>
                  <a:moveTo>
                    <a:pt x="8932" y="17196"/>
                  </a:moveTo>
                  <a:lnTo>
                    <a:pt x="8615" y="17513"/>
                  </a:lnTo>
                  <a:lnTo>
                    <a:pt x="8742" y="17640"/>
                  </a:lnTo>
                  <a:lnTo>
                    <a:pt x="9058" y="17323"/>
                  </a:lnTo>
                  <a:lnTo>
                    <a:pt x="8932" y="17196"/>
                  </a:lnTo>
                  <a:close/>
                  <a:moveTo>
                    <a:pt x="93045" y="17418"/>
                  </a:moveTo>
                  <a:lnTo>
                    <a:pt x="92918" y="17545"/>
                  </a:lnTo>
                  <a:cubicBezTo>
                    <a:pt x="93013" y="17671"/>
                    <a:pt x="93140" y="17767"/>
                    <a:pt x="93235" y="17893"/>
                  </a:cubicBezTo>
                  <a:lnTo>
                    <a:pt x="93361" y="17767"/>
                  </a:lnTo>
                  <a:lnTo>
                    <a:pt x="93045" y="17418"/>
                  </a:lnTo>
                  <a:close/>
                  <a:moveTo>
                    <a:pt x="8266" y="17830"/>
                  </a:moveTo>
                  <a:cubicBezTo>
                    <a:pt x="8171" y="17957"/>
                    <a:pt x="8076" y="18052"/>
                    <a:pt x="7950" y="18178"/>
                  </a:cubicBezTo>
                  <a:lnTo>
                    <a:pt x="8076" y="18305"/>
                  </a:lnTo>
                  <a:lnTo>
                    <a:pt x="8425" y="17957"/>
                  </a:lnTo>
                  <a:lnTo>
                    <a:pt x="8266" y="17830"/>
                  </a:lnTo>
                  <a:close/>
                  <a:moveTo>
                    <a:pt x="93678" y="18083"/>
                  </a:moveTo>
                  <a:lnTo>
                    <a:pt x="93551" y="18210"/>
                  </a:lnTo>
                  <a:lnTo>
                    <a:pt x="93868" y="18558"/>
                  </a:lnTo>
                  <a:lnTo>
                    <a:pt x="94026" y="18400"/>
                  </a:lnTo>
                  <a:lnTo>
                    <a:pt x="93678" y="18083"/>
                  </a:lnTo>
                  <a:close/>
                  <a:moveTo>
                    <a:pt x="7633" y="18495"/>
                  </a:moveTo>
                  <a:cubicBezTo>
                    <a:pt x="7538" y="18622"/>
                    <a:pt x="7411" y="18748"/>
                    <a:pt x="7316" y="18843"/>
                  </a:cubicBezTo>
                  <a:lnTo>
                    <a:pt x="7443" y="18970"/>
                  </a:lnTo>
                  <a:cubicBezTo>
                    <a:pt x="7570" y="18843"/>
                    <a:pt x="7665" y="18748"/>
                    <a:pt x="7760" y="18622"/>
                  </a:cubicBezTo>
                  <a:lnTo>
                    <a:pt x="7633" y="18495"/>
                  </a:lnTo>
                  <a:close/>
                  <a:moveTo>
                    <a:pt x="94343" y="18748"/>
                  </a:moveTo>
                  <a:lnTo>
                    <a:pt x="94185" y="18875"/>
                  </a:lnTo>
                  <a:cubicBezTo>
                    <a:pt x="94311" y="19002"/>
                    <a:pt x="94406" y="19097"/>
                    <a:pt x="94501" y="19223"/>
                  </a:cubicBezTo>
                  <a:lnTo>
                    <a:pt x="94660" y="19097"/>
                  </a:lnTo>
                  <a:cubicBezTo>
                    <a:pt x="94533" y="18970"/>
                    <a:pt x="94438" y="18875"/>
                    <a:pt x="94343" y="18748"/>
                  </a:cubicBezTo>
                  <a:close/>
                  <a:moveTo>
                    <a:pt x="7000" y="19192"/>
                  </a:moveTo>
                  <a:cubicBezTo>
                    <a:pt x="6905" y="19287"/>
                    <a:pt x="6778" y="19413"/>
                    <a:pt x="6683" y="19508"/>
                  </a:cubicBezTo>
                  <a:lnTo>
                    <a:pt x="6810" y="19635"/>
                  </a:lnTo>
                  <a:cubicBezTo>
                    <a:pt x="6936" y="19540"/>
                    <a:pt x="7031" y="19413"/>
                    <a:pt x="7126" y="19318"/>
                  </a:cubicBezTo>
                  <a:lnTo>
                    <a:pt x="7000" y="19192"/>
                  </a:lnTo>
                  <a:close/>
                  <a:moveTo>
                    <a:pt x="94976" y="19445"/>
                  </a:moveTo>
                  <a:lnTo>
                    <a:pt x="94818" y="19572"/>
                  </a:lnTo>
                  <a:cubicBezTo>
                    <a:pt x="94945" y="19667"/>
                    <a:pt x="95040" y="19793"/>
                    <a:pt x="95135" y="19888"/>
                  </a:cubicBezTo>
                  <a:lnTo>
                    <a:pt x="95293" y="19762"/>
                  </a:lnTo>
                  <a:cubicBezTo>
                    <a:pt x="95166" y="19667"/>
                    <a:pt x="95071" y="19540"/>
                    <a:pt x="94976" y="19445"/>
                  </a:cubicBezTo>
                  <a:close/>
                  <a:moveTo>
                    <a:pt x="6366" y="19857"/>
                  </a:moveTo>
                  <a:cubicBezTo>
                    <a:pt x="6271" y="19983"/>
                    <a:pt x="6176" y="20110"/>
                    <a:pt x="6081" y="20205"/>
                  </a:cubicBezTo>
                  <a:lnTo>
                    <a:pt x="6208" y="20332"/>
                  </a:lnTo>
                  <a:cubicBezTo>
                    <a:pt x="6303" y="20237"/>
                    <a:pt x="6398" y="20110"/>
                    <a:pt x="6525" y="19983"/>
                  </a:cubicBezTo>
                  <a:lnTo>
                    <a:pt x="6366" y="19857"/>
                  </a:lnTo>
                  <a:close/>
                  <a:moveTo>
                    <a:pt x="95578" y="20110"/>
                  </a:moveTo>
                  <a:lnTo>
                    <a:pt x="95451" y="20237"/>
                  </a:lnTo>
                  <a:cubicBezTo>
                    <a:pt x="95546" y="20363"/>
                    <a:pt x="95641" y="20490"/>
                    <a:pt x="95768" y="20585"/>
                  </a:cubicBezTo>
                  <a:lnTo>
                    <a:pt x="95895" y="20458"/>
                  </a:lnTo>
                  <a:cubicBezTo>
                    <a:pt x="95800" y="20363"/>
                    <a:pt x="95705" y="20237"/>
                    <a:pt x="95578" y="20110"/>
                  </a:cubicBezTo>
                  <a:close/>
                  <a:moveTo>
                    <a:pt x="5765" y="20553"/>
                  </a:moveTo>
                  <a:cubicBezTo>
                    <a:pt x="5670" y="20680"/>
                    <a:pt x="5543" y="20807"/>
                    <a:pt x="5448" y="20933"/>
                  </a:cubicBezTo>
                  <a:lnTo>
                    <a:pt x="5606" y="21028"/>
                  </a:lnTo>
                  <a:cubicBezTo>
                    <a:pt x="5701" y="20933"/>
                    <a:pt x="5796" y="20807"/>
                    <a:pt x="5891" y="20680"/>
                  </a:cubicBezTo>
                  <a:lnTo>
                    <a:pt x="5765" y="20553"/>
                  </a:lnTo>
                  <a:close/>
                  <a:moveTo>
                    <a:pt x="96211" y="20838"/>
                  </a:moveTo>
                  <a:lnTo>
                    <a:pt x="96053" y="20933"/>
                  </a:lnTo>
                  <a:cubicBezTo>
                    <a:pt x="96148" y="21060"/>
                    <a:pt x="96275" y="21187"/>
                    <a:pt x="96370" y="21313"/>
                  </a:cubicBezTo>
                  <a:lnTo>
                    <a:pt x="96497" y="21187"/>
                  </a:lnTo>
                  <a:cubicBezTo>
                    <a:pt x="96401" y="21060"/>
                    <a:pt x="96306" y="20933"/>
                    <a:pt x="96211" y="20838"/>
                  </a:cubicBezTo>
                  <a:close/>
                  <a:moveTo>
                    <a:pt x="5163" y="21282"/>
                  </a:moveTo>
                  <a:lnTo>
                    <a:pt x="4846" y="21630"/>
                  </a:lnTo>
                  <a:lnTo>
                    <a:pt x="5005" y="21757"/>
                  </a:lnTo>
                  <a:lnTo>
                    <a:pt x="5290" y="21377"/>
                  </a:lnTo>
                  <a:lnTo>
                    <a:pt x="5163" y="21282"/>
                  </a:lnTo>
                  <a:close/>
                  <a:moveTo>
                    <a:pt x="96813" y="21535"/>
                  </a:moveTo>
                  <a:lnTo>
                    <a:pt x="96655" y="21662"/>
                  </a:lnTo>
                  <a:cubicBezTo>
                    <a:pt x="96750" y="21788"/>
                    <a:pt x="96845" y="21883"/>
                    <a:pt x="96940" y="22010"/>
                  </a:cubicBezTo>
                  <a:lnTo>
                    <a:pt x="97098" y="21883"/>
                  </a:lnTo>
                  <a:lnTo>
                    <a:pt x="96813" y="21535"/>
                  </a:lnTo>
                  <a:close/>
                  <a:moveTo>
                    <a:pt x="4561" y="21978"/>
                  </a:moveTo>
                  <a:cubicBezTo>
                    <a:pt x="4466" y="22105"/>
                    <a:pt x="4371" y="22232"/>
                    <a:pt x="4276" y="22358"/>
                  </a:cubicBezTo>
                  <a:lnTo>
                    <a:pt x="4435" y="22454"/>
                  </a:lnTo>
                  <a:cubicBezTo>
                    <a:pt x="4530" y="22327"/>
                    <a:pt x="4625" y="22232"/>
                    <a:pt x="4720" y="22105"/>
                  </a:cubicBezTo>
                  <a:lnTo>
                    <a:pt x="4561" y="21978"/>
                  </a:lnTo>
                  <a:close/>
                  <a:moveTo>
                    <a:pt x="97383" y="22263"/>
                  </a:moveTo>
                  <a:lnTo>
                    <a:pt x="97257" y="22358"/>
                  </a:lnTo>
                  <a:cubicBezTo>
                    <a:pt x="97352" y="22485"/>
                    <a:pt x="97447" y="22612"/>
                    <a:pt x="97542" y="22739"/>
                  </a:cubicBezTo>
                  <a:lnTo>
                    <a:pt x="97668" y="22612"/>
                  </a:lnTo>
                  <a:cubicBezTo>
                    <a:pt x="97573" y="22485"/>
                    <a:pt x="97478" y="22390"/>
                    <a:pt x="97383" y="22263"/>
                  </a:cubicBezTo>
                  <a:close/>
                  <a:moveTo>
                    <a:pt x="3991" y="22707"/>
                  </a:moveTo>
                  <a:cubicBezTo>
                    <a:pt x="3896" y="22834"/>
                    <a:pt x="3801" y="22960"/>
                    <a:pt x="3706" y="23055"/>
                  </a:cubicBezTo>
                  <a:lnTo>
                    <a:pt x="3833" y="23182"/>
                  </a:lnTo>
                  <a:cubicBezTo>
                    <a:pt x="3928" y="23055"/>
                    <a:pt x="4023" y="22960"/>
                    <a:pt x="4118" y="22834"/>
                  </a:cubicBezTo>
                  <a:lnTo>
                    <a:pt x="3991" y="22707"/>
                  </a:lnTo>
                  <a:close/>
                  <a:moveTo>
                    <a:pt x="97953" y="22992"/>
                  </a:moveTo>
                  <a:lnTo>
                    <a:pt x="97827" y="23087"/>
                  </a:lnTo>
                  <a:cubicBezTo>
                    <a:pt x="97922" y="23214"/>
                    <a:pt x="98017" y="23340"/>
                    <a:pt x="98112" y="23467"/>
                  </a:cubicBezTo>
                  <a:lnTo>
                    <a:pt x="98238" y="23340"/>
                  </a:lnTo>
                  <a:lnTo>
                    <a:pt x="97953" y="22992"/>
                  </a:lnTo>
                  <a:close/>
                  <a:moveTo>
                    <a:pt x="3421" y="23435"/>
                  </a:moveTo>
                  <a:cubicBezTo>
                    <a:pt x="3326" y="23562"/>
                    <a:pt x="3231" y="23689"/>
                    <a:pt x="3136" y="23815"/>
                  </a:cubicBezTo>
                  <a:lnTo>
                    <a:pt x="3294" y="23910"/>
                  </a:lnTo>
                  <a:cubicBezTo>
                    <a:pt x="3389" y="23784"/>
                    <a:pt x="3484" y="23689"/>
                    <a:pt x="3579" y="23562"/>
                  </a:cubicBezTo>
                  <a:lnTo>
                    <a:pt x="3421" y="23435"/>
                  </a:lnTo>
                  <a:close/>
                  <a:moveTo>
                    <a:pt x="98523" y="23720"/>
                  </a:moveTo>
                  <a:lnTo>
                    <a:pt x="98397" y="23815"/>
                  </a:lnTo>
                  <a:cubicBezTo>
                    <a:pt x="98460" y="23942"/>
                    <a:pt x="98555" y="24069"/>
                    <a:pt x="98650" y="24195"/>
                  </a:cubicBezTo>
                  <a:lnTo>
                    <a:pt x="98808" y="24100"/>
                  </a:lnTo>
                  <a:cubicBezTo>
                    <a:pt x="98713" y="23974"/>
                    <a:pt x="98618" y="23847"/>
                    <a:pt x="98523" y="23720"/>
                  </a:cubicBezTo>
                  <a:close/>
                  <a:moveTo>
                    <a:pt x="2851" y="24195"/>
                  </a:moveTo>
                  <a:cubicBezTo>
                    <a:pt x="2756" y="24290"/>
                    <a:pt x="2661" y="24417"/>
                    <a:pt x="2598" y="24544"/>
                  </a:cubicBezTo>
                  <a:lnTo>
                    <a:pt x="2724" y="24670"/>
                  </a:lnTo>
                  <a:cubicBezTo>
                    <a:pt x="2819" y="24544"/>
                    <a:pt x="2914" y="24417"/>
                    <a:pt x="3009" y="24290"/>
                  </a:cubicBezTo>
                  <a:lnTo>
                    <a:pt x="2851" y="24195"/>
                  </a:lnTo>
                  <a:close/>
                  <a:moveTo>
                    <a:pt x="99093" y="24449"/>
                  </a:moveTo>
                  <a:lnTo>
                    <a:pt x="98935" y="24575"/>
                  </a:lnTo>
                  <a:cubicBezTo>
                    <a:pt x="99030" y="24702"/>
                    <a:pt x="99125" y="24829"/>
                    <a:pt x="99220" y="24955"/>
                  </a:cubicBezTo>
                  <a:lnTo>
                    <a:pt x="99347" y="24829"/>
                  </a:lnTo>
                  <a:cubicBezTo>
                    <a:pt x="99252" y="24702"/>
                    <a:pt x="99188" y="24575"/>
                    <a:pt x="99093" y="24449"/>
                  </a:cubicBezTo>
                  <a:close/>
                  <a:moveTo>
                    <a:pt x="2313" y="24924"/>
                  </a:moveTo>
                  <a:cubicBezTo>
                    <a:pt x="2218" y="25050"/>
                    <a:pt x="2123" y="25177"/>
                    <a:pt x="2059" y="25304"/>
                  </a:cubicBezTo>
                  <a:lnTo>
                    <a:pt x="2186" y="25430"/>
                  </a:lnTo>
                  <a:cubicBezTo>
                    <a:pt x="2281" y="25304"/>
                    <a:pt x="2376" y="25177"/>
                    <a:pt x="2471" y="25050"/>
                  </a:cubicBezTo>
                  <a:lnTo>
                    <a:pt x="2313" y="24924"/>
                  </a:lnTo>
                  <a:close/>
                  <a:moveTo>
                    <a:pt x="99632" y="25209"/>
                  </a:moveTo>
                  <a:lnTo>
                    <a:pt x="99473" y="25335"/>
                  </a:lnTo>
                  <a:cubicBezTo>
                    <a:pt x="99568" y="25462"/>
                    <a:pt x="99663" y="25589"/>
                    <a:pt x="99758" y="25715"/>
                  </a:cubicBezTo>
                  <a:lnTo>
                    <a:pt x="99885" y="25589"/>
                  </a:lnTo>
                  <a:cubicBezTo>
                    <a:pt x="99790" y="25462"/>
                    <a:pt x="99727" y="25335"/>
                    <a:pt x="99632" y="25209"/>
                  </a:cubicBezTo>
                  <a:close/>
                  <a:moveTo>
                    <a:pt x="1774" y="25684"/>
                  </a:moveTo>
                  <a:cubicBezTo>
                    <a:pt x="1679" y="25810"/>
                    <a:pt x="1584" y="25937"/>
                    <a:pt x="1521" y="26064"/>
                  </a:cubicBezTo>
                  <a:lnTo>
                    <a:pt x="1679" y="26190"/>
                  </a:lnTo>
                  <a:lnTo>
                    <a:pt x="1933" y="25779"/>
                  </a:lnTo>
                  <a:lnTo>
                    <a:pt x="1774" y="25684"/>
                  </a:lnTo>
                  <a:close/>
                  <a:moveTo>
                    <a:pt x="100170" y="25969"/>
                  </a:moveTo>
                  <a:lnTo>
                    <a:pt x="100012" y="26095"/>
                  </a:lnTo>
                  <a:cubicBezTo>
                    <a:pt x="100107" y="26222"/>
                    <a:pt x="100170" y="26349"/>
                    <a:pt x="100265" y="26475"/>
                  </a:cubicBezTo>
                  <a:lnTo>
                    <a:pt x="100423" y="26349"/>
                  </a:lnTo>
                  <a:cubicBezTo>
                    <a:pt x="100328" y="26222"/>
                    <a:pt x="100233" y="26095"/>
                    <a:pt x="100170" y="25969"/>
                  </a:cubicBezTo>
                  <a:close/>
                  <a:moveTo>
                    <a:pt x="1268" y="26444"/>
                  </a:moveTo>
                  <a:cubicBezTo>
                    <a:pt x="1173" y="26570"/>
                    <a:pt x="1078" y="26697"/>
                    <a:pt x="983" y="26855"/>
                  </a:cubicBezTo>
                  <a:lnTo>
                    <a:pt x="1141" y="26950"/>
                  </a:lnTo>
                  <a:cubicBezTo>
                    <a:pt x="1236" y="26824"/>
                    <a:pt x="1331" y="26697"/>
                    <a:pt x="1394" y="26570"/>
                  </a:cubicBezTo>
                  <a:lnTo>
                    <a:pt x="1268" y="26444"/>
                  </a:lnTo>
                  <a:close/>
                  <a:moveTo>
                    <a:pt x="100677" y="26760"/>
                  </a:moveTo>
                  <a:lnTo>
                    <a:pt x="100518" y="26855"/>
                  </a:lnTo>
                  <a:cubicBezTo>
                    <a:pt x="100613" y="26982"/>
                    <a:pt x="100708" y="27109"/>
                    <a:pt x="100772" y="27236"/>
                  </a:cubicBezTo>
                  <a:lnTo>
                    <a:pt x="100930" y="27140"/>
                  </a:lnTo>
                  <a:cubicBezTo>
                    <a:pt x="100835" y="27014"/>
                    <a:pt x="100772" y="26887"/>
                    <a:pt x="100677" y="26760"/>
                  </a:cubicBezTo>
                  <a:close/>
                  <a:moveTo>
                    <a:pt x="729" y="27236"/>
                  </a:moveTo>
                  <a:lnTo>
                    <a:pt x="476" y="27616"/>
                  </a:lnTo>
                  <a:lnTo>
                    <a:pt x="634" y="27711"/>
                  </a:lnTo>
                  <a:cubicBezTo>
                    <a:pt x="729" y="27584"/>
                    <a:pt x="824" y="27457"/>
                    <a:pt x="888" y="27331"/>
                  </a:cubicBezTo>
                  <a:lnTo>
                    <a:pt x="729" y="27236"/>
                  </a:lnTo>
                  <a:close/>
                  <a:moveTo>
                    <a:pt x="101184" y="27521"/>
                  </a:moveTo>
                  <a:lnTo>
                    <a:pt x="101025" y="27616"/>
                  </a:lnTo>
                  <a:lnTo>
                    <a:pt x="101279" y="28027"/>
                  </a:lnTo>
                  <a:lnTo>
                    <a:pt x="101437" y="27932"/>
                  </a:lnTo>
                  <a:lnTo>
                    <a:pt x="101184" y="27521"/>
                  </a:lnTo>
                  <a:close/>
                  <a:moveTo>
                    <a:pt x="254" y="27996"/>
                  </a:moveTo>
                  <a:cubicBezTo>
                    <a:pt x="159" y="28154"/>
                    <a:pt x="96" y="28281"/>
                    <a:pt x="1" y="28407"/>
                  </a:cubicBezTo>
                  <a:lnTo>
                    <a:pt x="159" y="28502"/>
                  </a:lnTo>
                  <a:cubicBezTo>
                    <a:pt x="223" y="28376"/>
                    <a:pt x="318" y="28249"/>
                    <a:pt x="413" y="28091"/>
                  </a:cubicBezTo>
                  <a:lnTo>
                    <a:pt x="254" y="27996"/>
                  </a:lnTo>
                  <a:close/>
                  <a:moveTo>
                    <a:pt x="101690" y="28312"/>
                  </a:moveTo>
                  <a:lnTo>
                    <a:pt x="101532" y="28407"/>
                  </a:lnTo>
                  <a:cubicBezTo>
                    <a:pt x="101595" y="28534"/>
                    <a:pt x="101690" y="28661"/>
                    <a:pt x="101754" y="28819"/>
                  </a:cubicBezTo>
                  <a:lnTo>
                    <a:pt x="101912" y="28724"/>
                  </a:lnTo>
                  <a:cubicBezTo>
                    <a:pt x="101849" y="28566"/>
                    <a:pt x="101754" y="28439"/>
                    <a:pt x="101690" y="28312"/>
                  </a:cubicBezTo>
                  <a:close/>
                  <a:moveTo>
                    <a:pt x="102165" y="29104"/>
                  </a:moveTo>
                  <a:lnTo>
                    <a:pt x="102007" y="29199"/>
                  </a:lnTo>
                  <a:cubicBezTo>
                    <a:pt x="102070" y="29326"/>
                    <a:pt x="102165" y="29452"/>
                    <a:pt x="102229" y="29611"/>
                  </a:cubicBezTo>
                  <a:lnTo>
                    <a:pt x="102387" y="29516"/>
                  </a:lnTo>
                  <a:cubicBezTo>
                    <a:pt x="102324" y="29357"/>
                    <a:pt x="102229" y="29231"/>
                    <a:pt x="102165" y="29104"/>
                  </a:cubicBezTo>
                  <a:close/>
                  <a:moveTo>
                    <a:pt x="102640" y="29927"/>
                  </a:moveTo>
                  <a:lnTo>
                    <a:pt x="102482" y="29991"/>
                  </a:lnTo>
                  <a:cubicBezTo>
                    <a:pt x="102545" y="30149"/>
                    <a:pt x="102640" y="30276"/>
                    <a:pt x="102704" y="30402"/>
                  </a:cubicBezTo>
                  <a:lnTo>
                    <a:pt x="102862" y="30307"/>
                  </a:lnTo>
                  <a:cubicBezTo>
                    <a:pt x="102799" y="30181"/>
                    <a:pt x="102704" y="30054"/>
                    <a:pt x="102640" y="29927"/>
                  </a:cubicBezTo>
                  <a:close/>
                  <a:moveTo>
                    <a:pt x="103084" y="30719"/>
                  </a:moveTo>
                  <a:lnTo>
                    <a:pt x="102925" y="30814"/>
                  </a:lnTo>
                  <a:cubicBezTo>
                    <a:pt x="103020" y="30941"/>
                    <a:pt x="103084" y="31099"/>
                    <a:pt x="103147" y="31226"/>
                  </a:cubicBezTo>
                  <a:lnTo>
                    <a:pt x="103305" y="31131"/>
                  </a:lnTo>
                  <a:cubicBezTo>
                    <a:pt x="103242" y="31004"/>
                    <a:pt x="103179" y="30846"/>
                    <a:pt x="103084" y="30719"/>
                  </a:cubicBezTo>
                  <a:close/>
                  <a:moveTo>
                    <a:pt x="103527" y="31542"/>
                  </a:moveTo>
                  <a:lnTo>
                    <a:pt x="103369" y="31637"/>
                  </a:lnTo>
                  <a:cubicBezTo>
                    <a:pt x="103464" y="31764"/>
                    <a:pt x="103527" y="31891"/>
                    <a:pt x="103590" y="32049"/>
                  </a:cubicBezTo>
                  <a:lnTo>
                    <a:pt x="103749" y="31954"/>
                  </a:lnTo>
                  <a:cubicBezTo>
                    <a:pt x="103685" y="31827"/>
                    <a:pt x="103622" y="31669"/>
                    <a:pt x="103527" y="31542"/>
                  </a:cubicBezTo>
                  <a:close/>
                  <a:moveTo>
                    <a:pt x="103970" y="32366"/>
                  </a:moveTo>
                  <a:lnTo>
                    <a:pt x="103812" y="32461"/>
                  </a:lnTo>
                  <a:cubicBezTo>
                    <a:pt x="103875" y="32588"/>
                    <a:pt x="103939" y="32714"/>
                    <a:pt x="104034" y="32873"/>
                  </a:cubicBezTo>
                  <a:lnTo>
                    <a:pt x="104192" y="32778"/>
                  </a:lnTo>
                  <a:cubicBezTo>
                    <a:pt x="104129" y="32651"/>
                    <a:pt x="104034" y="32493"/>
                    <a:pt x="103970" y="32366"/>
                  </a:cubicBezTo>
                  <a:close/>
                  <a:moveTo>
                    <a:pt x="104382" y="33189"/>
                  </a:moveTo>
                  <a:lnTo>
                    <a:pt x="104224" y="33284"/>
                  </a:lnTo>
                  <a:cubicBezTo>
                    <a:pt x="104287" y="33411"/>
                    <a:pt x="104350" y="33569"/>
                    <a:pt x="104445" y="33696"/>
                  </a:cubicBezTo>
                  <a:lnTo>
                    <a:pt x="104604" y="33601"/>
                  </a:lnTo>
                  <a:cubicBezTo>
                    <a:pt x="104540" y="33474"/>
                    <a:pt x="104445" y="33316"/>
                    <a:pt x="104382" y="33189"/>
                  </a:cubicBezTo>
                  <a:close/>
                  <a:moveTo>
                    <a:pt x="104794" y="34044"/>
                  </a:moveTo>
                  <a:lnTo>
                    <a:pt x="104635" y="34108"/>
                  </a:lnTo>
                  <a:cubicBezTo>
                    <a:pt x="104699" y="34266"/>
                    <a:pt x="104762" y="34393"/>
                    <a:pt x="104825" y="34519"/>
                  </a:cubicBezTo>
                  <a:lnTo>
                    <a:pt x="104984" y="34456"/>
                  </a:lnTo>
                  <a:cubicBezTo>
                    <a:pt x="104920" y="34329"/>
                    <a:pt x="104857" y="34171"/>
                    <a:pt x="104794" y="34044"/>
                  </a:cubicBezTo>
                  <a:close/>
                  <a:moveTo>
                    <a:pt x="105205" y="34868"/>
                  </a:moveTo>
                  <a:lnTo>
                    <a:pt x="105015" y="34963"/>
                  </a:lnTo>
                  <a:cubicBezTo>
                    <a:pt x="105079" y="35089"/>
                    <a:pt x="105142" y="35216"/>
                    <a:pt x="105205" y="35374"/>
                  </a:cubicBezTo>
                  <a:lnTo>
                    <a:pt x="105396" y="35311"/>
                  </a:lnTo>
                  <a:cubicBezTo>
                    <a:pt x="105332" y="35153"/>
                    <a:pt x="105269" y="35026"/>
                    <a:pt x="105205" y="34868"/>
                  </a:cubicBezTo>
                  <a:close/>
                  <a:moveTo>
                    <a:pt x="105586" y="35723"/>
                  </a:moveTo>
                  <a:lnTo>
                    <a:pt x="105396" y="35786"/>
                  </a:lnTo>
                  <a:cubicBezTo>
                    <a:pt x="105459" y="35944"/>
                    <a:pt x="105522" y="36071"/>
                    <a:pt x="105586" y="36229"/>
                  </a:cubicBezTo>
                  <a:lnTo>
                    <a:pt x="105776" y="36166"/>
                  </a:lnTo>
                  <a:cubicBezTo>
                    <a:pt x="105712" y="36008"/>
                    <a:pt x="105649" y="35881"/>
                    <a:pt x="105586" y="35723"/>
                  </a:cubicBezTo>
                  <a:close/>
                  <a:moveTo>
                    <a:pt x="105934" y="36578"/>
                  </a:moveTo>
                  <a:lnTo>
                    <a:pt x="105776" y="36641"/>
                  </a:lnTo>
                  <a:lnTo>
                    <a:pt x="105966" y="37085"/>
                  </a:lnTo>
                  <a:lnTo>
                    <a:pt x="106124" y="37021"/>
                  </a:lnTo>
                  <a:cubicBezTo>
                    <a:pt x="106061" y="36863"/>
                    <a:pt x="105997" y="36736"/>
                    <a:pt x="105934" y="36578"/>
                  </a:cubicBezTo>
                  <a:close/>
                  <a:moveTo>
                    <a:pt x="106314" y="37433"/>
                  </a:moveTo>
                  <a:lnTo>
                    <a:pt x="106124" y="37528"/>
                  </a:lnTo>
                  <a:cubicBezTo>
                    <a:pt x="106187" y="37655"/>
                    <a:pt x="106251" y="37813"/>
                    <a:pt x="106282" y="37940"/>
                  </a:cubicBezTo>
                  <a:lnTo>
                    <a:pt x="106472" y="37876"/>
                  </a:lnTo>
                  <a:cubicBezTo>
                    <a:pt x="106409" y="37750"/>
                    <a:pt x="106346" y="37591"/>
                    <a:pt x="106314" y="37433"/>
                  </a:cubicBezTo>
                  <a:close/>
                  <a:moveTo>
                    <a:pt x="106631" y="38320"/>
                  </a:moveTo>
                  <a:lnTo>
                    <a:pt x="106472" y="38383"/>
                  </a:lnTo>
                  <a:cubicBezTo>
                    <a:pt x="106504" y="38510"/>
                    <a:pt x="106567" y="38668"/>
                    <a:pt x="106631" y="38826"/>
                  </a:cubicBezTo>
                  <a:lnTo>
                    <a:pt x="106789" y="38731"/>
                  </a:lnTo>
                  <a:cubicBezTo>
                    <a:pt x="106757" y="38605"/>
                    <a:pt x="106694" y="38446"/>
                    <a:pt x="106631" y="38320"/>
                  </a:cubicBezTo>
                  <a:close/>
                  <a:moveTo>
                    <a:pt x="106979" y="39175"/>
                  </a:moveTo>
                  <a:lnTo>
                    <a:pt x="106789" y="39238"/>
                  </a:lnTo>
                  <a:cubicBezTo>
                    <a:pt x="106852" y="39396"/>
                    <a:pt x="106884" y="39523"/>
                    <a:pt x="106947" y="39681"/>
                  </a:cubicBezTo>
                  <a:lnTo>
                    <a:pt x="107137" y="39618"/>
                  </a:lnTo>
                  <a:cubicBezTo>
                    <a:pt x="107074" y="39491"/>
                    <a:pt x="107011" y="39333"/>
                    <a:pt x="106979" y="39175"/>
                  </a:cubicBezTo>
                  <a:close/>
                  <a:moveTo>
                    <a:pt x="107264" y="40061"/>
                  </a:moveTo>
                  <a:lnTo>
                    <a:pt x="107106" y="40125"/>
                  </a:lnTo>
                  <a:cubicBezTo>
                    <a:pt x="107169" y="40251"/>
                    <a:pt x="107201" y="40410"/>
                    <a:pt x="107264" y="40568"/>
                  </a:cubicBezTo>
                  <a:lnTo>
                    <a:pt x="107422" y="40505"/>
                  </a:lnTo>
                  <a:cubicBezTo>
                    <a:pt x="107391" y="40346"/>
                    <a:pt x="107327" y="40220"/>
                    <a:pt x="107264" y="40061"/>
                  </a:cubicBezTo>
                  <a:close/>
                  <a:moveTo>
                    <a:pt x="107581" y="40948"/>
                  </a:moveTo>
                  <a:lnTo>
                    <a:pt x="107391" y="41011"/>
                  </a:lnTo>
                  <a:cubicBezTo>
                    <a:pt x="107454" y="41138"/>
                    <a:pt x="107486" y="41296"/>
                    <a:pt x="107549" y="41455"/>
                  </a:cubicBezTo>
                  <a:lnTo>
                    <a:pt x="107739" y="41391"/>
                  </a:lnTo>
                  <a:cubicBezTo>
                    <a:pt x="107676" y="41233"/>
                    <a:pt x="107644" y="41075"/>
                    <a:pt x="107581" y="40948"/>
                  </a:cubicBezTo>
                  <a:close/>
                  <a:moveTo>
                    <a:pt x="107866" y="41835"/>
                  </a:moveTo>
                  <a:lnTo>
                    <a:pt x="107676" y="41898"/>
                  </a:lnTo>
                  <a:cubicBezTo>
                    <a:pt x="107739" y="42025"/>
                    <a:pt x="107771" y="42183"/>
                    <a:pt x="107834" y="42342"/>
                  </a:cubicBezTo>
                  <a:lnTo>
                    <a:pt x="107992" y="42278"/>
                  </a:lnTo>
                  <a:cubicBezTo>
                    <a:pt x="107961" y="42120"/>
                    <a:pt x="107897" y="41993"/>
                    <a:pt x="107866" y="41835"/>
                  </a:cubicBezTo>
                  <a:close/>
                  <a:moveTo>
                    <a:pt x="108151" y="42722"/>
                  </a:moveTo>
                  <a:lnTo>
                    <a:pt x="107961" y="42785"/>
                  </a:lnTo>
                  <a:cubicBezTo>
                    <a:pt x="107992" y="42912"/>
                    <a:pt x="108056" y="43070"/>
                    <a:pt x="108087" y="43228"/>
                  </a:cubicBezTo>
                  <a:lnTo>
                    <a:pt x="108277" y="43165"/>
                  </a:lnTo>
                  <a:cubicBezTo>
                    <a:pt x="108214" y="43007"/>
                    <a:pt x="108182" y="42880"/>
                    <a:pt x="108151" y="42722"/>
                  </a:cubicBezTo>
                  <a:close/>
                  <a:moveTo>
                    <a:pt x="108404" y="43608"/>
                  </a:moveTo>
                  <a:lnTo>
                    <a:pt x="108214" y="43672"/>
                  </a:lnTo>
                  <a:cubicBezTo>
                    <a:pt x="108246" y="43798"/>
                    <a:pt x="108309" y="43957"/>
                    <a:pt x="108341" y="44115"/>
                  </a:cubicBezTo>
                  <a:lnTo>
                    <a:pt x="108499" y="44052"/>
                  </a:lnTo>
                  <a:cubicBezTo>
                    <a:pt x="108467" y="43893"/>
                    <a:pt x="108436" y="43767"/>
                    <a:pt x="108404" y="43608"/>
                  </a:cubicBezTo>
                  <a:close/>
                  <a:moveTo>
                    <a:pt x="108626" y="44527"/>
                  </a:moveTo>
                  <a:lnTo>
                    <a:pt x="108467" y="44558"/>
                  </a:lnTo>
                  <a:cubicBezTo>
                    <a:pt x="108499" y="44717"/>
                    <a:pt x="108531" y="44843"/>
                    <a:pt x="108562" y="45002"/>
                  </a:cubicBezTo>
                  <a:lnTo>
                    <a:pt x="108752" y="44970"/>
                  </a:lnTo>
                  <a:cubicBezTo>
                    <a:pt x="108721" y="44812"/>
                    <a:pt x="108689" y="44653"/>
                    <a:pt x="108626" y="44527"/>
                  </a:cubicBezTo>
                  <a:close/>
                  <a:moveTo>
                    <a:pt x="108879" y="45413"/>
                  </a:moveTo>
                  <a:lnTo>
                    <a:pt x="108689" y="45445"/>
                  </a:lnTo>
                  <a:lnTo>
                    <a:pt x="108784" y="45920"/>
                  </a:lnTo>
                  <a:lnTo>
                    <a:pt x="108974" y="45857"/>
                  </a:lnTo>
                  <a:cubicBezTo>
                    <a:pt x="108942" y="45698"/>
                    <a:pt x="108911" y="45572"/>
                    <a:pt x="108879" y="45413"/>
                  </a:cubicBezTo>
                  <a:close/>
                  <a:moveTo>
                    <a:pt x="109069" y="46332"/>
                  </a:moveTo>
                  <a:lnTo>
                    <a:pt x="108911" y="46364"/>
                  </a:lnTo>
                  <a:cubicBezTo>
                    <a:pt x="108942" y="46522"/>
                    <a:pt x="108974" y="46649"/>
                    <a:pt x="109006" y="46807"/>
                  </a:cubicBezTo>
                  <a:lnTo>
                    <a:pt x="109164" y="46775"/>
                  </a:lnTo>
                  <a:cubicBezTo>
                    <a:pt x="109132" y="46617"/>
                    <a:pt x="109101" y="46459"/>
                    <a:pt x="109069" y="46332"/>
                  </a:cubicBezTo>
                  <a:close/>
                  <a:moveTo>
                    <a:pt x="109291" y="47219"/>
                  </a:moveTo>
                  <a:lnTo>
                    <a:pt x="109101" y="47250"/>
                  </a:lnTo>
                  <a:lnTo>
                    <a:pt x="109196" y="47725"/>
                  </a:lnTo>
                  <a:lnTo>
                    <a:pt x="109386" y="47662"/>
                  </a:lnTo>
                  <a:cubicBezTo>
                    <a:pt x="109354" y="47535"/>
                    <a:pt x="109291" y="47377"/>
                    <a:pt x="109291" y="47219"/>
                  </a:cubicBezTo>
                  <a:close/>
                  <a:moveTo>
                    <a:pt x="109449" y="48137"/>
                  </a:moveTo>
                  <a:lnTo>
                    <a:pt x="109291" y="48169"/>
                  </a:lnTo>
                  <a:cubicBezTo>
                    <a:pt x="109322" y="48327"/>
                    <a:pt x="109354" y="48485"/>
                    <a:pt x="109354" y="48612"/>
                  </a:cubicBezTo>
                  <a:lnTo>
                    <a:pt x="109544" y="48580"/>
                  </a:lnTo>
                  <a:cubicBezTo>
                    <a:pt x="109512" y="48422"/>
                    <a:pt x="109481" y="48295"/>
                    <a:pt x="109449" y="48137"/>
                  </a:cubicBezTo>
                  <a:close/>
                  <a:moveTo>
                    <a:pt x="109639" y="49055"/>
                  </a:moveTo>
                  <a:lnTo>
                    <a:pt x="109449" y="49087"/>
                  </a:lnTo>
                  <a:cubicBezTo>
                    <a:pt x="109481" y="49214"/>
                    <a:pt x="109512" y="49372"/>
                    <a:pt x="109544" y="49530"/>
                  </a:cubicBezTo>
                  <a:lnTo>
                    <a:pt x="109703" y="49499"/>
                  </a:lnTo>
                  <a:cubicBezTo>
                    <a:pt x="109703" y="49340"/>
                    <a:pt x="109671" y="49182"/>
                    <a:pt x="109639" y="49055"/>
                  </a:cubicBezTo>
                  <a:close/>
                  <a:moveTo>
                    <a:pt x="109798" y="49942"/>
                  </a:moveTo>
                  <a:lnTo>
                    <a:pt x="109607" y="50005"/>
                  </a:lnTo>
                  <a:cubicBezTo>
                    <a:pt x="109639" y="50132"/>
                    <a:pt x="109671" y="50290"/>
                    <a:pt x="109671" y="50449"/>
                  </a:cubicBezTo>
                  <a:lnTo>
                    <a:pt x="109861" y="50417"/>
                  </a:lnTo>
                  <a:cubicBezTo>
                    <a:pt x="109829" y="50259"/>
                    <a:pt x="109829" y="50100"/>
                    <a:pt x="109798" y="49942"/>
                  </a:cubicBezTo>
                  <a:close/>
                  <a:moveTo>
                    <a:pt x="109924" y="50860"/>
                  </a:moveTo>
                  <a:lnTo>
                    <a:pt x="109766" y="50892"/>
                  </a:lnTo>
                  <a:cubicBezTo>
                    <a:pt x="109766" y="51051"/>
                    <a:pt x="109798" y="51209"/>
                    <a:pt x="109829" y="51367"/>
                  </a:cubicBezTo>
                  <a:lnTo>
                    <a:pt x="109988" y="51336"/>
                  </a:lnTo>
                  <a:cubicBezTo>
                    <a:pt x="109988" y="51177"/>
                    <a:pt x="109956" y="51019"/>
                    <a:pt x="109924" y="50860"/>
                  </a:cubicBezTo>
                  <a:close/>
                  <a:moveTo>
                    <a:pt x="109893" y="51811"/>
                  </a:moveTo>
                  <a:cubicBezTo>
                    <a:pt x="109893" y="51969"/>
                    <a:pt x="109924" y="52127"/>
                    <a:pt x="109956" y="52286"/>
                  </a:cubicBezTo>
                  <a:lnTo>
                    <a:pt x="110114" y="52254"/>
                  </a:lnTo>
                  <a:cubicBezTo>
                    <a:pt x="110114" y="52096"/>
                    <a:pt x="110083" y="51937"/>
                    <a:pt x="110051" y="51811"/>
                  </a:cubicBezTo>
                  <a:close/>
                  <a:moveTo>
                    <a:pt x="109988" y="52729"/>
                  </a:moveTo>
                  <a:cubicBezTo>
                    <a:pt x="110019" y="52887"/>
                    <a:pt x="110019" y="53046"/>
                    <a:pt x="110051" y="53204"/>
                  </a:cubicBezTo>
                  <a:lnTo>
                    <a:pt x="110241" y="53172"/>
                  </a:lnTo>
                  <a:cubicBezTo>
                    <a:pt x="110209" y="53014"/>
                    <a:pt x="110209" y="52887"/>
                    <a:pt x="110178" y="52729"/>
                  </a:cubicBezTo>
                  <a:close/>
                  <a:moveTo>
                    <a:pt x="110083" y="53647"/>
                  </a:moveTo>
                  <a:cubicBezTo>
                    <a:pt x="110114" y="53806"/>
                    <a:pt x="110114" y="53964"/>
                    <a:pt x="110146" y="54122"/>
                  </a:cubicBezTo>
                  <a:lnTo>
                    <a:pt x="110336" y="54091"/>
                  </a:lnTo>
                  <a:cubicBezTo>
                    <a:pt x="110304" y="53964"/>
                    <a:pt x="110304" y="53806"/>
                    <a:pt x="110273" y="53647"/>
                  </a:cubicBezTo>
                  <a:close/>
                  <a:moveTo>
                    <a:pt x="110178" y="54566"/>
                  </a:moveTo>
                  <a:lnTo>
                    <a:pt x="110209" y="55041"/>
                  </a:lnTo>
                  <a:lnTo>
                    <a:pt x="110399" y="55009"/>
                  </a:lnTo>
                  <a:cubicBezTo>
                    <a:pt x="110399" y="54882"/>
                    <a:pt x="110368" y="54724"/>
                    <a:pt x="110368" y="54566"/>
                  </a:cubicBezTo>
                  <a:close/>
                  <a:moveTo>
                    <a:pt x="110431" y="55484"/>
                  </a:moveTo>
                  <a:lnTo>
                    <a:pt x="110241" y="55516"/>
                  </a:lnTo>
                  <a:cubicBezTo>
                    <a:pt x="110273" y="55642"/>
                    <a:pt x="110273" y="55801"/>
                    <a:pt x="110273" y="55959"/>
                  </a:cubicBezTo>
                  <a:lnTo>
                    <a:pt x="110463" y="55959"/>
                  </a:lnTo>
                  <a:cubicBezTo>
                    <a:pt x="110463" y="55801"/>
                    <a:pt x="110463" y="55642"/>
                    <a:pt x="110431" y="55484"/>
                  </a:cubicBezTo>
                  <a:close/>
                  <a:moveTo>
                    <a:pt x="110494" y="56403"/>
                  </a:moveTo>
                  <a:lnTo>
                    <a:pt x="110304" y="56434"/>
                  </a:lnTo>
                  <a:lnTo>
                    <a:pt x="110336" y="56878"/>
                  </a:lnTo>
                  <a:lnTo>
                    <a:pt x="110526" y="56878"/>
                  </a:lnTo>
                  <a:lnTo>
                    <a:pt x="110494" y="56403"/>
                  </a:lnTo>
                  <a:close/>
                  <a:moveTo>
                    <a:pt x="110368" y="57353"/>
                  </a:moveTo>
                  <a:cubicBezTo>
                    <a:pt x="110368" y="57511"/>
                    <a:pt x="110368" y="57669"/>
                    <a:pt x="110368" y="57828"/>
                  </a:cubicBezTo>
                  <a:lnTo>
                    <a:pt x="110558" y="57796"/>
                  </a:lnTo>
                  <a:cubicBezTo>
                    <a:pt x="110558" y="57638"/>
                    <a:pt x="110558" y="57511"/>
                    <a:pt x="110526" y="57353"/>
                  </a:cubicBezTo>
                  <a:close/>
                  <a:moveTo>
                    <a:pt x="110368" y="58271"/>
                  </a:moveTo>
                  <a:cubicBezTo>
                    <a:pt x="110399" y="58429"/>
                    <a:pt x="110399" y="58588"/>
                    <a:pt x="110399" y="58746"/>
                  </a:cubicBezTo>
                  <a:lnTo>
                    <a:pt x="110589" y="58746"/>
                  </a:lnTo>
                  <a:cubicBezTo>
                    <a:pt x="110589" y="58588"/>
                    <a:pt x="110558" y="58429"/>
                    <a:pt x="110558" y="58271"/>
                  </a:cubicBezTo>
                  <a:close/>
                  <a:moveTo>
                    <a:pt x="110399" y="59189"/>
                  </a:moveTo>
                  <a:lnTo>
                    <a:pt x="110399" y="59664"/>
                  </a:lnTo>
                  <a:lnTo>
                    <a:pt x="110589" y="59664"/>
                  </a:lnTo>
                  <a:cubicBezTo>
                    <a:pt x="110589" y="59506"/>
                    <a:pt x="110589" y="59348"/>
                    <a:pt x="110589" y="59189"/>
                  </a:cubicBezTo>
                  <a:close/>
                  <a:moveTo>
                    <a:pt x="110399" y="60139"/>
                  </a:moveTo>
                  <a:cubicBezTo>
                    <a:pt x="110399" y="60266"/>
                    <a:pt x="110399" y="60424"/>
                    <a:pt x="110399" y="60583"/>
                  </a:cubicBezTo>
                  <a:lnTo>
                    <a:pt x="110589" y="60583"/>
                  </a:lnTo>
                  <a:cubicBezTo>
                    <a:pt x="110589" y="60424"/>
                    <a:pt x="110589" y="60298"/>
                    <a:pt x="110589" y="60139"/>
                  </a:cubicBezTo>
                  <a:close/>
                  <a:moveTo>
                    <a:pt x="110368" y="61058"/>
                  </a:moveTo>
                  <a:lnTo>
                    <a:pt x="110368" y="61501"/>
                  </a:lnTo>
                  <a:lnTo>
                    <a:pt x="110558" y="61533"/>
                  </a:lnTo>
                  <a:cubicBezTo>
                    <a:pt x="110558" y="61375"/>
                    <a:pt x="110558" y="61216"/>
                    <a:pt x="110558" y="61058"/>
                  </a:cubicBezTo>
                  <a:close/>
                  <a:moveTo>
                    <a:pt x="110368" y="61976"/>
                  </a:moveTo>
                  <a:cubicBezTo>
                    <a:pt x="110336" y="62135"/>
                    <a:pt x="110336" y="62293"/>
                    <a:pt x="110336" y="62451"/>
                  </a:cubicBezTo>
                  <a:lnTo>
                    <a:pt x="110526" y="62451"/>
                  </a:lnTo>
                  <a:cubicBezTo>
                    <a:pt x="110526" y="62293"/>
                    <a:pt x="110526" y="62135"/>
                    <a:pt x="110558" y="61976"/>
                  </a:cubicBezTo>
                  <a:close/>
                  <a:moveTo>
                    <a:pt x="110304" y="62895"/>
                  </a:moveTo>
                  <a:cubicBezTo>
                    <a:pt x="110304" y="63053"/>
                    <a:pt x="110304" y="63211"/>
                    <a:pt x="110273" y="63370"/>
                  </a:cubicBezTo>
                  <a:lnTo>
                    <a:pt x="110463" y="63370"/>
                  </a:lnTo>
                  <a:cubicBezTo>
                    <a:pt x="110494" y="63211"/>
                    <a:pt x="110494" y="63053"/>
                    <a:pt x="110494" y="62895"/>
                  </a:cubicBezTo>
                  <a:close/>
                  <a:moveTo>
                    <a:pt x="110241" y="63813"/>
                  </a:moveTo>
                  <a:cubicBezTo>
                    <a:pt x="110241" y="63971"/>
                    <a:pt x="110241" y="64130"/>
                    <a:pt x="110209" y="64288"/>
                  </a:cubicBezTo>
                  <a:lnTo>
                    <a:pt x="110399" y="64288"/>
                  </a:lnTo>
                  <a:cubicBezTo>
                    <a:pt x="110431" y="64130"/>
                    <a:pt x="110431" y="64003"/>
                    <a:pt x="110431" y="63845"/>
                  </a:cubicBezTo>
                  <a:lnTo>
                    <a:pt x="110241" y="63813"/>
                  </a:lnTo>
                  <a:close/>
                  <a:moveTo>
                    <a:pt x="110178" y="64763"/>
                  </a:moveTo>
                  <a:cubicBezTo>
                    <a:pt x="110178" y="64890"/>
                    <a:pt x="110178" y="65048"/>
                    <a:pt x="110146" y="65207"/>
                  </a:cubicBezTo>
                  <a:lnTo>
                    <a:pt x="110336" y="65238"/>
                  </a:lnTo>
                  <a:cubicBezTo>
                    <a:pt x="110336" y="65080"/>
                    <a:pt x="110368" y="64921"/>
                    <a:pt x="110368" y="64763"/>
                  </a:cubicBezTo>
                  <a:close/>
                  <a:moveTo>
                    <a:pt x="110114" y="65682"/>
                  </a:moveTo>
                  <a:cubicBezTo>
                    <a:pt x="110083" y="65808"/>
                    <a:pt x="110083" y="65967"/>
                    <a:pt x="110051" y="66125"/>
                  </a:cubicBezTo>
                  <a:lnTo>
                    <a:pt x="110241" y="66157"/>
                  </a:lnTo>
                  <a:cubicBezTo>
                    <a:pt x="110273" y="65998"/>
                    <a:pt x="110273" y="65840"/>
                    <a:pt x="110273" y="65682"/>
                  </a:cubicBezTo>
                  <a:close/>
                  <a:moveTo>
                    <a:pt x="109988" y="66600"/>
                  </a:moveTo>
                  <a:cubicBezTo>
                    <a:pt x="109988" y="66727"/>
                    <a:pt x="109956" y="66885"/>
                    <a:pt x="109956" y="67043"/>
                  </a:cubicBezTo>
                  <a:lnTo>
                    <a:pt x="110146" y="67075"/>
                  </a:lnTo>
                  <a:cubicBezTo>
                    <a:pt x="110146" y="66917"/>
                    <a:pt x="110178" y="66758"/>
                    <a:pt x="110178" y="66600"/>
                  </a:cubicBezTo>
                  <a:close/>
                  <a:moveTo>
                    <a:pt x="109893" y="67518"/>
                  </a:moveTo>
                  <a:cubicBezTo>
                    <a:pt x="109861" y="67645"/>
                    <a:pt x="109861" y="67803"/>
                    <a:pt x="109829" y="67962"/>
                  </a:cubicBezTo>
                  <a:lnTo>
                    <a:pt x="110019" y="67993"/>
                  </a:lnTo>
                  <a:cubicBezTo>
                    <a:pt x="110051" y="67835"/>
                    <a:pt x="110051" y="67677"/>
                    <a:pt x="110083" y="67518"/>
                  </a:cubicBezTo>
                  <a:close/>
                  <a:moveTo>
                    <a:pt x="109766" y="68437"/>
                  </a:moveTo>
                  <a:cubicBezTo>
                    <a:pt x="109734" y="68563"/>
                    <a:pt x="109734" y="68722"/>
                    <a:pt x="109703" y="68880"/>
                  </a:cubicBezTo>
                  <a:lnTo>
                    <a:pt x="109893" y="68912"/>
                  </a:lnTo>
                  <a:cubicBezTo>
                    <a:pt x="109893" y="68753"/>
                    <a:pt x="109924" y="68595"/>
                    <a:pt x="109956" y="68437"/>
                  </a:cubicBezTo>
                  <a:close/>
                  <a:moveTo>
                    <a:pt x="109607" y="69323"/>
                  </a:moveTo>
                  <a:cubicBezTo>
                    <a:pt x="109607" y="69482"/>
                    <a:pt x="109576" y="69640"/>
                    <a:pt x="109544" y="69798"/>
                  </a:cubicBezTo>
                  <a:lnTo>
                    <a:pt x="109734" y="69830"/>
                  </a:lnTo>
                  <a:cubicBezTo>
                    <a:pt x="109766" y="69672"/>
                    <a:pt x="109766" y="69513"/>
                    <a:pt x="109798" y="69355"/>
                  </a:cubicBezTo>
                  <a:lnTo>
                    <a:pt x="109607" y="69323"/>
                  </a:lnTo>
                  <a:close/>
                  <a:moveTo>
                    <a:pt x="109481" y="70242"/>
                  </a:moveTo>
                  <a:cubicBezTo>
                    <a:pt x="109449" y="70400"/>
                    <a:pt x="109417" y="70559"/>
                    <a:pt x="109386" y="70717"/>
                  </a:cubicBezTo>
                  <a:lnTo>
                    <a:pt x="109576" y="70749"/>
                  </a:lnTo>
                  <a:cubicBezTo>
                    <a:pt x="109607" y="70590"/>
                    <a:pt x="109607" y="70432"/>
                    <a:pt x="109639" y="70274"/>
                  </a:cubicBezTo>
                  <a:lnTo>
                    <a:pt x="109481" y="70242"/>
                  </a:lnTo>
                  <a:close/>
                  <a:moveTo>
                    <a:pt x="109291" y="71160"/>
                  </a:moveTo>
                  <a:cubicBezTo>
                    <a:pt x="109259" y="71319"/>
                    <a:pt x="109227" y="71477"/>
                    <a:pt x="109196" y="71604"/>
                  </a:cubicBezTo>
                  <a:lnTo>
                    <a:pt x="109386" y="71635"/>
                  </a:lnTo>
                  <a:cubicBezTo>
                    <a:pt x="109417" y="71509"/>
                    <a:pt x="109449" y="71350"/>
                    <a:pt x="109481" y="71192"/>
                  </a:cubicBezTo>
                  <a:lnTo>
                    <a:pt x="109291" y="71160"/>
                  </a:lnTo>
                  <a:close/>
                  <a:moveTo>
                    <a:pt x="109101" y="72079"/>
                  </a:moveTo>
                  <a:cubicBezTo>
                    <a:pt x="109069" y="72205"/>
                    <a:pt x="109037" y="72364"/>
                    <a:pt x="109006" y="72522"/>
                  </a:cubicBezTo>
                  <a:lnTo>
                    <a:pt x="109196" y="72554"/>
                  </a:lnTo>
                  <a:cubicBezTo>
                    <a:pt x="109227" y="72395"/>
                    <a:pt x="109259" y="72269"/>
                    <a:pt x="109291" y="72110"/>
                  </a:cubicBezTo>
                  <a:lnTo>
                    <a:pt x="109101" y="72079"/>
                  </a:lnTo>
                  <a:close/>
                  <a:moveTo>
                    <a:pt x="108911" y="72965"/>
                  </a:moveTo>
                  <a:cubicBezTo>
                    <a:pt x="108879" y="73124"/>
                    <a:pt x="108847" y="73282"/>
                    <a:pt x="108816" y="73409"/>
                  </a:cubicBezTo>
                  <a:lnTo>
                    <a:pt x="109006" y="73472"/>
                  </a:lnTo>
                  <a:cubicBezTo>
                    <a:pt x="109037" y="73314"/>
                    <a:pt x="109069" y="73155"/>
                    <a:pt x="109101" y="72997"/>
                  </a:cubicBezTo>
                  <a:lnTo>
                    <a:pt x="108911" y="72965"/>
                  </a:lnTo>
                  <a:close/>
                  <a:moveTo>
                    <a:pt x="108689" y="73884"/>
                  </a:moveTo>
                  <a:cubicBezTo>
                    <a:pt x="108657" y="74010"/>
                    <a:pt x="108626" y="74169"/>
                    <a:pt x="108594" y="74327"/>
                  </a:cubicBezTo>
                  <a:lnTo>
                    <a:pt x="108784" y="74359"/>
                  </a:lnTo>
                  <a:cubicBezTo>
                    <a:pt x="108816" y="74232"/>
                    <a:pt x="108847" y="74074"/>
                    <a:pt x="108879" y="73915"/>
                  </a:cubicBezTo>
                  <a:lnTo>
                    <a:pt x="108689" y="73884"/>
                  </a:lnTo>
                  <a:close/>
                  <a:moveTo>
                    <a:pt x="108467" y="74771"/>
                  </a:moveTo>
                  <a:cubicBezTo>
                    <a:pt x="108436" y="74929"/>
                    <a:pt x="108404" y="75056"/>
                    <a:pt x="108372" y="75214"/>
                  </a:cubicBezTo>
                  <a:lnTo>
                    <a:pt x="108531" y="75277"/>
                  </a:lnTo>
                  <a:cubicBezTo>
                    <a:pt x="108562" y="75119"/>
                    <a:pt x="108626" y="74961"/>
                    <a:pt x="108657" y="74802"/>
                  </a:cubicBezTo>
                  <a:lnTo>
                    <a:pt x="108467" y="74771"/>
                  </a:lnTo>
                  <a:close/>
                  <a:moveTo>
                    <a:pt x="108246" y="75657"/>
                  </a:moveTo>
                  <a:cubicBezTo>
                    <a:pt x="108182" y="75816"/>
                    <a:pt x="108151" y="75974"/>
                    <a:pt x="108119" y="76101"/>
                  </a:cubicBezTo>
                  <a:lnTo>
                    <a:pt x="108277" y="76164"/>
                  </a:lnTo>
                  <a:cubicBezTo>
                    <a:pt x="108341" y="76006"/>
                    <a:pt x="108372" y="75847"/>
                    <a:pt x="108404" y="75721"/>
                  </a:cubicBezTo>
                  <a:lnTo>
                    <a:pt x="108246" y="75657"/>
                  </a:lnTo>
                  <a:close/>
                  <a:moveTo>
                    <a:pt x="107992" y="76544"/>
                  </a:moveTo>
                  <a:cubicBezTo>
                    <a:pt x="107929" y="76702"/>
                    <a:pt x="107897" y="76829"/>
                    <a:pt x="107834" y="76987"/>
                  </a:cubicBezTo>
                  <a:lnTo>
                    <a:pt x="108024" y="77051"/>
                  </a:lnTo>
                  <a:cubicBezTo>
                    <a:pt x="108056" y="76892"/>
                    <a:pt x="108119" y="76766"/>
                    <a:pt x="108151" y="76607"/>
                  </a:cubicBezTo>
                  <a:lnTo>
                    <a:pt x="107992" y="76544"/>
                  </a:lnTo>
                  <a:close/>
                  <a:moveTo>
                    <a:pt x="107707" y="77431"/>
                  </a:moveTo>
                  <a:cubicBezTo>
                    <a:pt x="107676" y="77589"/>
                    <a:pt x="107612" y="77716"/>
                    <a:pt x="107581" y="77874"/>
                  </a:cubicBezTo>
                  <a:lnTo>
                    <a:pt x="107739" y="77937"/>
                  </a:lnTo>
                  <a:cubicBezTo>
                    <a:pt x="107802" y="77779"/>
                    <a:pt x="107834" y="77621"/>
                    <a:pt x="107897" y="77494"/>
                  </a:cubicBezTo>
                  <a:lnTo>
                    <a:pt x="107707" y="77431"/>
                  </a:lnTo>
                  <a:close/>
                  <a:moveTo>
                    <a:pt x="107422" y="78317"/>
                  </a:moveTo>
                  <a:cubicBezTo>
                    <a:pt x="107391" y="78444"/>
                    <a:pt x="107327" y="78602"/>
                    <a:pt x="107296" y="78761"/>
                  </a:cubicBezTo>
                  <a:lnTo>
                    <a:pt x="107454" y="78792"/>
                  </a:lnTo>
                  <a:cubicBezTo>
                    <a:pt x="107517" y="78666"/>
                    <a:pt x="107549" y="78507"/>
                    <a:pt x="107612" y="78381"/>
                  </a:cubicBezTo>
                  <a:lnTo>
                    <a:pt x="107422" y="78317"/>
                  </a:lnTo>
                  <a:close/>
                  <a:moveTo>
                    <a:pt x="107137" y="79172"/>
                  </a:moveTo>
                  <a:cubicBezTo>
                    <a:pt x="107074" y="79331"/>
                    <a:pt x="107042" y="79458"/>
                    <a:pt x="106979" y="79616"/>
                  </a:cubicBezTo>
                  <a:lnTo>
                    <a:pt x="107169" y="79679"/>
                  </a:lnTo>
                  <a:cubicBezTo>
                    <a:pt x="107201" y="79553"/>
                    <a:pt x="107264" y="79394"/>
                    <a:pt x="107327" y="79236"/>
                  </a:cubicBezTo>
                  <a:lnTo>
                    <a:pt x="107137" y="79172"/>
                  </a:lnTo>
                  <a:close/>
                  <a:moveTo>
                    <a:pt x="106821" y="80059"/>
                  </a:moveTo>
                  <a:cubicBezTo>
                    <a:pt x="106789" y="80186"/>
                    <a:pt x="106726" y="80344"/>
                    <a:pt x="106662" y="80503"/>
                  </a:cubicBezTo>
                  <a:lnTo>
                    <a:pt x="106852" y="80566"/>
                  </a:lnTo>
                  <a:cubicBezTo>
                    <a:pt x="106884" y="80408"/>
                    <a:pt x="106947" y="80249"/>
                    <a:pt x="107011" y="80123"/>
                  </a:cubicBezTo>
                  <a:lnTo>
                    <a:pt x="106821" y="80059"/>
                  </a:lnTo>
                  <a:close/>
                  <a:moveTo>
                    <a:pt x="106504" y="80914"/>
                  </a:moveTo>
                  <a:cubicBezTo>
                    <a:pt x="106441" y="81073"/>
                    <a:pt x="106409" y="81199"/>
                    <a:pt x="106346" y="81358"/>
                  </a:cubicBezTo>
                  <a:lnTo>
                    <a:pt x="106504" y="81421"/>
                  </a:lnTo>
                  <a:cubicBezTo>
                    <a:pt x="106567" y="81263"/>
                    <a:pt x="106631" y="81136"/>
                    <a:pt x="106694" y="80978"/>
                  </a:cubicBezTo>
                  <a:lnTo>
                    <a:pt x="106504" y="80914"/>
                  </a:lnTo>
                  <a:close/>
                  <a:moveTo>
                    <a:pt x="106187" y="81769"/>
                  </a:moveTo>
                  <a:cubicBezTo>
                    <a:pt x="106124" y="81928"/>
                    <a:pt x="106061" y="82054"/>
                    <a:pt x="105997" y="82213"/>
                  </a:cubicBezTo>
                  <a:lnTo>
                    <a:pt x="106156" y="82276"/>
                  </a:lnTo>
                  <a:cubicBezTo>
                    <a:pt x="106219" y="82118"/>
                    <a:pt x="106282" y="81991"/>
                    <a:pt x="106346" y="81833"/>
                  </a:cubicBezTo>
                  <a:lnTo>
                    <a:pt x="106187" y="81769"/>
                  </a:lnTo>
                  <a:close/>
                  <a:moveTo>
                    <a:pt x="105807" y="82624"/>
                  </a:moveTo>
                  <a:cubicBezTo>
                    <a:pt x="105776" y="82783"/>
                    <a:pt x="105712" y="82909"/>
                    <a:pt x="105649" y="83068"/>
                  </a:cubicBezTo>
                  <a:lnTo>
                    <a:pt x="105807" y="83131"/>
                  </a:lnTo>
                  <a:cubicBezTo>
                    <a:pt x="105871" y="82973"/>
                    <a:pt x="105934" y="82846"/>
                    <a:pt x="105997" y="82719"/>
                  </a:cubicBezTo>
                  <a:lnTo>
                    <a:pt x="105807" y="82624"/>
                  </a:lnTo>
                  <a:close/>
                  <a:moveTo>
                    <a:pt x="105459" y="83479"/>
                  </a:moveTo>
                  <a:cubicBezTo>
                    <a:pt x="105396" y="83606"/>
                    <a:pt x="105332" y="83764"/>
                    <a:pt x="105269" y="83891"/>
                  </a:cubicBezTo>
                  <a:lnTo>
                    <a:pt x="105459" y="83986"/>
                  </a:lnTo>
                  <a:cubicBezTo>
                    <a:pt x="105491" y="83828"/>
                    <a:pt x="105554" y="83701"/>
                    <a:pt x="105617" y="83543"/>
                  </a:cubicBezTo>
                  <a:lnTo>
                    <a:pt x="105459" y="83479"/>
                  </a:lnTo>
                  <a:close/>
                  <a:moveTo>
                    <a:pt x="105079" y="84335"/>
                  </a:moveTo>
                  <a:cubicBezTo>
                    <a:pt x="105015" y="84461"/>
                    <a:pt x="104952" y="84588"/>
                    <a:pt x="104889" y="84746"/>
                  </a:cubicBezTo>
                  <a:lnTo>
                    <a:pt x="105047" y="84810"/>
                  </a:lnTo>
                  <a:cubicBezTo>
                    <a:pt x="105110" y="84683"/>
                    <a:pt x="105174" y="84556"/>
                    <a:pt x="105269" y="84398"/>
                  </a:cubicBezTo>
                  <a:lnTo>
                    <a:pt x="105079" y="84335"/>
                  </a:lnTo>
                  <a:close/>
                  <a:moveTo>
                    <a:pt x="104699" y="85158"/>
                  </a:moveTo>
                  <a:cubicBezTo>
                    <a:pt x="104635" y="85316"/>
                    <a:pt x="104572" y="85443"/>
                    <a:pt x="104509" y="85570"/>
                  </a:cubicBezTo>
                  <a:lnTo>
                    <a:pt x="104667" y="85665"/>
                  </a:lnTo>
                  <a:cubicBezTo>
                    <a:pt x="104730" y="85506"/>
                    <a:pt x="104794" y="85380"/>
                    <a:pt x="104857" y="85253"/>
                  </a:cubicBezTo>
                  <a:lnTo>
                    <a:pt x="104699" y="85158"/>
                  </a:lnTo>
                  <a:close/>
                  <a:moveTo>
                    <a:pt x="104287" y="85981"/>
                  </a:moveTo>
                  <a:cubicBezTo>
                    <a:pt x="104224" y="86140"/>
                    <a:pt x="104160" y="86266"/>
                    <a:pt x="104097" y="86393"/>
                  </a:cubicBezTo>
                  <a:lnTo>
                    <a:pt x="104255" y="86488"/>
                  </a:lnTo>
                  <a:cubicBezTo>
                    <a:pt x="104319" y="86361"/>
                    <a:pt x="104382" y="86203"/>
                    <a:pt x="104445" y="86076"/>
                  </a:cubicBezTo>
                  <a:lnTo>
                    <a:pt x="104287" y="85981"/>
                  </a:lnTo>
                  <a:close/>
                  <a:moveTo>
                    <a:pt x="103875" y="86805"/>
                  </a:moveTo>
                  <a:cubicBezTo>
                    <a:pt x="103812" y="86963"/>
                    <a:pt x="103749" y="87090"/>
                    <a:pt x="103654" y="87216"/>
                  </a:cubicBezTo>
                  <a:lnTo>
                    <a:pt x="103844" y="87311"/>
                  </a:lnTo>
                  <a:cubicBezTo>
                    <a:pt x="103907" y="87185"/>
                    <a:pt x="103970" y="87026"/>
                    <a:pt x="104034" y="86900"/>
                  </a:cubicBezTo>
                  <a:lnTo>
                    <a:pt x="103875" y="86805"/>
                  </a:lnTo>
                  <a:close/>
                  <a:moveTo>
                    <a:pt x="103464" y="87628"/>
                  </a:moveTo>
                  <a:cubicBezTo>
                    <a:pt x="103369" y="87755"/>
                    <a:pt x="103305" y="87913"/>
                    <a:pt x="103242" y="88040"/>
                  </a:cubicBezTo>
                  <a:lnTo>
                    <a:pt x="103400" y="88135"/>
                  </a:lnTo>
                  <a:cubicBezTo>
                    <a:pt x="103464" y="88008"/>
                    <a:pt x="103527" y="87850"/>
                    <a:pt x="103622" y="87723"/>
                  </a:cubicBezTo>
                  <a:lnTo>
                    <a:pt x="103464" y="87628"/>
                  </a:lnTo>
                  <a:close/>
                  <a:moveTo>
                    <a:pt x="103020" y="88451"/>
                  </a:moveTo>
                  <a:lnTo>
                    <a:pt x="102799" y="88863"/>
                  </a:lnTo>
                  <a:lnTo>
                    <a:pt x="102957" y="88927"/>
                  </a:lnTo>
                  <a:lnTo>
                    <a:pt x="103179" y="88546"/>
                  </a:lnTo>
                  <a:lnTo>
                    <a:pt x="103020" y="88451"/>
                  </a:lnTo>
                  <a:close/>
                  <a:moveTo>
                    <a:pt x="102545" y="89243"/>
                  </a:moveTo>
                  <a:cubicBezTo>
                    <a:pt x="102482" y="89370"/>
                    <a:pt x="102419" y="89528"/>
                    <a:pt x="102324" y="89655"/>
                  </a:cubicBezTo>
                  <a:lnTo>
                    <a:pt x="102482" y="89750"/>
                  </a:lnTo>
                  <a:cubicBezTo>
                    <a:pt x="102577" y="89623"/>
                    <a:pt x="102640" y="89465"/>
                    <a:pt x="102735" y="89338"/>
                  </a:cubicBezTo>
                  <a:lnTo>
                    <a:pt x="102545" y="89243"/>
                  </a:lnTo>
                  <a:close/>
                  <a:moveTo>
                    <a:pt x="102102" y="90067"/>
                  </a:moveTo>
                  <a:cubicBezTo>
                    <a:pt x="102007" y="90193"/>
                    <a:pt x="101944" y="90320"/>
                    <a:pt x="101849" y="90447"/>
                  </a:cubicBezTo>
                  <a:lnTo>
                    <a:pt x="102007" y="90542"/>
                  </a:lnTo>
                  <a:cubicBezTo>
                    <a:pt x="102102" y="90415"/>
                    <a:pt x="102165" y="90288"/>
                    <a:pt x="102260" y="90162"/>
                  </a:cubicBezTo>
                  <a:lnTo>
                    <a:pt x="102102" y="90067"/>
                  </a:lnTo>
                  <a:close/>
                  <a:moveTo>
                    <a:pt x="101627" y="90827"/>
                  </a:moveTo>
                  <a:cubicBezTo>
                    <a:pt x="101532" y="90985"/>
                    <a:pt x="101469" y="91112"/>
                    <a:pt x="101374" y="91238"/>
                  </a:cubicBezTo>
                  <a:lnTo>
                    <a:pt x="101532" y="91333"/>
                  </a:lnTo>
                  <a:cubicBezTo>
                    <a:pt x="101595" y="91207"/>
                    <a:pt x="101690" y="91080"/>
                    <a:pt x="101785" y="90953"/>
                  </a:cubicBezTo>
                  <a:lnTo>
                    <a:pt x="101627" y="90827"/>
                  </a:lnTo>
                  <a:close/>
                  <a:moveTo>
                    <a:pt x="101120" y="91618"/>
                  </a:moveTo>
                  <a:cubicBezTo>
                    <a:pt x="101057" y="91745"/>
                    <a:pt x="100962" y="91872"/>
                    <a:pt x="100867" y="92030"/>
                  </a:cubicBezTo>
                  <a:lnTo>
                    <a:pt x="101025" y="92125"/>
                  </a:lnTo>
                  <a:cubicBezTo>
                    <a:pt x="101120" y="91998"/>
                    <a:pt x="101184" y="91840"/>
                    <a:pt x="101279" y="91713"/>
                  </a:cubicBezTo>
                  <a:lnTo>
                    <a:pt x="101120" y="91618"/>
                  </a:lnTo>
                  <a:close/>
                  <a:moveTo>
                    <a:pt x="100613" y="92410"/>
                  </a:moveTo>
                  <a:cubicBezTo>
                    <a:pt x="100550" y="92537"/>
                    <a:pt x="100455" y="92663"/>
                    <a:pt x="100360" y="92790"/>
                  </a:cubicBezTo>
                  <a:lnTo>
                    <a:pt x="100518" y="92885"/>
                  </a:lnTo>
                  <a:cubicBezTo>
                    <a:pt x="100613" y="92758"/>
                    <a:pt x="100677" y="92632"/>
                    <a:pt x="100772" y="92505"/>
                  </a:cubicBezTo>
                  <a:lnTo>
                    <a:pt x="100613" y="92410"/>
                  </a:lnTo>
                  <a:close/>
                  <a:moveTo>
                    <a:pt x="100107" y="93170"/>
                  </a:moveTo>
                  <a:lnTo>
                    <a:pt x="99853" y="93550"/>
                  </a:lnTo>
                  <a:lnTo>
                    <a:pt x="100012" y="93645"/>
                  </a:lnTo>
                  <a:cubicBezTo>
                    <a:pt x="100075" y="93518"/>
                    <a:pt x="100170" y="93392"/>
                    <a:pt x="100265" y="93265"/>
                  </a:cubicBezTo>
                  <a:lnTo>
                    <a:pt x="100107" y="93170"/>
                  </a:lnTo>
                  <a:close/>
                  <a:moveTo>
                    <a:pt x="99600" y="93930"/>
                  </a:moveTo>
                  <a:cubicBezTo>
                    <a:pt x="99505" y="94057"/>
                    <a:pt x="99410" y="94184"/>
                    <a:pt x="99315" y="94310"/>
                  </a:cubicBezTo>
                  <a:lnTo>
                    <a:pt x="99473" y="94405"/>
                  </a:lnTo>
                  <a:cubicBezTo>
                    <a:pt x="99568" y="94279"/>
                    <a:pt x="99632" y="94152"/>
                    <a:pt x="99727" y="94025"/>
                  </a:cubicBezTo>
                  <a:lnTo>
                    <a:pt x="99600" y="93930"/>
                  </a:lnTo>
                  <a:close/>
                  <a:moveTo>
                    <a:pt x="99030" y="94690"/>
                  </a:moveTo>
                  <a:cubicBezTo>
                    <a:pt x="98967" y="94817"/>
                    <a:pt x="98872" y="94944"/>
                    <a:pt x="98777" y="95039"/>
                  </a:cubicBezTo>
                  <a:lnTo>
                    <a:pt x="98935" y="95165"/>
                  </a:lnTo>
                  <a:cubicBezTo>
                    <a:pt x="98998" y="95039"/>
                    <a:pt x="99093" y="94912"/>
                    <a:pt x="99188" y="94785"/>
                  </a:cubicBezTo>
                  <a:lnTo>
                    <a:pt x="99030" y="94690"/>
                  </a:lnTo>
                  <a:close/>
                  <a:moveTo>
                    <a:pt x="98492" y="95419"/>
                  </a:moveTo>
                  <a:cubicBezTo>
                    <a:pt x="98397" y="95545"/>
                    <a:pt x="98302" y="95672"/>
                    <a:pt x="98207" y="95799"/>
                  </a:cubicBezTo>
                  <a:lnTo>
                    <a:pt x="98365" y="95894"/>
                  </a:lnTo>
                  <a:cubicBezTo>
                    <a:pt x="98460" y="95767"/>
                    <a:pt x="98555" y="95640"/>
                    <a:pt x="98650" y="95545"/>
                  </a:cubicBezTo>
                  <a:lnTo>
                    <a:pt x="98492" y="95419"/>
                  </a:lnTo>
                  <a:close/>
                  <a:moveTo>
                    <a:pt x="97922" y="96147"/>
                  </a:moveTo>
                  <a:cubicBezTo>
                    <a:pt x="97827" y="96274"/>
                    <a:pt x="97732" y="96400"/>
                    <a:pt x="97637" y="96527"/>
                  </a:cubicBezTo>
                  <a:lnTo>
                    <a:pt x="97795" y="96622"/>
                  </a:lnTo>
                  <a:cubicBezTo>
                    <a:pt x="97890" y="96527"/>
                    <a:pt x="97985" y="96400"/>
                    <a:pt x="98080" y="96274"/>
                  </a:cubicBezTo>
                  <a:lnTo>
                    <a:pt x="97922" y="96147"/>
                  </a:lnTo>
                  <a:close/>
                  <a:moveTo>
                    <a:pt x="97352" y="96875"/>
                  </a:moveTo>
                  <a:cubicBezTo>
                    <a:pt x="97257" y="97002"/>
                    <a:pt x="97162" y="97129"/>
                    <a:pt x="97067" y="97224"/>
                  </a:cubicBezTo>
                  <a:lnTo>
                    <a:pt x="97225" y="97350"/>
                  </a:lnTo>
                  <a:cubicBezTo>
                    <a:pt x="97320" y="97224"/>
                    <a:pt x="97415" y="97129"/>
                    <a:pt x="97510" y="97002"/>
                  </a:cubicBezTo>
                  <a:lnTo>
                    <a:pt x="97352" y="96875"/>
                  </a:lnTo>
                  <a:close/>
                  <a:moveTo>
                    <a:pt x="96782" y="97604"/>
                  </a:moveTo>
                  <a:lnTo>
                    <a:pt x="96497" y="97952"/>
                  </a:lnTo>
                  <a:lnTo>
                    <a:pt x="96623" y="98079"/>
                  </a:lnTo>
                  <a:lnTo>
                    <a:pt x="96908" y="97730"/>
                  </a:lnTo>
                  <a:lnTo>
                    <a:pt x="96782" y="97604"/>
                  </a:lnTo>
                  <a:close/>
                  <a:moveTo>
                    <a:pt x="96180" y="98300"/>
                  </a:moveTo>
                  <a:cubicBezTo>
                    <a:pt x="96085" y="98427"/>
                    <a:pt x="95990" y="98554"/>
                    <a:pt x="95895" y="98649"/>
                  </a:cubicBezTo>
                  <a:lnTo>
                    <a:pt x="96021" y="98776"/>
                  </a:lnTo>
                  <a:cubicBezTo>
                    <a:pt x="96116" y="98681"/>
                    <a:pt x="96211" y="98554"/>
                    <a:pt x="96338" y="98427"/>
                  </a:cubicBezTo>
                  <a:lnTo>
                    <a:pt x="96180" y="98300"/>
                  </a:lnTo>
                  <a:close/>
                  <a:moveTo>
                    <a:pt x="95578" y="98997"/>
                  </a:moveTo>
                  <a:lnTo>
                    <a:pt x="95261" y="99346"/>
                  </a:lnTo>
                  <a:lnTo>
                    <a:pt x="95420" y="99472"/>
                  </a:lnTo>
                  <a:lnTo>
                    <a:pt x="95705" y="99124"/>
                  </a:lnTo>
                  <a:lnTo>
                    <a:pt x="95578" y="98997"/>
                  </a:lnTo>
                  <a:close/>
                  <a:moveTo>
                    <a:pt x="94976" y="99694"/>
                  </a:moveTo>
                  <a:cubicBezTo>
                    <a:pt x="94850" y="99821"/>
                    <a:pt x="94755" y="99916"/>
                    <a:pt x="94660" y="100042"/>
                  </a:cubicBezTo>
                  <a:lnTo>
                    <a:pt x="94786" y="100169"/>
                  </a:lnTo>
                  <a:cubicBezTo>
                    <a:pt x="94881" y="100042"/>
                    <a:pt x="95008" y="99947"/>
                    <a:pt x="95103" y="99821"/>
                  </a:cubicBezTo>
                  <a:lnTo>
                    <a:pt x="94976" y="99694"/>
                  </a:lnTo>
                  <a:close/>
                  <a:moveTo>
                    <a:pt x="94343" y="100391"/>
                  </a:moveTo>
                  <a:cubicBezTo>
                    <a:pt x="94216" y="100486"/>
                    <a:pt x="94121" y="100612"/>
                    <a:pt x="94026" y="100707"/>
                  </a:cubicBezTo>
                  <a:lnTo>
                    <a:pt x="94153" y="100834"/>
                  </a:lnTo>
                  <a:cubicBezTo>
                    <a:pt x="94248" y="100739"/>
                    <a:pt x="94375" y="100612"/>
                    <a:pt x="94470" y="100517"/>
                  </a:cubicBezTo>
                  <a:lnTo>
                    <a:pt x="94343" y="100391"/>
                  </a:lnTo>
                  <a:close/>
                  <a:moveTo>
                    <a:pt x="93710" y="101056"/>
                  </a:moveTo>
                  <a:cubicBezTo>
                    <a:pt x="93583" y="101151"/>
                    <a:pt x="93488" y="101277"/>
                    <a:pt x="93361" y="101372"/>
                  </a:cubicBezTo>
                  <a:lnTo>
                    <a:pt x="93520" y="101499"/>
                  </a:lnTo>
                  <a:cubicBezTo>
                    <a:pt x="93615" y="101404"/>
                    <a:pt x="93710" y="101277"/>
                    <a:pt x="93836" y="101182"/>
                  </a:cubicBezTo>
                  <a:lnTo>
                    <a:pt x="93710" y="101056"/>
                  </a:lnTo>
                  <a:close/>
                  <a:moveTo>
                    <a:pt x="93045" y="101721"/>
                  </a:moveTo>
                  <a:cubicBezTo>
                    <a:pt x="92950" y="101816"/>
                    <a:pt x="92823" y="101942"/>
                    <a:pt x="92728" y="102037"/>
                  </a:cubicBezTo>
                  <a:lnTo>
                    <a:pt x="92855" y="102164"/>
                  </a:lnTo>
                  <a:cubicBezTo>
                    <a:pt x="92950" y="102069"/>
                    <a:pt x="93076" y="101942"/>
                    <a:pt x="93171" y="101847"/>
                  </a:cubicBezTo>
                  <a:lnTo>
                    <a:pt x="93045" y="101721"/>
                  </a:lnTo>
                  <a:close/>
                  <a:moveTo>
                    <a:pt x="92380" y="102354"/>
                  </a:moveTo>
                  <a:lnTo>
                    <a:pt x="92063" y="102671"/>
                  </a:lnTo>
                  <a:lnTo>
                    <a:pt x="92190" y="102829"/>
                  </a:lnTo>
                  <a:cubicBezTo>
                    <a:pt x="92285" y="102702"/>
                    <a:pt x="92411" y="102607"/>
                    <a:pt x="92506" y="102481"/>
                  </a:cubicBezTo>
                  <a:lnTo>
                    <a:pt x="92380" y="102354"/>
                  </a:lnTo>
                  <a:close/>
                  <a:moveTo>
                    <a:pt x="91714" y="102987"/>
                  </a:moveTo>
                  <a:cubicBezTo>
                    <a:pt x="91619" y="103114"/>
                    <a:pt x="91493" y="103209"/>
                    <a:pt x="91398" y="103304"/>
                  </a:cubicBezTo>
                  <a:lnTo>
                    <a:pt x="91524" y="103463"/>
                  </a:lnTo>
                  <a:cubicBezTo>
                    <a:pt x="91619" y="103336"/>
                    <a:pt x="91746" y="103241"/>
                    <a:pt x="91841" y="103146"/>
                  </a:cubicBezTo>
                  <a:lnTo>
                    <a:pt x="91714" y="102987"/>
                  </a:lnTo>
                  <a:close/>
                  <a:moveTo>
                    <a:pt x="91049" y="103621"/>
                  </a:moveTo>
                  <a:cubicBezTo>
                    <a:pt x="90923" y="103748"/>
                    <a:pt x="90828" y="103843"/>
                    <a:pt x="90701" y="103938"/>
                  </a:cubicBezTo>
                  <a:lnTo>
                    <a:pt x="90828" y="104096"/>
                  </a:lnTo>
                  <a:cubicBezTo>
                    <a:pt x="90954" y="103969"/>
                    <a:pt x="91049" y="103874"/>
                    <a:pt x="91176" y="103779"/>
                  </a:cubicBezTo>
                  <a:lnTo>
                    <a:pt x="91049" y="103621"/>
                  </a:lnTo>
                  <a:close/>
                  <a:moveTo>
                    <a:pt x="90353" y="104254"/>
                  </a:moveTo>
                  <a:cubicBezTo>
                    <a:pt x="90226" y="104349"/>
                    <a:pt x="90131" y="104444"/>
                    <a:pt x="90004" y="104571"/>
                  </a:cubicBezTo>
                  <a:lnTo>
                    <a:pt x="90131" y="104698"/>
                  </a:lnTo>
                  <a:cubicBezTo>
                    <a:pt x="90258" y="104603"/>
                    <a:pt x="90353" y="104508"/>
                    <a:pt x="90479" y="104381"/>
                  </a:cubicBezTo>
                  <a:lnTo>
                    <a:pt x="90353" y="104254"/>
                  </a:lnTo>
                  <a:close/>
                  <a:moveTo>
                    <a:pt x="89656" y="104856"/>
                  </a:moveTo>
                  <a:cubicBezTo>
                    <a:pt x="89529" y="104951"/>
                    <a:pt x="89434" y="105046"/>
                    <a:pt x="89308" y="105141"/>
                  </a:cubicBezTo>
                  <a:lnTo>
                    <a:pt x="89434" y="105299"/>
                  </a:lnTo>
                  <a:cubicBezTo>
                    <a:pt x="89529" y="105204"/>
                    <a:pt x="89656" y="105109"/>
                    <a:pt x="89783" y="105014"/>
                  </a:cubicBezTo>
                  <a:lnTo>
                    <a:pt x="89656" y="104856"/>
                  </a:lnTo>
                  <a:close/>
                  <a:moveTo>
                    <a:pt x="88959" y="105458"/>
                  </a:moveTo>
                  <a:lnTo>
                    <a:pt x="88579" y="105743"/>
                  </a:lnTo>
                  <a:lnTo>
                    <a:pt x="88706" y="105901"/>
                  </a:lnTo>
                  <a:lnTo>
                    <a:pt x="89054" y="105584"/>
                  </a:lnTo>
                  <a:lnTo>
                    <a:pt x="88959" y="105458"/>
                  </a:lnTo>
                  <a:close/>
                  <a:moveTo>
                    <a:pt x="88231" y="106059"/>
                  </a:moveTo>
                  <a:cubicBezTo>
                    <a:pt x="88104" y="106154"/>
                    <a:pt x="88009" y="106249"/>
                    <a:pt x="87883" y="106344"/>
                  </a:cubicBezTo>
                  <a:lnTo>
                    <a:pt x="87978" y="106471"/>
                  </a:lnTo>
                  <a:cubicBezTo>
                    <a:pt x="88104" y="106376"/>
                    <a:pt x="88231" y="106281"/>
                    <a:pt x="88358" y="106186"/>
                  </a:cubicBezTo>
                  <a:lnTo>
                    <a:pt x="88231" y="106059"/>
                  </a:lnTo>
                  <a:close/>
                  <a:moveTo>
                    <a:pt x="87502" y="106629"/>
                  </a:moveTo>
                  <a:cubicBezTo>
                    <a:pt x="87376" y="106724"/>
                    <a:pt x="87281" y="106819"/>
                    <a:pt x="87154" y="106914"/>
                  </a:cubicBezTo>
                  <a:lnTo>
                    <a:pt x="87249" y="107041"/>
                  </a:lnTo>
                  <a:cubicBezTo>
                    <a:pt x="87376" y="106946"/>
                    <a:pt x="87502" y="106851"/>
                    <a:pt x="87629" y="106756"/>
                  </a:cubicBezTo>
                  <a:lnTo>
                    <a:pt x="87502" y="106629"/>
                  </a:lnTo>
                  <a:close/>
                  <a:moveTo>
                    <a:pt x="86774" y="107199"/>
                  </a:moveTo>
                  <a:cubicBezTo>
                    <a:pt x="86647" y="107263"/>
                    <a:pt x="86521" y="107358"/>
                    <a:pt x="86394" y="107453"/>
                  </a:cubicBezTo>
                  <a:lnTo>
                    <a:pt x="86521" y="107611"/>
                  </a:lnTo>
                  <a:cubicBezTo>
                    <a:pt x="86647" y="107516"/>
                    <a:pt x="86774" y="107421"/>
                    <a:pt x="86901" y="107326"/>
                  </a:cubicBezTo>
                  <a:lnTo>
                    <a:pt x="86774" y="107199"/>
                  </a:lnTo>
                  <a:close/>
                  <a:moveTo>
                    <a:pt x="86046" y="107738"/>
                  </a:moveTo>
                  <a:cubicBezTo>
                    <a:pt x="85919" y="107833"/>
                    <a:pt x="85792" y="107928"/>
                    <a:pt x="85666" y="108023"/>
                  </a:cubicBezTo>
                  <a:lnTo>
                    <a:pt x="85761" y="108150"/>
                  </a:lnTo>
                  <a:lnTo>
                    <a:pt x="86141" y="107896"/>
                  </a:lnTo>
                  <a:lnTo>
                    <a:pt x="86046" y="107738"/>
                  </a:lnTo>
                  <a:close/>
                  <a:moveTo>
                    <a:pt x="85286" y="108276"/>
                  </a:moveTo>
                  <a:cubicBezTo>
                    <a:pt x="85159" y="108371"/>
                    <a:pt x="85032" y="108466"/>
                    <a:pt x="84906" y="108561"/>
                  </a:cubicBezTo>
                  <a:lnTo>
                    <a:pt x="85001" y="108688"/>
                  </a:lnTo>
                  <a:cubicBezTo>
                    <a:pt x="85127" y="108625"/>
                    <a:pt x="85254" y="108530"/>
                    <a:pt x="85381" y="108435"/>
                  </a:cubicBezTo>
                  <a:lnTo>
                    <a:pt x="85286" y="108276"/>
                  </a:lnTo>
                  <a:close/>
                  <a:moveTo>
                    <a:pt x="84526" y="108815"/>
                  </a:moveTo>
                  <a:cubicBezTo>
                    <a:pt x="84399" y="108910"/>
                    <a:pt x="84272" y="108973"/>
                    <a:pt x="84146" y="109068"/>
                  </a:cubicBezTo>
                  <a:lnTo>
                    <a:pt x="84241" y="109226"/>
                  </a:lnTo>
                  <a:cubicBezTo>
                    <a:pt x="84367" y="109131"/>
                    <a:pt x="84494" y="109068"/>
                    <a:pt x="84621" y="108973"/>
                  </a:cubicBezTo>
                  <a:lnTo>
                    <a:pt x="84526" y="108815"/>
                  </a:lnTo>
                  <a:close/>
                  <a:moveTo>
                    <a:pt x="83766" y="109321"/>
                  </a:moveTo>
                  <a:cubicBezTo>
                    <a:pt x="83639" y="109416"/>
                    <a:pt x="83512" y="109511"/>
                    <a:pt x="83354" y="109575"/>
                  </a:cubicBezTo>
                  <a:lnTo>
                    <a:pt x="83481" y="109733"/>
                  </a:lnTo>
                  <a:cubicBezTo>
                    <a:pt x="83607" y="109670"/>
                    <a:pt x="83734" y="109575"/>
                    <a:pt x="83861" y="109480"/>
                  </a:cubicBezTo>
                  <a:lnTo>
                    <a:pt x="83766" y="109321"/>
                  </a:lnTo>
                  <a:close/>
                  <a:moveTo>
                    <a:pt x="82974" y="109828"/>
                  </a:moveTo>
                  <a:lnTo>
                    <a:pt x="82594" y="110081"/>
                  </a:lnTo>
                  <a:lnTo>
                    <a:pt x="82689" y="110240"/>
                  </a:lnTo>
                  <a:cubicBezTo>
                    <a:pt x="82815" y="110176"/>
                    <a:pt x="82942" y="110081"/>
                    <a:pt x="83069" y="109986"/>
                  </a:cubicBezTo>
                  <a:lnTo>
                    <a:pt x="82974" y="109828"/>
                  </a:lnTo>
                  <a:close/>
                  <a:moveTo>
                    <a:pt x="82182" y="110335"/>
                  </a:moveTo>
                  <a:cubicBezTo>
                    <a:pt x="82055" y="110398"/>
                    <a:pt x="81929" y="110493"/>
                    <a:pt x="81802" y="110588"/>
                  </a:cubicBezTo>
                  <a:lnTo>
                    <a:pt x="81897" y="110746"/>
                  </a:lnTo>
                  <a:cubicBezTo>
                    <a:pt x="82024" y="110651"/>
                    <a:pt x="82150" y="110556"/>
                    <a:pt x="82309" y="110493"/>
                  </a:cubicBezTo>
                  <a:lnTo>
                    <a:pt x="82182" y="110335"/>
                  </a:lnTo>
                  <a:close/>
                  <a:moveTo>
                    <a:pt x="81390" y="110810"/>
                  </a:moveTo>
                  <a:cubicBezTo>
                    <a:pt x="81264" y="110905"/>
                    <a:pt x="81137" y="110968"/>
                    <a:pt x="81010" y="111063"/>
                  </a:cubicBezTo>
                  <a:lnTo>
                    <a:pt x="81105" y="111221"/>
                  </a:lnTo>
                  <a:cubicBezTo>
                    <a:pt x="81232" y="111126"/>
                    <a:pt x="81359" y="111063"/>
                    <a:pt x="81485" y="110968"/>
                  </a:cubicBezTo>
                  <a:lnTo>
                    <a:pt x="81390" y="110810"/>
                  </a:lnTo>
                  <a:close/>
                  <a:moveTo>
                    <a:pt x="80599" y="111285"/>
                  </a:moveTo>
                  <a:cubicBezTo>
                    <a:pt x="80472" y="111348"/>
                    <a:pt x="80345" y="111443"/>
                    <a:pt x="80187" y="111506"/>
                  </a:cubicBezTo>
                  <a:lnTo>
                    <a:pt x="80282" y="111665"/>
                  </a:lnTo>
                  <a:cubicBezTo>
                    <a:pt x="80440" y="111601"/>
                    <a:pt x="80567" y="111538"/>
                    <a:pt x="80694" y="111443"/>
                  </a:cubicBezTo>
                  <a:lnTo>
                    <a:pt x="80599" y="111285"/>
                  </a:lnTo>
                  <a:close/>
                  <a:moveTo>
                    <a:pt x="79807" y="111728"/>
                  </a:moveTo>
                  <a:cubicBezTo>
                    <a:pt x="79649" y="111823"/>
                    <a:pt x="79522" y="111886"/>
                    <a:pt x="79395" y="111981"/>
                  </a:cubicBezTo>
                  <a:lnTo>
                    <a:pt x="79490" y="112140"/>
                  </a:lnTo>
                  <a:cubicBezTo>
                    <a:pt x="79617" y="112045"/>
                    <a:pt x="79744" y="111981"/>
                    <a:pt x="79870" y="111918"/>
                  </a:cubicBezTo>
                  <a:lnTo>
                    <a:pt x="79807" y="111728"/>
                  </a:lnTo>
                  <a:close/>
                  <a:moveTo>
                    <a:pt x="78984" y="112171"/>
                  </a:moveTo>
                  <a:cubicBezTo>
                    <a:pt x="78857" y="112266"/>
                    <a:pt x="78698" y="112330"/>
                    <a:pt x="78572" y="112393"/>
                  </a:cubicBezTo>
                  <a:lnTo>
                    <a:pt x="78667" y="112583"/>
                  </a:lnTo>
                  <a:cubicBezTo>
                    <a:pt x="78793" y="112488"/>
                    <a:pt x="78920" y="112425"/>
                    <a:pt x="79079" y="112361"/>
                  </a:cubicBezTo>
                  <a:lnTo>
                    <a:pt x="78984" y="112171"/>
                  </a:lnTo>
                  <a:close/>
                  <a:moveTo>
                    <a:pt x="78160" y="112615"/>
                  </a:moveTo>
                  <a:cubicBezTo>
                    <a:pt x="78033" y="112678"/>
                    <a:pt x="77875" y="112773"/>
                    <a:pt x="77748" y="112837"/>
                  </a:cubicBezTo>
                  <a:lnTo>
                    <a:pt x="77843" y="112995"/>
                  </a:lnTo>
                  <a:cubicBezTo>
                    <a:pt x="77970" y="112932"/>
                    <a:pt x="78097" y="112868"/>
                    <a:pt x="78255" y="112773"/>
                  </a:cubicBezTo>
                  <a:lnTo>
                    <a:pt x="78160" y="112615"/>
                  </a:lnTo>
                  <a:close/>
                  <a:moveTo>
                    <a:pt x="77337" y="113027"/>
                  </a:moveTo>
                  <a:cubicBezTo>
                    <a:pt x="77210" y="113122"/>
                    <a:pt x="77052" y="113185"/>
                    <a:pt x="76925" y="113248"/>
                  </a:cubicBezTo>
                  <a:lnTo>
                    <a:pt x="76988" y="113407"/>
                  </a:lnTo>
                  <a:cubicBezTo>
                    <a:pt x="77147" y="113343"/>
                    <a:pt x="77273" y="113280"/>
                    <a:pt x="77432" y="113217"/>
                  </a:cubicBezTo>
                  <a:lnTo>
                    <a:pt x="77337" y="113027"/>
                  </a:lnTo>
                  <a:close/>
                  <a:moveTo>
                    <a:pt x="76513" y="113438"/>
                  </a:moveTo>
                  <a:cubicBezTo>
                    <a:pt x="76355" y="113502"/>
                    <a:pt x="76228" y="113565"/>
                    <a:pt x="76070" y="113660"/>
                  </a:cubicBezTo>
                  <a:lnTo>
                    <a:pt x="76165" y="113818"/>
                  </a:lnTo>
                  <a:cubicBezTo>
                    <a:pt x="76292" y="113755"/>
                    <a:pt x="76450" y="113692"/>
                    <a:pt x="76577" y="113628"/>
                  </a:cubicBezTo>
                  <a:lnTo>
                    <a:pt x="76513" y="113438"/>
                  </a:lnTo>
                  <a:close/>
                  <a:moveTo>
                    <a:pt x="75658" y="113850"/>
                  </a:moveTo>
                  <a:cubicBezTo>
                    <a:pt x="75532" y="113913"/>
                    <a:pt x="75373" y="113977"/>
                    <a:pt x="75247" y="114040"/>
                  </a:cubicBezTo>
                  <a:lnTo>
                    <a:pt x="75310" y="114198"/>
                  </a:lnTo>
                  <a:lnTo>
                    <a:pt x="75753" y="114008"/>
                  </a:lnTo>
                  <a:lnTo>
                    <a:pt x="75658" y="113850"/>
                  </a:lnTo>
                  <a:close/>
                  <a:moveTo>
                    <a:pt x="74803" y="114230"/>
                  </a:moveTo>
                  <a:cubicBezTo>
                    <a:pt x="74677" y="114293"/>
                    <a:pt x="74518" y="114357"/>
                    <a:pt x="74391" y="114388"/>
                  </a:cubicBezTo>
                  <a:lnTo>
                    <a:pt x="74455" y="114578"/>
                  </a:lnTo>
                  <a:cubicBezTo>
                    <a:pt x="74613" y="114515"/>
                    <a:pt x="74740" y="114452"/>
                    <a:pt x="74898" y="114388"/>
                  </a:cubicBezTo>
                  <a:lnTo>
                    <a:pt x="74803" y="114230"/>
                  </a:lnTo>
                  <a:close/>
                  <a:moveTo>
                    <a:pt x="73948" y="114578"/>
                  </a:moveTo>
                  <a:lnTo>
                    <a:pt x="73536" y="114768"/>
                  </a:lnTo>
                  <a:lnTo>
                    <a:pt x="73600" y="114927"/>
                  </a:lnTo>
                  <a:cubicBezTo>
                    <a:pt x="73758" y="114863"/>
                    <a:pt x="73885" y="114832"/>
                    <a:pt x="74043" y="114768"/>
                  </a:cubicBezTo>
                  <a:lnTo>
                    <a:pt x="73948" y="11457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2485025" y="2123950"/>
              <a:ext cx="7150" cy="7925"/>
            </a:xfrm>
            <a:custGeom>
              <a:avLst/>
              <a:gdLst/>
              <a:ahLst/>
              <a:cxnLst/>
              <a:rect l="l" t="t" r="r" b="b"/>
              <a:pathLst>
                <a:path w="286" h="317" extrusionOk="0">
                  <a:moveTo>
                    <a:pt x="127" y="0"/>
                  </a:moveTo>
                  <a:cubicBezTo>
                    <a:pt x="96" y="64"/>
                    <a:pt x="64" y="159"/>
                    <a:pt x="1" y="222"/>
                  </a:cubicBezTo>
                  <a:lnTo>
                    <a:pt x="159" y="317"/>
                  </a:lnTo>
                  <a:cubicBezTo>
                    <a:pt x="223" y="254"/>
                    <a:pt x="254" y="190"/>
                    <a:pt x="286" y="95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4281450" y="1714625"/>
              <a:ext cx="6375" cy="5575"/>
            </a:xfrm>
            <a:custGeom>
              <a:avLst/>
              <a:gdLst/>
              <a:ahLst/>
              <a:cxnLst/>
              <a:rect l="l" t="t" r="r" b="b"/>
              <a:pathLst>
                <a:path w="255" h="223" extrusionOk="0">
                  <a:moveTo>
                    <a:pt x="64" y="0"/>
                  </a:moveTo>
                  <a:lnTo>
                    <a:pt x="1" y="159"/>
                  </a:lnTo>
                  <a:cubicBezTo>
                    <a:pt x="64" y="190"/>
                    <a:pt x="128" y="190"/>
                    <a:pt x="191" y="222"/>
                  </a:cubicBezTo>
                  <a:lnTo>
                    <a:pt x="254" y="95"/>
                  </a:lnTo>
                  <a:cubicBezTo>
                    <a:pt x="191" y="64"/>
                    <a:pt x="128" y="32"/>
                    <a:pt x="6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2425650" y="1598250"/>
              <a:ext cx="1847925" cy="2633275"/>
            </a:xfrm>
            <a:custGeom>
              <a:avLst/>
              <a:gdLst/>
              <a:ahLst/>
              <a:cxnLst/>
              <a:rect l="l" t="t" r="r" b="b"/>
              <a:pathLst>
                <a:path w="73917" h="105331" extrusionOk="0">
                  <a:moveTo>
                    <a:pt x="51178" y="32"/>
                  </a:moveTo>
                  <a:lnTo>
                    <a:pt x="51210" y="190"/>
                  </a:lnTo>
                  <a:lnTo>
                    <a:pt x="51590" y="190"/>
                  </a:lnTo>
                  <a:lnTo>
                    <a:pt x="51590" y="32"/>
                  </a:lnTo>
                  <a:close/>
                  <a:moveTo>
                    <a:pt x="52001" y="32"/>
                  </a:moveTo>
                  <a:lnTo>
                    <a:pt x="52001" y="190"/>
                  </a:lnTo>
                  <a:lnTo>
                    <a:pt x="52413" y="190"/>
                  </a:lnTo>
                  <a:lnTo>
                    <a:pt x="52413" y="32"/>
                  </a:lnTo>
                  <a:close/>
                  <a:moveTo>
                    <a:pt x="52825" y="0"/>
                  </a:moveTo>
                  <a:lnTo>
                    <a:pt x="52825" y="158"/>
                  </a:lnTo>
                  <a:cubicBezTo>
                    <a:pt x="52951" y="158"/>
                    <a:pt x="53110" y="190"/>
                    <a:pt x="53236" y="190"/>
                  </a:cubicBezTo>
                  <a:lnTo>
                    <a:pt x="53236" y="32"/>
                  </a:lnTo>
                  <a:cubicBezTo>
                    <a:pt x="53110" y="32"/>
                    <a:pt x="52951" y="32"/>
                    <a:pt x="52825" y="0"/>
                  </a:cubicBezTo>
                  <a:close/>
                  <a:moveTo>
                    <a:pt x="53648" y="32"/>
                  </a:moveTo>
                  <a:lnTo>
                    <a:pt x="53648" y="190"/>
                  </a:lnTo>
                  <a:lnTo>
                    <a:pt x="54060" y="190"/>
                  </a:lnTo>
                  <a:lnTo>
                    <a:pt x="54060" y="32"/>
                  </a:lnTo>
                  <a:close/>
                  <a:moveTo>
                    <a:pt x="50354" y="63"/>
                  </a:moveTo>
                  <a:lnTo>
                    <a:pt x="50386" y="222"/>
                  </a:lnTo>
                  <a:lnTo>
                    <a:pt x="50798" y="222"/>
                  </a:lnTo>
                  <a:lnTo>
                    <a:pt x="50766" y="63"/>
                  </a:lnTo>
                  <a:close/>
                  <a:moveTo>
                    <a:pt x="54471" y="32"/>
                  </a:moveTo>
                  <a:lnTo>
                    <a:pt x="54471" y="190"/>
                  </a:lnTo>
                  <a:cubicBezTo>
                    <a:pt x="54598" y="222"/>
                    <a:pt x="54725" y="222"/>
                    <a:pt x="54851" y="222"/>
                  </a:cubicBezTo>
                  <a:lnTo>
                    <a:pt x="54883" y="63"/>
                  </a:lnTo>
                  <a:cubicBezTo>
                    <a:pt x="54725" y="63"/>
                    <a:pt x="54598" y="63"/>
                    <a:pt x="54471" y="32"/>
                  </a:cubicBezTo>
                  <a:close/>
                  <a:moveTo>
                    <a:pt x="55295" y="95"/>
                  </a:moveTo>
                  <a:lnTo>
                    <a:pt x="55263" y="253"/>
                  </a:lnTo>
                  <a:lnTo>
                    <a:pt x="55675" y="253"/>
                  </a:lnTo>
                  <a:lnTo>
                    <a:pt x="55707" y="95"/>
                  </a:lnTo>
                  <a:close/>
                  <a:moveTo>
                    <a:pt x="49563" y="95"/>
                  </a:moveTo>
                  <a:lnTo>
                    <a:pt x="49563" y="285"/>
                  </a:lnTo>
                  <a:cubicBezTo>
                    <a:pt x="49689" y="253"/>
                    <a:pt x="49848" y="253"/>
                    <a:pt x="49974" y="253"/>
                  </a:cubicBezTo>
                  <a:lnTo>
                    <a:pt x="49974" y="95"/>
                  </a:lnTo>
                  <a:close/>
                  <a:moveTo>
                    <a:pt x="49151" y="127"/>
                  </a:moveTo>
                  <a:cubicBezTo>
                    <a:pt x="49024" y="127"/>
                    <a:pt x="48866" y="158"/>
                    <a:pt x="48739" y="158"/>
                  </a:cubicBezTo>
                  <a:lnTo>
                    <a:pt x="48739" y="317"/>
                  </a:lnTo>
                  <a:cubicBezTo>
                    <a:pt x="48898" y="317"/>
                    <a:pt x="49024" y="285"/>
                    <a:pt x="49151" y="285"/>
                  </a:cubicBezTo>
                  <a:lnTo>
                    <a:pt x="49151" y="127"/>
                  </a:lnTo>
                  <a:close/>
                  <a:moveTo>
                    <a:pt x="56087" y="127"/>
                  </a:moveTo>
                  <a:lnTo>
                    <a:pt x="56087" y="285"/>
                  </a:lnTo>
                  <a:cubicBezTo>
                    <a:pt x="56213" y="285"/>
                    <a:pt x="56372" y="317"/>
                    <a:pt x="56498" y="317"/>
                  </a:cubicBezTo>
                  <a:lnTo>
                    <a:pt x="56498" y="158"/>
                  </a:lnTo>
                  <a:cubicBezTo>
                    <a:pt x="56372" y="158"/>
                    <a:pt x="56245" y="127"/>
                    <a:pt x="56087" y="127"/>
                  </a:cubicBezTo>
                  <a:close/>
                  <a:moveTo>
                    <a:pt x="48328" y="190"/>
                  </a:moveTo>
                  <a:cubicBezTo>
                    <a:pt x="48201" y="190"/>
                    <a:pt x="48074" y="222"/>
                    <a:pt x="47916" y="222"/>
                  </a:cubicBezTo>
                  <a:lnTo>
                    <a:pt x="47948" y="380"/>
                  </a:lnTo>
                  <a:cubicBezTo>
                    <a:pt x="48074" y="380"/>
                    <a:pt x="48201" y="380"/>
                    <a:pt x="48328" y="348"/>
                  </a:cubicBezTo>
                  <a:lnTo>
                    <a:pt x="48328" y="190"/>
                  </a:lnTo>
                  <a:close/>
                  <a:moveTo>
                    <a:pt x="56910" y="190"/>
                  </a:moveTo>
                  <a:lnTo>
                    <a:pt x="56910" y="348"/>
                  </a:lnTo>
                  <a:cubicBezTo>
                    <a:pt x="57037" y="348"/>
                    <a:pt x="57163" y="380"/>
                    <a:pt x="57290" y="380"/>
                  </a:cubicBezTo>
                  <a:lnTo>
                    <a:pt x="57322" y="222"/>
                  </a:lnTo>
                  <a:cubicBezTo>
                    <a:pt x="57195" y="222"/>
                    <a:pt x="57068" y="190"/>
                    <a:pt x="56910" y="190"/>
                  </a:cubicBezTo>
                  <a:close/>
                  <a:moveTo>
                    <a:pt x="57733" y="253"/>
                  </a:moveTo>
                  <a:lnTo>
                    <a:pt x="57702" y="412"/>
                  </a:lnTo>
                  <a:cubicBezTo>
                    <a:pt x="57860" y="443"/>
                    <a:pt x="57987" y="443"/>
                    <a:pt x="58113" y="443"/>
                  </a:cubicBezTo>
                  <a:lnTo>
                    <a:pt x="58145" y="285"/>
                  </a:lnTo>
                  <a:cubicBezTo>
                    <a:pt x="58018" y="285"/>
                    <a:pt x="57860" y="285"/>
                    <a:pt x="57733" y="253"/>
                  </a:cubicBezTo>
                  <a:close/>
                  <a:moveTo>
                    <a:pt x="47504" y="253"/>
                  </a:moveTo>
                  <a:cubicBezTo>
                    <a:pt x="47378" y="285"/>
                    <a:pt x="47251" y="285"/>
                    <a:pt x="47124" y="317"/>
                  </a:cubicBezTo>
                  <a:lnTo>
                    <a:pt x="47124" y="475"/>
                  </a:lnTo>
                  <a:cubicBezTo>
                    <a:pt x="47251" y="443"/>
                    <a:pt x="47409" y="443"/>
                    <a:pt x="47536" y="443"/>
                  </a:cubicBezTo>
                  <a:lnTo>
                    <a:pt x="47504" y="253"/>
                  </a:lnTo>
                  <a:close/>
                  <a:moveTo>
                    <a:pt x="58557" y="348"/>
                  </a:moveTo>
                  <a:lnTo>
                    <a:pt x="58525" y="507"/>
                  </a:lnTo>
                  <a:lnTo>
                    <a:pt x="58937" y="539"/>
                  </a:lnTo>
                  <a:lnTo>
                    <a:pt x="58968" y="380"/>
                  </a:lnTo>
                  <a:cubicBezTo>
                    <a:pt x="58810" y="380"/>
                    <a:pt x="58683" y="348"/>
                    <a:pt x="58557" y="348"/>
                  </a:cubicBezTo>
                  <a:close/>
                  <a:moveTo>
                    <a:pt x="46713" y="348"/>
                  </a:moveTo>
                  <a:lnTo>
                    <a:pt x="46301" y="412"/>
                  </a:lnTo>
                  <a:lnTo>
                    <a:pt x="46332" y="570"/>
                  </a:lnTo>
                  <a:lnTo>
                    <a:pt x="46713" y="507"/>
                  </a:lnTo>
                  <a:lnTo>
                    <a:pt x="46713" y="348"/>
                  </a:lnTo>
                  <a:close/>
                  <a:moveTo>
                    <a:pt x="45889" y="443"/>
                  </a:moveTo>
                  <a:cubicBezTo>
                    <a:pt x="45762" y="475"/>
                    <a:pt x="45636" y="475"/>
                    <a:pt x="45477" y="507"/>
                  </a:cubicBezTo>
                  <a:lnTo>
                    <a:pt x="45509" y="665"/>
                  </a:lnTo>
                  <a:cubicBezTo>
                    <a:pt x="45636" y="634"/>
                    <a:pt x="45762" y="634"/>
                    <a:pt x="45921" y="602"/>
                  </a:cubicBezTo>
                  <a:lnTo>
                    <a:pt x="45889" y="443"/>
                  </a:lnTo>
                  <a:close/>
                  <a:moveTo>
                    <a:pt x="59348" y="443"/>
                  </a:moveTo>
                  <a:lnTo>
                    <a:pt x="59348" y="602"/>
                  </a:lnTo>
                  <a:cubicBezTo>
                    <a:pt x="59475" y="634"/>
                    <a:pt x="59602" y="634"/>
                    <a:pt x="59729" y="665"/>
                  </a:cubicBezTo>
                  <a:lnTo>
                    <a:pt x="59760" y="507"/>
                  </a:lnTo>
                  <a:cubicBezTo>
                    <a:pt x="59633" y="475"/>
                    <a:pt x="59507" y="443"/>
                    <a:pt x="59348" y="443"/>
                  </a:cubicBezTo>
                  <a:close/>
                  <a:moveTo>
                    <a:pt x="60172" y="539"/>
                  </a:moveTo>
                  <a:lnTo>
                    <a:pt x="60140" y="697"/>
                  </a:lnTo>
                  <a:lnTo>
                    <a:pt x="60552" y="760"/>
                  </a:lnTo>
                  <a:lnTo>
                    <a:pt x="60584" y="602"/>
                  </a:lnTo>
                  <a:lnTo>
                    <a:pt x="60172" y="539"/>
                  </a:lnTo>
                  <a:close/>
                  <a:moveTo>
                    <a:pt x="45066" y="570"/>
                  </a:moveTo>
                  <a:lnTo>
                    <a:pt x="44686" y="634"/>
                  </a:lnTo>
                  <a:lnTo>
                    <a:pt x="44686" y="792"/>
                  </a:lnTo>
                  <a:lnTo>
                    <a:pt x="45097" y="729"/>
                  </a:lnTo>
                  <a:lnTo>
                    <a:pt x="45066" y="570"/>
                  </a:lnTo>
                  <a:close/>
                  <a:moveTo>
                    <a:pt x="44274" y="697"/>
                  </a:moveTo>
                  <a:cubicBezTo>
                    <a:pt x="44147" y="697"/>
                    <a:pt x="43989" y="729"/>
                    <a:pt x="43862" y="760"/>
                  </a:cubicBezTo>
                  <a:lnTo>
                    <a:pt x="43894" y="919"/>
                  </a:lnTo>
                  <a:cubicBezTo>
                    <a:pt x="44021" y="887"/>
                    <a:pt x="44179" y="855"/>
                    <a:pt x="44306" y="855"/>
                  </a:cubicBezTo>
                  <a:lnTo>
                    <a:pt x="44274" y="697"/>
                  </a:lnTo>
                  <a:close/>
                  <a:moveTo>
                    <a:pt x="60964" y="665"/>
                  </a:moveTo>
                  <a:lnTo>
                    <a:pt x="60964" y="824"/>
                  </a:lnTo>
                  <a:cubicBezTo>
                    <a:pt x="61090" y="855"/>
                    <a:pt x="61217" y="887"/>
                    <a:pt x="61344" y="919"/>
                  </a:cubicBezTo>
                  <a:lnTo>
                    <a:pt x="61375" y="729"/>
                  </a:lnTo>
                  <a:cubicBezTo>
                    <a:pt x="61249" y="729"/>
                    <a:pt x="61122" y="697"/>
                    <a:pt x="60964" y="665"/>
                  </a:cubicBezTo>
                  <a:close/>
                  <a:moveTo>
                    <a:pt x="43451" y="824"/>
                  </a:moveTo>
                  <a:cubicBezTo>
                    <a:pt x="43324" y="855"/>
                    <a:pt x="43197" y="855"/>
                    <a:pt x="43071" y="887"/>
                  </a:cubicBezTo>
                  <a:lnTo>
                    <a:pt x="43102" y="1045"/>
                  </a:lnTo>
                  <a:cubicBezTo>
                    <a:pt x="43229" y="1014"/>
                    <a:pt x="43356" y="1014"/>
                    <a:pt x="43482" y="982"/>
                  </a:cubicBezTo>
                  <a:lnTo>
                    <a:pt x="43451" y="824"/>
                  </a:lnTo>
                  <a:close/>
                  <a:moveTo>
                    <a:pt x="61787" y="792"/>
                  </a:moveTo>
                  <a:lnTo>
                    <a:pt x="61755" y="982"/>
                  </a:lnTo>
                  <a:lnTo>
                    <a:pt x="62167" y="1045"/>
                  </a:lnTo>
                  <a:lnTo>
                    <a:pt x="62199" y="887"/>
                  </a:lnTo>
                  <a:lnTo>
                    <a:pt x="61787" y="792"/>
                  </a:lnTo>
                  <a:close/>
                  <a:moveTo>
                    <a:pt x="42659" y="950"/>
                  </a:moveTo>
                  <a:cubicBezTo>
                    <a:pt x="42532" y="982"/>
                    <a:pt x="42406" y="1014"/>
                    <a:pt x="42247" y="1045"/>
                  </a:cubicBezTo>
                  <a:lnTo>
                    <a:pt x="42279" y="1204"/>
                  </a:lnTo>
                  <a:cubicBezTo>
                    <a:pt x="42437" y="1172"/>
                    <a:pt x="42564" y="1140"/>
                    <a:pt x="42691" y="1140"/>
                  </a:cubicBezTo>
                  <a:lnTo>
                    <a:pt x="42659" y="950"/>
                  </a:lnTo>
                  <a:close/>
                  <a:moveTo>
                    <a:pt x="62610" y="950"/>
                  </a:moveTo>
                  <a:lnTo>
                    <a:pt x="62579" y="1109"/>
                  </a:lnTo>
                  <a:cubicBezTo>
                    <a:pt x="62705" y="1140"/>
                    <a:pt x="62832" y="1172"/>
                    <a:pt x="62959" y="1204"/>
                  </a:cubicBezTo>
                  <a:lnTo>
                    <a:pt x="62990" y="1045"/>
                  </a:lnTo>
                  <a:cubicBezTo>
                    <a:pt x="62864" y="1014"/>
                    <a:pt x="62737" y="982"/>
                    <a:pt x="62610" y="950"/>
                  </a:cubicBezTo>
                  <a:close/>
                  <a:moveTo>
                    <a:pt x="41867" y="1140"/>
                  </a:moveTo>
                  <a:lnTo>
                    <a:pt x="41455" y="1204"/>
                  </a:lnTo>
                  <a:lnTo>
                    <a:pt x="41487" y="1362"/>
                  </a:lnTo>
                  <a:cubicBezTo>
                    <a:pt x="41614" y="1330"/>
                    <a:pt x="41772" y="1330"/>
                    <a:pt x="41899" y="1299"/>
                  </a:cubicBezTo>
                  <a:lnTo>
                    <a:pt x="41867" y="1140"/>
                  </a:lnTo>
                  <a:close/>
                  <a:moveTo>
                    <a:pt x="63402" y="1109"/>
                  </a:moveTo>
                  <a:lnTo>
                    <a:pt x="63370" y="1267"/>
                  </a:lnTo>
                  <a:cubicBezTo>
                    <a:pt x="63497" y="1299"/>
                    <a:pt x="63624" y="1330"/>
                    <a:pt x="63750" y="1362"/>
                  </a:cubicBezTo>
                  <a:lnTo>
                    <a:pt x="63814" y="1204"/>
                  </a:lnTo>
                  <a:cubicBezTo>
                    <a:pt x="63655" y="1172"/>
                    <a:pt x="63529" y="1140"/>
                    <a:pt x="63402" y="1109"/>
                  </a:cubicBezTo>
                  <a:close/>
                  <a:moveTo>
                    <a:pt x="41075" y="1299"/>
                  </a:moveTo>
                  <a:cubicBezTo>
                    <a:pt x="40917" y="1330"/>
                    <a:pt x="40790" y="1362"/>
                    <a:pt x="40664" y="1394"/>
                  </a:cubicBezTo>
                  <a:lnTo>
                    <a:pt x="40695" y="1552"/>
                  </a:lnTo>
                  <a:cubicBezTo>
                    <a:pt x="40822" y="1520"/>
                    <a:pt x="40980" y="1489"/>
                    <a:pt x="41107" y="1457"/>
                  </a:cubicBezTo>
                  <a:lnTo>
                    <a:pt x="41075" y="1299"/>
                  </a:lnTo>
                  <a:close/>
                  <a:moveTo>
                    <a:pt x="64194" y="1299"/>
                  </a:moveTo>
                  <a:lnTo>
                    <a:pt x="64162" y="1457"/>
                  </a:lnTo>
                  <a:cubicBezTo>
                    <a:pt x="64289" y="1489"/>
                    <a:pt x="64447" y="1520"/>
                    <a:pt x="64574" y="1552"/>
                  </a:cubicBezTo>
                  <a:lnTo>
                    <a:pt x="64606" y="1394"/>
                  </a:lnTo>
                  <a:cubicBezTo>
                    <a:pt x="64479" y="1362"/>
                    <a:pt x="64321" y="1330"/>
                    <a:pt x="64194" y="1299"/>
                  </a:cubicBezTo>
                  <a:close/>
                  <a:moveTo>
                    <a:pt x="40252" y="1489"/>
                  </a:moveTo>
                  <a:cubicBezTo>
                    <a:pt x="40125" y="1520"/>
                    <a:pt x="39999" y="1552"/>
                    <a:pt x="39872" y="1584"/>
                  </a:cubicBezTo>
                  <a:lnTo>
                    <a:pt x="39904" y="1742"/>
                  </a:lnTo>
                  <a:cubicBezTo>
                    <a:pt x="40030" y="1710"/>
                    <a:pt x="40189" y="1679"/>
                    <a:pt x="40315" y="1647"/>
                  </a:cubicBezTo>
                  <a:lnTo>
                    <a:pt x="40252" y="1489"/>
                  </a:lnTo>
                  <a:close/>
                  <a:moveTo>
                    <a:pt x="65017" y="1489"/>
                  </a:moveTo>
                  <a:lnTo>
                    <a:pt x="64954" y="1647"/>
                  </a:lnTo>
                  <a:cubicBezTo>
                    <a:pt x="65081" y="1679"/>
                    <a:pt x="65239" y="1710"/>
                    <a:pt x="65366" y="1742"/>
                  </a:cubicBezTo>
                  <a:lnTo>
                    <a:pt x="65397" y="1584"/>
                  </a:lnTo>
                  <a:cubicBezTo>
                    <a:pt x="65271" y="1552"/>
                    <a:pt x="65144" y="1489"/>
                    <a:pt x="65017" y="1489"/>
                  </a:cubicBezTo>
                  <a:close/>
                  <a:moveTo>
                    <a:pt x="39460" y="1679"/>
                  </a:moveTo>
                  <a:cubicBezTo>
                    <a:pt x="39334" y="1710"/>
                    <a:pt x="39207" y="1742"/>
                    <a:pt x="39080" y="1774"/>
                  </a:cubicBezTo>
                  <a:lnTo>
                    <a:pt x="39112" y="1932"/>
                  </a:lnTo>
                  <a:cubicBezTo>
                    <a:pt x="39239" y="1900"/>
                    <a:pt x="39397" y="1869"/>
                    <a:pt x="39524" y="1837"/>
                  </a:cubicBezTo>
                  <a:lnTo>
                    <a:pt x="39460" y="1679"/>
                  </a:lnTo>
                  <a:close/>
                  <a:moveTo>
                    <a:pt x="65777" y="1679"/>
                  </a:moveTo>
                  <a:lnTo>
                    <a:pt x="65746" y="1837"/>
                  </a:lnTo>
                  <a:cubicBezTo>
                    <a:pt x="65872" y="1869"/>
                    <a:pt x="66031" y="1900"/>
                    <a:pt x="66157" y="1932"/>
                  </a:cubicBezTo>
                  <a:lnTo>
                    <a:pt x="66189" y="1774"/>
                  </a:lnTo>
                  <a:cubicBezTo>
                    <a:pt x="66062" y="1742"/>
                    <a:pt x="65936" y="1710"/>
                    <a:pt x="65777" y="1679"/>
                  </a:cubicBezTo>
                  <a:close/>
                  <a:moveTo>
                    <a:pt x="38669" y="1900"/>
                  </a:moveTo>
                  <a:cubicBezTo>
                    <a:pt x="38542" y="1932"/>
                    <a:pt x="38415" y="1964"/>
                    <a:pt x="38289" y="1995"/>
                  </a:cubicBezTo>
                  <a:lnTo>
                    <a:pt x="38320" y="2154"/>
                  </a:lnTo>
                  <a:cubicBezTo>
                    <a:pt x="38479" y="2122"/>
                    <a:pt x="38605" y="2090"/>
                    <a:pt x="38732" y="2059"/>
                  </a:cubicBezTo>
                  <a:lnTo>
                    <a:pt x="38669" y="1900"/>
                  </a:lnTo>
                  <a:close/>
                  <a:moveTo>
                    <a:pt x="66601" y="1869"/>
                  </a:moveTo>
                  <a:lnTo>
                    <a:pt x="66537" y="2027"/>
                  </a:lnTo>
                  <a:cubicBezTo>
                    <a:pt x="66664" y="2090"/>
                    <a:pt x="66822" y="2122"/>
                    <a:pt x="66949" y="2154"/>
                  </a:cubicBezTo>
                  <a:lnTo>
                    <a:pt x="66981" y="1995"/>
                  </a:lnTo>
                  <a:cubicBezTo>
                    <a:pt x="66854" y="1964"/>
                    <a:pt x="66727" y="1932"/>
                    <a:pt x="66601" y="1869"/>
                  </a:cubicBezTo>
                  <a:close/>
                  <a:moveTo>
                    <a:pt x="37909" y="2122"/>
                  </a:moveTo>
                  <a:cubicBezTo>
                    <a:pt x="37782" y="2154"/>
                    <a:pt x="37623" y="2185"/>
                    <a:pt x="37497" y="2217"/>
                  </a:cubicBezTo>
                  <a:lnTo>
                    <a:pt x="37560" y="2375"/>
                  </a:lnTo>
                  <a:cubicBezTo>
                    <a:pt x="37687" y="2344"/>
                    <a:pt x="37814" y="2312"/>
                    <a:pt x="37940" y="2280"/>
                  </a:cubicBezTo>
                  <a:lnTo>
                    <a:pt x="37909" y="2122"/>
                  </a:lnTo>
                  <a:close/>
                  <a:moveTo>
                    <a:pt x="67392" y="2090"/>
                  </a:moveTo>
                  <a:lnTo>
                    <a:pt x="67329" y="2249"/>
                  </a:lnTo>
                  <a:cubicBezTo>
                    <a:pt x="67456" y="2312"/>
                    <a:pt x="67582" y="2344"/>
                    <a:pt x="67709" y="2375"/>
                  </a:cubicBezTo>
                  <a:lnTo>
                    <a:pt x="67772" y="2217"/>
                  </a:lnTo>
                  <a:cubicBezTo>
                    <a:pt x="67646" y="2185"/>
                    <a:pt x="67519" y="2154"/>
                    <a:pt x="67392" y="2090"/>
                  </a:cubicBezTo>
                  <a:close/>
                  <a:moveTo>
                    <a:pt x="37117" y="2344"/>
                  </a:moveTo>
                  <a:cubicBezTo>
                    <a:pt x="36990" y="2407"/>
                    <a:pt x="36863" y="2439"/>
                    <a:pt x="36737" y="2470"/>
                  </a:cubicBezTo>
                  <a:lnTo>
                    <a:pt x="36768" y="2629"/>
                  </a:lnTo>
                  <a:cubicBezTo>
                    <a:pt x="36895" y="2597"/>
                    <a:pt x="37022" y="2534"/>
                    <a:pt x="37148" y="2502"/>
                  </a:cubicBezTo>
                  <a:lnTo>
                    <a:pt x="37117" y="2344"/>
                  </a:lnTo>
                  <a:close/>
                  <a:moveTo>
                    <a:pt x="68152" y="2344"/>
                  </a:moveTo>
                  <a:lnTo>
                    <a:pt x="68121" y="2502"/>
                  </a:lnTo>
                  <a:cubicBezTo>
                    <a:pt x="68247" y="2534"/>
                    <a:pt x="68374" y="2565"/>
                    <a:pt x="68501" y="2629"/>
                  </a:cubicBezTo>
                  <a:lnTo>
                    <a:pt x="68564" y="2470"/>
                  </a:lnTo>
                  <a:cubicBezTo>
                    <a:pt x="68437" y="2407"/>
                    <a:pt x="68279" y="2375"/>
                    <a:pt x="68152" y="2344"/>
                  </a:cubicBezTo>
                  <a:close/>
                  <a:moveTo>
                    <a:pt x="36325" y="2597"/>
                  </a:moveTo>
                  <a:cubicBezTo>
                    <a:pt x="36198" y="2629"/>
                    <a:pt x="36072" y="2692"/>
                    <a:pt x="35945" y="2724"/>
                  </a:cubicBezTo>
                  <a:lnTo>
                    <a:pt x="36008" y="2882"/>
                  </a:lnTo>
                  <a:cubicBezTo>
                    <a:pt x="36135" y="2850"/>
                    <a:pt x="36262" y="2787"/>
                    <a:pt x="36388" y="2755"/>
                  </a:cubicBezTo>
                  <a:lnTo>
                    <a:pt x="36325" y="2597"/>
                  </a:lnTo>
                  <a:close/>
                  <a:moveTo>
                    <a:pt x="68944" y="2597"/>
                  </a:moveTo>
                  <a:lnTo>
                    <a:pt x="68881" y="2755"/>
                  </a:lnTo>
                  <a:cubicBezTo>
                    <a:pt x="69039" y="2787"/>
                    <a:pt x="69166" y="2819"/>
                    <a:pt x="69293" y="2882"/>
                  </a:cubicBezTo>
                  <a:lnTo>
                    <a:pt x="69324" y="2724"/>
                  </a:lnTo>
                  <a:cubicBezTo>
                    <a:pt x="69198" y="2660"/>
                    <a:pt x="69071" y="2629"/>
                    <a:pt x="68944" y="2597"/>
                  </a:cubicBezTo>
                  <a:close/>
                  <a:moveTo>
                    <a:pt x="35565" y="2850"/>
                  </a:moveTo>
                  <a:cubicBezTo>
                    <a:pt x="35438" y="2914"/>
                    <a:pt x="35312" y="2945"/>
                    <a:pt x="35185" y="2977"/>
                  </a:cubicBezTo>
                  <a:lnTo>
                    <a:pt x="35217" y="3135"/>
                  </a:lnTo>
                  <a:cubicBezTo>
                    <a:pt x="35343" y="3104"/>
                    <a:pt x="35502" y="3040"/>
                    <a:pt x="35628" y="3009"/>
                  </a:cubicBezTo>
                  <a:lnTo>
                    <a:pt x="35565" y="2850"/>
                  </a:lnTo>
                  <a:close/>
                  <a:moveTo>
                    <a:pt x="69704" y="2850"/>
                  </a:moveTo>
                  <a:lnTo>
                    <a:pt x="69673" y="3009"/>
                  </a:lnTo>
                  <a:cubicBezTo>
                    <a:pt x="69799" y="3040"/>
                    <a:pt x="69926" y="3104"/>
                    <a:pt x="70053" y="3135"/>
                  </a:cubicBezTo>
                  <a:lnTo>
                    <a:pt x="70116" y="2977"/>
                  </a:lnTo>
                  <a:cubicBezTo>
                    <a:pt x="69989" y="2945"/>
                    <a:pt x="69863" y="2882"/>
                    <a:pt x="69704" y="2850"/>
                  </a:cubicBezTo>
                  <a:close/>
                  <a:moveTo>
                    <a:pt x="34805" y="3135"/>
                  </a:moveTo>
                  <a:cubicBezTo>
                    <a:pt x="34678" y="3167"/>
                    <a:pt x="34520" y="3230"/>
                    <a:pt x="34393" y="3262"/>
                  </a:cubicBezTo>
                  <a:lnTo>
                    <a:pt x="34457" y="3420"/>
                  </a:lnTo>
                  <a:cubicBezTo>
                    <a:pt x="34583" y="3357"/>
                    <a:pt x="34710" y="3325"/>
                    <a:pt x="34837" y="3294"/>
                  </a:cubicBezTo>
                  <a:lnTo>
                    <a:pt x="34805" y="3135"/>
                  </a:lnTo>
                  <a:close/>
                  <a:moveTo>
                    <a:pt x="70496" y="3104"/>
                  </a:moveTo>
                  <a:lnTo>
                    <a:pt x="70433" y="3262"/>
                  </a:lnTo>
                  <a:cubicBezTo>
                    <a:pt x="70559" y="3325"/>
                    <a:pt x="70686" y="3357"/>
                    <a:pt x="70813" y="3420"/>
                  </a:cubicBezTo>
                  <a:lnTo>
                    <a:pt x="70876" y="3262"/>
                  </a:lnTo>
                  <a:cubicBezTo>
                    <a:pt x="70749" y="3199"/>
                    <a:pt x="70623" y="3167"/>
                    <a:pt x="70496" y="3104"/>
                  </a:cubicBezTo>
                  <a:close/>
                  <a:moveTo>
                    <a:pt x="34013" y="3420"/>
                  </a:moveTo>
                  <a:cubicBezTo>
                    <a:pt x="33887" y="3452"/>
                    <a:pt x="33760" y="3515"/>
                    <a:pt x="33633" y="3547"/>
                  </a:cubicBezTo>
                  <a:lnTo>
                    <a:pt x="33697" y="3705"/>
                  </a:lnTo>
                  <a:cubicBezTo>
                    <a:pt x="33823" y="3674"/>
                    <a:pt x="33950" y="3610"/>
                    <a:pt x="34077" y="3579"/>
                  </a:cubicBezTo>
                  <a:lnTo>
                    <a:pt x="34013" y="3420"/>
                  </a:lnTo>
                  <a:close/>
                  <a:moveTo>
                    <a:pt x="71256" y="3389"/>
                  </a:moveTo>
                  <a:lnTo>
                    <a:pt x="71193" y="3547"/>
                  </a:lnTo>
                  <a:cubicBezTo>
                    <a:pt x="71351" y="3610"/>
                    <a:pt x="71478" y="3642"/>
                    <a:pt x="71604" y="3705"/>
                  </a:cubicBezTo>
                  <a:lnTo>
                    <a:pt x="71636" y="3547"/>
                  </a:lnTo>
                  <a:cubicBezTo>
                    <a:pt x="71509" y="3484"/>
                    <a:pt x="71383" y="3452"/>
                    <a:pt x="71256" y="3389"/>
                  </a:cubicBezTo>
                  <a:close/>
                  <a:moveTo>
                    <a:pt x="33253" y="3705"/>
                  </a:moveTo>
                  <a:cubicBezTo>
                    <a:pt x="33126" y="3769"/>
                    <a:pt x="33000" y="3800"/>
                    <a:pt x="32873" y="3864"/>
                  </a:cubicBezTo>
                  <a:lnTo>
                    <a:pt x="32936" y="3990"/>
                  </a:lnTo>
                  <a:cubicBezTo>
                    <a:pt x="33063" y="3959"/>
                    <a:pt x="33190" y="3895"/>
                    <a:pt x="33316" y="3864"/>
                  </a:cubicBezTo>
                  <a:lnTo>
                    <a:pt x="33253" y="3705"/>
                  </a:lnTo>
                  <a:close/>
                  <a:moveTo>
                    <a:pt x="72048" y="3705"/>
                  </a:moveTo>
                  <a:lnTo>
                    <a:pt x="71984" y="3832"/>
                  </a:lnTo>
                  <a:cubicBezTo>
                    <a:pt x="72111" y="3895"/>
                    <a:pt x="72238" y="3959"/>
                    <a:pt x="72364" y="3990"/>
                  </a:cubicBezTo>
                  <a:lnTo>
                    <a:pt x="72428" y="3832"/>
                  </a:lnTo>
                  <a:cubicBezTo>
                    <a:pt x="72301" y="3800"/>
                    <a:pt x="72174" y="3737"/>
                    <a:pt x="72048" y="3705"/>
                  </a:cubicBezTo>
                  <a:close/>
                  <a:moveTo>
                    <a:pt x="32493" y="4022"/>
                  </a:moveTo>
                  <a:cubicBezTo>
                    <a:pt x="32366" y="4054"/>
                    <a:pt x="32271" y="4117"/>
                    <a:pt x="32145" y="4180"/>
                  </a:cubicBezTo>
                  <a:lnTo>
                    <a:pt x="32208" y="4307"/>
                  </a:lnTo>
                  <a:cubicBezTo>
                    <a:pt x="32335" y="4275"/>
                    <a:pt x="32430" y="4212"/>
                    <a:pt x="32556" y="4149"/>
                  </a:cubicBezTo>
                  <a:lnTo>
                    <a:pt x="32493" y="4022"/>
                  </a:lnTo>
                  <a:close/>
                  <a:moveTo>
                    <a:pt x="72808" y="3990"/>
                  </a:moveTo>
                  <a:lnTo>
                    <a:pt x="72744" y="4149"/>
                  </a:lnTo>
                  <a:cubicBezTo>
                    <a:pt x="72871" y="4212"/>
                    <a:pt x="72998" y="4275"/>
                    <a:pt x="73125" y="4307"/>
                  </a:cubicBezTo>
                  <a:lnTo>
                    <a:pt x="73188" y="4149"/>
                  </a:lnTo>
                  <a:cubicBezTo>
                    <a:pt x="73061" y="4117"/>
                    <a:pt x="72935" y="4054"/>
                    <a:pt x="72808" y="3990"/>
                  </a:cubicBezTo>
                  <a:close/>
                  <a:moveTo>
                    <a:pt x="73536" y="4339"/>
                  </a:moveTo>
                  <a:lnTo>
                    <a:pt x="73473" y="4465"/>
                  </a:lnTo>
                  <a:cubicBezTo>
                    <a:pt x="73600" y="4529"/>
                    <a:pt x="73726" y="4592"/>
                    <a:pt x="73853" y="4624"/>
                  </a:cubicBezTo>
                  <a:lnTo>
                    <a:pt x="73916" y="4497"/>
                  </a:lnTo>
                  <a:cubicBezTo>
                    <a:pt x="73790" y="4434"/>
                    <a:pt x="73663" y="4370"/>
                    <a:pt x="73536" y="4339"/>
                  </a:cubicBezTo>
                  <a:close/>
                  <a:moveTo>
                    <a:pt x="31765" y="4339"/>
                  </a:moveTo>
                  <a:cubicBezTo>
                    <a:pt x="31638" y="4370"/>
                    <a:pt x="31511" y="4434"/>
                    <a:pt x="31385" y="4497"/>
                  </a:cubicBezTo>
                  <a:lnTo>
                    <a:pt x="31448" y="4655"/>
                  </a:lnTo>
                  <a:cubicBezTo>
                    <a:pt x="31575" y="4592"/>
                    <a:pt x="31701" y="4529"/>
                    <a:pt x="31828" y="4465"/>
                  </a:cubicBezTo>
                  <a:lnTo>
                    <a:pt x="31765" y="4339"/>
                  </a:lnTo>
                  <a:close/>
                  <a:moveTo>
                    <a:pt x="31005" y="4655"/>
                  </a:moveTo>
                  <a:cubicBezTo>
                    <a:pt x="30878" y="4719"/>
                    <a:pt x="30751" y="4782"/>
                    <a:pt x="30656" y="4814"/>
                  </a:cubicBezTo>
                  <a:lnTo>
                    <a:pt x="30720" y="4972"/>
                  </a:lnTo>
                  <a:cubicBezTo>
                    <a:pt x="30846" y="4909"/>
                    <a:pt x="30941" y="4877"/>
                    <a:pt x="31068" y="4814"/>
                  </a:cubicBezTo>
                  <a:lnTo>
                    <a:pt x="31005" y="4655"/>
                  </a:lnTo>
                  <a:close/>
                  <a:moveTo>
                    <a:pt x="30276" y="5004"/>
                  </a:moveTo>
                  <a:cubicBezTo>
                    <a:pt x="30150" y="5067"/>
                    <a:pt x="30023" y="5099"/>
                    <a:pt x="29896" y="5162"/>
                  </a:cubicBezTo>
                  <a:lnTo>
                    <a:pt x="29960" y="5321"/>
                  </a:lnTo>
                  <a:cubicBezTo>
                    <a:pt x="30086" y="5257"/>
                    <a:pt x="30213" y="5194"/>
                    <a:pt x="30340" y="5130"/>
                  </a:cubicBezTo>
                  <a:lnTo>
                    <a:pt x="30276" y="5004"/>
                  </a:lnTo>
                  <a:close/>
                  <a:moveTo>
                    <a:pt x="29548" y="5352"/>
                  </a:moveTo>
                  <a:cubicBezTo>
                    <a:pt x="29421" y="5416"/>
                    <a:pt x="29295" y="5479"/>
                    <a:pt x="29168" y="5542"/>
                  </a:cubicBezTo>
                  <a:lnTo>
                    <a:pt x="29231" y="5669"/>
                  </a:lnTo>
                  <a:cubicBezTo>
                    <a:pt x="29358" y="5606"/>
                    <a:pt x="29485" y="5542"/>
                    <a:pt x="29611" y="5511"/>
                  </a:cubicBezTo>
                  <a:lnTo>
                    <a:pt x="29548" y="5352"/>
                  </a:lnTo>
                  <a:close/>
                  <a:moveTo>
                    <a:pt x="28788" y="5701"/>
                  </a:moveTo>
                  <a:cubicBezTo>
                    <a:pt x="28693" y="5764"/>
                    <a:pt x="28566" y="5827"/>
                    <a:pt x="28439" y="5891"/>
                  </a:cubicBezTo>
                  <a:lnTo>
                    <a:pt x="28503" y="6049"/>
                  </a:lnTo>
                  <a:cubicBezTo>
                    <a:pt x="28629" y="5986"/>
                    <a:pt x="28756" y="5922"/>
                    <a:pt x="28883" y="5859"/>
                  </a:cubicBezTo>
                  <a:lnTo>
                    <a:pt x="28788" y="5701"/>
                  </a:lnTo>
                  <a:close/>
                  <a:moveTo>
                    <a:pt x="28091" y="6081"/>
                  </a:moveTo>
                  <a:cubicBezTo>
                    <a:pt x="27964" y="6144"/>
                    <a:pt x="27838" y="6207"/>
                    <a:pt x="27711" y="6302"/>
                  </a:cubicBezTo>
                  <a:lnTo>
                    <a:pt x="27806" y="6429"/>
                  </a:lnTo>
                  <a:cubicBezTo>
                    <a:pt x="27901" y="6366"/>
                    <a:pt x="28028" y="6302"/>
                    <a:pt x="28154" y="6239"/>
                  </a:cubicBezTo>
                  <a:lnTo>
                    <a:pt x="28091" y="6081"/>
                  </a:lnTo>
                  <a:close/>
                  <a:moveTo>
                    <a:pt x="27363" y="6492"/>
                  </a:moveTo>
                  <a:cubicBezTo>
                    <a:pt x="27236" y="6556"/>
                    <a:pt x="27109" y="6619"/>
                    <a:pt x="27014" y="6682"/>
                  </a:cubicBezTo>
                  <a:lnTo>
                    <a:pt x="27078" y="6809"/>
                  </a:lnTo>
                  <a:cubicBezTo>
                    <a:pt x="27204" y="6746"/>
                    <a:pt x="27299" y="6682"/>
                    <a:pt x="27426" y="6619"/>
                  </a:cubicBezTo>
                  <a:lnTo>
                    <a:pt x="27363" y="6492"/>
                  </a:lnTo>
                  <a:close/>
                  <a:moveTo>
                    <a:pt x="26634" y="6872"/>
                  </a:moveTo>
                  <a:lnTo>
                    <a:pt x="26286" y="7094"/>
                  </a:lnTo>
                  <a:lnTo>
                    <a:pt x="26381" y="7221"/>
                  </a:lnTo>
                  <a:cubicBezTo>
                    <a:pt x="26476" y="7157"/>
                    <a:pt x="26603" y="7094"/>
                    <a:pt x="26729" y="7031"/>
                  </a:cubicBezTo>
                  <a:lnTo>
                    <a:pt x="26634" y="6872"/>
                  </a:lnTo>
                  <a:close/>
                  <a:moveTo>
                    <a:pt x="25938" y="7284"/>
                  </a:moveTo>
                  <a:cubicBezTo>
                    <a:pt x="25811" y="7347"/>
                    <a:pt x="25684" y="7442"/>
                    <a:pt x="25589" y="7506"/>
                  </a:cubicBezTo>
                  <a:lnTo>
                    <a:pt x="25653" y="7632"/>
                  </a:lnTo>
                  <a:cubicBezTo>
                    <a:pt x="25779" y="7569"/>
                    <a:pt x="25906" y="7506"/>
                    <a:pt x="26033" y="7442"/>
                  </a:cubicBezTo>
                  <a:lnTo>
                    <a:pt x="25938" y="7284"/>
                  </a:lnTo>
                  <a:close/>
                  <a:moveTo>
                    <a:pt x="25241" y="7696"/>
                  </a:moveTo>
                  <a:cubicBezTo>
                    <a:pt x="25114" y="7791"/>
                    <a:pt x="24988" y="7854"/>
                    <a:pt x="24893" y="7917"/>
                  </a:cubicBezTo>
                  <a:lnTo>
                    <a:pt x="24988" y="8076"/>
                  </a:lnTo>
                  <a:cubicBezTo>
                    <a:pt x="25083" y="7981"/>
                    <a:pt x="25209" y="7917"/>
                    <a:pt x="25336" y="7854"/>
                  </a:cubicBezTo>
                  <a:lnTo>
                    <a:pt x="25241" y="7696"/>
                  </a:lnTo>
                  <a:close/>
                  <a:moveTo>
                    <a:pt x="24544" y="8139"/>
                  </a:moveTo>
                  <a:cubicBezTo>
                    <a:pt x="24417" y="8202"/>
                    <a:pt x="24322" y="8297"/>
                    <a:pt x="24196" y="8361"/>
                  </a:cubicBezTo>
                  <a:lnTo>
                    <a:pt x="24291" y="8487"/>
                  </a:lnTo>
                  <a:cubicBezTo>
                    <a:pt x="24386" y="8424"/>
                    <a:pt x="24512" y="8361"/>
                    <a:pt x="24639" y="8266"/>
                  </a:cubicBezTo>
                  <a:lnTo>
                    <a:pt x="24544" y="8139"/>
                  </a:lnTo>
                  <a:close/>
                  <a:moveTo>
                    <a:pt x="23847" y="8582"/>
                  </a:moveTo>
                  <a:cubicBezTo>
                    <a:pt x="23721" y="8646"/>
                    <a:pt x="23626" y="8741"/>
                    <a:pt x="23499" y="8804"/>
                  </a:cubicBezTo>
                  <a:lnTo>
                    <a:pt x="23594" y="8962"/>
                  </a:lnTo>
                  <a:cubicBezTo>
                    <a:pt x="23721" y="8867"/>
                    <a:pt x="23816" y="8804"/>
                    <a:pt x="23942" y="8709"/>
                  </a:cubicBezTo>
                  <a:lnTo>
                    <a:pt x="23847" y="8582"/>
                  </a:lnTo>
                  <a:close/>
                  <a:moveTo>
                    <a:pt x="23182" y="9026"/>
                  </a:moveTo>
                  <a:cubicBezTo>
                    <a:pt x="23056" y="9121"/>
                    <a:pt x="22929" y="9184"/>
                    <a:pt x="22834" y="9279"/>
                  </a:cubicBezTo>
                  <a:lnTo>
                    <a:pt x="22929" y="9406"/>
                  </a:lnTo>
                  <a:cubicBezTo>
                    <a:pt x="23024" y="9342"/>
                    <a:pt x="23151" y="9247"/>
                    <a:pt x="23246" y="9184"/>
                  </a:cubicBezTo>
                  <a:lnTo>
                    <a:pt x="23182" y="9026"/>
                  </a:lnTo>
                  <a:close/>
                  <a:moveTo>
                    <a:pt x="22486" y="9501"/>
                  </a:moveTo>
                  <a:cubicBezTo>
                    <a:pt x="22391" y="9596"/>
                    <a:pt x="22264" y="9659"/>
                    <a:pt x="22169" y="9754"/>
                  </a:cubicBezTo>
                  <a:lnTo>
                    <a:pt x="22264" y="9881"/>
                  </a:lnTo>
                  <a:lnTo>
                    <a:pt x="22581" y="9627"/>
                  </a:lnTo>
                  <a:lnTo>
                    <a:pt x="22486" y="9501"/>
                  </a:lnTo>
                  <a:close/>
                  <a:moveTo>
                    <a:pt x="21821" y="9976"/>
                  </a:moveTo>
                  <a:cubicBezTo>
                    <a:pt x="21726" y="10071"/>
                    <a:pt x="21599" y="10134"/>
                    <a:pt x="21504" y="10229"/>
                  </a:cubicBezTo>
                  <a:lnTo>
                    <a:pt x="21599" y="10356"/>
                  </a:lnTo>
                  <a:cubicBezTo>
                    <a:pt x="21694" y="10261"/>
                    <a:pt x="21821" y="10198"/>
                    <a:pt x="21916" y="10103"/>
                  </a:cubicBezTo>
                  <a:lnTo>
                    <a:pt x="21821" y="9976"/>
                  </a:lnTo>
                  <a:close/>
                  <a:moveTo>
                    <a:pt x="21156" y="10451"/>
                  </a:moveTo>
                  <a:cubicBezTo>
                    <a:pt x="21061" y="10546"/>
                    <a:pt x="20934" y="10641"/>
                    <a:pt x="20839" y="10704"/>
                  </a:cubicBezTo>
                  <a:lnTo>
                    <a:pt x="20934" y="10831"/>
                  </a:lnTo>
                  <a:cubicBezTo>
                    <a:pt x="21061" y="10768"/>
                    <a:pt x="21156" y="10673"/>
                    <a:pt x="21282" y="10609"/>
                  </a:cubicBezTo>
                  <a:lnTo>
                    <a:pt x="21156" y="10451"/>
                  </a:lnTo>
                  <a:close/>
                  <a:moveTo>
                    <a:pt x="20522" y="10958"/>
                  </a:moveTo>
                  <a:cubicBezTo>
                    <a:pt x="20396" y="11053"/>
                    <a:pt x="20301" y="11116"/>
                    <a:pt x="20206" y="11211"/>
                  </a:cubicBezTo>
                  <a:lnTo>
                    <a:pt x="20301" y="11338"/>
                  </a:lnTo>
                  <a:lnTo>
                    <a:pt x="20617" y="11084"/>
                  </a:lnTo>
                  <a:lnTo>
                    <a:pt x="20522" y="10958"/>
                  </a:lnTo>
                  <a:close/>
                  <a:moveTo>
                    <a:pt x="19857" y="11464"/>
                  </a:moveTo>
                  <a:cubicBezTo>
                    <a:pt x="19762" y="11559"/>
                    <a:pt x="19667" y="11623"/>
                    <a:pt x="19540" y="11718"/>
                  </a:cubicBezTo>
                  <a:lnTo>
                    <a:pt x="19667" y="11844"/>
                  </a:lnTo>
                  <a:cubicBezTo>
                    <a:pt x="19762" y="11749"/>
                    <a:pt x="19857" y="11686"/>
                    <a:pt x="19984" y="11591"/>
                  </a:cubicBezTo>
                  <a:lnTo>
                    <a:pt x="19857" y="11464"/>
                  </a:lnTo>
                  <a:close/>
                  <a:moveTo>
                    <a:pt x="19224" y="11971"/>
                  </a:moveTo>
                  <a:cubicBezTo>
                    <a:pt x="19129" y="12066"/>
                    <a:pt x="19034" y="12161"/>
                    <a:pt x="18907" y="12256"/>
                  </a:cubicBezTo>
                  <a:lnTo>
                    <a:pt x="19034" y="12383"/>
                  </a:lnTo>
                  <a:cubicBezTo>
                    <a:pt x="19129" y="12288"/>
                    <a:pt x="19224" y="12193"/>
                    <a:pt x="19350" y="12098"/>
                  </a:cubicBezTo>
                  <a:lnTo>
                    <a:pt x="19224" y="11971"/>
                  </a:lnTo>
                  <a:close/>
                  <a:moveTo>
                    <a:pt x="18622" y="12509"/>
                  </a:moveTo>
                  <a:cubicBezTo>
                    <a:pt x="18495" y="12604"/>
                    <a:pt x="18400" y="12668"/>
                    <a:pt x="18305" y="12763"/>
                  </a:cubicBezTo>
                  <a:lnTo>
                    <a:pt x="18400" y="12889"/>
                  </a:lnTo>
                  <a:cubicBezTo>
                    <a:pt x="18495" y="12826"/>
                    <a:pt x="18622" y="12731"/>
                    <a:pt x="18717" y="12636"/>
                  </a:cubicBezTo>
                  <a:lnTo>
                    <a:pt x="18622" y="12509"/>
                  </a:lnTo>
                  <a:close/>
                  <a:moveTo>
                    <a:pt x="17989" y="13048"/>
                  </a:moveTo>
                  <a:cubicBezTo>
                    <a:pt x="17894" y="13143"/>
                    <a:pt x="17767" y="13206"/>
                    <a:pt x="17672" y="13301"/>
                  </a:cubicBezTo>
                  <a:lnTo>
                    <a:pt x="17799" y="13428"/>
                  </a:lnTo>
                  <a:cubicBezTo>
                    <a:pt x="17894" y="13333"/>
                    <a:pt x="17989" y="13269"/>
                    <a:pt x="18084" y="13174"/>
                  </a:cubicBezTo>
                  <a:lnTo>
                    <a:pt x="17989" y="13048"/>
                  </a:lnTo>
                  <a:close/>
                  <a:moveTo>
                    <a:pt x="17387" y="13586"/>
                  </a:moveTo>
                  <a:cubicBezTo>
                    <a:pt x="17260" y="13681"/>
                    <a:pt x="17165" y="13776"/>
                    <a:pt x="17070" y="13871"/>
                  </a:cubicBezTo>
                  <a:lnTo>
                    <a:pt x="17197" y="13966"/>
                  </a:lnTo>
                  <a:cubicBezTo>
                    <a:pt x="17292" y="13903"/>
                    <a:pt x="17387" y="13808"/>
                    <a:pt x="17482" y="13713"/>
                  </a:cubicBezTo>
                  <a:lnTo>
                    <a:pt x="17387" y="13586"/>
                  </a:lnTo>
                  <a:close/>
                  <a:moveTo>
                    <a:pt x="16785" y="14124"/>
                  </a:moveTo>
                  <a:cubicBezTo>
                    <a:pt x="16690" y="14219"/>
                    <a:pt x="16564" y="14314"/>
                    <a:pt x="16469" y="14409"/>
                  </a:cubicBezTo>
                  <a:lnTo>
                    <a:pt x="16595" y="14536"/>
                  </a:lnTo>
                  <a:cubicBezTo>
                    <a:pt x="16690" y="14441"/>
                    <a:pt x="16785" y="14346"/>
                    <a:pt x="16880" y="14251"/>
                  </a:cubicBezTo>
                  <a:lnTo>
                    <a:pt x="16785" y="14124"/>
                  </a:lnTo>
                  <a:close/>
                  <a:moveTo>
                    <a:pt x="16184" y="14695"/>
                  </a:moveTo>
                  <a:cubicBezTo>
                    <a:pt x="16089" y="14790"/>
                    <a:pt x="15994" y="14885"/>
                    <a:pt x="15867" y="14980"/>
                  </a:cubicBezTo>
                  <a:lnTo>
                    <a:pt x="15994" y="15106"/>
                  </a:lnTo>
                  <a:cubicBezTo>
                    <a:pt x="16089" y="15011"/>
                    <a:pt x="16184" y="14916"/>
                    <a:pt x="16279" y="14821"/>
                  </a:cubicBezTo>
                  <a:lnTo>
                    <a:pt x="16184" y="14695"/>
                  </a:lnTo>
                  <a:close/>
                  <a:moveTo>
                    <a:pt x="15582" y="15265"/>
                  </a:moveTo>
                  <a:lnTo>
                    <a:pt x="15297" y="15550"/>
                  </a:lnTo>
                  <a:lnTo>
                    <a:pt x="15423" y="15676"/>
                  </a:lnTo>
                  <a:cubicBezTo>
                    <a:pt x="15518" y="15581"/>
                    <a:pt x="15613" y="15486"/>
                    <a:pt x="15708" y="15391"/>
                  </a:cubicBezTo>
                  <a:lnTo>
                    <a:pt x="15582" y="15265"/>
                  </a:lnTo>
                  <a:close/>
                  <a:moveTo>
                    <a:pt x="15012" y="15835"/>
                  </a:moveTo>
                  <a:cubicBezTo>
                    <a:pt x="14917" y="15930"/>
                    <a:pt x="14822" y="16056"/>
                    <a:pt x="14727" y="16151"/>
                  </a:cubicBezTo>
                  <a:lnTo>
                    <a:pt x="14853" y="16246"/>
                  </a:lnTo>
                  <a:cubicBezTo>
                    <a:pt x="14948" y="16151"/>
                    <a:pt x="15043" y="16056"/>
                    <a:pt x="15138" y="15961"/>
                  </a:cubicBezTo>
                  <a:lnTo>
                    <a:pt x="15012" y="15835"/>
                  </a:lnTo>
                  <a:close/>
                  <a:moveTo>
                    <a:pt x="14442" y="16436"/>
                  </a:moveTo>
                  <a:cubicBezTo>
                    <a:pt x="14347" y="16531"/>
                    <a:pt x="14252" y="16626"/>
                    <a:pt x="14157" y="16753"/>
                  </a:cubicBezTo>
                  <a:lnTo>
                    <a:pt x="14283" y="16848"/>
                  </a:lnTo>
                  <a:cubicBezTo>
                    <a:pt x="14378" y="16753"/>
                    <a:pt x="14473" y="16658"/>
                    <a:pt x="14568" y="16563"/>
                  </a:cubicBezTo>
                  <a:lnTo>
                    <a:pt x="14442" y="16436"/>
                  </a:lnTo>
                  <a:close/>
                  <a:moveTo>
                    <a:pt x="13872" y="17038"/>
                  </a:moveTo>
                  <a:cubicBezTo>
                    <a:pt x="13777" y="17133"/>
                    <a:pt x="13713" y="17228"/>
                    <a:pt x="13618" y="17355"/>
                  </a:cubicBezTo>
                  <a:lnTo>
                    <a:pt x="13745" y="17450"/>
                  </a:lnTo>
                  <a:cubicBezTo>
                    <a:pt x="13840" y="17355"/>
                    <a:pt x="13903" y="17260"/>
                    <a:pt x="13998" y="17165"/>
                  </a:cubicBezTo>
                  <a:lnTo>
                    <a:pt x="13872" y="17038"/>
                  </a:lnTo>
                  <a:close/>
                  <a:moveTo>
                    <a:pt x="13333" y="17640"/>
                  </a:moveTo>
                  <a:cubicBezTo>
                    <a:pt x="13238" y="17735"/>
                    <a:pt x="13143" y="17861"/>
                    <a:pt x="13080" y="17956"/>
                  </a:cubicBezTo>
                  <a:lnTo>
                    <a:pt x="13207" y="18051"/>
                  </a:lnTo>
                  <a:cubicBezTo>
                    <a:pt x="13270" y="17956"/>
                    <a:pt x="13365" y="17861"/>
                    <a:pt x="13460" y="17766"/>
                  </a:cubicBezTo>
                  <a:lnTo>
                    <a:pt x="13333" y="17640"/>
                  </a:lnTo>
                  <a:close/>
                  <a:moveTo>
                    <a:pt x="12795" y="18273"/>
                  </a:moveTo>
                  <a:cubicBezTo>
                    <a:pt x="12700" y="18368"/>
                    <a:pt x="12637" y="18463"/>
                    <a:pt x="12542" y="18558"/>
                  </a:cubicBezTo>
                  <a:lnTo>
                    <a:pt x="12668" y="18685"/>
                  </a:lnTo>
                  <a:cubicBezTo>
                    <a:pt x="12732" y="18558"/>
                    <a:pt x="12827" y="18463"/>
                    <a:pt x="12922" y="18368"/>
                  </a:cubicBezTo>
                  <a:lnTo>
                    <a:pt x="12795" y="18273"/>
                  </a:lnTo>
                  <a:close/>
                  <a:moveTo>
                    <a:pt x="12257" y="18875"/>
                  </a:moveTo>
                  <a:cubicBezTo>
                    <a:pt x="12193" y="19001"/>
                    <a:pt x="12098" y="19096"/>
                    <a:pt x="12003" y="19191"/>
                  </a:cubicBezTo>
                  <a:lnTo>
                    <a:pt x="12130" y="19286"/>
                  </a:lnTo>
                  <a:cubicBezTo>
                    <a:pt x="12225" y="19191"/>
                    <a:pt x="12320" y="19096"/>
                    <a:pt x="12383" y="19001"/>
                  </a:cubicBezTo>
                  <a:lnTo>
                    <a:pt x="12257" y="18875"/>
                  </a:lnTo>
                  <a:close/>
                  <a:moveTo>
                    <a:pt x="11750" y="19508"/>
                  </a:moveTo>
                  <a:cubicBezTo>
                    <a:pt x="11655" y="19603"/>
                    <a:pt x="11592" y="19730"/>
                    <a:pt x="11497" y="19825"/>
                  </a:cubicBezTo>
                  <a:lnTo>
                    <a:pt x="11623" y="19920"/>
                  </a:lnTo>
                  <a:cubicBezTo>
                    <a:pt x="11718" y="19825"/>
                    <a:pt x="11782" y="19730"/>
                    <a:pt x="11877" y="19603"/>
                  </a:cubicBezTo>
                  <a:lnTo>
                    <a:pt x="11750" y="19508"/>
                  </a:lnTo>
                  <a:close/>
                  <a:moveTo>
                    <a:pt x="11243" y="20142"/>
                  </a:moveTo>
                  <a:cubicBezTo>
                    <a:pt x="11148" y="20268"/>
                    <a:pt x="11053" y="20363"/>
                    <a:pt x="10990" y="20458"/>
                  </a:cubicBezTo>
                  <a:lnTo>
                    <a:pt x="11116" y="20585"/>
                  </a:lnTo>
                  <a:lnTo>
                    <a:pt x="11370" y="20268"/>
                  </a:lnTo>
                  <a:lnTo>
                    <a:pt x="11243" y="20142"/>
                  </a:lnTo>
                  <a:close/>
                  <a:moveTo>
                    <a:pt x="10736" y="20807"/>
                  </a:moveTo>
                  <a:cubicBezTo>
                    <a:pt x="10641" y="20902"/>
                    <a:pt x="10578" y="21028"/>
                    <a:pt x="10483" y="21123"/>
                  </a:cubicBezTo>
                  <a:lnTo>
                    <a:pt x="10610" y="21218"/>
                  </a:lnTo>
                  <a:cubicBezTo>
                    <a:pt x="10705" y="21123"/>
                    <a:pt x="10768" y="20997"/>
                    <a:pt x="10863" y="20902"/>
                  </a:cubicBezTo>
                  <a:lnTo>
                    <a:pt x="10736" y="20807"/>
                  </a:lnTo>
                  <a:close/>
                  <a:moveTo>
                    <a:pt x="10230" y="21472"/>
                  </a:moveTo>
                  <a:cubicBezTo>
                    <a:pt x="10166" y="21567"/>
                    <a:pt x="10071" y="21662"/>
                    <a:pt x="10008" y="21788"/>
                  </a:cubicBezTo>
                  <a:lnTo>
                    <a:pt x="10135" y="21883"/>
                  </a:lnTo>
                  <a:cubicBezTo>
                    <a:pt x="10198" y="21757"/>
                    <a:pt x="10293" y="21662"/>
                    <a:pt x="10388" y="21567"/>
                  </a:cubicBezTo>
                  <a:lnTo>
                    <a:pt x="10230" y="21472"/>
                  </a:lnTo>
                  <a:close/>
                  <a:moveTo>
                    <a:pt x="9755" y="22105"/>
                  </a:moveTo>
                  <a:lnTo>
                    <a:pt x="9533" y="22453"/>
                  </a:lnTo>
                  <a:lnTo>
                    <a:pt x="9660" y="22548"/>
                  </a:lnTo>
                  <a:lnTo>
                    <a:pt x="9881" y="22200"/>
                  </a:lnTo>
                  <a:lnTo>
                    <a:pt x="9755" y="22105"/>
                  </a:lnTo>
                  <a:close/>
                  <a:moveTo>
                    <a:pt x="9280" y="22802"/>
                  </a:moveTo>
                  <a:cubicBezTo>
                    <a:pt x="9216" y="22897"/>
                    <a:pt x="9121" y="23023"/>
                    <a:pt x="9058" y="23118"/>
                  </a:cubicBezTo>
                  <a:lnTo>
                    <a:pt x="9185" y="23213"/>
                  </a:lnTo>
                  <a:cubicBezTo>
                    <a:pt x="9280" y="23118"/>
                    <a:pt x="9343" y="22992"/>
                    <a:pt x="9438" y="22897"/>
                  </a:cubicBezTo>
                  <a:lnTo>
                    <a:pt x="9280" y="22802"/>
                  </a:lnTo>
                  <a:close/>
                  <a:moveTo>
                    <a:pt x="8836" y="23467"/>
                  </a:moveTo>
                  <a:cubicBezTo>
                    <a:pt x="8741" y="23562"/>
                    <a:pt x="8678" y="23688"/>
                    <a:pt x="8615" y="23815"/>
                  </a:cubicBezTo>
                  <a:lnTo>
                    <a:pt x="8741" y="23910"/>
                  </a:lnTo>
                  <a:cubicBezTo>
                    <a:pt x="8805" y="23783"/>
                    <a:pt x="8900" y="23657"/>
                    <a:pt x="8963" y="23562"/>
                  </a:cubicBezTo>
                  <a:lnTo>
                    <a:pt x="8836" y="23467"/>
                  </a:lnTo>
                  <a:close/>
                  <a:moveTo>
                    <a:pt x="8393" y="24163"/>
                  </a:moveTo>
                  <a:cubicBezTo>
                    <a:pt x="8298" y="24259"/>
                    <a:pt x="8235" y="24385"/>
                    <a:pt x="8171" y="24512"/>
                  </a:cubicBezTo>
                  <a:lnTo>
                    <a:pt x="8298" y="24575"/>
                  </a:lnTo>
                  <a:cubicBezTo>
                    <a:pt x="8361" y="24480"/>
                    <a:pt x="8456" y="24354"/>
                    <a:pt x="8520" y="24227"/>
                  </a:cubicBezTo>
                  <a:lnTo>
                    <a:pt x="8393" y="24163"/>
                  </a:lnTo>
                  <a:close/>
                  <a:moveTo>
                    <a:pt x="7950" y="24829"/>
                  </a:moveTo>
                  <a:cubicBezTo>
                    <a:pt x="7886" y="24955"/>
                    <a:pt x="7791" y="25082"/>
                    <a:pt x="7728" y="25177"/>
                  </a:cubicBezTo>
                  <a:lnTo>
                    <a:pt x="7855" y="25272"/>
                  </a:lnTo>
                  <a:cubicBezTo>
                    <a:pt x="7950" y="25145"/>
                    <a:pt x="8013" y="25050"/>
                    <a:pt x="8076" y="24924"/>
                  </a:cubicBezTo>
                  <a:lnTo>
                    <a:pt x="7950" y="24829"/>
                  </a:lnTo>
                  <a:close/>
                  <a:moveTo>
                    <a:pt x="7506" y="25557"/>
                  </a:moveTo>
                  <a:cubicBezTo>
                    <a:pt x="7443" y="25652"/>
                    <a:pt x="7380" y="25779"/>
                    <a:pt x="7316" y="25905"/>
                  </a:cubicBezTo>
                  <a:lnTo>
                    <a:pt x="7443" y="25969"/>
                  </a:lnTo>
                  <a:cubicBezTo>
                    <a:pt x="7506" y="25874"/>
                    <a:pt x="7570" y="25747"/>
                    <a:pt x="7665" y="25620"/>
                  </a:cubicBezTo>
                  <a:lnTo>
                    <a:pt x="7506" y="25557"/>
                  </a:lnTo>
                  <a:close/>
                  <a:moveTo>
                    <a:pt x="7095" y="26254"/>
                  </a:moveTo>
                  <a:cubicBezTo>
                    <a:pt x="7031" y="26349"/>
                    <a:pt x="6968" y="26475"/>
                    <a:pt x="6904" y="26602"/>
                  </a:cubicBezTo>
                  <a:lnTo>
                    <a:pt x="7031" y="26665"/>
                  </a:lnTo>
                  <a:cubicBezTo>
                    <a:pt x="7095" y="26570"/>
                    <a:pt x="7158" y="26444"/>
                    <a:pt x="7253" y="26317"/>
                  </a:cubicBezTo>
                  <a:lnTo>
                    <a:pt x="7095" y="26254"/>
                  </a:lnTo>
                  <a:close/>
                  <a:moveTo>
                    <a:pt x="6683" y="26950"/>
                  </a:moveTo>
                  <a:cubicBezTo>
                    <a:pt x="6619" y="27077"/>
                    <a:pt x="6556" y="27204"/>
                    <a:pt x="6493" y="27330"/>
                  </a:cubicBezTo>
                  <a:lnTo>
                    <a:pt x="6651" y="27394"/>
                  </a:lnTo>
                  <a:cubicBezTo>
                    <a:pt x="6714" y="27267"/>
                    <a:pt x="6778" y="27140"/>
                    <a:pt x="6841" y="27045"/>
                  </a:cubicBezTo>
                  <a:lnTo>
                    <a:pt x="6683" y="26950"/>
                  </a:lnTo>
                  <a:close/>
                  <a:moveTo>
                    <a:pt x="6303" y="27679"/>
                  </a:moveTo>
                  <a:cubicBezTo>
                    <a:pt x="6239" y="27805"/>
                    <a:pt x="6176" y="27932"/>
                    <a:pt x="6113" y="28027"/>
                  </a:cubicBezTo>
                  <a:lnTo>
                    <a:pt x="6239" y="28122"/>
                  </a:lnTo>
                  <a:cubicBezTo>
                    <a:pt x="6303" y="27995"/>
                    <a:pt x="6366" y="27869"/>
                    <a:pt x="6429" y="27742"/>
                  </a:cubicBezTo>
                  <a:lnTo>
                    <a:pt x="6303" y="27679"/>
                  </a:lnTo>
                  <a:close/>
                  <a:moveTo>
                    <a:pt x="5923" y="28407"/>
                  </a:moveTo>
                  <a:cubicBezTo>
                    <a:pt x="5859" y="28534"/>
                    <a:pt x="5796" y="28660"/>
                    <a:pt x="5733" y="28755"/>
                  </a:cubicBezTo>
                  <a:lnTo>
                    <a:pt x="5859" y="28850"/>
                  </a:lnTo>
                  <a:cubicBezTo>
                    <a:pt x="5923" y="28724"/>
                    <a:pt x="5986" y="28597"/>
                    <a:pt x="6049" y="28470"/>
                  </a:cubicBezTo>
                  <a:lnTo>
                    <a:pt x="5923" y="28407"/>
                  </a:lnTo>
                  <a:close/>
                  <a:moveTo>
                    <a:pt x="5543" y="29136"/>
                  </a:moveTo>
                  <a:cubicBezTo>
                    <a:pt x="5479" y="29262"/>
                    <a:pt x="5416" y="29389"/>
                    <a:pt x="5353" y="29516"/>
                  </a:cubicBezTo>
                  <a:lnTo>
                    <a:pt x="5511" y="29579"/>
                  </a:lnTo>
                  <a:cubicBezTo>
                    <a:pt x="5574" y="29452"/>
                    <a:pt x="5606" y="29326"/>
                    <a:pt x="5669" y="29199"/>
                  </a:cubicBezTo>
                  <a:lnTo>
                    <a:pt x="5543" y="29136"/>
                  </a:lnTo>
                  <a:close/>
                  <a:moveTo>
                    <a:pt x="5163" y="29864"/>
                  </a:moveTo>
                  <a:cubicBezTo>
                    <a:pt x="5131" y="29991"/>
                    <a:pt x="5068" y="30117"/>
                    <a:pt x="5004" y="30244"/>
                  </a:cubicBezTo>
                  <a:lnTo>
                    <a:pt x="5163" y="30307"/>
                  </a:lnTo>
                  <a:cubicBezTo>
                    <a:pt x="5194" y="30181"/>
                    <a:pt x="5258" y="30054"/>
                    <a:pt x="5321" y="29959"/>
                  </a:cubicBezTo>
                  <a:lnTo>
                    <a:pt x="5163" y="29864"/>
                  </a:lnTo>
                  <a:close/>
                  <a:moveTo>
                    <a:pt x="4814" y="30624"/>
                  </a:moveTo>
                  <a:cubicBezTo>
                    <a:pt x="4783" y="30751"/>
                    <a:pt x="4719" y="30877"/>
                    <a:pt x="4656" y="31004"/>
                  </a:cubicBezTo>
                  <a:lnTo>
                    <a:pt x="4814" y="31067"/>
                  </a:lnTo>
                  <a:cubicBezTo>
                    <a:pt x="4846" y="30941"/>
                    <a:pt x="4909" y="30814"/>
                    <a:pt x="4973" y="30687"/>
                  </a:cubicBezTo>
                  <a:lnTo>
                    <a:pt x="4814" y="30624"/>
                  </a:lnTo>
                  <a:close/>
                  <a:moveTo>
                    <a:pt x="4498" y="31384"/>
                  </a:moveTo>
                  <a:cubicBezTo>
                    <a:pt x="4434" y="31479"/>
                    <a:pt x="4371" y="31606"/>
                    <a:pt x="4339" y="31732"/>
                  </a:cubicBezTo>
                  <a:lnTo>
                    <a:pt x="4466" y="31796"/>
                  </a:lnTo>
                  <a:cubicBezTo>
                    <a:pt x="4529" y="31669"/>
                    <a:pt x="4593" y="31542"/>
                    <a:pt x="4624" y="31416"/>
                  </a:cubicBezTo>
                  <a:lnTo>
                    <a:pt x="4498" y="31384"/>
                  </a:lnTo>
                  <a:close/>
                  <a:moveTo>
                    <a:pt x="4149" y="32112"/>
                  </a:moveTo>
                  <a:cubicBezTo>
                    <a:pt x="4118" y="32239"/>
                    <a:pt x="4054" y="32366"/>
                    <a:pt x="3991" y="32492"/>
                  </a:cubicBezTo>
                  <a:lnTo>
                    <a:pt x="4149" y="32556"/>
                  </a:lnTo>
                  <a:cubicBezTo>
                    <a:pt x="4213" y="32429"/>
                    <a:pt x="4276" y="32302"/>
                    <a:pt x="4308" y="32176"/>
                  </a:cubicBezTo>
                  <a:lnTo>
                    <a:pt x="4149" y="32112"/>
                  </a:lnTo>
                  <a:close/>
                  <a:moveTo>
                    <a:pt x="3864" y="32872"/>
                  </a:moveTo>
                  <a:lnTo>
                    <a:pt x="3706" y="33252"/>
                  </a:lnTo>
                  <a:lnTo>
                    <a:pt x="3864" y="33316"/>
                  </a:lnTo>
                  <a:cubicBezTo>
                    <a:pt x="3896" y="33189"/>
                    <a:pt x="3959" y="33062"/>
                    <a:pt x="3991" y="32936"/>
                  </a:cubicBezTo>
                  <a:lnTo>
                    <a:pt x="3864" y="32872"/>
                  </a:lnTo>
                  <a:close/>
                  <a:moveTo>
                    <a:pt x="3548" y="33632"/>
                  </a:moveTo>
                  <a:cubicBezTo>
                    <a:pt x="3484" y="33759"/>
                    <a:pt x="3453" y="33886"/>
                    <a:pt x="3389" y="34013"/>
                  </a:cubicBezTo>
                  <a:lnTo>
                    <a:pt x="3548" y="34076"/>
                  </a:lnTo>
                  <a:cubicBezTo>
                    <a:pt x="3611" y="33949"/>
                    <a:pt x="3643" y="33823"/>
                    <a:pt x="3706" y="33696"/>
                  </a:cubicBezTo>
                  <a:lnTo>
                    <a:pt x="3548" y="33632"/>
                  </a:lnTo>
                  <a:close/>
                  <a:moveTo>
                    <a:pt x="3263" y="34424"/>
                  </a:moveTo>
                  <a:cubicBezTo>
                    <a:pt x="3199" y="34551"/>
                    <a:pt x="3168" y="34678"/>
                    <a:pt x="3104" y="34804"/>
                  </a:cubicBezTo>
                  <a:lnTo>
                    <a:pt x="3263" y="34868"/>
                  </a:lnTo>
                  <a:cubicBezTo>
                    <a:pt x="3326" y="34741"/>
                    <a:pt x="3358" y="34583"/>
                    <a:pt x="3421" y="34456"/>
                  </a:cubicBezTo>
                  <a:lnTo>
                    <a:pt x="3263" y="34424"/>
                  </a:lnTo>
                  <a:close/>
                  <a:moveTo>
                    <a:pt x="2978" y="35184"/>
                  </a:moveTo>
                  <a:cubicBezTo>
                    <a:pt x="2946" y="35311"/>
                    <a:pt x="2883" y="35438"/>
                    <a:pt x="2851" y="35564"/>
                  </a:cubicBezTo>
                  <a:lnTo>
                    <a:pt x="3009" y="35628"/>
                  </a:lnTo>
                  <a:cubicBezTo>
                    <a:pt x="3041" y="35501"/>
                    <a:pt x="3073" y="35374"/>
                    <a:pt x="3136" y="35248"/>
                  </a:cubicBezTo>
                  <a:lnTo>
                    <a:pt x="2978" y="35184"/>
                  </a:lnTo>
                  <a:close/>
                  <a:moveTo>
                    <a:pt x="2724" y="35976"/>
                  </a:moveTo>
                  <a:cubicBezTo>
                    <a:pt x="2661" y="36103"/>
                    <a:pt x="2629" y="36229"/>
                    <a:pt x="2598" y="36356"/>
                  </a:cubicBezTo>
                  <a:lnTo>
                    <a:pt x="2756" y="36388"/>
                  </a:lnTo>
                  <a:cubicBezTo>
                    <a:pt x="2788" y="36261"/>
                    <a:pt x="2819" y="36134"/>
                    <a:pt x="2883" y="36008"/>
                  </a:cubicBezTo>
                  <a:lnTo>
                    <a:pt x="2724" y="35976"/>
                  </a:lnTo>
                  <a:close/>
                  <a:moveTo>
                    <a:pt x="2439" y="36736"/>
                  </a:moveTo>
                  <a:cubicBezTo>
                    <a:pt x="2407" y="36863"/>
                    <a:pt x="2376" y="36989"/>
                    <a:pt x="2344" y="37148"/>
                  </a:cubicBezTo>
                  <a:lnTo>
                    <a:pt x="2502" y="37179"/>
                  </a:lnTo>
                  <a:cubicBezTo>
                    <a:pt x="2534" y="37053"/>
                    <a:pt x="2566" y="36926"/>
                    <a:pt x="2629" y="36799"/>
                  </a:cubicBezTo>
                  <a:lnTo>
                    <a:pt x="2439" y="36736"/>
                  </a:lnTo>
                  <a:close/>
                  <a:moveTo>
                    <a:pt x="2217" y="37528"/>
                  </a:moveTo>
                  <a:cubicBezTo>
                    <a:pt x="2186" y="37654"/>
                    <a:pt x="2154" y="37781"/>
                    <a:pt x="2091" y="37908"/>
                  </a:cubicBezTo>
                  <a:lnTo>
                    <a:pt x="2249" y="37971"/>
                  </a:lnTo>
                  <a:cubicBezTo>
                    <a:pt x="2281" y="37844"/>
                    <a:pt x="2344" y="37718"/>
                    <a:pt x="2376" y="37559"/>
                  </a:cubicBezTo>
                  <a:lnTo>
                    <a:pt x="2217" y="37528"/>
                  </a:lnTo>
                  <a:close/>
                  <a:moveTo>
                    <a:pt x="1996" y="38319"/>
                  </a:moveTo>
                  <a:cubicBezTo>
                    <a:pt x="1932" y="38446"/>
                    <a:pt x="1901" y="38573"/>
                    <a:pt x="1869" y="38700"/>
                  </a:cubicBezTo>
                  <a:lnTo>
                    <a:pt x="2027" y="38763"/>
                  </a:lnTo>
                  <a:cubicBezTo>
                    <a:pt x="2059" y="38605"/>
                    <a:pt x="2122" y="38478"/>
                    <a:pt x="2154" y="38351"/>
                  </a:cubicBezTo>
                  <a:lnTo>
                    <a:pt x="1996" y="38319"/>
                  </a:lnTo>
                  <a:close/>
                  <a:moveTo>
                    <a:pt x="1774" y="39111"/>
                  </a:moveTo>
                  <a:cubicBezTo>
                    <a:pt x="1742" y="39238"/>
                    <a:pt x="1711" y="39365"/>
                    <a:pt x="1679" y="39491"/>
                  </a:cubicBezTo>
                  <a:lnTo>
                    <a:pt x="1837" y="39555"/>
                  </a:lnTo>
                  <a:cubicBezTo>
                    <a:pt x="1869" y="39396"/>
                    <a:pt x="1901" y="39270"/>
                    <a:pt x="1932" y="39143"/>
                  </a:cubicBezTo>
                  <a:lnTo>
                    <a:pt x="1774" y="39111"/>
                  </a:lnTo>
                  <a:close/>
                  <a:moveTo>
                    <a:pt x="1552" y="39903"/>
                  </a:moveTo>
                  <a:cubicBezTo>
                    <a:pt x="1521" y="40030"/>
                    <a:pt x="1489" y="40156"/>
                    <a:pt x="1457" y="40283"/>
                  </a:cubicBezTo>
                  <a:lnTo>
                    <a:pt x="1616" y="40346"/>
                  </a:lnTo>
                  <a:cubicBezTo>
                    <a:pt x="1647" y="40188"/>
                    <a:pt x="1679" y="40061"/>
                    <a:pt x="1711" y="39935"/>
                  </a:cubicBezTo>
                  <a:lnTo>
                    <a:pt x="1552" y="39903"/>
                  </a:lnTo>
                  <a:close/>
                  <a:moveTo>
                    <a:pt x="1362" y="40695"/>
                  </a:moveTo>
                  <a:cubicBezTo>
                    <a:pt x="1331" y="40821"/>
                    <a:pt x="1331" y="40948"/>
                    <a:pt x="1299" y="41106"/>
                  </a:cubicBezTo>
                  <a:lnTo>
                    <a:pt x="1457" y="41138"/>
                  </a:lnTo>
                  <a:cubicBezTo>
                    <a:pt x="1489" y="41011"/>
                    <a:pt x="1489" y="40853"/>
                    <a:pt x="1521" y="40726"/>
                  </a:cubicBezTo>
                  <a:lnTo>
                    <a:pt x="1362" y="40695"/>
                  </a:lnTo>
                  <a:close/>
                  <a:moveTo>
                    <a:pt x="1204" y="41486"/>
                  </a:moveTo>
                  <a:cubicBezTo>
                    <a:pt x="1172" y="41613"/>
                    <a:pt x="1141" y="41771"/>
                    <a:pt x="1109" y="41898"/>
                  </a:cubicBezTo>
                  <a:lnTo>
                    <a:pt x="1267" y="41930"/>
                  </a:lnTo>
                  <a:cubicBezTo>
                    <a:pt x="1299" y="41803"/>
                    <a:pt x="1331" y="41676"/>
                    <a:pt x="1362" y="41518"/>
                  </a:cubicBezTo>
                  <a:lnTo>
                    <a:pt x="1204" y="41486"/>
                  </a:lnTo>
                  <a:close/>
                  <a:moveTo>
                    <a:pt x="1014" y="42278"/>
                  </a:moveTo>
                  <a:cubicBezTo>
                    <a:pt x="1014" y="42436"/>
                    <a:pt x="982" y="42563"/>
                    <a:pt x="951" y="42690"/>
                  </a:cubicBezTo>
                  <a:lnTo>
                    <a:pt x="1109" y="42721"/>
                  </a:lnTo>
                  <a:cubicBezTo>
                    <a:pt x="1141" y="42595"/>
                    <a:pt x="1172" y="42468"/>
                    <a:pt x="1204" y="42341"/>
                  </a:cubicBezTo>
                  <a:lnTo>
                    <a:pt x="1014" y="42278"/>
                  </a:lnTo>
                  <a:close/>
                  <a:moveTo>
                    <a:pt x="887" y="43101"/>
                  </a:moveTo>
                  <a:lnTo>
                    <a:pt x="792" y="43513"/>
                  </a:lnTo>
                  <a:lnTo>
                    <a:pt x="951" y="43545"/>
                  </a:lnTo>
                  <a:lnTo>
                    <a:pt x="1046" y="43133"/>
                  </a:lnTo>
                  <a:lnTo>
                    <a:pt x="887" y="43101"/>
                  </a:lnTo>
                  <a:close/>
                  <a:moveTo>
                    <a:pt x="729" y="43925"/>
                  </a:moveTo>
                  <a:cubicBezTo>
                    <a:pt x="697" y="44052"/>
                    <a:pt x="697" y="44178"/>
                    <a:pt x="666" y="44305"/>
                  </a:cubicBezTo>
                  <a:lnTo>
                    <a:pt x="824" y="44337"/>
                  </a:lnTo>
                  <a:cubicBezTo>
                    <a:pt x="856" y="44210"/>
                    <a:pt x="856" y="44083"/>
                    <a:pt x="887" y="43925"/>
                  </a:cubicBezTo>
                  <a:close/>
                  <a:moveTo>
                    <a:pt x="602" y="44717"/>
                  </a:moveTo>
                  <a:lnTo>
                    <a:pt x="539" y="45128"/>
                  </a:lnTo>
                  <a:lnTo>
                    <a:pt x="697" y="45160"/>
                  </a:lnTo>
                  <a:lnTo>
                    <a:pt x="761" y="44748"/>
                  </a:lnTo>
                  <a:lnTo>
                    <a:pt x="602" y="44717"/>
                  </a:lnTo>
                  <a:close/>
                  <a:moveTo>
                    <a:pt x="476" y="45540"/>
                  </a:moveTo>
                  <a:cubicBezTo>
                    <a:pt x="476" y="45667"/>
                    <a:pt x="444" y="45793"/>
                    <a:pt x="444" y="45952"/>
                  </a:cubicBezTo>
                  <a:lnTo>
                    <a:pt x="602" y="45952"/>
                  </a:lnTo>
                  <a:cubicBezTo>
                    <a:pt x="602" y="45825"/>
                    <a:pt x="634" y="45698"/>
                    <a:pt x="634" y="45540"/>
                  </a:cubicBezTo>
                  <a:close/>
                  <a:moveTo>
                    <a:pt x="381" y="46332"/>
                  </a:moveTo>
                  <a:cubicBezTo>
                    <a:pt x="381" y="46458"/>
                    <a:pt x="349" y="46617"/>
                    <a:pt x="349" y="46743"/>
                  </a:cubicBezTo>
                  <a:lnTo>
                    <a:pt x="507" y="46775"/>
                  </a:lnTo>
                  <a:lnTo>
                    <a:pt x="539" y="46363"/>
                  </a:lnTo>
                  <a:lnTo>
                    <a:pt x="381" y="46332"/>
                  </a:lnTo>
                  <a:close/>
                  <a:moveTo>
                    <a:pt x="286" y="47155"/>
                  </a:moveTo>
                  <a:cubicBezTo>
                    <a:pt x="286" y="47282"/>
                    <a:pt x="254" y="47440"/>
                    <a:pt x="254" y="47567"/>
                  </a:cubicBezTo>
                  <a:lnTo>
                    <a:pt x="412" y="47567"/>
                  </a:lnTo>
                  <a:cubicBezTo>
                    <a:pt x="412" y="47440"/>
                    <a:pt x="444" y="47313"/>
                    <a:pt x="444" y="47187"/>
                  </a:cubicBezTo>
                  <a:lnTo>
                    <a:pt x="286" y="47155"/>
                  </a:lnTo>
                  <a:close/>
                  <a:moveTo>
                    <a:pt x="222" y="47979"/>
                  </a:moveTo>
                  <a:cubicBezTo>
                    <a:pt x="191" y="48105"/>
                    <a:pt x="191" y="48264"/>
                    <a:pt x="191" y="48390"/>
                  </a:cubicBezTo>
                  <a:lnTo>
                    <a:pt x="349" y="48390"/>
                  </a:lnTo>
                  <a:cubicBezTo>
                    <a:pt x="349" y="48264"/>
                    <a:pt x="349" y="48137"/>
                    <a:pt x="381" y="47979"/>
                  </a:cubicBezTo>
                  <a:close/>
                  <a:moveTo>
                    <a:pt x="159" y="48802"/>
                  </a:moveTo>
                  <a:cubicBezTo>
                    <a:pt x="127" y="48929"/>
                    <a:pt x="127" y="49055"/>
                    <a:pt x="127" y="49182"/>
                  </a:cubicBezTo>
                  <a:lnTo>
                    <a:pt x="286" y="49214"/>
                  </a:lnTo>
                  <a:cubicBezTo>
                    <a:pt x="286" y="49087"/>
                    <a:pt x="286" y="48929"/>
                    <a:pt x="317" y="48802"/>
                  </a:cubicBezTo>
                  <a:close/>
                  <a:moveTo>
                    <a:pt x="96" y="49594"/>
                  </a:moveTo>
                  <a:cubicBezTo>
                    <a:pt x="64" y="49752"/>
                    <a:pt x="64" y="49879"/>
                    <a:pt x="64" y="50005"/>
                  </a:cubicBezTo>
                  <a:lnTo>
                    <a:pt x="222" y="50037"/>
                  </a:lnTo>
                  <a:cubicBezTo>
                    <a:pt x="222" y="49879"/>
                    <a:pt x="254" y="49752"/>
                    <a:pt x="254" y="49625"/>
                  </a:cubicBezTo>
                  <a:lnTo>
                    <a:pt x="96" y="49594"/>
                  </a:lnTo>
                  <a:close/>
                  <a:moveTo>
                    <a:pt x="64" y="50417"/>
                  </a:moveTo>
                  <a:cubicBezTo>
                    <a:pt x="32" y="50575"/>
                    <a:pt x="32" y="50702"/>
                    <a:pt x="32" y="50829"/>
                  </a:cubicBezTo>
                  <a:lnTo>
                    <a:pt x="191" y="50829"/>
                  </a:lnTo>
                  <a:cubicBezTo>
                    <a:pt x="191" y="50702"/>
                    <a:pt x="222" y="50575"/>
                    <a:pt x="222" y="50417"/>
                  </a:cubicBezTo>
                  <a:close/>
                  <a:moveTo>
                    <a:pt x="32" y="51240"/>
                  </a:moveTo>
                  <a:cubicBezTo>
                    <a:pt x="32" y="51367"/>
                    <a:pt x="32" y="51525"/>
                    <a:pt x="1" y="51652"/>
                  </a:cubicBezTo>
                  <a:lnTo>
                    <a:pt x="191" y="51652"/>
                  </a:lnTo>
                  <a:cubicBezTo>
                    <a:pt x="191" y="51525"/>
                    <a:pt x="191" y="51367"/>
                    <a:pt x="191" y="51240"/>
                  </a:cubicBezTo>
                  <a:close/>
                  <a:moveTo>
                    <a:pt x="1" y="52064"/>
                  </a:moveTo>
                  <a:cubicBezTo>
                    <a:pt x="1" y="52190"/>
                    <a:pt x="1" y="52349"/>
                    <a:pt x="1" y="52475"/>
                  </a:cubicBezTo>
                  <a:lnTo>
                    <a:pt x="159" y="52475"/>
                  </a:lnTo>
                  <a:cubicBezTo>
                    <a:pt x="159" y="52349"/>
                    <a:pt x="159" y="52190"/>
                    <a:pt x="159" y="52064"/>
                  </a:cubicBezTo>
                  <a:close/>
                  <a:moveTo>
                    <a:pt x="1" y="52887"/>
                  </a:moveTo>
                  <a:cubicBezTo>
                    <a:pt x="1" y="53014"/>
                    <a:pt x="1" y="53141"/>
                    <a:pt x="1" y="53299"/>
                  </a:cubicBezTo>
                  <a:lnTo>
                    <a:pt x="159" y="53299"/>
                  </a:lnTo>
                  <a:cubicBezTo>
                    <a:pt x="159" y="53141"/>
                    <a:pt x="159" y="53014"/>
                    <a:pt x="159" y="52887"/>
                  </a:cubicBezTo>
                  <a:close/>
                  <a:moveTo>
                    <a:pt x="159" y="53679"/>
                  </a:moveTo>
                  <a:lnTo>
                    <a:pt x="1" y="53711"/>
                  </a:lnTo>
                  <a:cubicBezTo>
                    <a:pt x="1" y="53837"/>
                    <a:pt x="1" y="53964"/>
                    <a:pt x="32" y="54091"/>
                  </a:cubicBezTo>
                  <a:lnTo>
                    <a:pt x="191" y="54091"/>
                  </a:lnTo>
                  <a:cubicBezTo>
                    <a:pt x="191" y="53964"/>
                    <a:pt x="191" y="53837"/>
                    <a:pt x="159" y="53679"/>
                  </a:cubicBezTo>
                  <a:close/>
                  <a:moveTo>
                    <a:pt x="32" y="54502"/>
                  </a:moveTo>
                  <a:cubicBezTo>
                    <a:pt x="32" y="54661"/>
                    <a:pt x="32" y="54787"/>
                    <a:pt x="64" y="54914"/>
                  </a:cubicBezTo>
                  <a:lnTo>
                    <a:pt x="222" y="54914"/>
                  </a:lnTo>
                  <a:cubicBezTo>
                    <a:pt x="222" y="54787"/>
                    <a:pt x="191" y="54629"/>
                    <a:pt x="191" y="54502"/>
                  </a:cubicBezTo>
                  <a:close/>
                  <a:moveTo>
                    <a:pt x="64" y="55326"/>
                  </a:moveTo>
                  <a:cubicBezTo>
                    <a:pt x="64" y="55452"/>
                    <a:pt x="96" y="55611"/>
                    <a:pt x="96" y="55737"/>
                  </a:cubicBezTo>
                  <a:lnTo>
                    <a:pt x="254" y="55737"/>
                  </a:lnTo>
                  <a:cubicBezTo>
                    <a:pt x="254" y="55611"/>
                    <a:pt x="222" y="55452"/>
                    <a:pt x="222" y="55326"/>
                  </a:cubicBezTo>
                  <a:close/>
                  <a:moveTo>
                    <a:pt x="127" y="56149"/>
                  </a:moveTo>
                  <a:cubicBezTo>
                    <a:pt x="127" y="56276"/>
                    <a:pt x="127" y="56434"/>
                    <a:pt x="127" y="56561"/>
                  </a:cubicBezTo>
                  <a:lnTo>
                    <a:pt x="317" y="56529"/>
                  </a:lnTo>
                  <a:cubicBezTo>
                    <a:pt x="286" y="56402"/>
                    <a:pt x="286" y="56276"/>
                    <a:pt x="286" y="56149"/>
                  </a:cubicBezTo>
                  <a:close/>
                  <a:moveTo>
                    <a:pt x="349" y="56941"/>
                  </a:moveTo>
                  <a:lnTo>
                    <a:pt x="159" y="56972"/>
                  </a:lnTo>
                  <a:cubicBezTo>
                    <a:pt x="191" y="57099"/>
                    <a:pt x="191" y="57226"/>
                    <a:pt x="222" y="57384"/>
                  </a:cubicBezTo>
                  <a:lnTo>
                    <a:pt x="381" y="57352"/>
                  </a:lnTo>
                  <a:cubicBezTo>
                    <a:pt x="349" y="57226"/>
                    <a:pt x="349" y="57099"/>
                    <a:pt x="349" y="56941"/>
                  </a:cubicBezTo>
                  <a:close/>
                  <a:moveTo>
                    <a:pt x="254" y="57764"/>
                  </a:moveTo>
                  <a:cubicBezTo>
                    <a:pt x="254" y="57923"/>
                    <a:pt x="286" y="58049"/>
                    <a:pt x="286" y="58176"/>
                  </a:cubicBezTo>
                  <a:lnTo>
                    <a:pt x="444" y="58176"/>
                  </a:lnTo>
                  <a:cubicBezTo>
                    <a:pt x="444" y="58018"/>
                    <a:pt x="412" y="57891"/>
                    <a:pt x="412" y="57764"/>
                  </a:cubicBezTo>
                  <a:close/>
                  <a:moveTo>
                    <a:pt x="317" y="58588"/>
                  </a:moveTo>
                  <a:cubicBezTo>
                    <a:pt x="349" y="58714"/>
                    <a:pt x="349" y="58873"/>
                    <a:pt x="381" y="58999"/>
                  </a:cubicBezTo>
                  <a:lnTo>
                    <a:pt x="539" y="58968"/>
                  </a:lnTo>
                  <a:lnTo>
                    <a:pt x="507" y="58588"/>
                  </a:lnTo>
                  <a:close/>
                  <a:moveTo>
                    <a:pt x="602" y="59379"/>
                  </a:moveTo>
                  <a:lnTo>
                    <a:pt x="444" y="59411"/>
                  </a:lnTo>
                  <a:cubicBezTo>
                    <a:pt x="444" y="59538"/>
                    <a:pt x="476" y="59664"/>
                    <a:pt x="476" y="59823"/>
                  </a:cubicBezTo>
                  <a:lnTo>
                    <a:pt x="634" y="59791"/>
                  </a:lnTo>
                  <a:cubicBezTo>
                    <a:pt x="634" y="59664"/>
                    <a:pt x="602" y="59506"/>
                    <a:pt x="602" y="59379"/>
                  </a:cubicBezTo>
                  <a:close/>
                  <a:moveTo>
                    <a:pt x="539" y="60203"/>
                  </a:moveTo>
                  <a:lnTo>
                    <a:pt x="602" y="60614"/>
                  </a:lnTo>
                  <a:lnTo>
                    <a:pt x="761" y="60583"/>
                  </a:lnTo>
                  <a:lnTo>
                    <a:pt x="697" y="60203"/>
                  </a:lnTo>
                  <a:close/>
                  <a:moveTo>
                    <a:pt x="824" y="60994"/>
                  </a:moveTo>
                  <a:lnTo>
                    <a:pt x="666" y="61026"/>
                  </a:lnTo>
                  <a:cubicBezTo>
                    <a:pt x="697" y="61153"/>
                    <a:pt x="697" y="61279"/>
                    <a:pt x="729" y="61438"/>
                  </a:cubicBezTo>
                  <a:lnTo>
                    <a:pt x="887" y="61406"/>
                  </a:lnTo>
                  <a:cubicBezTo>
                    <a:pt x="856" y="61279"/>
                    <a:pt x="856" y="61121"/>
                    <a:pt x="824" y="60994"/>
                  </a:cubicBezTo>
                  <a:close/>
                  <a:moveTo>
                    <a:pt x="951" y="61786"/>
                  </a:moveTo>
                  <a:lnTo>
                    <a:pt x="792" y="61818"/>
                  </a:lnTo>
                  <a:lnTo>
                    <a:pt x="856" y="62230"/>
                  </a:lnTo>
                  <a:lnTo>
                    <a:pt x="1014" y="62198"/>
                  </a:lnTo>
                  <a:cubicBezTo>
                    <a:pt x="1014" y="62071"/>
                    <a:pt x="982" y="61944"/>
                    <a:pt x="951" y="61786"/>
                  </a:cubicBezTo>
                  <a:close/>
                  <a:moveTo>
                    <a:pt x="1109" y="62610"/>
                  </a:moveTo>
                  <a:lnTo>
                    <a:pt x="951" y="62641"/>
                  </a:lnTo>
                  <a:cubicBezTo>
                    <a:pt x="982" y="62768"/>
                    <a:pt x="982" y="62895"/>
                    <a:pt x="1014" y="63021"/>
                  </a:cubicBezTo>
                  <a:lnTo>
                    <a:pt x="1172" y="62990"/>
                  </a:lnTo>
                  <a:cubicBezTo>
                    <a:pt x="1141" y="62863"/>
                    <a:pt x="1141" y="62736"/>
                    <a:pt x="1109" y="62610"/>
                  </a:cubicBezTo>
                  <a:close/>
                  <a:moveTo>
                    <a:pt x="1267" y="63401"/>
                  </a:moveTo>
                  <a:lnTo>
                    <a:pt x="1109" y="63433"/>
                  </a:lnTo>
                  <a:cubicBezTo>
                    <a:pt x="1141" y="63560"/>
                    <a:pt x="1172" y="63686"/>
                    <a:pt x="1204" y="63845"/>
                  </a:cubicBezTo>
                  <a:lnTo>
                    <a:pt x="1362" y="63781"/>
                  </a:lnTo>
                  <a:cubicBezTo>
                    <a:pt x="1331" y="63655"/>
                    <a:pt x="1299" y="63528"/>
                    <a:pt x="1267" y="63401"/>
                  </a:cubicBezTo>
                  <a:close/>
                  <a:moveTo>
                    <a:pt x="1426" y="64193"/>
                  </a:moveTo>
                  <a:lnTo>
                    <a:pt x="1267" y="64225"/>
                  </a:lnTo>
                  <a:cubicBezTo>
                    <a:pt x="1299" y="64351"/>
                    <a:pt x="1331" y="64478"/>
                    <a:pt x="1362" y="64636"/>
                  </a:cubicBezTo>
                  <a:lnTo>
                    <a:pt x="1521" y="64605"/>
                  </a:lnTo>
                  <a:cubicBezTo>
                    <a:pt x="1489" y="64446"/>
                    <a:pt x="1457" y="64320"/>
                    <a:pt x="1426" y="64193"/>
                  </a:cubicBezTo>
                  <a:close/>
                  <a:moveTo>
                    <a:pt x="1616" y="64985"/>
                  </a:moveTo>
                  <a:lnTo>
                    <a:pt x="1457" y="65016"/>
                  </a:lnTo>
                  <a:cubicBezTo>
                    <a:pt x="1489" y="65143"/>
                    <a:pt x="1521" y="65301"/>
                    <a:pt x="1552" y="65428"/>
                  </a:cubicBezTo>
                  <a:lnTo>
                    <a:pt x="1711" y="65396"/>
                  </a:lnTo>
                  <a:cubicBezTo>
                    <a:pt x="1679" y="65238"/>
                    <a:pt x="1647" y="65111"/>
                    <a:pt x="1616" y="64985"/>
                  </a:cubicBezTo>
                  <a:close/>
                  <a:moveTo>
                    <a:pt x="1806" y="65776"/>
                  </a:moveTo>
                  <a:lnTo>
                    <a:pt x="1647" y="65808"/>
                  </a:lnTo>
                  <a:cubicBezTo>
                    <a:pt x="1679" y="65966"/>
                    <a:pt x="1711" y="66093"/>
                    <a:pt x="1774" y="66220"/>
                  </a:cubicBezTo>
                  <a:lnTo>
                    <a:pt x="1932" y="66156"/>
                  </a:lnTo>
                  <a:cubicBezTo>
                    <a:pt x="1869" y="66030"/>
                    <a:pt x="1837" y="65903"/>
                    <a:pt x="1806" y="65776"/>
                  </a:cubicBezTo>
                  <a:close/>
                  <a:moveTo>
                    <a:pt x="2027" y="66568"/>
                  </a:moveTo>
                  <a:lnTo>
                    <a:pt x="1869" y="66600"/>
                  </a:lnTo>
                  <a:cubicBezTo>
                    <a:pt x="1901" y="66726"/>
                    <a:pt x="1932" y="66853"/>
                    <a:pt x="1964" y="67012"/>
                  </a:cubicBezTo>
                  <a:lnTo>
                    <a:pt x="2122" y="66948"/>
                  </a:lnTo>
                  <a:lnTo>
                    <a:pt x="2027" y="66568"/>
                  </a:lnTo>
                  <a:close/>
                  <a:moveTo>
                    <a:pt x="2249" y="67360"/>
                  </a:moveTo>
                  <a:lnTo>
                    <a:pt x="2091" y="67392"/>
                  </a:lnTo>
                  <a:cubicBezTo>
                    <a:pt x="2122" y="67518"/>
                    <a:pt x="2154" y="67645"/>
                    <a:pt x="2186" y="67772"/>
                  </a:cubicBezTo>
                  <a:lnTo>
                    <a:pt x="2344" y="67740"/>
                  </a:lnTo>
                  <a:cubicBezTo>
                    <a:pt x="2312" y="67613"/>
                    <a:pt x="2281" y="67487"/>
                    <a:pt x="2249" y="67360"/>
                  </a:cubicBezTo>
                  <a:close/>
                  <a:moveTo>
                    <a:pt x="2471" y="68120"/>
                  </a:moveTo>
                  <a:lnTo>
                    <a:pt x="2312" y="68183"/>
                  </a:lnTo>
                  <a:cubicBezTo>
                    <a:pt x="2344" y="68310"/>
                    <a:pt x="2407" y="68437"/>
                    <a:pt x="2439" y="68563"/>
                  </a:cubicBezTo>
                  <a:lnTo>
                    <a:pt x="2598" y="68500"/>
                  </a:lnTo>
                  <a:cubicBezTo>
                    <a:pt x="2566" y="68373"/>
                    <a:pt x="2502" y="68247"/>
                    <a:pt x="2471" y="68120"/>
                  </a:cubicBezTo>
                  <a:close/>
                  <a:moveTo>
                    <a:pt x="2724" y="68912"/>
                  </a:moveTo>
                  <a:lnTo>
                    <a:pt x="2566" y="68943"/>
                  </a:lnTo>
                  <a:cubicBezTo>
                    <a:pt x="2598" y="69070"/>
                    <a:pt x="2661" y="69197"/>
                    <a:pt x="2693" y="69323"/>
                  </a:cubicBezTo>
                  <a:lnTo>
                    <a:pt x="2851" y="69292"/>
                  </a:lnTo>
                  <a:cubicBezTo>
                    <a:pt x="2819" y="69165"/>
                    <a:pt x="2756" y="69038"/>
                    <a:pt x="2724" y="68912"/>
                  </a:cubicBezTo>
                  <a:close/>
                  <a:moveTo>
                    <a:pt x="2978" y="69672"/>
                  </a:moveTo>
                  <a:lnTo>
                    <a:pt x="2819" y="69735"/>
                  </a:lnTo>
                  <a:cubicBezTo>
                    <a:pt x="2883" y="69862"/>
                    <a:pt x="2914" y="69988"/>
                    <a:pt x="2946" y="70115"/>
                  </a:cubicBezTo>
                  <a:lnTo>
                    <a:pt x="3104" y="70052"/>
                  </a:lnTo>
                  <a:cubicBezTo>
                    <a:pt x="3073" y="69925"/>
                    <a:pt x="3009" y="69798"/>
                    <a:pt x="2978" y="69672"/>
                  </a:cubicBezTo>
                  <a:close/>
                  <a:moveTo>
                    <a:pt x="3263" y="70432"/>
                  </a:moveTo>
                  <a:lnTo>
                    <a:pt x="3104" y="70495"/>
                  </a:lnTo>
                  <a:cubicBezTo>
                    <a:pt x="3136" y="70622"/>
                    <a:pt x="3199" y="70748"/>
                    <a:pt x="3231" y="70875"/>
                  </a:cubicBezTo>
                  <a:lnTo>
                    <a:pt x="3389" y="70812"/>
                  </a:lnTo>
                  <a:cubicBezTo>
                    <a:pt x="3326" y="70685"/>
                    <a:pt x="3294" y="70558"/>
                    <a:pt x="3263" y="70432"/>
                  </a:cubicBezTo>
                  <a:close/>
                  <a:moveTo>
                    <a:pt x="3516" y="71192"/>
                  </a:moveTo>
                  <a:lnTo>
                    <a:pt x="3358" y="71255"/>
                  </a:lnTo>
                  <a:cubicBezTo>
                    <a:pt x="3421" y="71382"/>
                    <a:pt x="3484" y="71508"/>
                    <a:pt x="3516" y="71635"/>
                  </a:cubicBezTo>
                  <a:lnTo>
                    <a:pt x="3674" y="71572"/>
                  </a:lnTo>
                  <a:cubicBezTo>
                    <a:pt x="3611" y="71445"/>
                    <a:pt x="3579" y="71318"/>
                    <a:pt x="3516" y="71192"/>
                  </a:cubicBezTo>
                  <a:close/>
                  <a:moveTo>
                    <a:pt x="3833" y="71952"/>
                  </a:moveTo>
                  <a:lnTo>
                    <a:pt x="3674" y="72015"/>
                  </a:lnTo>
                  <a:cubicBezTo>
                    <a:pt x="3706" y="72142"/>
                    <a:pt x="3769" y="72269"/>
                    <a:pt x="3833" y="72395"/>
                  </a:cubicBezTo>
                  <a:lnTo>
                    <a:pt x="3959" y="72332"/>
                  </a:lnTo>
                  <a:cubicBezTo>
                    <a:pt x="3928" y="72205"/>
                    <a:pt x="3864" y="72079"/>
                    <a:pt x="3833" y="71952"/>
                  </a:cubicBezTo>
                  <a:close/>
                  <a:moveTo>
                    <a:pt x="4118" y="72712"/>
                  </a:moveTo>
                  <a:lnTo>
                    <a:pt x="3959" y="72775"/>
                  </a:lnTo>
                  <a:cubicBezTo>
                    <a:pt x="4023" y="72902"/>
                    <a:pt x="4086" y="73029"/>
                    <a:pt x="4118" y="73155"/>
                  </a:cubicBezTo>
                  <a:lnTo>
                    <a:pt x="4276" y="73092"/>
                  </a:lnTo>
                  <a:cubicBezTo>
                    <a:pt x="4213" y="72965"/>
                    <a:pt x="4181" y="72839"/>
                    <a:pt x="4118" y="72712"/>
                  </a:cubicBezTo>
                  <a:close/>
                  <a:moveTo>
                    <a:pt x="4434" y="73472"/>
                  </a:moveTo>
                  <a:lnTo>
                    <a:pt x="4308" y="73535"/>
                  </a:lnTo>
                  <a:cubicBezTo>
                    <a:pt x="4339" y="73662"/>
                    <a:pt x="4403" y="73789"/>
                    <a:pt x="4466" y="73915"/>
                  </a:cubicBezTo>
                  <a:lnTo>
                    <a:pt x="4593" y="73852"/>
                  </a:lnTo>
                  <a:cubicBezTo>
                    <a:pt x="4561" y="73725"/>
                    <a:pt x="4498" y="73599"/>
                    <a:pt x="4434" y="73472"/>
                  </a:cubicBezTo>
                  <a:close/>
                  <a:moveTo>
                    <a:pt x="4783" y="74200"/>
                  </a:moveTo>
                  <a:lnTo>
                    <a:pt x="4624" y="74295"/>
                  </a:lnTo>
                  <a:cubicBezTo>
                    <a:pt x="4688" y="74422"/>
                    <a:pt x="4751" y="74549"/>
                    <a:pt x="4783" y="74644"/>
                  </a:cubicBezTo>
                  <a:lnTo>
                    <a:pt x="4941" y="74580"/>
                  </a:lnTo>
                  <a:cubicBezTo>
                    <a:pt x="4878" y="74454"/>
                    <a:pt x="4814" y="74327"/>
                    <a:pt x="4783" y="74200"/>
                  </a:cubicBezTo>
                  <a:close/>
                  <a:moveTo>
                    <a:pt x="5099" y="74960"/>
                  </a:moveTo>
                  <a:lnTo>
                    <a:pt x="4973" y="75024"/>
                  </a:lnTo>
                  <a:cubicBezTo>
                    <a:pt x="5004" y="75150"/>
                    <a:pt x="5068" y="75277"/>
                    <a:pt x="5131" y="75404"/>
                  </a:cubicBezTo>
                  <a:lnTo>
                    <a:pt x="5289" y="75340"/>
                  </a:lnTo>
                  <a:cubicBezTo>
                    <a:pt x="5226" y="75214"/>
                    <a:pt x="5163" y="75087"/>
                    <a:pt x="5099" y="74960"/>
                  </a:cubicBezTo>
                  <a:close/>
                  <a:moveTo>
                    <a:pt x="5479" y="75689"/>
                  </a:moveTo>
                  <a:lnTo>
                    <a:pt x="5321" y="75752"/>
                  </a:lnTo>
                  <a:cubicBezTo>
                    <a:pt x="5384" y="75879"/>
                    <a:pt x="5448" y="76005"/>
                    <a:pt x="5511" y="76132"/>
                  </a:cubicBezTo>
                  <a:lnTo>
                    <a:pt x="5638" y="76069"/>
                  </a:lnTo>
                  <a:cubicBezTo>
                    <a:pt x="5574" y="75942"/>
                    <a:pt x="5511" y="75815"/>
                    <a:pt x="5479" y="75689"/>
                  </a:cubicBezTo>
                  <a:close/>
                  <a:moveTo>
                    <a:pt x="5828" y="76417"/>
                  </a:moveTo>
                  <a:lnTo>
                    <a:pt x="5669" y="76512"/>
                  </a:lnTo>
                  <a:cubicBezTo>
                    <a:pt x="5733" y="76639"/>
                    <a:pt x="5796" y="76734"/>
                    <a:pt x="5859" y="76861"/>
                  </a:cubicBezTo>
                  <a:lnTo>
                    <a:pt x="6018" y="76797"/>
                  </a:lnTo>
                  <a:cubicBezTo>
                    <a:pt x="5954" y="76671"/>
                    <a:pt x="5891" y="76544"/>
                    <a:pt x="5828" y="76417"/>
                  </a:cubicBezTo>
                  <a:close/>
                  <a:moveTo>
                    <a:pt x="6208" y="77146"/>
                  </a:moveTo>
                  <a:lnTo>
                    <a:pt x="6049" y="77241"/>
                  </a:lnTo>
                  <a:cubicBezTo>
                    <a:pt x="6113" y="77336"/>
                    <a:pt x="6176" y="77462"/>
                    <a:pt x="6239" y="77589"/>
                  </a:cubicBezTo>
                  <a:lnTo>
                    <a:pt x="6398" y="77526"/>
                  </a:lnTo>
                  <a:cubicBezTo>
                    <a:pt x="6334" y="77399"/>
                    <a:pt x="6271" y="77272"/>
                    <a:pt x="6208" y="77146"/>
                  </a:cubicBezTo>
                  <a:close/>
                  <a:moveTo>
                    <a:pt x="6588" y="77874"/>
                  </a:moveTo>
                  <a:lnTo>
                    <a:pt x="6461" y="77937"/>
                  </a:lnTo>
                  <a:cubicBezTo>
                    <a:pt x="6524" y="78064"/>
                    <a:pt x="6588" y="78191"/>
                    <a:pt x="6651" y="78317"/>
                  </a:cubicBezTo>
                  <a:lnTo>
                    <a:pt x="6778" y="78222"/>
                  </a:lnTo>
                  <a:cubicBezTo>
                    <a:pt x="6714" y="78096"/>
                    <a:pt x="6651" y="78001"/>
                    <a:pt x="6588" y="77874"/>
                  </a:cubicBezTo>
                  <a:close/>
                  <a:moveTo>
                    <a:pt x="7000" y="78571"/>
                  </a:moveTo>
                  <a:lnTo>
                    <a:pt x="6841" y="78666"/>
                  </a:lnTo>
                  <a:lnTo>
                    <a:pt x="7031" y="79014"/>
                  </a:lnTo>
                  <a:lnTo>
                    <a:pt x="7190" y="78951"/>
                  </a:lnTo>
                  <a:cubicBezTo>
                    <a:pt x="7126" y="78824"/>
                    <a:pt x="7063" y="78697"/>
                    <a:pt x="7000" y="78571"/>
                  </a:cubicBezTo>
                  <a:close/>
                  <a:moveTo>
                    <a:pt x="7411" y="79299"/>
                  </a:moveTo>
                  <a:lnTo>
                    <a:pt x="7253" y="79362"/>
                  </a:lnTo>
                  <a:cubicBezTo>
                    <a:pt x="7316" y="79489"/>
                    <a:pt x="7411" y="79616"/>
                    <a:pt x="7475" y="79711"/>
                  </a:cubicBezTo>
                  <a:lnTo>
                    <a:pt x="7601" y="79647"/>
                  </a:lnTo>
                  <a:cubicBezTo>
                    <a:pt x="7538" y="79521"/>
                    <a:pt x="7475" y="79394"/>
                    <a:pt x="7411" y="79299"/>
                  </a:cubicBezTo>
                  <a:close/>
                  <a:moveTo>
                    <a:pt x="7823" y="79996"/>
                  </a:moveTo>
                  <a:lnTo>
                    <a:pt x="7665" y="80091"/>
                  </a:lnTo>
                  <a:cubicBezTo>
                    <a:pt x="7760" y="80186"/>
                    <a:pt x="7823" y="80312"/>
                    <a:pt x="7886" y="80439"/>
                  </a:cubicBezTo>
                  <a:lnTo>
                    <a:pt x="8045" y="80344"/>
                  </a:lnTo>
                  <a:cubicBezTo>
                    <a:pt x="7950" y="80217"/>
                    <a:pt x="7886" y="80091"/>
                    <a:pt x="7823" y="79996"/>
                  </a:cubicBezTo>
                  <a:close/>
                  <a:moveTo>
                    <a:pt x="8235" y="80692"/>
                  </a:moveTo>
                  <a:lnTo>
                    <a:pt x="8108" y="80756"/>
                  </a:lnTo>
                  <a:cubicBezTo>
                    <a:pt x="8171" y="80882"/>
                    <a:pt x="8266" y="81009"/>
                    <a:pt x="8330" y="81104"/>
                  </a:cubicBezTo>
                  <a:lnTo>
                    <a:pt x="8456" y="81041"/>
                  </a:lnTo>
                  <a:cubicBezTo>
                    <a:pt x="8393" y="80914"/>
                    <a:pt x="8330" y="80787"/>
                    <a:pt x="8235" y="80692"/>
                  </a:cubicBezTo>
                  <a:close/>
                  <a:moveTo>
                    <a:pt x="8678" y="81358"/>
                  </a:moveTo>
                  <a:lnTo>
                    <a:pt x="8551" y="81453"/>
                  </a:lnTo>
                  <a:cubicBezTo>
                    <a:pt x="8615" y="81579"/>
                    <a:pt x="8710" y="81674"/>
                    <a:pt x="8773" y="81801"/>
                  </a:cubicBezTo>
                  <a:lnTo>
                    <a:pt x="8900" y="81706"/>
                  </a:lnTo>
                  <a:cubicBezTo>
                    <a:pt x="8836" y="81579"/>
                    <a:pt x="8773" y="81484"/>
                    <a:pt x="8678" y="81358"/>
                  </a:cubicBezTo>
                  <a:close/>
                  <a:moveTo>
                    <a:pt x="9153" y="82054"/>
                  </a:moveTo>
                  <a:lnTo>
                    <a:pt x="8995" y="82149"/>
                  </a:lnTo>
                  <a:cubicBezTo>
                    <a:pt x="9090" y="82244"/>
                    <a:pt x="9153" y="82371"/>
                    <a:pt x="9248" y="82466"/>
                  </a:cubicBezTo>
                  <a:lnTo>
                    <a:pt x="9375" y="82371"/>
                  </a:lnTo>
                  <a:cubicBezTo>
                    <a:pt x="9280" y="82276"/>
                    <a:pt x="9216" y="82149"/>
                    <a:pt x="9153" y="82054"/>
                  </a:cubicBezTo>
                  <a:close/>
                  <a:moveTo>
                    <a:pt x="9596" y="82719"/>
                  </a:moveTo>
                  <a:lnTo>
                    <a:pt x="9470" y="82814"/>
                  </a:lnTo>
                  <a:lnTo>
                    <a:pt x="9691" y="83131"/>
                  </a:lnTo>
                  <a:lnTo>
                    <a:pt x="9850" y="83036"/>
                  </a:lnTo>
                  <a:cubicBezTo>
                    <a:pt x="9755" y="82941"/>
                    <a:pt x="9691" y="82814"/>
                    <a:pt x="9596" y="82719"/>
                  </a:cubicBezTo>
                  <a:close/>
                  <a:moveTo>
                    <a:pt x="10071" y="83384"/>
                  </a:moveTo>
                  <a:lnTo>
                    <a:pt x="9945" y="83479"/>
                  </a:lnTo>
                  <a:cubicBezTo>
                    <a:pt x="10040" y="83574"/>
                    <a:pt x="10103" y="83701"/>
                    <a:pt x="10198" y="83796"/>
                  </a:cubicBezTo>
                  <a:lnTo>
                    <a:pt x="10325" y="83701"/>
                  </a:lnTo>
                  <a:cubicBezTo>
                    <a:pt x="10230" y="83606"/>
                    <a:pt x="10166" y="83479"/>
                    <a:pt x="10071" y="83384"/>
                  </a:cubicBezTo>
                  <a:close/>
                  <a:moveTo>
                    <a:pt x="10546" y="84049"/>
                  </a:moveTo>
                  <a:lnTo>
                    <a:pt x="10420" y="84144"/>
                  </a:lnTo>
                  <a:cubicBezTo>
                    <a:pt x="10515" y="84239"/>
                    <a:pt x="10578" y="84366"/>
                    <a:pt x="10673" y="84461"/>
                  </a:cubicBezTo>
                  <a:lnTo>
                    <a:pt x="10800" y="84366"/>
                  </a:lnTo>
                  <a:cubicBezTo>
                    <a:pt x="10736" y="84271"/>
                    <a:pt x="10641" y="84144"/>
                    <a:pt x="10546" y="84049"/>
                  </a:cubicBezTo>
                  <a:close/>
                  <a:moveTo>
                    <a:pt x="11053" y="84683"/>
                  </a:moveTo>
                  <a:lnTo>
                    <a:pt x="10926" y="84778"/>
                  </a:lnTo>
                  <a:cubicBezTo>
                    <a:pt x="10990" y="84904"/>
                    <a:pt x="11085" y="84999"/>
                    <a:pt x="11180" y="85126"/>
                  </a:cubicBezTo>
                  <a:lnTo>
                    <a:pt x="11306" y="84999"/>
                  </a:lnTo>
                  <a:lnTo>
                    <a:pt x="11053" y="84683"/>
                  </a:lnTo>
                  <a:close/>
                  <a:moveTo>
                    <a:pt x="11560" y="85348"/>
                  </a:moveTo>
                  <a:lnTo>
                    <a:pt x="11433" y="85443"/>
                  </a:lnTo>
                  <a:cubicBezTo>
                    <a:pt x="11528" y="85538"/>
                    <a:pt x="11592" y="85664"/>
                    <a:pt x="11687" y="85759"/>
                  </a:cubicBezTo>
                  <a:lnTo>
                    <a:pt x="11813" y="85664"/>
                  </a:lnTo>
                  <a:cubicBezTo>
                    <a:pt x="11718" y="85538"/>
                    <a:pt x="11655" y="85443"/>
                    <a:pt x="11560" y="85348"/>
                  </a:cubicBezTo>
                  <a:close/>
                  <a:moveTo>
                    <a:pt x="12067" y="85981"/>
                  </a:moveTo>
                  <a:lnTo>
                    <a:pt x="11940" y="86076"/>
                  </a:lnTo>
                  <a:cubicBezTo>
                    <a:pt x="12035" y="86171"/>
                    <a:pt x="12130" y="86298"/>
                    <a:pt x="12193" y="86393"/>
                  </a:cubicBezTo>
                  <a:lnTo>
                    <a:pt x="12320" y="86298"/>
                  </a:lnTo>
                  <a:cubicBezTo>
                    <a:pt x="12257" y="86171"/>
                    <a:pt x="12162" y="86076"/>
                    <a:pt x="12067" y="85981"/>
                  </a:cubicBezTo>
                  <a:close/>
                  <a:moveTo>
                    <a:pt x="12605" y="86583"/>
                  </a:moveTo>
                  <a:lnTo>
                    <a:pt x="12478" y="86710"/>
                  </a:lnTo>
                  <a:cubicBezTo>
                    <a:pt x="12573" y="86805"/>
                    <a:pt x="12637" y="86900"/>
                    <a:pt x="12732" y="86995"/>
                  </a:cubicBezTo>
                  <a:lnTo>
                    <a:pt x="12858" y="86900"/>
                  </a:lnTo>
                  <a:cubicBezTo>
                    <a:pt x="12763" y="86805"/>
                    <a:pt x="12668" y="86710"/>
                    <a:pt x="12605" y="86583"/>
                  </a:cubicBezTo>
                  <a:close/>
                  <a:moveTo>
                    <a:pt x="13112" y="87216"/>
                  </a:moveTo>
                  <a:lnTo>
                    <a:pt x="13017" y="87311"/>
                  </a:lnTo>
                  <a:cubicBezTo>
                    <a:pt x="13080" y="87406"/>
                    <a:pt x="13175" y="87533"/>
                    <a:pt x="13270" y="87628"/>
                  </a:cubicBezTo>
                  <a:lnTo>
                    <a:pt x="13397" y="87533"/>
                  </a:lnTo>
                  <a:cubicBezTo>
                    <a:pt x="13302" y="87406"/>
                    <a:pt x="13207" y="87311"/>
                    <a:pt x="13112" y="87216"/>
                  </a:cubicBezTo>
                  <a:close/>
                  <a:moveTo>
                    <a:pt x="13682" y="87818"/>
                  </a:moveTo>
                  <a:lnTo>
                    <a:pt x="13555" y="87945"/>
                  </a:lnTo>
                  <a:cubicBezTo>
                    <a:pt x="13650" y="88040"/>
                    <a:pt x="13713" y="88135"/>
                    <a:pt x="13808" y="88230"/>
                  </a:cubicBezTo>
                  <a:lnTo>
                    <a:pt x="13935" y="88135"/>
                  </a:lnTo>
                  <a:cubicBezTo>
                    <a:pt x="13840" y="88008"/>
                    <a:pt x="13745" y="87913"/>
                    <a:pt x="13682" y="87818"/>
                  </a:cubicBezTo>
                  <a:close/>
                  <a:moveTo>
                    <a:pt x="14220" y="88420"/>
                  </a:moveTo>
                  <a:lnTo>
                    <a:pt x="14093" y="88546"/>
                  </a:lnTo>
                  <a:cubicBezTo>
                    <a:pt x="14188" y="88641"/>
                    <a:pt x="14283" y="88736"/>
                    <a:pt x="14378" y="88831"/>
                  </a:cubicBezTo>
                  <a:lnTo>
                    <a:pt x="14505" y="88736"/>
                  </a:lnTo>
                  <a:cubicBezTo>
                    <a:pt x="14410" y="88610"/>
                    <a:pt x="14315" y="88515"/>
                    <a:pt x="14220" y="88420"/>
                  </a:cubicBezTo>
                  <a:close/>
                  <a:moveTo>
                    <a:pt x="14758" y="89021"/>
                  </a:moveTo>
                  <a:lnTo>
                    <a:pt x="14663" y="89148"/>
                  </a:lnTo>
                  <a:cubicBezTo>
                    <a:pt x="14758" y="89243"/>
                    <a:pt x="14853" y="89338"/>
                    <a:pt x="14948" y="89433"/>
                  </a:cubicBezTo>
                  <a:lnTo>
                    <a:pt x="15075" y="89306"/>
                  </a:lnTo>
                  <a:cubicBezTo>
                    <a:pt x="14948" y="89211"/>
                    <a:pt x="14885" y="89116"/>
                    <a:pt x="14758" y="89021"/>
                  </a:cubicBezTo>
                  <a:close/>
                  <a:moveTo>
                    <a:pt x="15328" y="89591"/>
                  </a:moveTo>
                  <a:lnTo>
                    <a:pt x="15233" y="89718"/>
                  </a:lnTo>
                  <a:lnTo>
                    <a:pt x="15518" y="90003"/>
                  </a:lnTo>
                  <a:lnTo>
                    <a:pt x="15645" y="89908"/>
                  </a:lnTo>
                  <a:cubicBezTo>
                    <a:pt x="15550" y="89781"/>
                    <a:pt x="15455" y="89686"/>
                    <a:pt x="15328" y="89591"/>
                  </a:cubicBezTo>
                  <a:close/>
                  <a:moveTo>
                    <a:pt x="15930" y="90161"/>
                  </a:moveTo>
                  <a:lnTo>
                    <a:pt x="15804" y="90288"/>
                  </a:lnTo>
                  <a:cubicBezTo>
                    <a:pt x="15899" y="90383"/>
                    <a:pt x="15994" y="90478"/>
                    <a:pt x="16089" y="90573"/>
                  </a:cubicBezTo>
                  <a:lnTo>
                    <a:pt x="16215" y="90478"/>
                  </a:lnTo>
                  <a:cubicBezTo>
                    <a:pt x="16120" y="90383"/>
                    <a:pt x="16025" y="90256"/>
                    <a:pt x="15930" y="90161"/>
                  </a:cubicBezTo>
                  <a:close/>
                  <a:moveTo>
                    <a:pt x="16500" y="90732"/>
                  </a:moveTo>
                  <a:lnTo>
                    <a:pt x="16405" y="90858"/>
                  </a:lnTo>
                  <a:cubicBezTo>
                    <a:pt x="16500" y="90953"/>
                    <a:pt x="16595" y="91048"/>
                    <a:pt x="16690" y="91143"/>
                  </a:cubicBezTo>
                  <a:lnTo>
                    <a:pt x="16817" y="91017"/>
                  </a:lnTo>
                  <a:cubicBezTo>
                    <a:pt x="16722" y="90922"/>
                    <a:pt x="16627" y="90827"/>
                    <a:pt x="16500" y="90732"/>
                  </a:cubicBezTo>
                  <a:close/>
                  <a:moveTo>
                    <a:pt x="17102" y="91302"/>
                  </a:moveTo>
                  <a:lnTo>
                    <a:pt x="17007" y="91428"/>
                  </a:lnTo>
                  <a:cubicBezTo>
                    <a:pt x="17102" y="91523"/>
                    <a:pt x="17197" y="91618"/>
                    <a:pt x="17292" y="91713"/>
                  </a:cubicBezTo>
                  <a:lnTo>
                    <a:pt x="17419" y="91587"/>
                  </a:lnTo>
                  <a:cubicBezTo>
                    <a:pt x="17324" y="91492"/>
                    <a:pt x="17197" y="91397"/>
                    <a:pt x="17102" y="91302"/>
                  </a:cubicBezTo>
                  <a:close/>
                  <a:moveTo>
                    <a:pt x="17704" y="91840"/>
                  </a:moveTo>
                  <a:lnTo>
                    <a:pt x="17609" y="91967"/>
                  </a:lnTo>
                  <a:cubicBezTo>
                    <a:pt x="17704" y="92062"/>
                    <a:pt x="17799" y="92157"/>
                    <a:pt x="17925" y="92252"/>
                  </a:cubicBezTo>
                  <a:lnTo>
                    <a:pt x="18020" y="92125"/>
                  </a:lnTo>
                  <a:cubicBezTo>
                    <a:pt x="17925" y="92030"/>
                    <a:pt x="17830" y="91935"/>
                    <a:pt x="17704" y="91840"/>
                  </a:cubicBezTo>
                  <a:close/>
                  <a:moveTo>
                    <a:pt x="18337" y="92378"/>
                  </a:moveTo>
                  <a:lnTo>
                    <a:pt x="18210" y="92505"/>
                  </a:lnTo>
                  <a:cubicBezTo>
                    <a:pt x="18337" y="92600"/>
                    <a:pt x="18432" y="92695"/>
                    <a:pt x="18527" y="92790"/>
                  </a:cubicBezTo>
                  <a:lnTo>
                    <a:pt x="18622" y="92663"/>
                  </a:lnTo>
                  <a:cubicBezTo>
                    <a:pt x="18527" y="92568"/>
                    <a:pt x="18432" y="92473"/>
                    <a:pt x="18337" y="92378"/>
                  </a:cubicBezTo>
                  <a:close/>
                  <a:moveTo>
                    <a:pt x="18939" y="92917"/>
                  </a:moveTo>
                  <a:lnTo>
                    <a:pt x="18844" y="93043"/>
                  </a:lnTo>
                  <a:cubicBezTo>
                    <a:pt x="18939" y="93138"/>
                    <a:pt x="19065" y="93233"/>
                    <a:pt x="19160" y="93297"/>
                  </a:cubicBezTo>
                  <a:lnTo>
                    <a:pt x="19255" y="93170"/>
                  </a:lnTo>
                  <a:cubicBezTo>
                    <a:pt x="19160" y="93107"/>
                    <a:pt x="19065" y="93012"/>
                    <a:pt x="18939" y="92917"/>
                  </a:cubicBezTo>
                  <a:close/>
                  <a:moveTo>
                    <a:pt x="19572" y="93455"/>
                  </a:moveTo>
                  <a:lnTo>
                    <a:pt x="19477" y="93582"/>
                  </a:lnTo>
                  <a:cubicBezTo>
                    <a:pt x="19572" y="93645"/>
                    <a:pt x="19699" y="93740"/>
                    <a:pt x="19794" y="93835"/>
                  </a:cubicBezTo>
                  <a:lnTo>
                    <a:pt x="19889" y="93708"/>
                  </a:lnTo>
                  <a:cubicBezTo>
                    <a:pt x="19794" y="93613"/>
                    <a:pt x="19667" y="93518"/>
                    <a:pt x="19572" y="93455"/>
                  </a:cubicBezTo>
                  <a:close/>
                  <a:moveTo>
                    <a:pt x="20206" y="93962"/>
                  </a:moveTo>
                  <a:lnTo>
                    <a:pt x="20110" y="94088"/>
                  </a:lnTo>
                  <a:cubicBezTo>
                    <a:pt x="20237" y="94152"/>
                    <a:pt x="20332" y="94247"/>
                    <a:pt x="20427" y="94342"/>
                  </a:cubicBezTo>
                  <a:lnTo>
                    <a:pt x="20522" y="94215"/>
                  </a:lnTo>
                  <a:cubicBezTo>
                    <a:pt x="20427" y="94120"/>
                    <a:pt x="20332" y="94025"/>
                    <a:pt x="20206" y="93962"/>
                  </a:cubicBezTo>
                  <a:close/>
                  <a:moveTo>
                    <a:pt x="20871" y="94437"/>
                  </a:moveTo>
                  <a:lnTo>
                    <a:pt x="20776" y="94595"/>
                  </a:lnTo>
                  <a:cubicBezTo>
                    <a:pt x="20871" y="94658"/>
                    <a:pt x="20966" y="94753"/>
                    <a:pt x="21092" y="94817"/>
                  </a:cubicBezTo>
                  <a:lnTo>
                    <a:pt x="21187" y="94690"/>
                  </a:lnTo>
                  <a:cubicBezTo>
                    <a:pt x="21061" y="94627"/>
                    <a:pt x="20966" y="94532"/>
                    <a:pt x="20871" y="94437"/>
                  </a:cubicBezTo>
                  <a:close/>
                  <a:moveTo>
                    <a:pt x="21504" y="94943"/>
                  </a:moveTo>
                  <a:lnTo>
                    <a:pt x="21409" y="95070"/>
                  </a:lnTo>
                  <a:cubicBezTo>
                    <a:pt x="21536" y="95165"/>
                    <a:pt x="21631" y="95228"/>
                    <a:pt x="21757" y="95323"/>
                  </a:cubicBezTo>
                  <a:lnTo>
                    <a:pt x="21852" y="95197"/>
                  </a:lnTo>
                  <a:cubicBezTo>
                    <a:pt x="21726" y="95102"/>
                    <a:pt x="21631" y="95007"/>
                    <a:pt x="21504" y="94943"/>
                  </a:cubicBezTo>
                  <a:close/>
                  <a:moveTo>
                    <a:pt x="22169" y="95419"/>
                  </a:moveTo>
                  <a:lnTo>
                    <a:pt x="22074" y="95545"/>
                  </a:lnTo>
                  <a:cubicBezTo>
                    <a:pt x="22201" y="95640"/>
                    <a:pt x="22296" y="95704"/>
                    <a:pt x="22422" y="95799"/>
                  </a:cubicBezTo>
                  <a:lnTo>
                    <a:pt x="22517" y="95672"/>
                  </a:lnTo>
                  <a:cubicBezTo>
                    <a:pt x="22391" y="95577"/>
                    <a:pt x="22296" y="95514"/>
                    <a:pt x="22169" y="95419"/>
                  </a:cubicBezTo>
                  <a:close/>
                  <a:moveTo>
                    <a:pt x="22834" y="95894"/>
                  </a:moveTo>
                  <a:lnTo>
                    <a:pt x="22739" y="96020"/>
                  </a:lnTo>
                  <a:cubicBezTo>
                    <a:pt x="22866" y="96115"/>
                    <a:pt x="22992" y="96179"/>
                    <a:pt x="23087" y="96274"/>
                  </a:cubicBezTo>
                  <a:lnTo>
                    <a:pt x="23182" y="96115"/>
                  </a:lnTo>
                  <a:cubicBezTo>
                    <a:pt x="23056" y="96052"/>
                    <a:pt x="22961" y="95989"/>
                    <a:pt x="22834" y="95894"/>
                  </a:cubicBezTo>
                  <a:close/>
                  <a:moveTo>
                    <a:pt x="23531" y="96369"/>
                  </a:moveTo>
                  <a:lnTo>
                    <a:pt x="23436" y="96495"/>
                  </a:lnTo>
                  <a:lnTo>
                    <a:pt x="23784" y="96717"/>
                  </a:lnTo>
                  <a:lnTo>
                    <a:pt x="23879" y="96590"/>
                  </a:lnTo>
                  <a:cubicBezTo>
                    <a:pt x="23752" y="96495"/>
                    <a:pt x="23626" y="96432"/>
                    <a:pt x="23531" y="96369"/>
                  </a:cubicBezTo>
                  <a:close/>
                  <a:moveTo>
                    <a:pt x="24196" y="96812"/>
                  </a:moveTo>
                  <a:lnTo>
                    <a:pt x="24132" y="96939"/>
                  </a:lnTo>
                  <a:cubicBezTo>
                    <a:pt x="24227" y="97034"/>
                    <a:pt x="24354" y="97097"/>
                    <a:pt x="24449" y="97160"/>
                  </a:cubicBezTo>
                  <a:lnTo>
                    <a:pt x="24544" y="97034"/>
                  </a:lnTo>
                  <a:cubicBezTo>
                    <a:pt x="24449" y="96970"/>
                    <a:pt x="24322" y="96875"/>
                    <a:pt x="24196" y="96812"/>
                  </a:cubicBezTo>
                  <a:close/>
                  <a:moveTo>
                    <a:pt x="24893" y="97255"/>
                  </a:moveTo>
                  <a:lnTo>
                    <a:pt x="24798" y="97382"/>
                  </a:lnTo>
                  <a:cubicBezTo>
                    <a:pt x="24924" y="97445"/>
                    <a:pt x="25051" y="97540"/>
                    <a:pt x="25146" y="97604"/>
                  </a:cubicBezTo>
                  <a:lnTo>
                    <a:pt x="25241" y="97477"/>
                  </a:lnTo>
                  <a:cubicBezTo>
                    <a:pt x="25146" y="97382"/>
                    <a:pt x="25019" y="97319"/>
                    <a:pt x="24893" y="97255"/>
                  </a:cubicBezTo>
                  <a:close/>
                  <a:moveTo>
                    <a:pt x="25589" y="97667"/>
                  </a:moveTo>
                  <a:lnTo>
                    <a:pt x="25526" y="97825"/>
                  </a:lnTo>
                  <a:cubicBezTo>
                    <a:pt x="25621" y="97889"/>
                    <a:pt x="25748" y="97952"/>
                    <a:pt x="25874" y="98015"/>
                  </a:cubicBezTo>
                  <a:lnTo>
                    <a:pt x="25938" y="97889"/>
                  </a:lnTo>
                  <a:cubicBezTo>
                    <a:pt x="25843" y="97825"/>
                    <a:pt x="25716" y="97730"/>
                    <a:pt x="25589" y="97667"/>
                  </a:cubicBezTo>
                  <a:close/>
                  <a:moveTo>
                    <a:pt x="26318" y="98079"/>
                  </a:moveTo>
                  <a:lnTo>
                    <a:pt x="26223" y="98237"/>
                  </a:lnTo>
                  <a:cubicBezTo>
                    <a:pt x="26349" y="98300"/>
                    <a:pt x="26444" y="98364"/>
                    <a:pt x="26571" y="98427"/>
                  </a:cubicBezTo>
                  <a:lnTo>
                    <a:pt x="26666" y="98300"/>
                  </a:lnTo>
                  <a:cubicBezTo>
                    <a:pt x="26539" y="98237"/>
                    <a:pt x="26413" y="98174"/>
                    <a:pt x="26318" y="98079"/>
                  </a:cubicBezTo>
                  <a:close/>
                  <a:moveTo>
                    <a:pt x="27014" y="98490"/>
                  </a:moveTo>
                  <a:lnTo>
                    <a:pt x="26919" y="98649"/>
                  </a:lnTo>
                  <a:cubicBezTo>
                    <a:pt x="27046" y="98712"/>
                    <a:pt x="27173" y="98775"/>
                    <a:pt x="27299" y="98839"/>
                  </a:cubicBezTo>
                  <a:lnTo>
                    <a:pt x="27363" y="98680"/>
                  </a:lnTo>
                  <a:cubicBezTo>
                    <a:pt x="27268" y="98617"/>
                    <a:pt x="27141" y="98554"/>
                    <a:pt x="27014" y="98490"/>
                  </a:cubicBezTo>
                  <a:close/>
                  <a:moveTo>
                    <a:pt x="27743" y="98902"/>
                  </a:moveTo>
                  <a:lnTo>
                    <a:pt x="27648" y="99029"/>
                  </a:lnTo>
                  <a:cubicBezTo>
                    <a:pt x="27774" y="99092"/>
                    <a:pt x="27901" y="99155"/>
                    <a:pt x="28028" y="99219"/>
                  </a:cubicBezTo>
                  <a:lnTo>
                    <a:pt x="28091" y="99092"/>
                  </a:lnTo>
                  <a:cubicBezTo>
                    <a:pt x="27964" y="99029"/>
                    <a:pt x="27838" y="98965"/>
                    <a:pt x="27743" y="98902"/>
                  </a:cubicBezTo>
                  <a:close/>
                  <a:moveTo>
                    <a:pt x="28439" y="99282"/>
                  </a:moveTo>
                  <a:lnTo>
                    <a:pt x="28376" y="99409"/>
                  </a:lnTo>
                  <a:cubicBezTo>
                    <a:pt x="28503" y="99472"/>
                    <a:pt x="28629" y="99535"/>
                    <a:pt x="28756" y="99599"/>
                  </a:cubicBezTo>
                  <a:lnTo>
                    <a:pt x="28819" y="99472"/>
                  </a:lnTo>
                  <a:cubicBezTo>
                    <a:pt x="28693" y="99409"/>
                    <a:pt x="28566" y="99345"/>
                    <a:pt x="28439" y="99282"/>
                  </a:cubicBezTo>
                  <a:close/>
                  <a:moveTo>
                    <a:pt x="29168" y="99630"/>
                  </a:moveTo>
                  <a:lnTo>
                    <a:pt x="29105" y="99789"/>
                  </a:lnTo>
                  <a:cubicBezTo>
                    <a:pt x="29231" y="99852"/>
                    <a:pt x="29358" y="99915"/>
                    <a:pt x="29485" y="99979"/>
                  </a:cubicBezTo>
                  <a:lnTo>
                    <a:pt x="29548" y="99820"/>
                  </a:lnTo>
                  <a:cubicBezTo>
                    <a:pt x="29421" y="99757"/>
                    <a:pt x="29295" y="99694"/>
                    <a:pt x="29168" y="99630"/>
                  </a:cubicBezTo>
                  <a:close/>
                  <a:moveTo>
                    <a:pt x="29928" y="100010"/>
                  </a:moveTo>
                  <a:lnTo>
                    <a:pt x="29833" y="100137"/>
                  </a:lnTo>
                  <a:cubicBezTo>
                    <a:pt x="29960" y="100201"/>
                    <a:pt x="30086" y="100264"/>
                    <a:pt x="30213" y="100327"/>
                  </a:cubicBezTo>
                  <a:lnTo>
                    <a:pt x="30276" y="100169"/>
                  </a:lnTo>
                  <a:cubicBezTo>
                    <a:pt x="30150" y="100137"/>
                    <a:pt x="30055" y="100074"/>
                    <a:pt x="29928" y="100010"/>
                  </a:cubicBezTo>
                  <a:close/>
                  <a:moveTo>
                    <a:pt x="30656" y="100359"/>
                  </a:moveTo>
                  <a:lnTo>
                    <a:pt x="30593" y="100517"/>
                  </a:lnTo>
                  <a:cubicBezTo>
                    <a:pt x="30720" y="100549"/>
                    <a:pt x="30846" y="100612"/>
                    <a:pt x="30973" y="100676"/>
                  </a:cubicBezTo>
                  <a:lnTo>
                    <a:pt x="31036" y="100517"/>
                  </a:lnTo>
                  <a:cubicBezTo>
                    <a:pt x="30910" y="100454"/>
                    <a:pt x="30783" y="100422"/>
                    <a:pt x="30656" y="100359"/>
                  </a:cubicBezTo>
                  <a:close/>
                  <a:moveTo>
                    <a:pt x="31416" y="100676"/>
                  </a:moveTo>
                  <a:lnTo>
                    <a:pt x="31353" y="100834"/>
                  </a:lnTo>
                  <a:cubicBezTo>
                    <a:pt x="31480" y="100897"/>
                    <a:pt x="31575" y="100961"/>
                    <a:pt x="31701" y="100992"/>
                  </a:cubicBezTo>
                  <a:lnTo>
                    <a:pt x="31765" y="100866"/>
                  </a:lnTo>
                  <a:cubicBezTo>
                    <a:pt x="31670" y="100802"/>
                    <a:pt x="31543" y="100739"/>
                    <a:pt x="31416" y="100676"/>
                  </a:cubicBezTo>
                  <a:close/>
                  <a:moveTo>
                    <a:pt x="32145" y="101024"/>
                  </a:moveTo>
                  <a:lnTo>
                    <a:pt x="32081" y="101182"/>
                  </a:lnTo>
                  <a:cubicBezTo>
                    <a:pt x="32208" y="101214"/>
                    <a:pt x="32335" y="101277"/>
                    <a:pt x="32461" y="101341"/>
                  </a:cubicBezTo>
                  <a:lnTo>
                    <a:pt x="32525" y="101182"/>
                  </a:lnTo>
                  <a:cubicBezTo>
                    <a:pt x="32398" y="101119"/>
                    <a:pt x="32271" y="101056"/>
                    <a:pt x="32145" y="101024"/>
                  </a:cubicBezTo>
                  <a:close/>
                  <a:moveTo>
                    <a:pt x="32905" y="101341"/>
                  </a:moveTo>
                  <a:lnTo>
                    <a:pt x="32841" y="101467"/>
                  </a:lnTo>
                  <a:lnTo>
                    <a:pt x="33221" y="101626"/>
                  </a:lnTo>
                  <a:lnTo>
                    <a:pt x="33285" y="101467"/>
                  </a:lnTo>
                  <a:cubicBezTo>
                    <a:pt x="33158" y="101436"/>
                    <a:pt x="33031" y="101372"/>
                    <a:pt x="32905" y="101341"/>
                  </a:cubicBezTo>
                  <a:close/>
                  <a:moveTo>
                    <a:pt x="33665" y="101626"/>
                  </a:moveTo>
                  <a:lnTo>
                    <a:pt x="33602" y="101784"/>
                  </a:lnTo>
                  <a:cubicBezTo>
                    <a:pt x="33728" y="101847"/>
                    <a:pt x="33855" y="101879"/>
                    <a:pt x="33982" y="101942"/>
                  </a:cubicBezTo>
                  <a:lnTo>
                    <a:pt x="34045" y="101784"/>
                  </a:lnTo>
                  <a:cubicBezTo>
                    <a:pt x="33918" y="101721"/>
                    <a:pt x="33792" y="101689"/>
                    <a:pt x="33665" y="101626"/>
                  </a:cubicBezTo>
                  <a:close/>
                  <a:moveTo>
                    <a:pt x="34425" y="101911"/>
                  </a:moveTo>
                  <a:lnTo>
                    <a:pt x="34393" y="102069"/>
                  </a:lnTo>
                  <a:cubicBezTo>
                    <a:pt x="34520" y="102132"/>
                    <a:pt x="34647" y="102164"/>
                    <a:pt x="34773" y="102227"/>
                  </a:cubicBezTo>
                  <a:lnTo>
                    <a:pt x="34805" y="102069"/>
                  </a:lnTo>
                  <a:cubicBezTo>
                    <a:pt x="34678" y="102006"/>
                    <a:pt x="34552" y="101974"/>
                    <a:pt x="34425" y="101911"/>
                  </a:cubicBezTo>
                  <a:close/>
                  <a:moveTo>
                    <a:pt x="35217" y="102196"/>
                  </a:moveTo>
                  <a:lnTo>
                    <a:pt x="35153" y="102354"/>
                  </a:lnTo>
                  <a:cubicBezTo>
                    <a:pt x="35280" y="102386"/>
                    <a:pt x="35407" y="102449"/>
                    <a:pt x="35533" y="102481"/>
                  </a:cubicBezTo>
                  <a:lnTo>
                    <a:pt x="35597" y="102322"/>
                  </a:lnTo>
                  <a:cubicBezTo>
                    <a:pt x="35470" y="102291"/>
                    <a:pt x="35343" y="102227"/>
                    <a:pt x="35217" y="102196"/>
                  </a:cubicBezTo>
                  <a:close/>
                  <a:moveTo>
                    <a:pt x="35977" y="102449"/>
                  </a:moveTo>
                  <a:lnTo>
                    <a:pt x="35913" y="102607"/>
                  </a:lnTo>
                  <a:cubicBezTo>
                    <a:pt x="36040" y="102671"/>
                    <a:pt x="36198" y="102702"/>
                    <a:pt x="36325" y="102734"/>
                  </a:cubicBezTo>
                  <a:lnTo>
                    <a:pt x="36357" y="102576"/>
                  </a:lnTo>
                  <a:cubicBezTo>
                    <a:pt x="36230" y="102544"/>
                    <a:pt x="36103" y="102512"/>
                    <a:pt x="35977" y="102449"/>
                  </a:cubicBezTo>
                  <a:close/>
                  <a:moveTo>
                    <a:pt x="36768" y="102734"/>
                  </a:moveTo>
                  <a:lnTo>
                    <a:pt x="36705" y="102861"/>
                  </a:lnTo>
                  <a:cubicBezTo>
                    <a:pt x="36832" y="102924"/>
                    <a:pt x="36958" y="102956"/>
                    <a:pt x="37085" y="102987"/>
                  </a:cubicBezTo>
                  <a:lnTo>
                    <a:pt x="37148" y="102829"/>
                  </a:lnTo>
                  <a:cubicBezTo>
                    <a:pt x="37022" y="102797"/>
                    <a:pt x="36895" y="102766"/>
                    <a:pt x="36768" y="102734"/>
                  </a:cubicBezTo>
                  <a:close/>
                  <a:moveTo>
                    <a:pt x="37528" y="102956"/>
                  </a:moveTo>
                  <a:lnTo>
                    <a:pt x="37497" y="103114"/>
                  </a:lnTo>
                  <a:cubicBezTo>
                    <a:pt x="37623" y="103146"/>
                    <a:pt x="37750" y="103177"/>
                    <a:pt x="37877" y="103241"/>
                  </a:cubicBezTo>
                  <a:lnTo>
                    <a:pt x="37940" y="103082"/>
                  </a:lnTo>
                  <a:cubicBezTo>
                    <a:pt x="37814" y="103019"/>
                    <a:pt x="37655" y="102987"/>
                    <a:pt x="37528" y="102956"/>
                  </a:cubicBezTo>
                  <a:close/>
                  <a:moveTo>
                    <a:pt x="38320" y="103177"/>
                  </a:moveTo>
                  <a:lnTo>
                    <a:pt x="38257" y="103336"/>
                  </a:lnTo>
                  <a:cubicBezTo>
                    <a:pt x="38415" y="103367"/>
                    <a:pt x="38542" y="103431"/>
                    <a:pt x="38669" y="103462"/>
                  </a:cubicBezTo>
                  <a:lnTo>
                    <a:pt x="38700" y="103304"/>
                  </a:lnTo>
                  <a:cubicBezTo>
                    <a:pt x="38574" y="103272"/>
                    <a:pt x="38447" y="103209"/>
                    <a:pt x="38320" y="103177"/>
                  </a:cubicBezTo>
                  <a:close/>
                  <a:moveTo>
                    <a:pt x="39112" y="103399"/>
                  </a:moveTo>
                  <a:lnTo>
                    <a:pt x="39080" y="103557"/>
                  </a:lnTo>
                  <a:cubicBezTo>
                    <a:pt x="39207" y="103589"/>
                    <a:pt x="39334" y="103621"/>
                    <a:pt x="39460" y="103652"/>
                  </a:cubicBezTo>
                  <a:lnTo>
                    <a:pt x="39492" y="103494"/>
                  </a:lnTo>
                  <a:cubicBezTo>
                    <a:pt x="39365" y="103462"/>
                    <a:pt x="39239" y="103431"/>
                    <a:pt x="39112" y="103399"/>
                  </a:cubicBezTo>
                  <a:close/>
                  <a:moveTo>
                    <a:pt x="39904" y="103589"/>
                  </a:moveTo>
                  <a:lnTo>
                    <a:pt x="39840" y="103747"/>
                  </a:lnTo>
                  <a:cubicBezTo>
                    <a:pt x="39999" y="103779"/>
                    <a:pt x="40125" y="103842"/>
                    <a:pt x="40252" y="103874"/>
                  </a:cubicBezTo>
                  <a:lnTo>
                    <a:pt x="40284" y="103716"/>
                  </a:lnTo>
                  <a:cubicBezTo>
                    <a:pt x="40157" y="103684"/>
                    <a:pt x="40030" y="103652"/>
                    <a:pt x="39904" y="103589"/>
                  </a:cubicBezTo>
                  <a:close/>
                  <a:moveTo>
                    <a:pt x="40695" y="103811"/>
                  </a:moveTo>
                  <a:lnTo>
                    <a:pt x="40664" y="103969"/>
                  </a:lnTo>
                  <a:cubicBezTo>
                    <a:pt x="40790" y="104001"/>
                    <a:pt x="40917" y="104001"/>
                    <a:pt x="41044" y="104032"/>
                  </a:cubicBezTo>
                  <a:lnTo>
                    <a:pt x="41075" y="103874"/>
                  </a:lnTo>
                  <a:cubicBezTo>
                    <a:pt x="40949" y="103874"/>
                    <a:pt x="40822" y="103842"/>
                    <a:pt x="40695" y="103811"/>
                  </a:cubicBezTo>
                  <a:close/>
                  <a:moveTo>
                    <a:pt x="41487" y="103969"/>
                  </a:moveTo>
                  <a:lnTo>
                    <a:pt x="41455" y="104127"/>
                  </a:lnTo>
                  <a:cubicBezTo>
                    <a:pt x="41582" y="104159"/>
                    <a:pt x="41740" y="104191"/>
                    <a:pt x="41867" y="104222"/>
                  </a:cubicBezTo>
                  <a:lnTo>
                    <a:pt x="41899" y="104064"/>
                  </a:lnTo>
                  <a:cubicBezTo>
                    <a:pt x="41772" y="104032"/>
                    <a:pt x="41614" y="104001"/>
                    <a:pt x="41487" y="103969"/>
                  </a:cubicBezTo>
                  <a:close/>
                  <a:moveTo>
                    <a:pt x="63782" y="104001"/>
                  </a:moveTo>
                  <a:cubicBezTo>
                    <a:pt x="63624" y="104032"/>
                    <a:pt x="63497" y="104064"/>
                    <a:pt x="63370" y="104064"/>
                  </a:cubicBezTo>
                  <a:lnTo>
                    <a:pt x="63402" y="104222"/>
                  </a:lnTo>
                  <a:cubicBezTo>
                    <a:pt x="63529" y="104191"/>
                    <a:pt x="63655" y="104191"/>
                    <a:pt x="63814" y="104159"/>
                  </a:cubicBezTo>
                  <a:lnTo>
                    <a:pt x="63782" y="104001"/>
                  </a:lnTo>
                  <a:close/>
                  <a:moveTo>
                    <a:pt x="42279" y="104127"/>
                  </a:moveTo>
                  <a:lnTo>
                    <a:pt x="42247" y="104317"/>
                  </a:lnTo>
                  <a:cubicBezTo>
                    <a:pt x="42406" y="104317"/>
                    <a:pt x="42532" y="104349"/>
                    <a:pt x="42659" y="104381"/>
                  </a:cubicBezTo>
                  <a:lnTo>
                    <a:pt x="42691" y="104222"/>
                  </a:lnTo>
                  <a:cubicBezTo>
                    <a:pt x="42564" y="104191"/>
                    <a:pt x="42437" y="104159"/>
                    <a:pt x="42279" y="104127"/>
                  </a:cubicBezTo>
                  <a:close/>
                  <a:moveTo>
                    <a:pt x="62959" y="104159"/>
                  </a:moveTo>
                  <a:cubicBezTo>
                    <a:pt x="62832" y="104191"/>
                    <a:pt x="62705" y="104222"/>
                    <a:pt x="62579" y="104222"/>
                  </a:cubicBezTo>
                  <a:lnTo>
                    <a:pt x="62610" y="104412"/>
                  </a:lnTo>
                  <a:cubicBezTo>
                    <a:pt x="62737" y="104381"/>
                    <a:pt x="62864" y="104349"/>
                    <a:pt x="62990" y="104317"/>
                  </a:cubicBezTo>
                  <a:lnTo>
                    <a:pt x="62959" y="104159"/>
                  </a:lnTo>
                  <a:close/>
                  <a:moveTo>
                    <a:pt x="43102" y="104286"/>
                  </a:moveTo>
                  <a:lnTo>
                    <a:pt x="43071" y="104476"/>
                  </a:lnTo>
                  <a:lnTo>
                    <a:pt x="43482" y="104539"/>
                  </a:lnTo>
                  <a:lnTo>
                    <a:pt x="43482" y="104381"/>
                  </a:lnTo>
                  <a:cubicBezTo>
                    <a:pt x="43356" y="104349"/>
                    <a:pt x="43229" y="104317"/>
                    <a:pt x="43102" y="104286"/>
                  </a:cubicBezTo>
                  <a:close/>
                  <a:moveTo>
                    <a:pt x="62167" y="104317"/>
                  </a:moveTo>
                  <a:lnTo>
                    <a:pt x="61755" y="104381"/>
                  </a:lnTo>
                  <a:lnTo>
                    <a:pt x="61787" y="104539"/>
                  </a:lnTo>
                  <a:lnTo>
                    <a:pt x="62199" y="104476"/>
                  </a:lnTo>
                  <a:lnTo>
                    <a:pt x="62167" y="104317"/>
                  </a:lnTo>
                  <a:close/>
                  <a:moveTo>
                    <a:pt x="43894" y="104444"/>
                  </a:moveTo>
                  <a:lnTo>
                    <a:pt x="43862" y="104602"/>
                  </a:lnTo>
                  <a:cubicBezTo>
                    <a:pt x="44021" y="104634"/>
                    <a:pt x="44147" y="104634"/>
                    <a:pt x="44274" y="104666"/>
                  </a:cubicBezTo>
                  <a:lnTo>
                    <a:pt x="44306" y="104507"/>
                  </a:lnTo>
                  <a:cubicBezTo>
                    <a:pt x="44179" y="104476"/>
                    <a:pt x="44021" y="104476"/>
                    <a:pt x="43894" y="104444"/>
                  </a:cubicBezTo>
                  <a:close/>
                  <a:moveTo>
                    <a:pt x="61375" y="104444"/>
                  </a:moveTo>
                  <a:cubicBezTo>
                    <a:pt x="61217" y="104476"/>
                    <a:pt x="61090" y="104507"/>
                    <a:pt x="60964" y="104507"/>
                  </a:cubicBezTo>
                  <a:lnTo>
                    <a:pt x="60995" y="104666"/>
                  </a:lnTo>
                  <a:cubicBezTo>
                    <a:pt x="61122" y="104666"/>
                    <a:pt x="61249" y="104634"/>
                    <a:pt x="61407" y="104602"/>
                  </a:cubicBezTo>
                  <a:lnTo>
                    <a:pt x="61375" y="104444"/>
                  </a:lnTo>
                  <a:close/>
                  <a:moveTo>
                    <a:pt x="44717" y="104571"/>
                  </a:moveTo>
                  <a:lnTo>
                    <a:pt x="44686" y="104729"/>
                  </a:lnTo>
                  <a:lnTo>
                    <a:pt x="45097" y="104792"/>
                  </a:lnTo>
                  <a:lnTo>
                    <a:pt x="45097" y="104634"/>
                  </a:lnTo>
                  <a:lnTo>
                    <a:pt x="44717" y="104571"/>
                  </a:lnTo>
                  <a:close/>
                  <a:moveTo>
                    <a:pt x="60552" y="104571"/>
                  </a:moveTo>
                  <a:lnTo>
                    <a:pt x="60140" y="104634"/>
                  </a:lnTo>
                  <a:lnTo>
                    <a:pt x="60172" y="104792"/>
                  </a:lnTo>
                  <a:lnTo>
                    <a:pt x="60584" y="104729"/>
                  </a:lnTo>
                  <a:lnTo>
                    <a:pt x="60552" y="104571"/>
                  </a:lnTo>
                  <a:close/>
                  <a:moveTo>
                    <a:pt x="45509" y="104697"/>
                  </a:moveTo>
                  <a:lnTo>
                    <a:pt x="45477" y="104856"/>
                  </a:lnTo>
                  <a:cubicBezTo>
                    <a:pt x="45636" y="104856"/>
                    <a:pt x="45762" y="104887"/>
                    <a:pt x="45889" y="104887"/>
                  </a:cubicBezTo>
                  <a:lnTo>
                    <a:pt x="45921" y="104729"/>
                  </a:lnTo>
                  <a:cubicBezTo>
                    <a:pt x="45794" y="104729"/>
                    <a:pt x="45636" y="104697"/>
                    <a:pt x="45509" y="104697"/>
                  </a:cubicBezTo>
                  <a:close/>
                  <a:moveTo>
                    <a:pt x="59760" y="104697"/>
                  </a:moveTo>
                  <a:cubicBezTo>
                    <a:pt x="59602" y="104697"/>
                    <a:pt x="59475" y="104729"/>
                    <a:pt x="59348" y="104761"/>
                  </a:cubicBezTo>
                  <a:lnTo>
                    <a:pt x="59380" y="104919"/>
                  </a:lnTo>
                  <a:cubicBezTo>
                    <a:pt x="59507" y="104887"/>
                    <a:pt x="59633" y="104887"/>
                    <a:pt x="59760" y="104856"/>
                  </a:cubicBezTo>
                  <a:lnTo>
                    <a:pt x="59760" y="104697"/>
                  </a:lnTo>
                  <a:close/>
                  <a:moveTo>
                    <a:pt x="46332" y="104792"/>
                  </a:moveTo>
                  <a:lnTo>
                    <a:pt x="46301" y="104951"/>
                  </a:lnTo>
                  <a:cubicBezTo>
                    <a:pt x="46427" y="104983"/>
                    <a:pt x="46586" y="104983"/>
                    <a:pt x="46713" y="105014"/>
                  </a:cubicBezTo>
                  <a:lnTo>
                    <a:pt x="46744" y="104824"/>
                  </a:lnTo>
                  <a:cubicBezTo>
                    <a:pt x="46586" y="104824"/>
                    <a:pt x="46459" y="104792"/>
                    <a:pt x="46332" y="104792"/>
                  </a:cubicBezTo>
                  <a:close/>
                  <a:moveTo>
                    <a:pt x="58937" y="104792"/>
                  </a:moveTo>
                  <a:cubicBezTo>
                    <a:pt x="58810" y="104824"/>
                    <a:pt x="58683" y="104824"/>
                    <a:pt x="58525" y="104856"/>
                  </a:cubicBezTo>
                  <a:lnTo>
                    <a:pt x="58557" y="105014"/>
                  </a:lnTo>
                  <a:cubicBezTo>
                    <a:pt x="58683" y="104983"/>
                    <a:pt x="58842" y="104983"/>
                    <a:pt x="58968" y="104951"/>
                  </a:cubicBezTo>
                  <a:lnTo>
                    <a:pt x="58937" y="104792"/>
                  </a:lnTo>
                  <a:close/>
                  <a:moveTo>
                    <a:pt x="47124" y="104887"/>
                  </a:moveTo>
                  <a:lnTo>
                    <a:pt x="47124" y="105046"/>
                  </a:lnTo>
                  <a:cubicBezTo>
                    <a:pt x="47251" y="105046"/>
                    <a:pt x="47378" y="105078"/>
                    <a:pt x="47536" y="105078"/>
                  </a:cubicBezTo>
                  <a:lnTo>
                    <a:pt x="47536" y="104919"/>
                  </a:lnTo>
                  <a:cubicBezTo>
                    <a:pt x="47409" y="104919"/>
                    <a:pt x="47283" y="104887"/>
                    <a:pt x="47124" y="104887"/>
                  </a:cubicBezTo>
                  <a:close/>
                  <a:moveTo>
                    <a:pt x="58145" y="104887"/>
                  </a:moveTo>
                  <a:cubicBezTo>
                    <a:pt x="57987" y="104887"/>
                    <a:pt x="57860" y="104919"/>
                    <a:pt x="57733" y="104919"/>
                  </a:cubicBezTo>
                  <a:lnTo>
                    <a:pt x="57733" y="105078"/>
                  </a:lnTo>
                  <a:cubicBezTo>
                    <a:pt x="57860" y="105078"/>
                    <a:pt x="58018" y="105078"/>
                    <a:pt x="58145" y="105046"/>
                  </a:cubicBezTo>
                  <a:lnTo>
                    <a:pt x="58145" y="104887"/>
                  </a:lnTo>
                  <a:close/>
                  <a:moveTo>
                    <a:pt x="47948" y="104951"/>
                  </a:moveTo>
                  <a:lnTo>
                    <a:pt x="47948" y="105109"/>
                  </a:lnTo>
                  <a:cubicBezTo>
                    <a:pt x="48074" y="105141"/>
                    <a:pt x="48201" y="105141"/>
                    <a:pt x="48328" y="105173"/>
                  </a:cubicBezTo>
                  <a:lnTo>
                    <a:pt x="48359" y="104983"/>
                  </a:lnTo>
                  <a:lnTo>
                    <a:pt x="47948" y="104951"/>
                  </a:lnTo>
                  <a:close/>
                  <a:moveTo>
                    <a:pt x="57322" y="104983"/>
                  </a:moveTo>
                  <a:lnTo>
                    <a:pt x="56910" y="105014"/>
                  </a:lnTo>
                  <a:lnTo>
                    <a:pt x="56942" y="105173"/>
                  </a:lnTo>
                  <a:cubicBezTo>
                    <a:pt x="57068" y="105141"/>
                    <a:pt x="57195" y="105141"/>
                    <a:pt x="57322" y="105141"/>
                  </a:cubicBezTo>
                  <a:lnTo>
                    <a:pt x="57322" y="104983"/>
                  </a:lnTo>
                  <a:close/>
                  <a:moveTo>
                    <a:pt x="48771" y="105014"/>
                  </a:moveTo>
                  <a:lnTo>
                    <a:pt x="48739" y="105204"/>
                  </a:lnTo>
                  <a:lnTo>
                    <a:pt x="49151" y="105204"/>
                  </a:lnTo>
                  <a:lnTo>
                    <a:pt x="49183" y="105046"/>
                  </a:lnTo>
                  <a:cubicBezTo>
                    <a:pt x="49024" y="105046"/>
                    <a:pt x="48898" y="105046"/>
                    <a:pt x="48771" y="105014"/>
                  </a:cubicBezTo>
                  <a:close/>
                  <a:moveTo>
                    <a:pt x="56087" y="105046"/>
                  </a:moveTo>
                  <a:lnTo>
                    <a:pt x="56118" y="105236"/>
                  </a:lnTo>
                  <a:cubicBezTo>
                    <a:pt x="56245" y="105204"/>
                    <a:pt x="56372" y="105204"/>
                    <a:pt x="56530" y="105204"/>
                  </a:cubicBezTo>
                  <a:lnTo>
                    <a:pt x="56498" y="105046"/>
                  </a:lnTo>
                  <a:close/>
                  <a:moveTo>
                    <a:pt x="49563" y="105078"/>
                  </a:moveTo>
                  <a:lnTo>
                    <a:pt x="49563" y="105236"/>
                  </a:lnTo>
                  <a:cubicBezTo>
                    <a:pt x="49689" y="105236"/>
                    <a:pt x="49848" y="105268"/>
                    <a:pt x="49974" y="105268"/>
                  </a:cubicBezTo>
                  <a:lnTo>
                    <a:pt x="49974" y="105109"/>
                  </a:lnTo>
                  <a:cubicBezTo>
                    <a:pt x="49848" y="105109"/>
                    <a:pt x="49721" y="105078"/>
                    <a:pt x="49563" y="105078"/>
                  </a:cubicBezTo>
                  <a:close/>
                  <a:moveTo>
                    <a:pt x="55707" y="105078"/>
                  </a:moveTo>
                  <a:cubicBezTo>
                    <a:pt x="55548" y="105109"/>
                    <a:pt x="55422" y="105109"/>
                    <a:pt x="55295" y="105109"/>
                  </a:cubicBezTo>
                  <a:lnTo>
                    <a:pt x="55295" y="105268"/>
                  </a:lnTo>
                  <a:cubicBezTo>
                    <a:pt x="55422" y="105268"/>
                    <a:pt x="55580" y="105268"/>
                    <a:pt x="55707" y="105236"/>
                  </a:cubicBezTo>
                  <a:lnTo>
                    <a:pt x="55707" y="105078"/>
                  </a:lnTo>
                  <a:close/>
                  <a:moveTo>
                    <a:pt x="50386" y="105109"/>
                  </a:moveTo>
                  <a:lnTo>
                    <a:pt x="50386" y="105299"/>
                  </a:lnTo>
                  <a:lnTo>
                    <a:pt x="50798" y="105299"/>
                  </a:lnTo>
                  <a:lnTo>
                    <a:pt x="50798" y="105141"/>
                  </a:lnTo>
                  <a:cubicBezTo>
                    <a:pt x="50671" y="105141"/>
                    <a:pt x="50513" y="105141"/>
                    <a:pt x="50386" y="105109"/>
                  </a:cubicBezTo>
                  <a:close/>
                  <a:moveTo>
                    <a:pt x="54471" y="105141"/>
                  </a:moveTo>
                  <a:lnTo>
                    <a:pt x="54471" y="105299"/>
                  </a:lnTo>
                  <a:lnTo>
                    <a:pt x="54883" y="105299"/>
                  </a:lnTo>
                  <a:lnTo>
                    <a:pt x="54883" y="105141"/>
                  </a:lnTo>
                  <a:close/>
                  <a:moveTo>
                    <a:pt x="51210" y="105141"/>
                  </a:moveTo>
                  <a:lnTo>
                    <a:pt x="51210" y="105331"/>
                  </a:lnTo>
                  <a:lnTo>
                    <a:pt x="51621" y="105331"/>
                  </a:lnTo>
                  <a:lnTo>
                    <a:pt x="51621" y="105173"/>
                  </a:lnTo>
                  <a:cubicBezTo>
                    <a:pt x="51495" y="105173"/>
                    <a:pt x="51336" y="105141"/>
                    <a:pt x="51210" y="105141"/>
                  </a:cubicBezTo>
                  <a:close/>
                  <a:moveTo>
                    <a:pt x="52033" y="105173"/>
                  </a:moveTo>
                  <a:lnTo>
                    <a:pt x="52033" y="105331"/>
                  </a:lnTo>
                  <a:lnTo>
                    <a:pt x="52445" y="105331"/>
                  </a:lnTo>
                  <a:lnTo>
                    <a:pt x="52445" y="105173"/>
                  </a:lnTo>
                  <a:close/>
                  <a:moveTo>
                    <a:pt x="52825" y="105173"/>
                  </a:moveTo>
                  <a:lnTo>
                    <a:pt x="52825" y="105331"/>
                  </a:lnTo>
                  <a:lnTo>
                    <a:pt x="53236" y="105331"/>
                  </a:lnTo>
                  <a:lnTo>
                    <a:pt x="53236" y="105173"/>
                  </a:lnTo>
                  <a:close/>
                  <a:moveTo>
                    <a:pt x="54060" y="105141"/>
                  </a:moveTo>
                  <a:cubicBezTo>
                    <a:pt x="53933" y="105173"/>
                    <a:pt x="53806" y="105173"/>
                    <a:pt x="53648" y="105173"/>
                  </a:cubicBezTo>
                  <a:lnTo>
                    <a:pt x="53648" y="105331"/>
                  </a:lnTo>
                  <a:lnTo>
                    <a:pt x="54060" y="105331"/>
                  </a:lnTo>
                  <a:lnTo>
                    <a:pt x="54060" y="10514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4029700" y="4195100"/>
              <a:ext cx="6350" cy="4775"/>
            </a:xfrm>
            <a:custGeom>
              <a:avLst/>
              <a:gdLst/>
              <a:ahLst/>
              <a:cxnLst/>
              <a:rect l="l" t="t" r="r" b="b"/>
              <a:pathLst>
                <a:path w="254" h="191" extrusionOk="0">
                  <a:moveTo>
                    <a:pt x="222" y="0"/>
                  </a:moveTo>
                  <a:cubicBezTo>
                    <a:pt x="127" y="0"/>
                    <a:pt x="64" y="0"/>
                    <a:pt x="0" y="32"/>
                  </a:cubicBezTo>
                  <a:lnTo>
                    <a:pt x="32" y="190"/>
                  </a:lnTo>
                  <a:cubicBezTo>
                    <a:pt x="95" y="190"/>
                    <a:pt x="159" y="158"/>
                    <a:pt x="254" y="158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2459700" y="1628325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5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2681375" y="1800125"/>
              <a:ext cx="66525" cy="79200"/>
            </a:xfrm>
            <a:custGeom>
              <a:avLst/>
              <a:gdLst/>
              <a:ahLst/>
              <a:cxnLst/>
              <a:rect l="l" t="t" r="r" b="b"/>
              <a:pathLst>
                <a:path w="2661" h="3168" extrusionOk="0">
                  <a:moveTo>
                    <a:pt x="1" y="1"/>
                  </a:moveTo>
                  <a:lnTo>
                    <a:pt x="1" y="3168"/>
                  </a:lnTo>
                  <a:lnTo>
                    <a:pt x="2661" y="3168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2724125" y="1842875"/>
              <a:ext cx="13500" cy="13500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91" y="1"/>
                    <a:pt x="128" y="32"/>
                    <a:pt x="96" y="64"/>
                  </a:cubicBezTo>
                  <a:cubicBezTo>
                    <a:pt x="33" y="127"/>
                    <a:pt x="1" y="191"/>
                    <a:pt x="1" y="254"/>
                  </a:cubicBezTo>
                  <a:cubicBezTo>
                    <a:pt x="1" y="349"/>
                    <a:pt x="33" y="413"/>
                    <a:pt x="96" y="476"/>
                  </a:cubicBezTo>
                  <a:cubicBezTo>
                    <a:pt x="128" y="508"/>
                    <a:pt x="191" y="539"/>
                    <a:pt x="286" y="539"/>
                  </a:cubicBezTo>
                  <a:cubicBezTo>
                    <a:pt x="349" y="539"/>
                    <a:pt x="413" y="508"/>
                    <a:pt x="476" y="476"/>
                  </a:cubicBezTo>
                  <a:cubicBezTo>
                    <a:pt x="508" y="413"/>
                    <a:pt x="539" y="349"/>
                    <a:pt x="539" y="254"/>
                  </a:cubicBezTo>
                  <a:cubicBezTo>
                    <a:pt x="539" y="191"/>
                    <a:pt x="508" y="127"/>
                    <a:pt x="476" y="64"/>
                  </a:cubicBezTo>
                  <a:cubicBezTo>
                    <a:pt x="413" y="32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69B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2714625" y="1742325"/>
              <a:ext cx="61800" cy="205100"/>
            </a:xfrm>
            <a:custGeom>
              <a:avLst/>
              <a:gdLst/>
              <a:ahLst/>
              <a:cxnLst/>
              <a:rect l="l" t="t" r="r" b="b"/>
              <a:pathLst>
                <a:path w="2472" h="8204" extrusionOk="0">
                  <a:moveTo>
                    <a:pt x="666" y="3769"/>
                  </a:moveTo>
                  <a:cubicBezTo>
                    <a:pt x="824" y="3769"/>
                    <a:pt x="951" y="3833"/>
                    <a:pt x="1046" y="3928"/>
                  </a:cubicBezTo>
                  <a:cubicBezTo>
                    <a:pt x="1141" y="4023"/>
                    <a:pt x="1173" y="4149"/>
                    <a:pt x="1173" y="4276"/>
                  </a:cubicBezTo>
                  <a:cubicBezTo>
                    <a:pt x="1173" y="4435"/>
                    <a:pt x="1141" y="4561"/>
                    <a:pt x="1046" y="4656"/>
                  </a:cubicBezTo>
                  <a:cubicBezTo>
                    <a:pt x="951" y="4751"/>
                    <a:pt x="824" y="4815"/>
                    <a:pt x="666" y="4815"/>
                  </a:cubicBezTo>
                  <a:cubicBezTo>
                    <a:pt x="508" y="4815"/>
                    <a:pt x="381" y="4751"/>
                    <a:pt x="286" y="4656"/>
                  </a:cubicBezTo>
                  <a:cubicBezTo>
                    <a:pt x="191" y="4561"/>
                    <a:pt x="128" y="4435"/>
                    <a:pt x="128" y="4276"/>
                  </a:cubicBezTo>
                  <a:cubicBezTo>
                    <a:pt x="128" y="4149"/>
                    <a:pt x="191" y="4023"/>
                    <a:pt x="286" y="3928"/>
                  </a:cubicBezTo>
                  <a:cubicBezTo>
                    <a:pt x="381" y="3833"/>
                    <a:pt x="508" y="3769"/>
                    <a:pt x="666" y="3769"/>
                  </a:cubicBez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444" y="2693"/>
                  </a:lnTo>
                  <a:lnTo>
                    <a:pt x="793" y="2693"/>
                  </a:lnTo>
                  <a:lnTo>
                    <a:pt x="1" y="4054"/>
                  </a:lnTo>
                  <a:lnTo>
                    <a:pt x="1" y="8203"/>
                  </a:lnTo>
                  <a:lnTo>
                    <a:pt x="33" y="8203"/>
                  </a:lnTo>
                  <a:lnTo>
                    <a:pt x="2471" y="5480"/>
                  </a:lnTo>
                  <a:lnTo>
                    <a:pt x="1458" y="5480"/>
                  </a:lnTo>
                  <a:lnTo>
                    <a:pt x="1458" y="888"/>
                  </a:lnTo>
                  <a:cubicBezTo>
                    <a:pt x="1458" y="413"/>
                    <a:pt x="1046" y="1"/>
                    <a:pt x="5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2653675" y="1742325"/>
              <a:ext cx="60975" cy="205100"/>
            </a:xfrm>
            <a:custGeom>
              <a:avLst/>
              <a:gdLst/>
              <a:ahLst/>
              <a:cxnLst/>
              <a:rect l="l" t="t" r="r" b="b"/>
              <a:pathLst>
                <a:path w="2439" h="8204" extrusionOk="0">
                  <a:moveTo>
                    <a:pt x="1805" y="2693"/>
                  </a:moveTo>
                  <a:cubicBezTo>
                    <a:pt x="1964" y="2693"/>
                    <a:pt x="2090" y="2756"/>
                    <a:pt x="2185" y="2851"/>
                  </a:cubicBezTo>
                  <a:cubicBezTo>
                    <a:pt x="2281" y="2946"/>
                    <a:pt x="2344" y="3073"/>
                    <a:pt x="2344" y="3231"/>
                  </a:cubicBezTo>
                  <a:cubicBezTo>
                    <a:pt x="2344" y="3358"/>
                    <a:pt x="2281" y="3484"/>
                    <a:pt x="2185" y="3579"/>
                  </a:cubicBezTo>
                  <a:cubicBezTo>
                    <a:pt x="2090" y="3674"/>
                    <a:pt x="1964" y="3738"/>
                    <a:pt x="1805" y="3738"/>
                  </a:cubicBezTo>
                  <a:cubicBezTo>
                    <a:pt x="1647" y="3738"/>
                    <a:pt x="1520" y="3674"/>
                    <a:pt x="1425" y="3579"/>
                  </a:cubicBezTo>
                  <a:cubicBezTo>
                    <a:pt x="1330" y="3484"/>
                    <a:pt x="1299" y="3358"/>
                    <a:pt x="1299" y="3231"/>
                  </a:cubicBezTo>
                  <a:cubicBezTo>
                    <a:pt x="1299" y="3073"/>
                    <a:pt x="1330" y="2946"/>
                    <a:pt x="1425" y="2851"/>
                  </a:cubicBezTo>
                  <a:cubicBezTo>
                    <a:pt x="1520" y="2756"/>
                    <a:pt x="1647" y="2693"/>
                    <a:pt x="1805" y="2693"/>
                  </a:cubicBezTo>
                  <a:close/>
                  <a:moveTo>
                    <a:pt x="1900" y="1"/>
                  </a:moveTo>
                  <a:cubicBezTo>
                    <a:pt x="1425" y="1"/>
                    <a:pt x="1014" y="413"/>
                    <a:pt x="1014" y="888"/>
                  </a:cubicBezTo>
                  <a:lnTo>
                    <a:pt x="1014" y="5480"/>
                  </a:lnTo>
                  <a:lnTo>
                    <a:pt x="0" y="5480"/>
                  </a:lnTo>
                  <a:lnTo>
                    <a:pt x="2439" y="8203"/>
                  </a:lnTo>
                  <a:lnTo>
                    <a:pt x="2439" y="4054"/>
                  </a:lnTo>
                  <a:lnTo>
                    <a:pt x="2027" y="4815"/>
                  </a:lnTo>
                  <a:lnTo>
                    <a:pt x="1679" y="4815"/>
                  </a:lnTo>
                  <a:lnTo>
                    <a:pt x="2439" y="3453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2691675" y="181597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85" y="0"/>
                  </a:moveTo>
                  <a:cubicBezTo>
                    <a:pt x="190" y="0"/>
                    <a:pt x="127" y="32"/>
                    <a:pt x="95" y="63"/>
                  </a:cubicBezTo>
                  <a:cubicBezTo>
                    <a:pt x="32" y="127"/>
                    <a:pt x="0" y="190"/>
                    <a:pt x="0" y="285"/>
                  </a:cubicBezTo>
                  <a:cubicBezTo>
                    <a:pt x="0" y="348"/>
                    <a:pt x="32" y="412"/>
                    <a:pt x="95" y="475"/>
                  </a:cubicBezTo>
                  <a:cubicBezTo>
                    <a:pt x="127" y="507"/>
                    <a:pt x="190" y="538"/>
                    <a:pt x="285" y="538"/>
                  </a:cubicBezTo>
                  <a:cubicBezTo>
                    <a:pt x="349" y="538"/>
                    <a:pt x="412" y="507"/>
                    <a:pt x="475" y="475"/>
                  </a:cubicBezTo>
                  <a:cubicBezTo>
                    <a:pt x="539" y="412"/>
                    <a:pt x="539" y="348"/>
                    <a:pt x="539" y="285"/>
                  </a:cubicBezTo>
                  <a:cubicBezTo>
                    <a:pt x="539" y="190"/>
                    <a:pt x="539" y="127"/>
                    <a:pt x="475" y="63"/>
                  </a:cubicBezTo>
                  <a:cubicBezTo>
                    <a:pt x="412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2724925" y="1842875"/>
              <a:ext cx="12700" cy="13500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159" y="1"/>
                    <a:pt x="96" y="32"/>
                    <a:pt x="64" y="64"/>
                  </a:cubicBezTo>
                  <a:cubicBezTo>
                    <a:pt x="1" y="127"/>
                    <a:pt x="1" y="191"/>
                    <a:pt x="1" y="254"/>
                  </a:cubicBezTo>
                  <a:cubicBezTo>
                    <a:pt x="1" y="349"/>
                    <a:pt x="1" y="413"/>
                    <a:pt x="64" y="476"/>
                  </a:cubicBezTo>
                  <a:cubicBezTo>
                    <a:pt x="96" y="508"/>
                    <a:pt x="159" y="539"/>
                    <a:pt x="254" y="539"/>
                  </a:cubicBezTo>
                  <a:cubicBezTo>
                    <a:pt x="317" y="539"/>
                    <a:pt x="381" y="508"/>
                    <a:pt x="444" y="476"/>
                  </a:cubicBezTo>
                  <a:cubicBezTo>
                    <a:pt x="476" y="413"/>
                    <a:pt x="507" y="349"/>
                    <a:pt x="507" y="254"/>
                  </a:cubicBezTo>
                  <a:cubicBezTo>
                    <a:pt x="507" y="191"/>
                    <a:pt x="476" y="127"/>
                    <a:pt x="444" y="64"/>
                  </a:cubicBezTo>
                  <a:cubicBezTo>
                    <a:pt x="381" y="32"/>
                    <a:pt x="317" y="1"/>
                    <a:pt x="25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2609325" y="1957675"/>
              <a:ext cx="45150" cy="68125"/>
            </a:xfrm>
            <a:custGeom>
              <a:avLst/>
              <a:gdLst/>
              <a:ahLst/>
              <a:cxnLst/>
              <a:rect l="l" t="t" r="r" b="b"/>
              <a:pathLst>
                <a:path w="1806" h="2725" extrusionOk="0">
                  <a:moveTo>
                    <a:pt x="1046" y="1"/>
                  </a:moveTo>
                  <a:cubicBezTo>
                    <a:pt x="413" y="1"/>
                    <a:pt x="33" y="349"/>
                    <a:pt x="33" y="793"/>
                  </a:cubicBezTo>
                  <a:cubicBezTo>
                    <a:pt x="33" y="1173"/>
                    <a:pt x="318" y="1426"/>
                    <a:pt x="761" y="1584"/>
                  </a:cubicBezTo>
                  <a:cubicBezTo>
                    <a:pt x="1078" y="1679"/>
                    <a:pt x="1204" y="1774"/>
                    <a:pt x="1204" y="1964"/>
                  </a:cubicBezTo>
                  <a:cubicBezTo>
                    <a:pt x="1204" y="2123"/>
                    <a:pt x="1046" y="2249"/>
                    <a:pt x="793" y="2249"/>
                  </a:cubicBezTo>
                  <a:cubicBezTo>
                    <a:pt x="539" y="2249"/>
                    <a:pt x="286" y="2154"/>
                    <a:pt x="128" y="2059"/>
                  </a:cubicBezTo>
                  <a:lnTo>
                    <a:pt x="1" y="2566"/>
                  </a:lnTo>
                  <a:cubicBezTo>
                    <a:pt x="159" y="2629"/>
                    <a:pt x="444" y="2724"/>
                    <a:pt x="761" y="2724"/>
                  </a:cubicBezTo>
                  <a:cubicBezTo>
                    <a:pt x="1458" y="2724"/>
                    <a:pt x="1806" y="2344"/>
                    <a:pt x="1806" y="1901"/>
                  </a:cubicBezTo>
                  <a:cubicBezTo>
                    <a:pt x="1806" y="1521"/>
                    <a:pt x="1584" y="1299"/>
                    <a:pt x="1141" y="1109"/>
                  </a:cubicBezTo>
                  <a:cubicBezTo>
                    <a:pt x="793" y="983"/>
                    <a:pt x="634" y="919"/>
                    <a:pt x="634" y="761"/>
                  </a:cubicBezTo>
                  <a:cubicBezTo>
                    <a:pt x="634" y="603"/>
                    <a:pt x="761" y="508"/>
                    <a:pt x="1014" y="508"/>
                  </a:cubicBezTo>
                  <a:cubicBezTo>
                    <a:pt x="1268" y="508"/>
                    <a:pt x="1458" y="571"/>
                    <a:pt x="1584" y="634"/>
                  </a:cubicBezTo>
                  <a:lnTo>
                    <a:pt x="1711" y="159"/>
                  </a:lnTo>
                  <a:cubicBezTo>
                    <a:pt x="1553" y="64"/>
                    <a:pt x="1331" y="1"/>
                    <a:pt x="104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2660000" y="1959275"/>
              <a:ext cx="60200" cy="65725"/>
            </a:xfrm>
            <a:custGeom>
              <a:avLst/>
              <a:gdLst/>
              <a:ahLst/>
              <a:cxnLst/>
              <a:rect l="l" t="t" r="r" b="b"/>
              <a:pathLst>
                <a:path w="2408" h="2629" extrusionOk="0">
                  <a:moveTo>
                    <a:pt x="1172" y="444"/>
                  </a:moveTo>
                  <a:cubicBezTo>
                    <a:pt x="1204" y="602"/>
                    <a:pt x="1267" y="792"/>
                    <a:pt x="1299" y="950"/>
                  </a:cubicBezTo>
                  <a:lnTo>
                    <a:pt x="1457" y="1489"/>
                  </a:lnTo>
                  <a:lnTo>
                    <a:pt x="887" y="1489"/>
                  </a:lnTo>
                  <a:lnTo>
                    <a:pt x="1046" y="950"/>
                  </a:lnTo>
                  <a:cubicBezTo>
                    <a:pt x="1077" y="792"/>
                    <a:pt x="1109" y="602"/>
                    <a:pt x="1172" y="444"/>
                  </a:cubicBezTo>
                  <a:close/>
                  <a:moveTo>
                    <a:pt x="792" y="0"/>
                  </a:moveTo>
                  <a:lnTo>
                    <a:pt x="1" y="2629"/>
                  </a:lnTo>
                  <a:lnTo>
                    <a:pt x="602" y="2629"/>
                  </a:lnTo>
                  <a:lnTo>
                    <a:pt x="792" y="1964"/>
                  </a:lnTo>
                  <a:lnTo>
                    <a:pt x="1552" y="1964"/>
                  </a:lnTo>
                  <a:lnTo>
                    <a:pt x="1742" y="2629"/>
                  </a:lnTo>
                  <a:lnTo>
                    <a:pt x="2408" y="2629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2728875" y="1959275"/>
              <a:ext cx="41200" cy="65725"/>
            </a:xfrm>
            <a:custGeom>
              <a:avLst/>
              <a:gdLst/>
              <a:ahLst/>
              <a:cxnLst/>
              <a:rect l="l" t="t" r="r" b="b"/>
              <a:pathLst>
                <a:path w="1648" h="2629" extrusionOk="0">
                  <a:moveTo>
                    <a:pt x="1" y="0"/>
                  </a:moveTo>
                  <a:lnTo>
                    <a:pt x="1" y="2629"/>
                  </a:lnTo>
                  <a:lnTo>
                    <a:pt x="1648" y="2629"/>
                  </a:lnTo>
                  <a:lnTo>
                    <a:pt x="1648" y="2122"/>
                  </a:lnTo>
                  <a:lnTo>
                    <a:pt x="603" y="212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2778775" y="1959275"/>
              <a:ext cx="41975" cy="65725"/>
            </a:xfrm>
            <a:custGeom>
              <a:avLst/>
              <a:gdLst/>
              <a:ahLst/>
              <a:cxnLst/>
              <a:rect l="l" t="t" r="r" b="b"/>
              <a:pathLst>
                <a:path w="1679" h="2629" extrusionOk="0">
                  <a:moveTo>
                    <a:pt x="0" y="0"/>
                  </a:moveTo>
                  <a:lnTo>
                    <a:pt x="0" y="2629"/>
                  </a:lnTo>
                  <a:lnTo>
                    <a:pt x="1679" y="2629"/>
                  </a:lnTo>
                  <a:lnTo>
                    <a:pt x="1679" y="2122"/>
                  </a:lnTo>
                  <a:lnTo>
                    <a:pt x="602" y="2122"/>
                  </a:lnTo>
                  <a:lnTo>
                    <a:pt x="602" y="1520"/>
                  </a:lnTo>
                  <a:lnTo>
                    <a:pt x="1552" y="1520"/>
                  </a:lnTo>
                  <a:lnTo>
                    <a:pt x="1552" y="1014"/>
                  </a:lnTo>
                  <a:lnTo>
                    <a:pt x="602" y="1014"/>
                  </a:lnTo>
                  <a:lnTo>
                    <a:pt x="602" y="475"/>
                  </a:lnTo>
                  <a:lnTo>
                    <a:pt x="1615" y="47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3090700" y="2602150"/>
              <a:ext cx="1440975" cy="916825"/>
            </a:xfrm>
            <a:custGeom>
              <a:avLst/>
              <a:gdLst/>
              <a:ahLst/>
              <a:cxnLst/>
              <a:rect l="l" t="t" r="r" b="b"/>
              <a:pathLst>
                <a:path w="57639" h="36673" extrusionOk="0">
                  <a:moveTo>
                    <a:pt x="20807" y="0"/>
                  </a:moveTo>
                  <a:cubicBezTo>
                    <a:pt x="20776" y="1552"/>
                    <a:pt x="19160" y="2755"/>
                    <a:pt x="17165" y="2755"/>
                  </a:cubicBezTo>
                  <a:lnTo>
                    <a:pt x="16310" y="2755"/>
                  </a:lnTo>
                  <a:cubicBezTo>
                    <a:pt x="14315" y="2755"/>
                    <a:pt x="12700" y="1552"/>
                    <a:pt x="12668" y="32"/>
                  </a:cubicBezTo>
                  <a:cubicBezTo>
                    <a:pt x="12637" y="1552"/>
                    <a:pt x="11021" y="2755"/>
                    <a:pt x="9026" y="2755"/>
                  </a:cubicBezTo>
                  <a:lnTo>
                    <a:pt x="8171" y="2755"/>
                  </a:lnTo>
                  <a:cubicBezTo>
                    <a:pt x="6176" y="2755"/>
                    <a:pt x="4561" y="1552"/>
                    <a:pt x="4529" y="32"/>
                  </a:cubicBezTo>
                  <a:cubicBezTo>
                    <a:pt x="4529" y="127"/>
                    <a:pt x="4498" y="222"/>
                    <a:pt x="4498" y="317"/>
                  </a:cubicBezTo>
                  <a:cubicBezTo>
                    <a:pt x="4276" y="1679"/>
                    <a:pt x="2756" y="2755"/>
                    <a:pt x="887" y="2755"/>
                  </a:cubicBezTo>
                  <a:lnTo>
                    <a:pt x="1" y="2755"/>
                  </a:lnTo>
                  <a:lnTo>
                    <a:pt x="1" y="36673"/>
                  </a:lnTo>
                  <a:lnTo>
                    <a:pt x="57638" y="36673"/>
                  </a:lnTo>
                  <a:lnTo>
                    <a:pt x="57638" y="2755"/>
                  </a:lnTo>
                  <a:lnTo>
                    <a:pt x="57037" y="2755"/>
                  </a:lnTo>
                  <a:cubicBezTo>
                    <a:pt x="57012" y="2756"/>
                    <a:pt x="56987" y="2756"/>
                    <a:pt x="56962" y="2756"/>
                  </a:cubicBezTo>
                  <a:cubicBezTo>
                    <a:pt x="55001" y="2756"/>
                    <a:pt x="53426" y="1533"/>
                    <a:pt x="53395" y="0"/>
                  </a:cubicBezTo>
                  <a:cubicBezTo>
                    <a:pt x="53395" y="32"/>
                    <a:pt x="53363" y="64"/>
                    <a:pt x="53363" y="64"/>
                  </a:cubicBezTo>
                  <a:lnTo>
                    <a:pt x="53363" y="95"/>
                  </a:lnTo>
                  <a:cubicBezTo>
                    <a:pt x="53268" y="1584"/>
                    <a:pt x="51685" y="2755"/>
                    <a:pt x="49753" y="2755"/>
                  </a:cubicBezTo>
                  <a:lnTo>
                    <a:pt x="48866" y="2755"/>
                  </a:lnTo>
                  <a:cubicBezTo>
                    <a:pt x="46903" y="2755"/>
                    <a:pt x="45287" y="1520"/>
                    <a:pt x="45224" y="0"/>
                  </a:cubicBezTo>
                  <a:cubicBezTo>
                    <a:pt x="45192" y="1552"/>
                    <a:pt x="43577" y="2755"/>
                    <a:pt x="41614" y="2755"/>
                  </a:cubicBezTo>
                  <a:lnTo>
                    <a:pt x="40727" y="2755"/>
                  </a:lnTo>
                  <a:cubicBezTo>
                    <a:pt x="38732" y="2755"/>
                    <a:pt x="37117" y="1520"/>
                    <a:pt x="37085" y="0"/>
                  </a:cubicBezTo>
                  <a:cubicBezTo>
                    <a:pt x="37053" y="1552"/>
                    <a:pt x="35438" y="2755"/>
                    <a:pt x="33443" y="2755"/>
                  </a:cubicBezTo>
                  <a:lnTo>
                    <a:pt x="32588" y="2755"/>
                  </a:lnTo>
                  <a:cubicBezTo>
                    <a:pt x="30593" y="2755"/>
                    <a:pt x="28978" y="1552"/>
                    <a:pt x="28946" y="0"/>
                  </a:cubicBezTo>
                  <a:cubicBezTo>
                    <a:pt x="28915" y="1552"/>
                    <a:pt x="27299" y="2755"/>
                    <a:pt x="25304" y="2755"/>
                  </a:cubicBezTo>
                  <a:lnTo>
                    <a:pt x="24449" y="2755"/>
                  </a:lnTo>
                  <a:cubicBezTo>
                    <a:pt x="22454" y="2755"/>
                    <a:pt x="20839" y="1520"/>
                    <a:pt x="2080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3089900" y="2341675"/>
              <a:ext cx="1440975" cy="330175"/>
            </a:xfrm>
            <a:custGeom>
              <a:avLst/>
              <a:gdLst/>
              <a:ahLst/>
              <a:cxnLst/>
              <a:rect l="l" t="t" r="r" b="b"/>
              <a:pathLst>
                <a:path w="57639" h="13207" extrusionOk="0">
                  <a:moveTo>
                    <a:pt x="1" y="0"/>
                  </a:moveTo>
                  <a:lnTo>
                    <a:pt x="1" y="13206"/>
                  </a:lnTo>
                  <a:lnTo>
                    <a:pt x="919" y="13206"/>
                  </a:lnTo>
                  <a:cubicBezTo>
                    <a:pt x="2756" y="13206"/>
                    <a:pt x="4308" y="12129"/>
                    <a:pt x="4530" y="10736"/>
                  </a:cubicBezTo>
                  <a:cubicBezTo>
                    <a:pt x="4530" y="10641"/>
                    <a:pt x="4561" y="10546"/>
                    <a:pt x="4561" y="10451"/>
                  </a:cubicBezTo>
                  <a:cubicBezTo>
                    <a:pt x="4593" y="11971"/>
                    <a:pt x="6208" y="13206"/>
                    <a:pt x="8172" y="13206"/>
                  </a:cubicBezTo>
                  <a:lnTo>
                    <a:pt x="9058" y="13206"/>
                  </a:lnTo>
                  <a:cubicBezTo>
                    <a:pt x="11022" y="13206"/>
                    <a:pt x="12637" y="11971"/>
                    <a:pt x="12700" y="10451"/>
                  </a:cubicBezTo>
                  <a:cubicBezTo>
                    <a:pt x="12732" y="11971"/>
                    <a:pt x="14347" y="13206"/>
                    <a:pt x="16342" y="13206"/>
                  </a:cubicBezTo>
                  <a:lnTo>
                    <a:pt x="17197" y="13206"/>
                  </a:lnTo>
                  <a:cubicBezTo>
                    <a:pt x="19192" y="13206"/>
                    <a:pt x="20808" y="11971"/>
                    <a:pt x="20839" y="10451"/>
                  </a:cubicBezTo>
                  <a:cubicBezTo>
                    <a:pt x="20871" y="11971"/>
                    <a:pt x="22486" y="13206"/>
                    <a:pt x="24481" y="13206"/>
                  </a:cubicBezTo>
                  <a:lnTo>
                    <a:pt x="25336" y="13206"/>
                  </a:lnTo>
                  <a:cubicBezTo>
                    <a:pt x="27331" y="13206"/>
                    <a:pt x="28947" y="11971"/>
                    <a:pt x="28978" y="10451"/>
                  </a:cubicBezTo>
                  <a:cubicBezTo>
                    <a:pt x="29010" y="11971"/>
                    <a:pt x="30625" y="13206"/>
                    <a:pt x="32620" y="13206"/>
                  </a:cubicBezTo>
                  <a:lnTo>
                    <a:pt x="33475" y="13206"/>
                  </a:lnTo>
                  <a:cubicBezTo>
                    <a:pt x="35470" y="13206"/>
                    <a:pt x="37085" y="11971"/>
                    <a:pt x="37117" y="10451"/>
                  </a:cubicBezTo>
                  <a:cubicBezTo>
                    <a:pt x="37149" y="11971"/>
                    <a:pt x="38764" y="13206"/>
                    <a:pt x="40759" y="13206"/>
                  </a:cubicBezTo>
                  <a:lnTo>
                    <a:pt x="41614" y="13206"/>
                  </a:lnTo>
                  <a:cubicBezTo>
                    <a:pt x="43609" y="13206"/>
                    <a:pt x="45224" y="11971"/>
                    <a:pt x="45256" y="10419"/>
                  </a:cubicBezTo>
                  <a:cubicBezTo>
                    <a:pt x="45288" y="11971"/>
                    <a:pt x="46903" y="13206"/>
                    <a:pt x="48898" y="13206"/>
                  </a:cubicBezTo>
                  <a:lnTo>
                    <a:pt x="49753" y="13206"/>
                  </a:lnTo>
                  <a:cubicBezTo>
                    <a:pt x="51717" y="13206"/>
                    <a:pt x="53300" y="12003"/>
                    <a:pt x="53395" y="10514"/>
                  </a:cubicBezTo>
                  <a:lnTo>
                    <a:pt x="53395" y="10483"/>
                  </a:lnTo>
                  <a:cubicBezTo>
                    <a:pt x="53395" y="10483"/>
                    <a:pt x="53395" y="10451"/>
                    <a:pt x="53395" y="10451"/>
                  </a:cubicBezTo>
                  <a:cubicBezTo>
                    <a:pt x="53427" y="11971"/>
                    <a:pt x="55042" y="13206"/>
                    <a:pt x="57037" y="13206"/>
                  </a:cubicBezTo>
                  <a:lnTo>
                    <a:pt x="57639" y="13206"/>
                  </a:lnTo>
                  <a:lnTo>
                    <a:pt x="576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3262500" y="2613225"/>
              <a:ext cx="1093400" cy="760875"/>
            </a:xfrm>
            <a:custGeom>
              <a:avLst/>
              <a:gdLst/>
              <a:ahLst/>
              <a:cxnLst/>
              <a:rect l="l" t="t" r="r" b="b"/>
              <a:pathLst>
                <a:path w="43736" h="30435" extrusionOk="0">
                  <a:moveTo>
                    <a:pt x="1" y="1"/>
                  </a:moveTo>
                  <a:lnTo>
                    <a:pt x="1" y="30434"/>
                  </a:lnTo>
                  <a:lnTo>
                    <a:pt x="286" y="30434"/>
                  </a:lnTo>
                  <a:lnTo>
                    <a:pt x="43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3269625" y="2613225"/>
              <a:ext cx="1089450" cy="760875"/>
            </a:xfrm>
            <a:custGeom>
              <a:avLst/>
              <a:gdLst/>
              <a:ahLst/>
              <a:cxnLst/>
              <a:rect l="l" t="t" r="r" b="b"/>
              <a:pathLst>
                <a:path w="43578" h="30435" extrusionOk="0">
                  <a:moveTo>
                    <a:pt x="43451" y="1"/>
                  </a:moveTo>
                  <a:lnTo>
                    <a:pt x="1" y="30434"/>
                  </a:lnTo>
                  <a:lnTo>
                    <a:pt x="43578" y="30434"/>
                  </a:lnTo>
                  <a:lnTo>
                    <a:pt x="435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3038450" y="3496800"/>
              <a:ext cx="1544675" cy="122725"/>
            </a:xfrm>
            <a:custGeom>
              <a:avLst/>
              <a:gdLst/>
              <a:ahLst/>
              <a:cxnLst/>
              <a:rect l="l" t="t" r="r" b="b"/>
              <a:pathLst>
                <a:path w="61787" h="4909" extrusionOk="0">
                  <a:moveTo>
                    <a:pt x="2439" y="0"/>
                  </a:moveTo>
                  <a:cubicBezTo>
                    <a:pt x="1077" y="0"/>
                    <a:pt x="0" y="1077"/>
                    <a:pt x="0" y="2439"/>
                  </a:cubicBezTo>
                  <a:cubicBezTo>
                    <a:pt x="0" y="3800"/>
                    <a:pt x="1077" y="4909"/>
                    <a:pt x="2439" y="4909"/>
                  </a:cubicBezTo>
                  <a:lnTo>
                    <a:pt x="59348" y="4909"/>
                  </a:lnTo>
                  <a:cubicBezTo>
                    <a:pt x="60710" y="4909"/>
                    <a:pt x="61787" y="3800"/>
                    <a:pt x="61787" y="2439"/>
                  </a:cubicBezTo>
                  <a:cubicBezTo>
                    <a:pt x="61787" y="1077"/>
                    <a:pt x="60710" y="0"/>
                    <a:pt x="593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3533275" y="2913300"/>
              <a:ext cx="555825" cy="319875"/>
            </a:xfrm>
            <a:custGeom>
              <a:avLst/>
              <a:gdLst/>
              <a:ahLst/>
              <a:cxnLst/>
              <a:rect l="l" t="t" r="r" b="b"/>
              <a:pathLst>
                <a:path w="22233" h="12795" extrusionOk="0">
                  <a:moveTo>
                    <a:pt x="1837" y="0"/>
                  </a:moveTo>
                  <a:cubicBezTo>
                    <a:pt x="824" y="0"/>
                    <a:pt x="1" y="760"/>
                    <a:pt x="1" y="1710"/>
                  </a:cubicBezTo>
                  <a:lnTo>
                    <a:pt x="1" y="11084"/>
                  </a:lnTo>
                  <a:cubicBezTo>
                    <a:pt x="1" y="12034"/>
                    <a:pt x="824" y="12794"/>
                    <a:pt x="1837" y="12794"/>
                  </a:cubicBezTo>
                  <a:lnTo>
                    <a:pt x="20396" y="12794"/>
                  </a:lnTo>
                  <a:cubicBezTo>
                    <a:pt x="21409" y="12794"/>
                    <a:pt x="22232" y="12034"/>
                    <a:pt x="22232" y="11084"/>
                  </a:cubicBezTo>
                  <a:lnTo>
                    <a:pt x="22232" y="1710"/>
                  </a:lnTo>
                  <a:cubicBezTo>
                    <a:pt x="22232" y="760"/>
                    <a:pt x="21409" y="0"/>
                    <a:pt x="20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3498450" y="2881625"/>
              <a:ext cx="625475" cy="389550"/>
            </a:xfrm>
            <a:custGeom>
              <a:avLst/>
              <a:gdLst/>
              <a:ahLst/>
              <a:cxnLst/>
              <a:rect l="l" t="t" r="r" b="b"/>
              <a:pathLst>
                <a:path w="25019" h="15582" extrusionOk="0">
                  <a:moveTo>
                    <a:pt x="21757" y="824"/>
                  </a:moveTo>
                  <a:cubicBezTo>
                    <a:pt x="22169" y="824"/>
                    <a:pt x="22580" y="919"/>
                    <a:pt x="22929" y="1109"/>
                  </a:cubicBezTo>
                  <a:cubicBezTo>
                    <a:pt x="23689" y="1489"/>
                    <a:pt x="24227" y="2249"/>
                    <a:pt x="24227" y="3136"/>
                  </a:cubicBezTo>
                  <a:lnTo>
                    <a:pt x="24227" y="12510"/>
                  </a:lnTo>
                  <a:lnTo>
                    <a:pt x="24195" y="12510"/>
                  </a:lnTo>
                  <a:cubicBezTo>
                    <a:pt x="24195" y="13776"/>
                    <a:pt x="23119" y="14821"/>
                    <a:pt x="21789" y="14821"/>
                  </a:cubicBezTo>
                  <a:lnTo>
                    <a:pt x="3230" y="14821"/>
                  </a:lnTo>
                  <a:cubicBezTo>
                    <a:pt x="2819" y="14821"/>
                    <a:pt x="2439" y="14695"/>
                    <a:pt x="2090" y="14536"/>
                  </a:cubicBezTo>
                  <a:cubicBezTo>
                    <a:pt x="1330" y="14125"/>
                    <a:pt x="792" y="13365"/>
                    <a:pt x="792" y="12510"/>
                  </a:cubicBezTo>
                  <a:lnTo>
                    <a:pt x="792" y="3104"/>
                  </a:lnTo>
                  <a:cubicBezTo>
                    <a:pt x="792" y="1837"/>
                    <a:pt x="1869" y="824"/>
                    <a:pt x="3199" y="824"/>
                  </a:cubicBezTo>
                  <a:close/>
                  <a:moveTo>
                    <a:pt x="2312" y="0"/>
                  </a:moveTo>
                  <a:cubicBezTo>
                    <a:pt x="1014" y="0"/>
                    <a:pt x="0" y="1045"/>
                    <a:pt x="0" y="2344"/>
                  </a:cubicBezTo>
                  <a:lnTo>
                    <a:pt x="0" y="13238"/>
                  </a:lnTo>
                  <a:cubicBezTo>
                    <a:pt x="0" y="14536"/>
                    <a:pt x="1014" y="15581"/>
                    <a:pt x="2312" y="15581"/>
                  </a:cubicBezTo>
                  <a:lnTo>
                    <a:pt x="22675" y="15581"/>
                  </a:lnTo>
                  <a:cubicBezTo>
                    <a:pt x="23974" y="15581"/>
                    <a:pt x="25019" y="14536"/>
                    <a:pt x="25019" y="13238"/>
                  </a:cubicBezTo>
                  <a:lnTo>
                    <a:pt x="25019" y="2344"/>
                  </a:lnTo>
                  <a:cubicBezTo>
                    <a:pt x="24987" y="1045"/>
                    <a:pt x="23974" y="0"/>
                    <a:pt x="2267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3834125" y="2994050"/>
              <a:ext cx="88700" cy="173400"/>
            </a:xfrm>
            <a:custGeom>
              <a:avLst/>
              <a:gdLst/>
              <a:ahLst/>
              <a:cxnLst/>
              <a:rect l="l" t="t" r="r" b="b"/>
              <a:pathLst>
                <a:path w="3548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3548" y="6936"/>
                  </a:lnTo>
                  <a:lnTo>
                    <a:pt x="3548" y="5669"/>
                  </a:lnTo>
                  <a:lnTo>
                    <a:pt x="1268" y="5669"/>
                  </a:lnTo>
                  <a:lnTo>
                    <a:pt x="1268" y="4022"/>
                  </a:lnTo>
                  <a:lnTo>
                    <a:pt x="3326" y="4022"/>
                  </a:lnTo>
                  <a:lnTo>
                    <a:pt x="3326" y="2724"/>
                  </a:lnTo>
                  <a:lnTo>
                    <a:pt x="1268" y="2724"/>
                  </a:lnTo>
                  <a:lnTo>
                    <a:pt x="1268" y="1299"/>
                  </a:lnTo>
                  <a:lnTo>
                    <a:pt x="3453" y="1299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3949725" y="2994050"/>
              <a:ext cx="114825" cy="173400"/>
            </a:xfrm>
            <a:custGeom>
              <a:avLst/>
              <a:gdLst/>
              <a:ahLst/>
              <a:cxnLst/>
              <a:rect l="l" t="t" r="r" b="b"/>
              <a:pathLst>
                <a:path w="4593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1141" y="6936"/>
                  </a:lnTo>
                  <a:lnTo>
                    <a:pt x="1141" y="4846"/>
                  </a:lnTo>
                  <a:cubicBezTo>
                    <a:pt x="1141" y="3737"/>
                    <a:pt x="1141" y="2756"/>
                    <a:pt x="1109" y="1837"/>
                  </a:cubicBezTo>
                  <a:lnTo>
                    <a:pt x="1109" y="1806"/>
                  </a:lnTo>
                  <a:cubicBezTo>
                    <a:pt x="1394" y="2629"/>
                    <a:pt x="1742" y="3516"/>
                    <a:pt x="2091" y="4276"/>
                  </a:cubicBezTo>
                  <a:lnTo>
                    <a:pt x="3294" y="6936"/>
                  </a:lnTo>
                  <a:lnTo>
                    <a:pt x="4593" y="6936"/>
                  </a:lnTo>
                  <a:lnTo>
                    <a:pt x="4593" y="0"/>
                  </a:lnTo>
                  <a:lnTo>
                    <a:pt x="3453" y="0"/>
                  </a:lnTo>
                  <a:lnTo>
                    <a:pt x="3453" y="2027"/>
                  </a:lnTo>
                  <a:cubicBezTo>
                    <a:pt x="3453" y="3072"/>
                    <a:pt x="3453" y="4022"/>
                    <a:pt x="3548" y="4941"/>
                  </a:cubicBezTo>
                  <a:lnTo>
                    <a:pt x="3516" y="4941"/>
                  </a:lnTo>
                  <a:cubicBezTo>
                    <a:pt x="3263" y="4149"/>
                    <a:pt x="2946" y="3294"/>
                    <a:pt x="2629" y="2534"/>
                  </a:cubicBezTo>
                  <a:lnTo>
                    <a:pt x="145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3709050" y="2993250"/>
              <a:ext cx="100575" cy="174200"/>
            </a:xfrm>
            <a:custGeom>
              <a:avLst/>
              <a:gdLst/>
              <a:ahLst/>
              <a:cxnLst/>
              <a:rect l="l" t="t" r="r" b="b"/>
              <a:pathLst>
                <a:path w="4023" h="6968" extrusionOk="0">
                  <a:moveTo>
                    <a:pt x="1774" y="1172"/>
                  </a:moveTo>
                  <a:cubicBezTo>
                    <a:pt x="2407" y="1172"/>
                    <a:pt x="2755" y="1552"/>
                    <a:pt x="2755" y="2186"/>
                  </a:cubicBezTo>
                  <a:cubicBezTo>
                    <a:pt x="2755" y="2883"/>
                    <a:pt x="2344" y="3326"/>
                    <a:pt x="1679" y="3326"/>
                  </a:cubicBezTo>
                  <a:cubicBezTo>
                    <a:pt x="1489" y="3326"/>
                    <a:pt x="1362" y="3294"/>
                    <a:pt x="1267" y="3294"/>
                  </a:cubicBezTo>
                  <a:lnTo>
                    <a:pt x="1267" y="1236"/>
                  </a:lnTo>
                  <a:cubicBezTo>
                    <a:pt x="1362" y="1204"/>
                    <a:pt x="1520" y="1172"/>
                    <a:pt x="1774" y="1172"/>
                  </a:cubicBezTo>
                  <a:close/>
                  <a:moveTo>
                    <a:pt x="1710" y="1"/>
                  </a:moveTo>
                  <a:cubicBezTo>
                    <a:pt x="950" y="1"/>
                    <a:pt x="412" y="32"/>
                    <a:pt x="0" y="127"/>
                  </a:cubicBezTo>
                  <a:lnTo>
                    <a:pt x="0" y="6968"/>
                  </a:lnTo>
                  <a:lnTo>
                    <a:pt x="1267" y="6968"/>
                  </a:lnTo>
                  <a:lnTo>
                    <a:pt x="1267" y="4498"/>
                  </a:lnTo>
                  <a:cubicBezTo>
                    <a:pt x="1362" y="4498"/>
                    <a:pt x="1520" y="4529"/>
                    <a:pt x="1679" y="4529"/>
                  </a:cubicBezTo>
                  <a:cubicBezTo>
                    <a:pt x="2439" y="4529"/>
                    <a:pt x="3072" y="4308"/>
                    <a:pt x="3515" y="3801"/>
                  </a:cubicBezTo>
                  <a:cubicBezTo>
                    <a:pt x="3832" y="3389"/>
                    <a:pt x="4022" y="2819"/>
                    <a:pt x="4022" y="2154"/>
                  </a:cubicBezTo>
                  <a:cubicBezTo>
                    <a:pt x="4022" y="1457"/>
                    <a:pt x="3769" y="887"/>
                    <a:pt x="3420" y="539"/>
                  </a:cubicBezTo>
                  <a:cubicBezTo>
                    <a:pt x="3040" y="159"/>
                    <a:pt x="2502" y="1"/>
                    <a:pt x="17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3549900" y="2991675"/>
              <a:ext cx="133825" cy="178950"/>
            </a:xfrm>
            <a:custGeom>
              <a:avLst/>
              <a:gdLst/>
              <a:ahLst/>
              <a:cxnLst/>
              <a:rect l="l" t="t" r="r" b="b"/>
              <a:pathLst>
                <a:path w="5353" h="7158" extrusionOk="0">
                  <a:moveTo>
                    <a:pt x="2693" y="1235"/>
                  </a:moveTo>
                  <a:cubicBezTo>
                    <a:pt x="3548" y="1235"/>
                    <a:pt x="4023" y="2312"/>
                    <a:pt x="4023" y="3547"/>
                  </a:cubicBezTo>
                  <a:cubicBezTo>
                    <a:pt x="4023" y="4909"/>
                    <a:pt x="3548" y="5891"/>
                    <a:pt x="2693" y="5891"/>
                  </a:cubicBezTo>
                  <a:cubicBezTo>
                    <a:pt x="1838" y="5891"/>
                    <a:pt x="1331" y="4941"/>
                    <a:pt x="1331" y="3579"/>
                  </a:cubicBezTo>
                  <a:cubicBezTo>
                    <a:pt x="1331" y="2249"/>
                    <a:pt x="1838" y="1235"/>
                    <a:pt x="2693" y="1235"/>
                  </a:cubicBezTo>
                  <a:close/>
                  <a:moveTo>
                    <a:pt x="2724" y="0"/>
                  </a:moveTo>
                  <a:cubicBezTo>
                    <a:pt x="1077" y="0"/>
                    <a:pt x="1" y="1552"/>
                    <a:pt x="1" y="3611"/>
                  </a:cubicBezTo>
                  <a:cubicBezTo>
                    <a:pt x="1" y="5606"/>
                    <a:pt x="982" y="7158"/>
                    <a:pt x="2629" y="7158"/>
                  </a:cubicBezTo>
                  <a:cubicBezTo>
                    <a:pt x="4244" y="7158"/>
                    <a:pt x="5353" y="5764"/>
                    <a:pt x="5353" y="3484"/>
                  </a:cubicBezTo>
                  <a:cubicBezTo>
                    <a:pt x="5353" y="1584"/>
                    <a:pt x="4434" y="0"/>
                    <a:pt x="27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3608500" y="2745450"/>
              <a:ext cx="371350" cy="136200"/>
            </a:xfrm>
            <a:custGeom>
              <a:avLst/>
              <a:gdLst/>
              <a:ahLst/>
              <a:cxnLst/>
              <a:rect l="l" t="t" r="r" b="b"/>
              <a:pathLst>
                <a:path w="14854" h="5448" extrusionOk="0">
                  <a:moveTo>
                    <a:pt x="7411" y="0"/>
                  </a:moveTo>
                  <a:cubicBezTo>
                    <a:pt x="6714" y="0"/>
                    <a:pt x="6144" y="570"/>
                    <a:pt x="6144" y="1267"/>
                  </a:cubicBezTo>
                  <a:lnTo>
                    <a:pt x="6144" y="1299"/>
                  </a:lnTo>
                  <a:lnTo>
                    <a:pt x="0" y="5447"/>
                  </a:lnTo>
                  <a:lnTo>
                    <a:pt x="1710" y="5447"/>
                  </a:lnTo>
                  <a:lnTo>
                    <a:pt x="6556" y="2186"/>
                  </a:lnTo>
                  <a:cubicBezTo>
                    <a:pt x="6777" y="2376"/>
                    <a:pt x="7094" y="2502"/>
                    <a:pt x="7411" y="2502"/>
                  </a:cubicBezTo>
                  <a:cubicBezTo>
                    <a:pt x="7759" y="2502"/>
                    <a:pt x="8076" y="2376"/>
                    <a:pt x="8329" y="2122"/>
                  </a:cubicBezTo>
                  <a:lnTo>
                    <a:pt x="12953" y="5447"/>
                  </a:lnTo>
                  <a:lnTo>
                    <a:pt x="14853" y="5447"/>
                  </a:lnTo>
                  <a:lnTo>
                    <a:pt x="8678" y="1204"/>
                  </a:lnTo>
                  <a:cubicBezTo>
                    <a:pt x="8646" y="539"/>
                    <a:pt x="8108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3761300" y="2744650"/>
              <a:ext cx="64950" cy="64950"/>
            </a:xfrm>
            <a:custGeom>
              <a:avLst/>
              <a:gdLst/>
              <a:ahLst/>
              <a:cxnLst/>
              <a:rect l="l" t="t" r="r" b="b"/>
              <a:pathLst>
                <a:path w="2598" h="2598" extrusionOk="0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cubicBezTo>
                    <a:pt x="0" y="1996"/>
                    <a:pt x="570" y="2598"/>
                    <a:pt x="1299" y="2598"/>
                  </a:cubicBezTo>
                  <a:cubicBezTo>
                    <a:pt x="1996" y="2598"/>
                    <a:pt x="2597" y="1996"/>
                    <a:pt x="2597" y="1299"/>
                  </a:cubicBezTo>
                  <a:cubicBezTo>
                    <a:pt x="2597" y="571"/>
                    <a:pt x="1996" y="1"/>
                    <a:pt x="1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2946600" y="2258525"/>
              <a:ext cx="197975" cy="297750"/>
            </a:xfrm>
            <a:custGeom>
              <a:avLst/>
              <a:gdLst/>
              <a:ahLst/>
              <a:cxnLst/>
              <a:rect l="l" t="t" r="r" b="b"/>
              <a:pathLst>
                <a:path w="7919" h="11910" extrusionOk="0">
                  <a:moveTo>
                    <a:pt x="286" y="1"/>
                  </a:moveTo>
                  <a:lnTo>
                    <a:pt x="33" y="8140"/>
                  </a:lnTo>
                  <a:cubicBezTo>
                    <a:pt x="1" y="10198"/>
                    <a:pt x="1648" y="11877"/>
                    <a:pt x="3674" y="11908"/>
                  </a:cubicBezTo>
                  <a:lnTo>
                    <a:pt x="4055" y="11908"/>
                  </a:lnTo>
                  <a:cubicBezTo>
                    <a:pt x="4077" y="11909"/>
                    <a:pt x="4099" y="11909"/>
                    <a:pt x="4122" y="11909"/>
                  </a:cubicBezTo>
                  <a:cubicBezTo>
                    <a:pt x="5834" y="11909"/>
                    <a:pt x="7290" y="10716"/>
                    <a:pt x="7696" y="9090"/>
                  </a:cubicBezTo>
                  <a:cubicBezTo>
                    <a:pt x="7665" y="9058"/>
                    <a:pt x="7665" y="8995"/>
                    <a:pt x="7665" y="8963"/>
                  </a:cubicBezTo>
                  <a:cubicBezTo>
                    <a:pt x="7665" y="8868"/>
                    <a:pt x="7665" y="8805"/>
                    <a:pt x="7696" y="8742"/>
                  </a:cubicBezTo>
                  <a:cubicBezTo>
                    <a:pt x="7665" y="8678"/>
                    <a:pt x="7665" y="8615"/>
                    <a:pt x="7665" y="8520"/>
                  </a:cubicBezTo>
                  <a:cubicBezTo>
                    <a:pt x="7665" y="8457"/>
                    <a:pt x="7665" y="8362"/>
                    <a:pt x="7665" y="8267"/>
                  </a:cubicBezTo>
                  <a:lnTo>
                    <a:pt x="7918" y="9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3138200" y="2260900"/>
              <a:ext cx="197175" cy="298525"/>
            </a:xfrm>
            <a:custGeom>
              <a:avLst/>
              <a:gdLst/>
              <a:ahLst/>
              <a:cxnLst/>
              <a:rect l="l" t="t" r="r" b="b"/>
              <a:pathLst>
                <a:path w="7887" h="11941" extrusionOk="0">
                  <a:moveTo>
                    <a:pt x="254" y="1"/>
                  </a:moveTo>
                  <a:lnTo>
                    <a:pt x="1" y="8172"/>
                  </a:lnTo>
                  <a:cubicBezTo>
                    <a:pt x="1" y="8267"/>
                    <a:pt x="1" y="8362"/>
                    <a:pt x="1" y="8425"/>
                  </a:cubicBezTo>
                  <a:cubicBezTo>
                    <a:pt x="1" y="8488"/>
                    <a:pt x="1" y="8583"/>
                    <a:pt x="32" y="8647"/>
                  </a:cubicBezTo>
                  <a:cubicBezTo>
                    <a:pt x="32" y="8710"/>
                    <a:pt x="32" y="8773"/>
                    <a:pt x="64" y="8868"/>
                  </a:cubicBezTo>
                  <a:cubicBezTo>
                    <a:pt x="32" y="8900"/>
                    <a:pt x="32" y="8963"/>
                    <a:pt x="32" y="8995"/>
                  </a:cubicBezTo>
                  <a:cubicBezTo>
                    <a:pt x="381" y="10642"/>
                    <a:pt x="1838" y="11908"/>
                    <a:pt x="3579" y="11908"/>
                  </a:cubicBezTo>
                  <a:lnTo>
                    <a:pt x="3928" y="11940"/>
                  </a:lnTo>
                  <a:cubicBezTo>
                    <a:pt x="5891" y="11940"/>
                    <a:pt x="7570" y="10483"/>
                    <a:pt x="7760" y="8552"/>
                  </a:cubicBezTo>
                  <a:cubicBezTo>
                    <a:pt x="7665" y="8267"/>
                    <a:pt x="7633" y="7950"/>
                    <a:pt x="7633" y="7633"/>
                  </a:cubicBezTo>
                  <a:lnTo>
                    <a:pt x="7886" y="1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3138200" y="2465175"/>
              <a:ext cx="25" cy="6350"/>
            </a:xfrm>
            <a:custGeom>
              <a:avLst/>
              <a:gdLst/>
              <a:ahLst/>
              <a:cxnLst/>
              <a:rect l="l" t="t" r="r" b="b"/>
              <a:pathLst>
                <a:path w="1" h="254" extrusionOk="0">
                  <a:moveTo>
                    <a:pt x="1" y="1"/>
                  </a:moveTo>
                  <a:cubicBezTo>
                    <a:pt x="1" y="96"/>
                    <a:pt x="1" y="191"/>
                    <a:pt x="1" y="254"/>
                  </a:cubicBezTo>
                  <a:cubicBezTo>
                    <a:pt x="1" y="191"/>
                    <a:pt x="1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3329025" y="2264075"/>
              <a:ext cx="197150" cy="281100"/>
            </a:xfrm>
            <a:custGeom>
              <a:avLst/>
              <a:gdLst/>
              <a:ahLst/>
              <a:cxnLst/>
              <a:rect l="l" t="t" r="r" b="b"/>
              <a:pathLst>
                <a:path w="7886" h="11244" extrusionOk="0">
                  <a:moveTo>
                    <a:pt x="253" y="1"/>
                  </a:moveTo>
                  <a:lnTo>
                    <a:pt x="0" y="7475"/>
                  </a:lnTo>
                  <a:cubicBezTo>
                    <a:pt x="0" y="7823"/>
                    <a:pt x="32" y="8140"/>
                    <a:pt x="95" y="8425"/>
                  </a:cubicBezTo>
                  <a:cubicBezTo>
                    <a:pt x="507" y="10040"/>
                    <a:pt x="1932" y="11211"/>
                    <a:pt x="3642" y="11243"/>
                  </a:cubicBezTo>
                  <a:lnTo>
                    <a:pt x="4022" y="11243"/>
                  </a:lnTo>
                  <a:cubicBezTo>
                    <a:pt x="4044" y="11244"/>
                    <a:pt x="4066" y="11244"/>
                    <a:pt x="4088" y="11244"/>
                  </a:cubicBezTo>
                  <a:cubicBezTo>
                    <a:pt x="5864" y="11244"/>
                    <a:pt x="7352" y="9987"/>
                    <a:pt x="7696" y="8298"/>
                  </a:cubicBezTo>
                  <a:cubicBezTo>
                    <a:pt x="7664" y="8076"/>
                    <a:pt x="7632" y="7823"/>
                    <a:pt x="7632" y="7601"/>
                  </a:cubicBezTo>
                  <a:lnTo>
                    <a:pt x="7886" y="9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3519825" y="2266450"/>
              <a:ext cx="197150" cy="281875"/>
            </a:xfrm>
            <a:custGeom>
              <a:avLst/>
              <a:gdLst/>
              <a:ahLst/>
              <a:cxnLst/>
              <a:rect l="l" t="t" r="r" b="b"/>
              <a:pathLst>
                <a:path w="7886" h="11275" extrusionOk="0">
                  <a:moveTo>
                    <a:pt x="254" y="1"/>
                  </a:moveTo>
                  <a:lnTo>
                    <a:pt x="0" y="7506"/>
                  </a:lnTo>
                  <a:cubicBezTo>
                    <a:pt x="0" y="7728"/>
                    <a:pt x="32" y="7981"/>
                    <a:pt x="64" y="8203"/>
                  </a:cubicBezTo>
                  <a:cubicBezTo>
                    <a:pt x="349" y="9913"/>
                    <a:pt x="1837" y="11243"/>
                    <a:pt x="3674" y="11243"/>
                  </a:cubicBezTo>
                  <a:lnTo>
                    <a:pt x="4022" y="11275"/>
                  </a:lnTo>
                  <a:cubicBezTo>
                    <a:pt x="5764" y="11275"/>
                    <a:pt x="7253" y="10071"/>
                    <a:pt x="7664" y="8456"/>
                  </a:cubicBezTo>
                  <a:cubicBezTo>
                    <a:pt x="7633" y="8298"/>
                    <a:pt x="7633" y="8108"/>
                    <a:pt x="7633" y="7950"/>
                  </a:cubicBezTo>
                  <a:lnTo>
                    <a:pt x="7886" y="96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3710625" y="2268825"/>
              <a:ext cx="197175" cy="290600"/>
            </a:xfrm>
            <a:custGeom>
              <a:avLst/>
              <a:gdLst/>
              <a:ahLst/>
              <a:cxnLst/>
              <a:rect l="l" t="t" r="r" b="b"/>
              <a:pathLst>
                <a:path w="7887" h="11624" extrusionOk="0">
                  <a:moveTo>
                    <a:pt x="254" y="1"/>
                  </a:moveTo>
                  <a:lnTo>
                    <a:pt x="1" y="7855"/>
                  </a:lnTo>
                  <a:cubicBezTo>
                    <a:pt x="1" y="8013"/>
                    <a:pt x="1" y="8171"/>
                    <a:pt x="32" y="8361"/>
                  </a:cubicBezTo>
                  <a:cubicBezTo>
                    <a:pt x="254" y="10166"/>
                    <a:pt x="1774" y="11591"/>
                    <a:pt x="3642" y="11623"/>
                  </a:cubicBezTo>
                  <a:lnTo>
                    <a:pt x="4023" y="11623"/>
                  </a:lnTo>
                  <a:cubicBezTo>
                    <a:pt x="5828" y="11623"/>
                    <a:pt x="7348" y="10356"/>
                    <a:pt x="7696" y="8646"/>
                  </a:cubicBezTo>
                  <a:cubicBezTo>
                    <a:pt x="7664" y="8425"/>
                    <a:pt x="7633" y="8203"/>
                    <a:pt x="7633" y="7950"/>
                  </a:cubicBezTo>
                  <a:lnTo>
                    <a:pt x="7886" y="12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3901425" y="2272000"/>
              <a:ext cx="197175" cy="289800"/>
            </a:xfrm>
            <a:custGeom>
              <a:avLst/>
              <a:gdLst/>
              <a:ahLst/>
              <a:cxnLst/>
              <a:rect l="l" t="t" r="r" b="b"/>
              <a:pathLst>
                <a:path w="7887" h="11592" extrusionOk="0">
                  <a:moveTo>
                    <a:pt x="254" y="0"/>
                  </a:moveTo>
                  <a:lnTo>
                    <a:pt x="1" y="7823"/>
                  </a:lnTo>
                  <a:cubicBezTo>
                    <a:pt x="1" y="8076"/>
                    <a:pt x="32" y="8298"/>
                    <a:pt x="64" y="8519"/>
                  </a:cubicBezTo>
                  <a:cubicBezTo>
                    <a:pt x="349" y="10261"/>
                    <a:pt x="1838" y="11560"/>
                    <a:pt x="3643" y="11591"/>
                  </a:cubicBezTo>
                  <a:lnTo>
                    <a:pt x="4023" y="11591"/>
                  </a:lnTo>
                  <a:cubicBezTo>
                    <a:pt x="4043" y="11591"/>
                    <a:pt x="4063" y="11592"/>
                    <a:pt x="4083" y="11592"/>
                  </a:cubicBezTo>
                  <a:cubicBezTo>
                    <a:pt x="6020" y="11592"/>
                    <a:pt x="7634" y="10083"/>
                    <a:pt x="7760" y="8139"/>
                  </a:cubicBezTo>
                  <a:cubicBezTo>
                    <a:pt x="7696" y="7854"/>
                    <a:pt x="7633" y="7506"/>
                    <a:pt x="7633" y="7189"/>
                  </a:cubicBezTo>
                  <a:lnTo>
                    <a:pt x="7886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092250" y="2274375"/>
              <a:ext cx="197150" cy="271575"/>
            </a:xfrm>
            <a:custGeom>
              <a:avLst/>
              <a:gdLst/>
              <a:ahLst/>
              <a:cxnLst/>
              <a:rect l="l" t="t" r="r" b="b"/>
              <a:pathLst>
                <a:path w="7886" h="10863" extrusionOk="0">
                  <a:moveTo>
                    <a:pt x="253" y="0"/>
                  </a:moveTo>
                  <a:lnTo>
                    <a:pt x="0" y="7094"/>
                  </a:lnTo>
                  <a:cubicBezTo>
                    <a:pt x="0" y="7411"/>
                    <a:pt x="32" y="7759"/>
                    <a:pt x="127" y="8044"/>
                  </a:cubicBezTo>
                  <a:cubicBezTo>
                    <a:pt x="507" y="9628"/>
                    <a:pt x="1932" y="10831"/>
                    <a:pt x="3674" y="10831"/>
                  </a:cubicBezTo>
                  <a:lnTo>
                    <a:pt x="4022" y="10863"/>
                  </a:lnTo>
                  <a:cubicBezTo>
                    <a:pt x="5764" y="10863"/>
                    <a:pt x="7252" y="9659"/>
                    <a:pt x="7664" y="8044"/>
                  </a:cubicBezTo>
                  <a:cubicBezTo>
                    <a:pt x="7632" y="7854"/>
                    <a:pt x="7632" y="7696"/>
                    <a:pt x="7632" y="7538"/>
                  </a:cubicBezTo>
                  <a:lnTo>
                    <a:pt x="7886" y="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83050" y="2276750"/>
              <a:ext cx="197150" cy="280300"/>
            </a:xfrm>
            <a:custGeom>
              <a:avLst/>
              <a:gdLst/>
              <a:ahLst/>
              <a:cxnLst/>
              <a:rect l="l" t="t" r="r" b="b"/>
              <a:pathLst>
                <a:path w="7886" h="11212" extrusionOk="0">
                  <a:moveTo>
                    <a:pt x="254" y="0"/>
                  </a:moveTo>
                  <a:lnTo>
                    <a:pt x="0" y="7443"/>
                  </a:lnTo>
                  <a:cubicBezTo>
                    <a:pt x="0" y="7601"/>
                    <a:pt x="32" y="7791"/>
                    <a:pt x="32" y="7949"/>
                  </a:cubicBezTo>
                  <a:cubicBezTo>
                    <a:pt x="254" y="9754"/>
                    <a:pt x="1774" y="11179"/>
                    <a:pt x="3674" y="11211"/>
                  </a:cubicBezTo>
                  <a:lnTo>
                    <a:pt x="4022" y="11211"/>
                  </a:lnTo>
                  <a:cubicBezTo>
                    <a:pt x="4044" y="11212"/>
                    <a:pt x="4065" y="11212"/>
                    <a:pt x="4087" y="11212"/>
                  </a:cubicBezTo>
                  <a:cubicBezTo>
                    <a:pt x="5864" y="11212"/>
                    <a:pt x="7352" y="9924"/>
                    <a:pt x="7696" y="8234"/>
                  </a:cubicBezTo>
                  <a:cubicBezTo>
                    <a:pt x="7664" y="8013"/>
                    <a:pt x="7633" y="7791"/>
                    <a:pt x="7633" y="7538"/>
                  </a:cubicBezTo>
                  <a:lnTo>
                    <a:pt x="7886" y="12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473850" y="2279925"/>
              <a:ext cx="200325" cy="279500"/>
            </a:xfrm>
            <a:custGeom>
              <a:avLst/>
              <a:gdLst/>
              <a:ahLst/>
              <a:cxnLst/>
              <a:rect l="l" t="t" r="r" b="b"/>
              <a:pathLst>
                <a:path w="8013" h="11180" extrusionOk="0">
                  <a:moveTo>
                    <a:pt x="254" y="0"/>
                  </a:moveTo>
                  <a:lnTo>
                    <a:pt x="1" y="7411"/>
                  </a:lnTo>
                  <a:cubicBezTo>
                    <a:pt x="1" y="7664"/>
                    <a:pt x="32" y="7886"/>
                    <a:pt x="64" y="8107"/>
                  </a:cubicBezTo>
                  <a:cubicBezTo>
                    <a:pt x="349" y="9849"/>
                    <a:pt x="1837" y="11147"/>
                    <a:pt x="3674" y="11179"/>
                  </a:cubicBezTo>
                  <a:lnTo>
                    <a:pt x="4022" y="11179"/>
                  </a:lnTo>
                  <a:cubicBezTo>
                    <a:pt x="4042" y="11179"/>
                    <a:pt x="4061" y="11180"/>
                    <a:pt x="4080" y="11180"/>
                  </a:cubicBezTo>
                  <a:cubicBezTo>
                    <a:pt x="6082" y="11180"/>
                    <a:pt x="7759" y="9545"/>
                    <a:pt x="7759" y="7537"/>
                  </a:cubicBezTo>
                  <a:lnTo>
                    <a:pt x="8013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2953725" y="2173825"/>
              <a:ext cx="276350" cy="87100"/>
            </a:xfrm>
            <a:custGeom>
              <a:avLst/>
              <a:gdLst/>
              <a:ahLst/>
              <a:cxnLst/>
              <a:rect l="l" t="t" r="r" b="b"/>
              <a:pathLst>
                <a:path w="11054" h="3484" extrusionOk="0">
                  <a:moveTo>
                    <a:pt x="5511" y="0"/>
                  </a:moveTo>
                  <a:lnTo>
                    <a:pt x="1" y="3262"/>
                  </a:lnTo>
                  <a:lnTo>
                    <a:pt x="1" y="3389"/>
                  </a:lnTo>
                  <a:lnTo>
                    <a:pt x="7633" y="3484"/>
                  </a:lnTo>
                  <a:lnTo>
                    <a:pt x="7633" y="3389"/>
                  </a:lnTo>
                  <a:lnTo>
                    <a:pt x="1105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3144550" y="2173825"/>
              <a:ext cx="247825" cy="90275"/>
            </a:xfrm>
            <a:custGeom>
              <a:avLst/>
              <a:gdLst/>
              <a:ahLst/>
              <a:cxnLst/>
              <a:rect l="l" t="t" r="r" b="b"/>
              <a:pathLst>
                <a:path w="9913" h="3611" extrusionOk="0">
                  <a:moveTo>
                    <a:pt x="3420" y="0"/>
                  </a:moveTo>
                  <a:lnTo>
                    <a:pt x="0" y="3389"/>
                  </a:lnTo>
                  <a:lnTo>
                    <a:pt x="0" y="3484"/>
                  </a:lnTo>
                  <a:lnTo>
                    <a:pt x="7632" y="3611"/>
                  </a:lnTo>
                  <a:lnTo>
                    <a:pt x="7632" y="3484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3335350" y="2173825"/>
              <a:ext cx="224075" cy="92650"/>
            </a:xfrm>
            <a:custGeom>
              <a:avLst/>
              <a:gdLst/>
              <a:ahLst/>
              <a:cxnLst/>
              <a:rect l="l" t="t" r="r" b="b"/>
              <a:pathLst>
                <a:path w="8963" h="3706" extrusionOk="0">
                  <a:moveTo>
                    <a:pt x="2281" y="0"/>
                  </a:moveTo>
                  <a:lnTo>
                    <a:pt x="0" y="3484"/>
                  </a:lnTo>
                  <a:lnTo>
                    <a:pt x="0" y="3516"/>
                  </a:lnTo>
                  <a:lnTo>
                    <a:pt x="0" y="3611"/>
                  </a:lnTo>
                  <a:lnTo>
                    <a:pt x="7633" y="3706"/>
                  </a:lnTo>
                  <a:lnTo>
                    <a:pt x="7633" y="3579"/>
                  </a:lnTo>
                  <a:lnTo>
                    <a:pt x="896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3526150" y="2173825"/>
              <a:ext cx="191625" cy="95025"/>
            </a:xfrm>
            <a:custGeom>
              <a:avLst/>
              <a:gdLst/>
              <a:ahLst/>
              <a:cxnLst/>
              <a:rect l="l" t="t" r="r" b="b"/>
              <a:pathLst>
                <a:path w="7665" h="3801" extrusionOk="0">
                  <a:moveTo>
                    <a:pt x="1331" y="0"/>
                  </a:moveTo>
                  <a:lnTo>
                    <a:pt x="1" y="3579"/>
                  </a:lnTo>
                  <a:lnTo>
                    <a:pt x="1" y="3706"/>
                  </a:lnTo>
                  <a:lnTo>
                    <a:pt x="7633" y="3801"/>
                  </a:lnTo>
                  <a:lnTo>
                    <a:pt x="7633" y="3706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716950" y="2173825"/>
              <a:ext cx="191625" cy="98200"/>
            </a:xfrm>
            <a:custGeom>
              <a:avLst/>
              <a:gdLst/>
              <a:ahLst/>
              <a:cxnLst/>
              <a:rect l="l" t="t" r="r" b="b"/>
              <a:pathLst>
                <a:path w="7665" h="3928" extrusionOk="0">
                  <a:moveTo>
                    <a:pt x="33" y="0"/>
                  </a:moveTo>
                  <a:lnTo>
                    <a:pt x="1" y="3706"/>
                  </a:lnTo>
                  <a:lnTo>
                    <a:pt x="1" y="3801"/>
                  </a:lnTo>
                  <a:lnTo>
                    <a:pt x="7633" y="3927"/>
                  </a:lnTo>
                  <a:lnTo>
                    <a:pt x="7633" y="3896"/>
                  </a:lnTo>
                  <a:lnTo>
                    <a:pt x="7601" y="3896"/>
                  </a:lnTo>
                  <a:lnTo>
                    <a:pt x="7601" y="3801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906975" y="2173825"/>
              <a:ext cx="191625" cy="100575"/>
            </a:xfrm>
            <a:custGeom>
              <a:avLst/>
              <a:gdLst/>
              <a:ahLst/>
              <a:cxnLst/>
              <a:rect l="l" t="t" r="r" b="b"/>
              <a:pathLst>
                <a:path w="7665" h="4023" extrusionOk="0">
                  <a:moveTo>
                    <a:pt x="64" y="0"/>
                  </a:moveTo>
                  <a:lnTo>
                    <a:pt x="0" y="3801"/>
                  </a:lnTo>
                  <a:lnTo>
                    <a:pt x="32" y="3801"/>
                  </a:lnTo>
                  <a:lnTo>
                    <a:pt x="32" y="3896"/>
                  </a:lnTo>
                  <a:lnTo>
                    <a:pt x="32" y="3927"/>
                  </a:lnTo>
                  <a:lnTo>
                    <a:pt x="7664" y="4022"/>
                  </a:lnTo>
                  <a:lnTo>
                    <a:pt x="7664" y="3896"/>
                  </a:lnTo>
                  <a:lnTo>
                    <a:pt x="62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4062150" y="2173825"/>
              <a:ext cx="227250" cy="102950"/>
            </a:xfrm>
            <a:custGeom>
              <a:avLst/>
              <a:gdLst/>
              <a:ahLst/>
              <a:cxnLst/>
              <a:rect l="l" t="t" r="r" b="b"/>
              <a:pathLst>
                <a:path w="9090" h="4118" extrusionOk="0">
                  <a:moveTo>
                    <a:pt x="1" y="0"/>
                  </a:moveTo>
                  <a:lnTo>
                    <a:pt x="1457" y="3896"/>
                  </a:lnTo>
                  <a:lnTo>
                    <a:pt x="1457" y="4022"/>
                  </a:lnTo>
                  <a:lnTo>
                    <a:pt x="9090" y="4117"/>
                  </a:lnTo>
                  <a:lnTo>
                    <a:pt x="9090" y="4022"/>
                  </a:lnTo>
                  <a:lnTo>
                    <a:pt x="7411" y="1457"/>
                  </a:lnTo>
                  <a:lnTo>
                    <a:pt x="642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4222875" y="2173825"/>
              <a:ext cx="257325" cy="106125"/>
            </a:xfrm>
            <a:custGeom>
              <a:avLst/>
              <a:gdLst/>
              <a:ahLst/>
              <a:cxnLst/>
              <a:rect l="l" t="t" r="r" b="b"/>
              <a:pathLst>
                <a:path w="10293" h="4245" extrusionOk="0">
                  <a:moveTo>
                    <a:pt x="0" y="0"/>
                  </a:moveTo>
                  <a:lnTo>
                    <a:pt x="982" y="1457"/>
                  </a:lnTo>
                  <a:lnTo>
                    <a:pt x="2661" y="4022"/>
                  </a:lnTo>
                  <a:lnTo>
                    <a:pt x="2661" y="4117"/>
                  </a:lnTo>
                  <a:lnTo>
                    <a:pt x="10293" y="4244"/>
                  </a:lnTo>
                  <a:lnTo>
                    <a:pt x="10293" y="4149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4373300" y="2173825"/>
              <a:ext cx="300875" cy="108500"/>
            </a:xfrm>
            <a:custGeom>
              <a:avLst/>
              <a:gdLst/>
              <a:ahLst/>
              <a:cxnLst/>
              <a:rect l="l" t="t" r="r" b="b"/>
              <a:pathLst>
                <a:path w="12035" h="4340" extrusionOk="0">
                  <a:moveTo>
                    <a:pt x="1" y="0"/>
                  </a:moveTo>
                  <a:lnTo>
                    <a:pt x="4276" y="4117"/>
                  </a:lnTo>
                  <a:lnTo>
                    <a:pt x="4276" y="4149"/>
                  </a:lnTo>
                  <a:lnTo>
                    <a:pt x="4276" y="4244"/>
                  </a:lnTo>
                  <a:lnTo>
                    <a:pt x="12035" y="4339"/>
                  </a:lnTo>
                  <a:lnTo>
                    <a:pt x="12035" y="4212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2159625" y="2554650"/>
              <a:ext cx="511500" cy="511475"/>
            </a:xfrm>
            <a:custGeom>
              <a:avLst/>
              <a:gdLst/>
              <a:ahLst/>
              <a:cxnLst/>
              <a:rect l="l" t="t" r="r" b="b"/>
              <a:pathLst>
                <a:path w="20460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61" y="20458"/>
                    <a:pt x="10230" y="20458"/>
                  </a:cubicBezTo>
                  <a:cubicBezTo>
                    <a:pt x="10990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174" y="7917"/>
                  </a:cubicBezTo>
                  <a:cubicBezTo>
                    <a:pt x="19129" y="3389"/>
                    <a:pt x="15075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2459700" y="3480950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6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4642500" y="1628325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5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4930675" y="25546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93" y="20458"/>
                    <a:pt x="10230" y="20458"/>
                  </a:cubicBezTo>
                  <a:cubicBezTo>
                    <a:pt x="11021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205" y="7917"/>
                  </a:cubicBezTo>
                  <a:cubicBezTo>
                    <a:pt x="19160" y="3389"/>
                    <a:pt x="15107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4642500" y="34809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6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2612500" y="3600500"/>
              <a:ext cx="170250" cy="92675"/>
            </a:xfrm>
            <a:custGeom>
              <a:avLst/>
              <a:gdLst/>
              <a:ahLst/>
              <a:cxnLst/>
              <a:rect l="l" t="t" r="r" b="b"/>
              <a:pathLst>
                <a:path w="6810" h="3707" extrusionOk="0">
                  <a:moveTo>
                    <a:pt x="4878" y="1"/>
                  </a:moveTo>
                  <a:lnTo>
                    <a:pt x="4244" y="476"/>
                  </a:lnTo>
                  <a:lnTo>
                    <a:pt x="1" y="3611"/>
                  </a:lnTo>
                  <a:lnTo>
                    <a:pt x="32" y="3706"/>
                  </a:lnTo>
                  <a:lnTo>
                    <a:pt x="1014" y="3516"/>
                  </a:lnTo>
                  <a:lnTo>
                    <a:pt x="1141" y="3484"/>
                  </a:lnTo>
                  <a:lnTo>
                    <a:pt x="2439" y="3231"/>
                  </a:lnTo>
                  <a:lnTo>
                    <a:pt x="3009" y="3104"/>
                  </a:lnTo>
                  <a:lnTo>
                    <a:pt x="3231" y="3041"/>
                  </a:lnTo>
                  <a:lnTo>
                    <a:pt x="4339" y="2819"/>
                  </a:lnTo>
                  <a:lnTo>
                    <a:pt x="4466" y="2788"/>
                  </a:lnTo>
                  <a:lnTo>
                    <a:pt x="5258" y="2629"/>
                  </a:lnTo>
                  <a:lnTo>
                    <a:pt x="5448" y="3611"/>
                  </a:lnTo>
                  <a:lnTo>
                    <a:pt x="6018" y="3199"/>
                  </a:lnTo>
                  <a:lnTo>
                    <a:pt x="6176" y="3104"/>
                  </a:lnTo>
                  <a:lnTo>
                    <a:pt x="6809" y="2629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2606950" y="3594975"/>
              <a:ext cx="181350" cy="102950"/>
            </a:xfrm>
            <a:custGeom>
              <a:avLst/>
              <a:gdLst/>
              <a:ahLst/>
              <a:cxnLst/>
              <a:rect l="l" t="t" r="r" b="b"/>
              <a:pathLst>
                <a:path w="7254" h="4118" extrusionOk="0">
                  <a:moveTo>
                    <a:pt x="5068" y="443"/>
                  </a:moveTo>
                  <a:lnTo>
                    <a:pt x="6810" y="2819"/>
                  </a:lnTo>
                  <a:lnTo>
                    <a:pt x="5796" y="3579"/>
                  </a:lnTo>
                  <a:lnTo>
                    <a:pt x="5606" y="2660"/>
                  </a:lnTo>
                  <a:lnTo>
                    <a:pt x="698" y="3674"/>
                  </a:lnTo>
                  <a:lnTo>
                    <a:pt x="5068" y="443"/>
                  </a:lnTo>
                  <a:close/>
                  <a:moveTo>
                    <a:pt x="5163" y="0"/>
                  </a:moveTo>
                  <a:lnTo>
                    <a:pt x="1" y="3800"/>
                  </a:lnTo>
                  <a:lnTo>
                    <a:pt x="191" y="4117"/>
                  </a:lnTo>
                  <a:lnTo>
                    <a:pt x="5353" y="3040"/>
                  </a:lnTo>
                  <a:lnTo>
                    <a:pt x="5575" y="4117"/>
                  </a:lnTo>
                  <a:lnTo>
                    <a:pt x="7126" y="2977"/>
                  </a:lnTo>
                  <a:lnTo>
                    <a:pt x="7253" y="2882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2672675" y="3654375"/>
              <a:ext cx="48325" cy="26125"/>
            </a:xfrm>
            <a:custGeom>
              <a:avLst/>
              <a:gdLst/>
              <a:ahLst/>
              <a:cxnLst/>
              <a:rect l="l" t="t" r="r" b="b"/>
              <a:pathLst>
                <a:path w="1933" h="1045" extrusionOk="0">
                  <a:moveTo>
                    <a:pt x="997" y="1"/>
                  </a:moveTo>
                  <a:cubicBezTo>
                    <a:pt x="796" y="1"/>
                    <a:pt x="591" y="62"/>
                    <a:pt x="412" y="189"/>
                  </a:cubicBezTo>
                  <a:cubicBezTo>
                    <a:pt x="127" y="379"/>
                    <a:pt x="0" y="728"/>
                    <a:pt x="32" y="1044"/>
                  </a:cubicBezTo>
                  <a:lnTo>
                    <a:pt x="602" y="949"/>
                  </a:lnTo>
                  <a:cubicBezTo>
                    <a:pt x="507" y="823"/>
                    <a:pt x="539" y="664"/>
                    <a:pt x="634" y="569"/>
                  </a:cubicBezTo>
                  <a:lnTo>
                    <a:pt x="539" y="443"/>
                  </a:lnTo>
                  <a:lnTo>
                    <a:pt x="634" y="348"/>
                  </a:lnTo>
                  <a:lnTo>
                    <a:pt x="729" y="506"/>
                  </a:lnTo>
                  <a:cubicBezTo>
                    <a:pt x="792" y="443"/>
                    <a:pt x="887" y="411"/>
                    <a:pt x="950" y="411"/>
                  </a:cubicBezTo>
                  <a:lnTo>
                    <a:pt x="982" y="538"/>
                  </a:lnTo>
                  <a:cubicBezTo>
                    <a:pt x="919" y="538"/>
                    <a:pt x="855" y="538"/>
                    <a:pt x="760" y="601"/>
                  </a:cubicBezTo>
                  <a:cubicBezTo>
                    <a:pt x="634" y="696"/>
                    <a:pt x="665" y="759"/>
                    <a:pt x="697" y="823"/>
                  </a:cubicBezTo>
                  <a:cubicBezTo>
                    <a:pt x="729" y="886"/>
                    <a:pt x="760" y="886"/>
                    <a:pt x="824" y="886"/>
                  </a:cubicBezTo>
                  <a:lnTo>
                    <a:pt x="1932" y="664"/>
                  </a:lnTo>
                  <a:cubicBezTo>
                    <a:pt x="1901" y="569"/>
                    <a:pt x="1837" y="474"/>
                    <a:pt x="1774" y="379"/>
                  </a:cubicBezTo>
                  <a:cubicBezTo>
                    <a:pt x="1585" y="134"/>
                    <a:pt x="1295" y="1"/>
                    <a:pt x="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612500" y="3600500"/>
              <a:ext cx="170250" cy="91075"/>
            </a:xfrm>
            <a:custGeom>
              <a:avLst/>
              <a:gdLst/>
              <a:ahLst/>
              <a:cxnLst/>
              <a:rect l="l" t="t" r="r" b="b"/>
              <a:pathLst>
                <a:path w="6810" h="3643" extrusionOk="0">
                  <a:moveTo>
                    <a:pt x="4878" y="1"/>
                  </a:moveTo>
                  <a:lnTo>
                    <a:pt x="5353" y="666"/>
                  </a:lnTo>
                  <a:cubicBezTo>
                    <a:pt x="5294" y="901"/>
                    <a:pt x="5045" y="1081"/>
                    <a:pt x="4782" y="1081"/>
                  </a:cubicBezTo>
                  <a:cubicBezTo>
                    <a:pt x="4761" y="1081"/>
                    <a:pt x="4740" y="1080"/>
                    <a:pt x="4719" y="1078"/>
                  </a:cubicBezTo>
                  <a:cubicBezTo>
                    <a:pt x="4593" y="1046"/>
                    <a:pt x="4434" y="951"/>
                    <a:pt x="4371" y="824"/>
                  </a:cubicBezTo>
                  <a:cubicBezTo>
                    <a:pt x="4276" y="729"/>
                    <a:pt x="4244" y="602"/>
                    <a:pt x="4244" y="476"/>
                  </a:cubicBezTo>
                  <a:lnTo>
                    <a:pt x="4072" y="604"/>
                  </a:lnTo>
                  <a:lnTo>
                    <a:pt x="4118" y="571"/>
                  </a:lnTo>
                  <a:cubicBezTo>
                    <a:pt x="4118" y="697"/>
                    <a:pt x="4181" y="824"/>
                    <a:pt x="4244" y="919"/>
                  </a:cubicBezTo>
                  <a:cubicBezTo>
                    <a:pt x="4371" y="1078"/>
                    <a:pt x="4529" y="1173"/>
                    <a:pt x="4719" y="1204"/>
                  </a:cubicBezTo>
                  <a:cubicBezTo>
                    <a:pt x="4753" y="1210"/>
                    <a:pt x="4787" y="1212"/>
                    <a:pt x="4820" y="1212"/>
                  </a:cubicBezTo>
                  <a:cubicBezTo>
                    <a:pt x="4976" y="1212"/>
                    <a:pt x="5127" y="1156"/>
                    <a:pt x="5258" y="1078"/>
                  </a:cubicBezTo>
                  <a:cubicBezTo>
                    <a:pt x="5348" y="1017"/>
                    <a:pt x="5410" y="900"/>
                    <a:pt x="5470" y="807"/>
                  </a:cubicBezTo>
                  <a:lnTo>
                    <a:pt x="5470" y="807"/>
                  </a:lnTo>
                  <a:lnTo>
                    <a:pt x="5961" y="1475"/>
                  </a:lnTo>
                  <a:lnTo>
                    <a:pt x="5961" y="1475"/>
                  </a:lnTo>
                  <a:lnTo>
                    <a:pt x="5479" y="792"/>
                  </a:lnTo>
                  <a:cubicBezTo>
                    <a:pt x="5476" y="797"/>
                    <a:pt x="5473" y="802"/>
                    <a:pt x="5470" y="807"/>
                  </a:cubicBezTo>
                  <a:lnTo>
                    <a:pt x="5470" y="807"/>
                  </a:lnTo>
                  <a:lnTo>
                    <a:pt x="4878" y="1"/>
                  </a:lnTo>
                  <a:close/>
                  <a:moveTo>
                    <a:pt x="4072" y="604"/>
                  </a:moveTo>
                  <a:lnTo>
                    <a:pt x="761" y="3041"/>
                  </a:lnTo>
                  <a:cubicBezTo>
                    <a:pt x="770" y="3046"/>
                    <a:pt x="779" y="3050"/>
                    <a:pt x="788" y="3055"/>
                  </a:cubicBezTo>
                  <a:lnTo>
                    <a:pt x="788" y="3055"/>
                  </a:lnTo>
                  <a:lnTo>
                    <a:pt x="4072" y="604"/>
                  </a:lnTo>
                  <a:close/>
                  <a:moveTo>
                    <a:pt x="5961" y="1475"/>
                  </a:moveTo>
                  <a:lnTo>
                    <a:pt x="6239" y="1869"/>
                  </a:lnTo>
                  <a:cubicBezTo>
                    <a:pt x="5954" y="1901"/>
                    <a:pt x="5669" y="2123"/>
                    <a:pt x="5638" y="2471"/>
                  </a:cubicBezTo>
                  <a:cubicBezTo>
                    <a:pt x="5606" y="2661"/>
                    <a:pt x="5638" y="2819"/>
                    <a:pt x="5764" y="2978"/>
                  </a:cubicBezTo>
                  <a:cubicBezTo>
                    <a:pt x="5828" y="3073"/>
                    <a:pt x="5923" y="3168"/>
                    <a:pt x="6018" y="3199"/>
                  </a:cubicBezTo>
                  <a:lnTo>
                    <a:pt x="6144" y="3104"/>
                  </a:lnTo>
                  <a:cubicBezTo>
                    <a:pt x="6049" y="3073"/>
                    <a:pt x="5954" y="3009"/>
                    <a:pt x="5891" y="2914"/>
                  </a:cubicBezTo>
                  <a:cubicBezTo>
                    <a:pt x="5796" y="2788"/>
                    <a:pt x="5733" y="2629"/>
                    <a:pt x="5764" y="2471"/>
                  </a:cubicBezTo>
                  <a:cubicBezTo>
                    <a:pt x="5828" y="2186"/>
                    <a:pt x="6049" y="1996"/>
                    <a:pt x="6334" y="1996"/>
                  </a:cubicBezTo>
                  <a:lnTo>
                    <a:pt x="6809" y="2629"/>
                  </a:lnTo>
                  <a:lnTo>
                    <a:pt x="5961" y="1475"/>
                  </a:lnTo>
                  <a:close/>
                  <a:moveTo>
                    <a:pt x="788" y="3055"/>
                  </a:moveTo>
                  <a:lnTo>
                    <a:pt x="636" y="3168"/>
                  </a:lnTo>
                  <a:lnTo>
                    <a:pt x="636" y="3168"/>
                  </a:lnTo>
                  <a:cubicBezTo>
                    <a:pt x="635" y="3168"/>
                    <a:pt x="635" y="3168"/>
                    <a:pt x="634" y="3168"/>
                  </a:cubicBezTo>
                  <a:lnTo>
                    <a:pt x="1" y="3643"/>
                  </a:lnTo>
                  <a:lnTo>
                    <a:pt x="636" y="3168"/>
                  </a:lnTo>
                  <a:lnTo>
                    <a:pt x="636" y="3168"/>
                  </a:lnTo>
                  <a:cubicBezTo>
                    <a:pt x="762" y="3200"/>
                    <a:pt x="856" y="3263"/>
                    <a:pt x="919" y="3358"/>
                  </a:cubicBezTo>
                  <a:cubicBezTo>
                    <a:pt x="951" y="3421"/>
                    <a:pt x="982" y="3453"/>
                    <a:pt x="1014" y="3516"/>
                  </a:cubicBezTo>
                  <a:lnTo>
                    <a:pt x="1141" y="3484"/>
                  </a:lnTo>
                  <a:cubicBezTo>
                    <a:pt x="1141" y="3421"/>
                    <a:pt x="1077" y="3358"/>
                    <a:pt x="1046" y="3294"/>
                  </a:cubicBezTo>
                  <a:cubicBezTo>
                    <a:pt x="987" y="3177"/>
                    <a:pt x="901" y="3114"/>
                    <a:pt x="788" y="30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612500" y="3679675"/>
              <a:ext cx="25350" cy="13500"/>
            </a:xfrm>
            <a:custGeom>
              <a:avLst/>
              <a:gdLst/>
              <a:ahLst/>
              <a:cxnLst/>
              <a:rect l="l" t="t" r="r" b="b"/>
              <a:pathLst>
                <a:path w="1014" h="540" extrusionOk="0">
                  <a:moveTo>
                    <a:pt x="634" y="1"/>
                  </a:moveTo>
                  <a:lnTo>
                    <a:pt x="1" y="476"/>
                  </a:lnTo>
                  <a:lnTo>
                    <a:pt x="32" y="539"/>
                  </a:lnTo>
                  <a:lnTo>
                    <a:pt x="1014" y="349"/>
                  </a:lnTo>
                  <a:cubicBezTo>
                    <a:pt x="982" y="286"/>
                    <a:pt x="982" y="254"/>
                    <a:pt x="919" y="191"/>
                  </a:cubicBezTo>
                  <a:cubicBezTo>
                    <a:pt x="856" y="96"/>
                    <a:pt x="761" y="32"/>
                    <a:pt x="6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18600" y="3600500"/>
              <a:ext cx="27725" cy="27025"/>
            </a:xfrm>
            <a:custGeom>
              <a:avLst/>
              <a:gdLst/>
              <a:ahLst/>
              <a:cxnLst/>
              <a:rect l="l" t="t" r="r" b="b"/>
              <a:pathLst>
                <a:path w="1109" h="1081" extrusionOk="0">
                  <a:moveTo>
                    <a:pt x="634" y="1"/>
                  </a:moveTo>
                  <a:lnTo>
                    <a:pt x="0" y="476"/>
                  </a:lnTo>
                  <a:cubicBezTo>
                    <a:pt x="0" y="602"/>
                    <a:pt x="32" y="729"/>
                    <a:pt x="127" y="824"/>
                  </a:cubicBezTo>
                  <a:cubicBezTo>
                    <a:pt x="190" y="951"/>
                    <a:pt x="349" y="1046"/>
                    <a:pt x="475" y="1078"/>
                  </a:cubicBezTo>
                  <a:cubicBezTo>
                    <a:pt x="496" y="1080"/>
                    <a:pt x="517" y="1081"/>
                    <a:pt x="538" y="1081"/>
                  </a:cubicBezTo>
                  <a:cubicBezTo>
                    <a:pt x="801" y="1081"/>
                    <a:pt x="1050" y="901"/>
                    <a:pt x="1109" y="66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755800" y="3650375"/>
              <a:ext cx="26950" cy="27750"/>
            </a:xfrm>
            <a:custGeom>
              <a:avLst/>
              <a:gdLst/>
              <a:ahLst/>
              <a:cxnLst/>
              <a:rect l="l" t="t" r="r" b="b"/>
              <a:pathLst>
                <a:path w="1078" h="1110" extrusionOk="0">
                  <a:moveTo>
                    <a:pt x="634" y="1"/>
                  </a:moveTo>
                  <a:cubicBezTo>
                    <a:pt x="349" y="1"/>
                    <a:pt x="96" y="191"/>
                    <a:pt x="32" y="476"/>
                  </a:cubicBezTo>
                  <a:cubicBezTo>
                    <a:pt x="1" y="634"/>
                    <a:pt x="64" y="793"/>
                    <a:pt x="159" y="919"/>
                  </a:cubicBezTo>
                  <a:cubicBezTo>
                    <a:pt x="222" y="1014"/>
                    <a:pt x="317" y="1078"/>
                    <a:pt x="444" y="1109"/>
                  </a:cubicBezTo>
                  <a:lnTo>
                    <a:pt x="1077" y="634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631500" y="3614750"/>
              <a:ext cx="137000" cy="76025"/>
            </a:xfrm>
            <a:custGeom>
              <a:avLst/>
              <a:gdLst/>
              <a:ahLst/>
              <a:cxnLst/>
              <a:rect l="l" t="t" r="r" b="b"/>
              <a:pathLst>
                <a:path w="5480" h="3041" extrusionOk="0">
                  <a:moveTo>
                    <a:pt x="3358" y="1"/>
                  </a:moveTo>
                  <a:lnTo>
                    <a:pt x="1" y="2503"/>
                  </a:lnTo>
                  <a:cubicBezTo>
                    <a:pt x="127" y="2534"/>
                    <a:pt x="222" y="2598"/>
                    <a:pt x="286" y="2724"/>
                  </a:cubicBezTo>
                  <a:cubicBezTo>
                    <a:pt x="349" y="2788"/>
                    <a:pt x="381" y="2851"/>
                    <a:pt x="381" y="2914"/>
                  </a:cubicBezTo>
                  <a:lnTo>
                    <a:pt x="1679" y="2661"/>
                  </a:lnTo>
                  <a:cubicBezTo>
                    <a:pt x="1647" y="2313"/>
                    <a:pt x="1774" y="1996"/>
                    <a:pt x="2059" y="1774"/>
                  </a:cubicBezTo>
                  <a:cubicBezTo>
                    <a:pt x="2238" y="1647"/>
                    <a:pt x="2443" y="1586"/>
                    <a:pt x="2644" y="1586"/>
                  </a:cubicBezTo>
                  <a:cubicBezTo>
                    <a:pt x="2942" y="1586"/>
                    <a:pt x="3232" y="1719"/>
                    <a:pt x="3421" y="1964"/>
                  </a:cubicBezTo>
                  <a:cubicBezTo>
                    <a:pt x="3484" y="2059"/>
                    <a:pt x="3548" y="2154"/>
                    <a:pt x="3579" y="2249"/>
                  </a:cubicBezTo>
                  <a:lnTo>
                    <a:pt x="3706" y="2218"/>
                  </a:lnTo>
                  <a:lnTo>
                    <a:pt x="4498" y="2059"/>
                  </a:lnTo>
                  <a:lnTo>
                    <a:pt x="4688" y="3041"/>
                  </a:lnTo>
                  <a:lnTo>
                    <a:pt x="5258" y="2629"/>
                  </a:lnTo>
                  <a:cubicBezTo>
                    <a:pt x="5163" y="2598"/>
                    <a:pt x="5068" y="2503"/>
                    <a:pt x="5004" y="2408"/>
                  </a:cubicBezTo>
                  <a:cubicBezTo>
                    <a:pt x="4878" y="2249"/>
                    <a:pt x="4846" y="2059"/>
                    <a:pt x="4878" y="1901"/>
                  </a:cubicBezTo>
                  <a:cubicBezTo>
                    <a:pt x="4909" y="1553"/>
                    <a:pt x="5194" y="1331"/>
                    <a:pt x="5479" y="1299"/>
                  </a:cubicBezTo>
                  <a:lnTo>
                    <a:pt x="4719" y="222"/>
                  </a:lnTo>
                  <a:cubicBezTo>
                    <a:pt x="4656" y="349"/>
                    <a:pt x="4593" y="444"/>
                    <a:pt x="4498" y="508"/>
                  </a:cubicBezTo>
                  <a:cubicBezTo>
                    <a:pt x="4367" y="586"/>
                    <a:pt x="4216" y="642"/>
                    <a:pt x="4060" y="642"/>
                  </a:cubicBezTo>
                  <a:cubicBezTo>
                    <a:pt x="4027" y="642"/>
                    <a:pt x="3993" y="640"/>
                    <a:pt x="3959" y="634"/>
                  </a:cubicBezTo>
                  <a:cubicBezTo>
                    <a:pt x="3769" y="603"/>
                    <a:pt x="3611" y="508"/>
                    <a:pt x="3484" y="349"/>
                  </a:cubicBezTo>
                  <a:cubicBezTo>
                    <a:pt x="3421" y="254"/>
                    <a:pt x="3358" y="127"/>
                    <a:pt x="33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685350" y="3663050"/>
              <a:ext cx="11900" cy="15075"/>
            </a:xfrm>
            <a:custGeom>
              <a:avLst/>
              <a:gdLst/>
              <a:ahLst/>
              <a:cxnLst/>
              <a:rect l="l" t="t" r="r" b="b"/>
              <a:pathLst>
                <a:path w="476" h="603" extrusionOk="0">
                  <a:moveTo>
                    <a:pt x="127" y="1"/>
                  </a:moveTo>
                  <a:lnTo>
                    <a:pt x="32" y="96"/>
                  </a:lnTo>
                  <a:lnTo>
                    <a:pt x="127" y="222"/>
                  </a:lnTo>
                  <a:cubicBezTo>
                    <a:pt x="32" y="349"/>
                    <a:pt x="0" y="476"/>
                    <a:pt x="95" y="602"/>
                  </a:cubicBezTo>
                  <a:lnTo>
                    <a:pt x="317" y="539"/>
                  </a:lnTo>
                  <a:cubicBezTo>
                    <a:pt x="253" y="539"/>
                    <a:pt x="222" y="539"/>
                    <a:pt x="190" y="476"/>
                  </a:cubicBezTo>
                  <a:cubicBezTo>
                    <a:pt x="158" y="444"/>
                    <a:pt x="158" y="349"/>
                    <a:pt x="253" y="254"/>
                  </a:cubicBezTo>
                  <a:cubicBezTo>
                    <a:pt x="348" y="191"/>
                    <a:pt x="412" y="191"/>
                    <a:pt x="475" y="191"/>
                  </a:cubicBezTo>
                  <a:lnTo>
                    <a:pt x="443" y="64"/>
                  </a:lnTo>
                  <a:cubicBezTo>
                    <a:pt x="380" y="64"/>
                    <a:pt x="285" y="96"/>
                    <a:pt x="222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47325" y="3621100"/>
              <a:ext cx="171850" cy="91075"/>
            </a:xfrm>
            <a:custGeom>
              <a:avLst/>
              <a:gdLst/>
              <a:ahLst/>
              <a:cxnLst/>
              <a:rect l="l" t="t" r="r" b="b"/>
              <a:pathLst>
                <a:path w="6874" h="3643" extrusionOk="0">
                  <a:moveTo>
                    <a:pt x="5670" y="0"/>
                  </a:moveTo>
                  <a:lnTo>
                    <a:pt x="4941" y="285"/>
                  </a:lnTo>
                  <a:lnTo>
                    <a:pt x="1" y="2185"/>
                  </a:lnTo>
                  <a:lnTo>
                    <a:pt x="33" y="2280"/>
                  </a:lnTo>
                  <a:lnTo>
                    <a:pt x="1014" y="2344"/>
                  </a:lnTo>
                  <a:lnTo>
                    <a:pt x="1173" y="2375"/>
                  </a:lnTo>
                  <a:lnTo>
                    <a:pt x="2471" y="2439"/>
                  </a:lnTo>
                  <a:lnTo>
                    <a:pt x="3041" y="2470"/>
                  </a:lnTo>
                  <a:lnTo>
                    <a:pt x="3263" y="2502"/>
                  </a:lnTo>
                  <a:lnTo>
                    <a:pt x="4403" y="2565"/>
                  </a:lnTo>
                  <a:lnTo>
                    <a:pt x="4530" y="2565"/>
                  </a:lnTo>
                  <a:lnTo>
                    <a:pt x="5321" y="2629"/>
                  </a:lnTo>
                  <a:lnTo>
                    <a:pt x="5353" y="2629"/>
                  </a:lnTo>
                  <a:lnTo>
                    <a:pt x="5290" y="3642"/>
                  </a:lnTo>
                  <a:lnTo>
                    <a:pt x="5923" y="3389"/>
                  </a:lnTo>
                  <a:lnTo>
                    <a:pt x="6081" y="3325"/>
                  </a:lnTo>
                  <a:lnTo>
                    <a:pt x="6841" y="3009"/>
                  </a:lnTo>
                  <a:lnTo>
                    <a:pt x="6873" y="3009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641800" y="3615550"/>
              <a:ext cx="182125" cy="102150"/>
            </a:xfrm>
            <a:custGeom>
              <a:avLst/>
              <a:gdLst/>
              <a:ahLst/>
              <a:cxnLst/>
              <a:rect l="l" t="t" r="r" b="b"/>
              <a:pathLst>
                <a:path w="7285" h="4086" extrusionOk="0">
                  <a:moveTo>
                    <a:pt x="5827" y="412"/>
                  </a:moveTo>
                  <a:lnTo>
                    <a:pt x="6872" y="3136"/>
                  </a:lnTo>
                  <a:lnTo>
                    <a:pt x="5669" y="3611"/>
                  </a:lnTo>
                  <a:lnTo>
                    <a:pt x="5732" y="2692"/>
                  </a:lnTo>
                  <a:lnTo>
                    <a:pt x="729" y="2376"/>
                  </a:lnTo>
                  <a:lnTo>
                    <a:pt x="5827" y="412"/>
                  </a:lnTo>
                  <a:close/>
                  <a:moveTo>
                    <a:pt x="5986" y="0"/>
                  </a:moveTo>
                  <a:lnTo>
                    <a:pt x="0" y="2344"/>
                  </a:lnTo>
                  <a:lnTo>
                    <a:pt x="127" y="2661"/>
                  </a:lnTo>
                  <a:lnTo>
                    <a:pt x="5384" y="2977"/>
                  </a:lnTo>
                  <a:lnTo>
                    <a:pt x="5321" y="4086"/>
                  </a:lnTo>
                  <a:lnTo>
                    <a:pt x="5321" y="4086"/>
                  </a:lnTo>
                  <a:lnTo>
                    <a:pt x="7126" y="3389"/>
                  </a:lnTo>
                  <a:lnTo>
                    <a:pt x="7284" y="3326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709100" y="3662250"/>
              <a:ext cx="48300" cy="23000"/>
            </a:xfrm>
            <a:custGeom>
              <a:avLst/>
              <a:gdLst/>
              <a:ahLst/>
              <a:cxnLst/>
              <a:rect l="l" t="t" r="r" b="b"/>
              <a:pathLst>
                <a:path w="1932" h="920" extrusionOk="0">
                  <a:moveTo>
                    <a:pt x="952" y="1"/>
                  </a:moveTo>
                  <a:cubicBezTo>
                    <a:pt x="835" y="1"/>
                    <a:pt x="717" y="21"/>
                    <a:pt x="602" y="64"/>
                  </a:cubicBezTo>
                  <a:cubicBezTo>
                    <a:pt x="285" y="191"/>
                    <a:pt x="64" y="476"/>
                    <a:pt x="0" y="793"/>
                  </a:cubicBezTo>
                  <a:lnTo>
                    <a:pt x="570" y="824"/>
                  </a:lnTo>
                  <a:cubicBezTo>
                    <a:pt x="507" y="698"/>
                    <a:pt x="570" y="571"/>
                    <a:pt x="697" y="476"/>
                  </a:cubicBezTo>
                  <a:lnTo>
                    <a:pt x="634" y="318"/>
                  </a:lnTo>
                  <a:lnTo>
                    <a:pt x="760" y="286"/>
                  </a:lnTo>
                  <a:lnTo>
                    <a:pt x="824" y="444"/>
                  </a:lnTo>
                  <a:cubicBezTo>
                    <a:pt x="879" y="407"/>
                    <a:pt x="924" y="392"/>
                    <a:pt x="964" y="392"/>
                  </a:cubicBezTo>
                  <a:cubicBezTo>
                    <a:pt x="993" y="392"/>
                    <a:pt x="1019" y="400"/>
                    <a:pt x="1045" y="413"/>
                  </a:cubicBezTo>
                  <a:lnTo>
                    <a:pt x="1045" y="539"/>
                  </a:lnTo>
                  <a:cubicBezTo>
                    <a:pt x="1029" y="523"/>
                    <a:pt x="998" y="516"/>
                    <a:pt x="958" y="516"/>
                  </a:cubicBezTo>
                  <a:cubicBezTo>
                    <a:pt x="919" y="516"/>
                    <a:pt x="871" y="523"/>
                    <a:pt x="824" y="539"/>
                  </a:cubicBezTo>
                  <a:cubicBezTo>
                    <a:pt x="697" y="603"/>
                    <a:pt x="697" y="698"/>
                    <a:pt x="697" y="761"/>
                  </a:cubicBezTo>
                  <a:cubicBezTo>
                    <a:pt x="729" y="793"/>
                    <a:pt x="760" y="824"/>
                    <a:pt x="792" y="856"/>
                  </a:cubicBezTo>
                  <a:lnTo>
                    <a:pt x="1932" y="919"/>
                  </a:lnTo>
                  <a:cubicBezTo>
                    <a:pt x="1932" y="824"/>
                    <a:pt x="1900" y="698"/>
                    <a:pt x="1869" y="603"/>
                  </a:cubicBezTo>
                  <a:cubicBezTo>
                    <a:pt x="1722" y="236"/>
                    <a:pt x="1348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647325" y="3621100"/>
              <a:ext cx="171850" cy="84725"/>
            </a:xfrm>
            <a:custGeom>
              <a:avLst/>
              <a:gdLst/>
              <a:ahLst/>
              <a:cxnLst/>
              <a:rect l="l" t="t" r="r" b="b"/>
              <a:pathLst>
                <a:path w="6874" h="3389" extrusionOk="0">
                  <a:moveTo>
                    <a:pt x="5670" y="0"/>
                  </a:moveTo>
                  <a:lnTo>
                    <a:pt x="5978" y="771"/>
                  </a:lnTo>
                  <a:lnTo>
                    <a:pt x="5978" y="771"/>
                  </a:lnTo>
                  <a:cubicBezTo>
                    <a:pt x="5981" y="768"/>
                    <a:pt x="5984" y="764"/>
                    <a:pt x="5986" y="760"/>
                  </a:cubicBezTo>
                  <a:lnTo>
                    <a:pt x="5670" y="0"/>
                  </a:lnTo>
                  <a:close/>
                  <a:moveTo>
                    <a:pt x="3809" y="721"/>
                  </a:moveTo>
                  <a:lnTo>
                    <a:pt x="888" y="1837"/>
                  </a:lnTo>
                  <a:cubicBezTo>
                    <a:pt x="889" y="1839"/>
                    <a:pt x="891" y="1840"/>
                    <a:pt x="893" y="1842"/>
                  </a:cubicBezTo>
                  <a:lnTo>
                    <a:pt x="893" y="1842"/>
                  </a:lnTo>
                  <a:lnTo>
                    <a:pt x="3809" y="721"/>
                  </a:lnTo>
                  <a:close/>
                  <a:moveTo>
                    <a:pt x="729" y="190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35" y="1903"/>
                  </a:lnTo>
                  <a:lnTo>
                    <a:pt x="735" y="1903"/>
                  </a:lnTo>
                  <a:cubicBezTo>
                    <a:pt x="733" y="1902"/>
                    <a:pt x="731" y="1901"/>
                    <a:pt x="729" y="1900"/>
                  </a:cubicBezTo>
                  <a:close/>
                  <a:moveTo>
                    <a:pt x="893" y="1842"/>
                  </a:moveTo>
                  <a:lnTo>
                    <a:pt x="735" y="1903"/>
                  </a:lnTo>
                  <a:lnTo>
                    <a:pt x="735" y="1903"/>
                  </a:lnTo>
                  <a:cubicBezTo>
                    <a:pt x="858" y="1966"/>
                    <a:pt x="920" y="2060"/>
                    <a:pt x="983" y="2185"/>
                  </a:cubicBezTo>
                  <a:cubicBezTo>
                    <a:pt x="1014" y="2249"/>
                    <a:pt x="1014" y="2280"/>
                    <a:pt x="1014" y="2344"/>
                  </a:cubicBezTo>
                  <a:lnTo>
                    <a:pt x="1173" y="2344"/>
                  </a:lnTo>
                  <a:cubicBezTo>
                    <a:pt x="1141" y="2280"/>
                    <a:pt x="1141" y="2217"/>
                    <a:pt x="1109" y="2122"/>
                  </a:cubicBezTo>
                  <a:cubicBezTo>
                    <a:pt x="1078" y="2029"/>
                    <a:pt x="986" y="1935"/>
                    <a:pt x="893" y="1842"/>
                  </a:cubicBezTo>
                  <a:close/>
                  <a:moveTo>
                    <a:pt x="4941" y="285"/>
                  </a:moveTo>
                  <a:lnTo>
                    <a:pt x="3809" y="721"/>
                  </a:lnTo>
                  <a:lnTo>
                    <a:pt x="3809" y="721"/>
                  </a:lnTo>
                  <a:lnTo>
                    <a:pt x="4783" y="349"/>
                  </a:lnTo>
                  <a:lnTo>
                    <a:pt x="4783" y="349"/>
                  </a:lnTo>
                  <a:cubicBezTo>
                    <a:pt x="4751" y="475"/>
                    <a:pt x="4783" y="570"/>
                    <a:pt x="4815" y="697"/>
                  </a:cubicBezTo>
                  <a:cubicBezTo>
                    <a:pt x="4878" y="887"/>
                    <a:pt x="5005" y="1014"/>
                    <a:pt x="5195" y="1109"/>
                  </a:cubicBezTo>
                  <a:cubicBezTo>
                    <a:pt x="5290" y="1140"/>
                    <a:pt x="5385" y="1156"/>
                    <a:pt x="5476" y="1156"/>
                  </a:cubicBezTo>
                  <a:cubicBezTo>
                    <a:pt x="5567" y="1156"/>
                    <a:pt x="5654" y="1140"/>
                    <a:pt x="5733" y="1109"/>
                  </a:cubicBezTo>
                  <a:cubicBezTo>
                    <a:pt x="5852" y="1079"/>
                    <a:pt x="5943" y="994"/>
                    <a:pt x="6032" y="905"/>
                  </a:cubicBezTo>
                  <a:lnTo>
                    <a:pt x="6032" y="905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494" y="2119"/>
                    <a:pt x="6469" y="2118"/>
                    <a:pt x="6445" y="2118"/>
                  </a:cubicBezTo>
                  <a:cubicBezTo>
                    <a:pt x="6156" y="2118"/>
                    <a:pt x="5881" y="2273"/>
                    <a:pt x="5765" y="2534"/>
                  </a:cubicBezTo>
                  <a:cubicBezTo>
                    <a:pt x="5670" y="2724"/>
                    <a:pt x="5670" y="2914"/>
                    <a:pt x="5733" y="3104"/>
                  </a:cubicBezTo>
                  <a:cubicBezTo>
                    <a:pt x="5796" y="3199"/>
                    <a:pt x="5860" y="3294"/>
                    <a:pt x="5955" y="3389"/>
                  </a:cubicBezTo>
                  <a:lnTo>
                    <a:pt x="6113" y="3325"/>
                  </a:lnTo>
                  <a:cubicBezTo>
                    <a:pt x="5986" y="3262"/>
                    <a:pt x="5923" y="3167"/>
                    <a:pt x="5860" y="3040"/>
                  </a:cubicBezTo>
                  <a:cubicBezTo>
                    <a:pt x="5828" y="2914"/>
                    <a:pt x="5828" y="2755"/>
                    <a:pt x="5891" y="2597"/>
                  </a:cubicBezTo>
                  <a:cubicBezTo>
                    <a:pt x="5970" y="2387"/>
                    <a:pt x="6201" y="2264"/>
                    <a:pt x="6422" y="2264"/>
                  </a:cubicBezTo>
                  <a:cubicBezTo>
                    <a:pt x="6468" y="2264"/>
                    <a:pt x="6513" y="2269"/>
                    <a:pt x="6556" y="2280"/>
                  </a:cubicBezTo>
                  <a:lnTo>
                    <a:pt x="6841" y="3009"/>
                  </a:lnTo>
                  <a:lnTo>
                    <a:pt x="6873" y="3009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520" y="2122"/>
                    <a:pt x="6523" y="2122"/>
                    <a:pt x="6525" y="2122"/>
                  </a:cubicBezTo>
                  <a:lnTo>
                    <a:pt x="6050" y="887"/>
                  </a:lnTo>
                  <a:cubicBezTo>
                    <a:pt x="6044" y="893"/>
                    <a:pt x="6038" y="899"/>
                    <a:pt x="6032" y="905"/>
                  </a:cubicBezTo>
                  <a:lnTo>
                    <a:pt x="6032" y="905"/>
                  </a:lnTo>
                  <a:lnTo>
                    <a:pt x="5978" y="771"/>
                  </a:lnTo>
                  <a:lnTo>
                    <a:pt x="5978" y="771"/>
                  </a:lnTo>
                  <a:cubicBezTo>
                    <a:pt x="5860" y="928"/>
                    <a:pt x="5662" y="1019"/>
                    <a:pt x="5466" y="1019"/>
                  </a:cubicBezTo>
                  <a:cubicBezTo>
                    <a:pt x="5395" y="1019"/>
                    <a:pt x="5324" y="1007"/>
                    <a:pt x="5258" y="982"/>
                  </a:cubicBezTo>
                  <a:cubicBezTo>
                    <a:pt x="5100" y="919"/>
                    <a:pt x="5005" y="792"/>
                    <a:pt x="4941" y="665"/>
                  </a:cubicBezTo>
                  <a:cubicBezTo>
                    <a:pt x="4910" y="539"/>
                    <a:pt x="4910" y="412"/>
                    <a:pt x="4941" y="2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647325" y="3668600"/>
              <a:ext cx="25375" cy="11100"/>
            </a:xfrm>
            <a:custGeom>
              <a:avLst/>
              <a:gdLst/>
              <a:ahLst/>
              <a:cxnLst/>
              <a:rect l="l" t="t" r="r" b="b"/>
              <a:pathLst>
                <a:path w="1015" h="444" extrusionOk="0">
                  <a:moveTo>
                    <a:pt x="729" y="0"/>
                  </a:moveTo>
                  <a:lnTo>
                    <a:pt x="1" y="285"/>
                  </a:lnTo>
                  <a:lnTo>
                    <a:pt x="33" y="380"/>
                  </a:lnTo>
                  <a:lnTo>
                    <a:pt x="1014" y="444"/>
                  </a:lnTo>
                  <a:cubicBezTo>
                    <a:pt x="1014" y="412"/>
                    <a:pt x="1014" y="349"/>
                    <a:pt x="983" y="285"/>
                  </a:cubicBezTo>
                  <a:cubicBezTo>
                    <a:pt x="919" y="159"/>
                    <a:pt x="856" y="64"/>
                    <a:pt x="72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770050" y="3621100"/>
              <a:ext cx="26950" cy="25475"/>
            </a:xfrm>
            <a:custGeom>
              <a:avLst/>
              <a:gdLst/>
              <a:ahLst/>
              <a:cxnLst/>
              <a:rect l="l" t="t" r="r" b="b"/>
              <a:pathLst>
                <a:path w="1078" h="1019" extrusionOk="0">
                  <a:moveTo>
                    <a:pt x="761" y="0"/>
                  </a:moveTo>
                  <a:lnTo>
                    <a:pt x="32" y="285"/>
                  </a:lnTo>
                  <a:cubicBezTo>
                    <a:pt x="1" y="412"/>
                    <a:pt x="1" y="539"/>
                    <a:pt x="32" y="634"/>
                  </a:cubicBezTo>
                  <a:cubicBezTo>
                    <a:pt x="96" y="792"/>
                    <a:pt x="191" y="919"/>
                    <a:pt x="349" y="982"/>
                  </a:cubicBezTo>
                  <a:cubicBezTo>
                    <a:pt x="414" y="1006"/>
                    <a:pt x="483" y="1018"/>
                    <a:pt x="552" y="1018"/>
                  </a:cubicBezTo>
                  <a:cubicBezTo>
                    <a:pt x="754" y="1018"/>
                    <a:pt x="960" y="917"/>
                    <a:pt x="1077" y="729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792225" y="3677700"/>
              <a:ext cx="26150" cy="26550"/>
            </a:xfrm>
            <a:custGeom>
              <a:avLst/>
              <a:gdLst/>
              <a:ahLst/>
              <a:cxnLst/>
              <a:rect l="l" t="t" r="r" b="b"/>
              <a:pathLst>
                <a:path w="1046" h="1062" extrusionOk="0">
                  <a:moveTo>
                    <a:pt x="626" y="0"/>
                  </a:moveTo>
                  <a:cubicBezTo>
                    <a:pt x="405" y="0"/>
                    <a:pt x="174" y="123"/>
                    <a:pt x="95" y="333"/>
                  </a:cubicBezTo>
                  <a:cubicBezTo>
                    <a:pt x="32" y="491"/>
                    <a:pt x="0" y="650"/>
                    <a:pt x="64" y="776"/>
                  </a:cubicBezTo>
                  <a:cubicBezTo>
                    <a:pt x="127" y="903"/>
                    <a:pt x="190" y="998"/>
                    <a:pt x="285" y="1061"/>
                  </a:cubicBezTo>
                  <a:lnTo>
                    <a:pt x="1045" y="745"/>
                  </a:lnTo>
                  <a:lnTo>
                    <a:pt x="760" y="16"/>
                  </a:lnTo>
                  <a:cubicBezTo>
                    <a:pt x="717" y="5"/>
                    <a:pt x="672" y="0"/>
                    <a:pt x="62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669500" y="3629800"/>
              <a:ext cx="140175" cy="81575"/>
            </a:xfrm>
            <a:custGeom>
              <a:avLst/>
              <a:gdLst/>
              <a:ahLst/>
              <a:cxnLst/>
              <a:rect l="l" t="t" r="r" b="b"/>
              <a:pathLst>
                <a:path w="5607" h="3263" extrusionOk="0">
                  <a:moveTo>
                    <a:pt x="3896" y="1"/>
                  </a:moveTo>
                  <a:lnTo>
                    <a:pt x="1" y="1489"/>
                  </a:lnTo>
                  <a:cubicBezTo>
                    <a:pt x="96" y="1584"/>
                    <a:pt x="159" y="1679"/>
                    <a:pt x="222" y="1774"/>
                  </a:cubicBezTo>
                  <a:cubicBezTo>
                    <a:pt x="254" y="1869"/>
                    <a:pt x="254" y="1932"/>
                    <a:pt x="254" y="1996"/>
                  </a:cubicBezTo>
                  <a:lnTo>
                    <a:pt x="1584" y="2091"/>
                  </a:lnTo>
                  <a:cubicBezTo>
                    <a:pt x="1616" y="1774"/>
                    <a:pt x="1838" y="1489"/>
                    <a:pt x="2186" y="1331"/>
                  </a:cubicBezTo>
                  <a:cubicBezTo>
                    <a:pt x="2300" y="1288"/>
                    <a:pt x="2417" y="1268"/>
                    <a:pt x="2533" y="1268"/>
                  </a:cubicBezTo>
                  <a:cubicBezTo>
                    <a:pt x="2930" y="1268"/>
                    <a:pt x="3305" y="1508"/>
                    <a:pt x="3453" y="1901"/>
                  </a:cubicBezTo>
                  <a:cubicBezTo>
                    <a:pt x="3484" y="1996"/>
                    <a:pt x="3516" y="2091"/>
                    <a:pt x="3516" y="2217"/>
                  </a:cubicBezTo>
                  <a:lnTo>
                    <a:pt x="3643" y="2217"/>
                  </a:lnTo>
                  <a:lnTo>
                    <a:pt x="4434" y="2249"/>
                  </a:lnTo>
                  <a:lnTo>
                    <a:pt x="4371" y="3262"/>
                  </a:lnTo>
                  <a:lnTo>
                    <a:pt x="4371" y="3262"/>
                  </a:lnTo>
                  <a:lnTo>
                    <a:pt x="5036" y="3009"/>
                  </a:lnTo>
                  <a:cubicBezTo>
                    <a:pt x="4973" y="2946"/>
                    <a:pt x="4909" y="2851"/>
                    <a:pt x="4846" y="2756"/>
                  </a:cubicBezTo>
                  <a:cubicBezTo>
                    <a:pt x="4783" y="2566"/>
                    <a:pt x="4783" y="2376"/>
                    <a:pt x="4846" y="2186"/>
                  </a:cubicBezTo>
                  <a:cubicBezTo>
                    <a:pt x="4991" y="1925"/>
                    <a:pt x="5269" y="1770"/>
                    <a:pt x="5533" y="1770"/>
                  </a:cubicBezTo>
                  <a:cubicBezTo>
                    <a:pt x="5558" y="1770"/>
                    <a:pt x="5582" y="1771"/>
                    <a:pt x="5606" y="1774"/>
                  </a:cubicBezTo>
                  <a:lnTo>
                    <a:pt x="5131" y="539"/>
                  </a:lnTo>
                  <a:cubicBezTo>
                    <a:pt x="5068" y="634"/>
                    <a:pt x="4973" y="729"/>
                    <a:pt x="4846" y="761"/>
                  </a:cubicBezTo>
                  <a:cubicBezTo>
                    <a:pt x="4767" y="792"/>
                    <a:pt x="4680" y="808"/>
                    <a:pt x="4589" y="808"/>
                  </a:cubicBezTo>
                  <a:cubicBezTo>
                    <a:pt x="4498" y="808"/>
                    <a:pt x="4403" y="792"/>
                    <a:pt x="4308" y="761"/>
                  </a:cubicBezTo>
                  <a:cubicBezTo>
                    <a:pt x="4118" y="666"/>
                    <a:pt x="3991" y="539"/>
                    <a:pt x="3928" y="349"/>
                  </a:cubicBezTo>
                  <a:cubicBezTo>
                    <a:pt x="3864" y="222"/>
                    <a:pt x="3864" y="96"/>
                    <a:pt x="389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721750" y="3669375"/>
              <a:ext cx="13500" cy="14275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1"/>
                  </a:moveTo>
                  <a:lnTo>
                    <a:pt x="159" y="33"/>
                  </a:lnTo>
                  <a:lnTo>
                    <a:pt x="223" y="191"/>
                  </a:lnTo>
                  <a:cubicBezTo>
                    <a:pt x="64" y="286"/>
                    <a:pt x="1" y="413"/>
                    <a:pt x="64" y="539"/>
                  </a:cubicBezTo>
                  <a:lnTo>
                    <a:pt x="286" y="571"/>
                  </a:lnTo>
                  <a:cubicBezTo>
                    <a:pt x="254" y="539"/>
                    <a:pt x="223" y="508"/>
                    <a:pt x="223" y="476"/>
                  </a:cubicBezTo>
                  <a:cubicBezTo>
                    <a:pt x="191" y="413"/>
                    <a:pt x="191" y="318"/>
                    <a:pt x="318" y="254"/>
                  </a:cubicBezTo>
                  <a:cubicBezTo>
                    <a:pt x="349" y="244"/>
                    <a:pt x="381" y="240"/>
                    <a:pt x="410" y="240"/>
                  </a:cubicBezTo>
                  <a:cubicBezTo>
                    <a:pt x="469" y="240"/>
                    <a:pt x="518" y="254"/>
                    <a:pt x="539" y="254"/>
                  </a:cubicBezTo>
                  <a:lnTo>
                    <a:pt x="539" y="128"/>
                  </a:lnTo>
                  <a:cubicBezTo>
                    <a:pt x="476" y="128"/>
                    <a:pt x="413" y="128"/>
                    <a:pt x="318" y="159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570550" y="3687600"/>
              <a:ext cx="266025" cy="182900"/>
            </a:xfrm>
            <a:custGeom>
              <a:avLst/>
              <a:gdLst/>
              <a:ahLst/>
              <a:cxnLst/>
              <a:rect l="l" t="t" r="r" b="b"/>
              <a:pathLst>
                <a:path w="10641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10641" y="731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70550" y="3673350"/>
              <a:ext cx="273950" cy="14275"/>
            </a:xfrm>
            <a:custGeom>
              <a:avLst/>
              <a:gdLst/>
              <a:ahLst/>
              <a:cxnLst/>
              <a:rect l="l" t="t" r="r" b="b"/>
              <a:pathLst>
                <a:path w="10958" h="571" extrusionOk="0">
                  <a:moveTo>
                    <a:pt x="222" y="0"/>
                  </a:moveTo>
                  <a:cubicBezTo>
                    <a:pt x="158" y="0"/>
                    <a:pt x="63" y="32"/>
                    <a:pt x="32" y="127"/>
                  </a:cubicBezTo>
                  <a:cubicBezTo>
                    <a:pt x="32" y="159"/>
                    <a:pt x="0" y="190"/>
                    <a:pt x="0" y="222"/>
                  </a:cubicBezTo>
                  <a:lnTo>
                    <a:pt x="0" y="570"/>
                  </a:lnTo>
                  <a:lnTo>
                    <a:pt x="10958" y="570"/>
                  </a:lnTo>
                  <a:lnTo>
                    <a:pt x="10958" y="222"/>
                  </a:lnTo>
                  <a:cubicBezTo>
                    <a:pt x="10958" y="95"/>
                    <a:pt x="10863" y="0"/>
                    <a:pt x="1073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586375" y="3687600"/>
              <a:ext cx="258125" cy="182900"/>
            </a:xfrm>
            <a:custGeom>
              <a:avLst/>
              <a:gdLst/>
              <a:ahLst/>
              <a:cxnLst/>
              <a:rect l="l" t="t" r="r" b="b"/>
              <a:pathLst>
                <a:path w="10325" h="7316" extrusionOk="0">
                  <a:moveTo>
                    <a:pt x="0" y="0"/>
                  </a:moveTo>
                  <a:lnTo>
                    <a:pt x="10008" y="7316"/>
                  </a:lnTo>
                  <a:lnTo>
                    <a:pt x="10325" y="7316"/>
                  </a:lnTo>
                  <a:lnTo>
                    <a:pt x="1032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570550" y="3870475"/>
              <a:ext cx="273950" cy="7950"/>
            </a:xfrm>
            <a:custGeom>
              <a:avLst/>
              <a:gdLst/>
              <a:ahLst/>
              <a:cxnLst/>
              <a:rect l="l" t="t" r="r" b="b"/>
              <a:pathLst>
                <a:path w="10958" h="318" extrusionOk="0">
                  <a:moveTo>
                    <a:pt x="0" y="1"/>
                  </a:moveTo>
                  <a:lnTo>
                    <a:pt x="0" y="64"/>
                  </a:lnTo>
                  <a:cubicBezTo>
                    <a:pt x="0" y="191"/>
                    <a:pt x="95" y="318"/>
                    <a:pt x="222" y="318"/>
                  </a:cubicBezTo>
                  <a:lnTo>
                    <a:pt x="10736" y="318"/>
                  </a:lnTo>
                  <a:cubicBezTo>
                    <a:pt x="10831" y="318"/>
                    <a:pt x="10894" y="286"/>
                    <a:pt x="10926" y="223"/>
                  </a:cubicBezTo>
                  <a:cubicBezTo>
                    <a:pt x="10958" y="159"/>
                    <a:pt x="10958" y="128"/>
                    <a:pt x="10958" y="64"/>
                  </a:cubicBezTo>
                  <a:lnTo>
                    <a:pt x="109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763725" y="3750925"/>
              <a:ext cx="95825" cy="49900"/>
            </a:xfrm>
            <a:custGeom>
              <a:avLst/>
              <a:gdLst/>
              <a:ahLst/>
              <a:cxnLst/>
              <a:rect l="l" t="t" r="r" b="b"/>
              <a:pathLst>
                <a:path w="3833" h="1996" extrusionOk="0"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743"/>
                  </a:lnTo>
                  <a:cubicBezTo>
                    <a:pt x="0" y="1869"/>
                    <a:pt x="95" y="1996"/>
                    <a:pt x="254" y="1996"/>
                  </a:cubicBezTo>
                  <a:lnTo>
                    <a:pt x="3579" y="1996"/>
                  </a:lnTo>
                  <a:cubicBezTo>
                    <a:pt x="3706" y="1996"/>
                    <a:pt x="3832" y="1869"/>
                    <a:pt x="3832" y="1743"/>
                  </a:cubicBezTo>
                  <a:lnTo>
                    <a:pt x="3832" y="254"/>
                  </a:lnTo>
                  <a:cubicBezTo>
                    <a:pt x="3832" y="128"/>
                    <a:pt x="3706" y="1"/>
                    <a:pt x="357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771650" y="3762800"/>
              <a:ext cx="26150" cy="25375"/>
            </a:xfrm>
            <a:custGeom>
              <a:avLst/>
              <a:gdLst/>
              <a:ahLst/>
              <a:cxnLst/>
              <a:rect l="l" t="t" r="r" b="b"/>
              <a:pathLst>
                <a:path w="1046" h="1015" extrusionOk="0">
                  <a:moveTo>
                    <a:pt x="538" y="1"/>
                  </a:moveTo>
                  <a:cubicBezTo>
                    <a:pt x="253" y="1"/>
                    <a:pt x="0" y="223"/>
                    <a:pt x="0" y="508"/>
                  </a:cubicBezTo>
                  <a:cubicBezTo>
                    <a:pt x="0" y="793"/>
                    <a:pt x="253" y="1014"/>
                    <a:pt x="538" y="1014"/>
                  </a:cubicBezTo>
                  <a:cubicBezTo>
                    <a:pt x="792" y="1014"/>
                    <a:pt x="1045" y="793"/>
                    <a:pt x="1045" y="508"/>
                  </a:cubicBezTo>
                  <a:cubicBezTo>
                    <a:pt x="1045" y="223"/>
                    <a:pt x="792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5049425" y="2770775"/>
              <a:ext cx="299300" cy="143325"/>
            </a:xfrm>
            <a:custGeom>
              <a:avLst/>
              <a:gdLst/>
              <a:ahLst/>
              <a:cxnLst/>
              <a:rect l="l" t="t" r="r" b="b"/>
              <a:pathLst>
                <a:path w="11972" h="5733" extrusionOk="0">
                  <a:moveTo>
                    <a:pt x="2281" y="2344"/>
                  </a:moveTo>
                  <a:lnTo>
                    <a:pt x="2281" y="3896"/>
                  </a:lnTo>
                  <a:lnTo>
                    <a:pt x="1046" y="3896"/>
                  </a:lnTo>
                  <a:lnTo>
                    <a:pt x="856" y="2344"/>
                  </a:lnTo>
                  <a:close/>
                  <a:moveTo>
                    <a:pt x="4055" y="2344"/>
                  </a:moveTo>
                  <a:lnTo>
                    <a:pt x="4055" y="3896"/>
                  </a:lnTo>
                  <a:lnTo>
                    <a:pt x="2566" y="3896"/>
                  </a:lnTo>
                  <a:lnTo>
                    <a:pt x="2566" y="2344"/>
                  </a:lnTo>
                  <a:close/>
                  <a:moveTo>
                    <a:pt x="5860" y="2344"/>
                  </a:moveTo>
                  <a:lnTo>
                    <a:pt x="5860" y="3896"/>
                  </a:lnTo>
                  <a:lnTo>
                    <a:pt x="4371" y="3896"/>
                  </a:lnTo>
                  <a:lnTo>
                    <a:pt x="4371" y="2344"/>
                  </a:lnTo>
                  <a:close/>
                  <a:moveTo>
                    <a:pt x="7570" y="2344"/>
                  </a:moveTo>
                  <a:lnTo>
                    <a:pt x="7570" y="3896"/>
                  </a:lnTo>
                  <a:lnTo>
                    <a:pt x="6145" y="3896"/>
                  </a:lnTo>
                  <a:lnTo>
                    <a:pt x="6145" y="2344"/>
                  </a:lnTo>
                  <a:close/>
                  <a:moveTo>
                    <a:pt x="9375" y="2344"/>
                  </a:moveTo>
                  <a:lnTo>
                    <a:pt x="9375" y="3896"/>
                  </a:lnTo>
                  <a:lnTo>
                    <a:pt x="7887" y="3896"/>
                  </a:lnTo>
                  <a:lnTo>
                    <a:pt x="7887" y="2344"/>
                  </a:lnTo>
                  <a:close/>
                  <a:moveTo>
                    <a:pt x="11022" y="2344"/>
                  </a:moveTo>
                  <a:lnTo>
                    <a:pt x="10768" y="3928"/>
                  </a:lnTo>
                  <a:lnTo>
                    <a:pt x="9692" y="3896"/>
                  </a:lnTo>
                  <a:lnTo>
                    <a:pt x="9692" y="2344"/>
                  </a:lnTo>
                  <a:close/>
                  <a:moveTo>
                    <a:pt x="2281" y="4181"/>
                  </a:moveTo>
                  <a:lnTo>
                    <a:pt x="2281" y="5163"/>
                  </a:lnTo>
                  <a:lnTo>
                    <a:pt x="1204" y="5163"/>
                  </a:lnTo>
                  <a:lnTo>
                    <a:pt x="1078" y="4181"/>
                  </a:lnTo>
                  <a:close/>
                  <a:moveTo>
                    <a:pt x="4055" y="4181"/>
                  </a:moveTo>
                  <a:lnTo>
                    <a:pt x="4055" y="5163"/>
                  </a:lnTo>
                  <a:lnTo>
                    <a:pt x="2566" y="5163"/>
                  </a:lnTo>
                  <a:lnTo>
                    <a:pt x="2566" y="4181"/>
                  </a:lnTo>
                  <a:close/>
                  <a:moveTo>
                    <a:pt x="5860" y="4181"/>
                  </a:moveTo>
                  <a:lnTo>
                    <a:pt x="5860" y="5163"/>
                  </a:lnTo>
                  <a:lnTo>
                    <a:pt x="4371" y="5163"/>
                  </a:lnTo>
                  <a:lnTo>
                    <a:pt x="4371" y="4181"/>
                  </a:lnTo>
                  <a:close/>
                  <a:moveTo>
                    <a:pt x="6145" y="4181"/>
                  </a:moveTo>
                  <a:lnTo>
                    <a:pt x="7570" y="4213"/>
                  </a:lnTo>
                  <a:lnTo>
                    <a:pt x="7570" y="5163"/>
                  </a:lnTo>
                  <a:lnTo>
                    <a:pt x="6145" y="5163"/>
                  </a:lnTo>
                  <a:lnTo>
                    <a:pt x="6145" y="4181"/>
                  </a:lnTo>
                  <a:close/>
                  <a:moveTo>
                    <a:pt x="9375" y="4213"/>
                  </a:moveTo>
                  <a:lnTo>
                    <a:pt x="9375" y="5163"/>
                  </a:lnTo>
                  <a:lnTo>
                    <a:pt x="7887" y="5163"/>
                  </a:lnTo>
                  <a:lnTo>
                    <a:pt x="7887" y="4213"/>
                  </a:lnTo>
                  <a:close/>
                  <a:moveTo>
                    <a:pt x="10705" y="4213"/>
                  </a:moveTo>
                  <a:lnTo>
                    <a:pt x="10547" y="5163"/>
                  </a:lnTo>
                  <a:lnTo>
                    <a:pt x="9692" y="5163"/>
                  </a:lnTo>
                  <a:lnTo>
                    <a:pt x="9692" y="4213"/>
                  </a:lnTo>
                  <a:close/>
                  <a:moveTo>
                    <a:pt x="11687" y="1"/>
                  </a:moveTo>
                  <a:cubicBezTo>
                    <a:pt x="11528" y="1"/>
                    <a:pt x="11370" y="96"/>
                    <a:pt x="11338" y="254"/>
                  </a:cubicBezTo>
                  <a:lnTo>
                    <a:pt x="11053" y="2059"/>
                  </a:lnTo>
                  <a:lnTo>
                    <a:pt x="9660" y="2059"/>
                  </a:lnTo>
                  <a:lnTo>
                    <a:pt x="9660" y="476"/>
                  </a:lnTo>
                  <a:lnTo>
                    <a:pt x="9375" y="476"/>
                  </a:lnTo>
                  <a:lnTo>
                    <a:pt x="9375" y="2059"/>
                  </a:lnTo>
                  <a:lnTo>
                    <a:pt x="7887" y="2059"/>
                  </a:lnTo>
                  <a:lnTo>
                    <a:pt x="7887" y="412"/>
                  </a:lnTo>
                  <a:lnTo>
                    <a:pt x="7570" y="412"/>
                  </a:lnTo>
                  <a:lnTo>
                    <a:pt x="7570" y="2059"/>
                  </a:lnTo>
                  <a:lnTo>
                    <a:pt x="6145" y="2059"/>
                  </a:lnTo>
                  <a:lnTo>
                    <a:pt x="6145" y="444"/>
                  </a:lnTo>
                  <a:lnTo>
                    <a:pt x="5860" y="444"/>
                  </a:lnTo>
                  <a:lnTo>
                    <a:pt x="5860" y="2059"/>
                  </a:lnTo>
                  <a:lnTo>
                    <a:pt x="4371" y="2059"/>
                  </a:lnTo>
                  <a:lnTo>
                    <a:pt x="4371" y="444"/>
                  </a:lnTo>
                  <a:lnTo>
                    <a:pt x="4055" y="444"/>
                  </a:lnTo>
                  <a:lnTo>
                    <a:pt x="4055" y="2059"/>
                  </a:lnTo>
                  <a:lnTo>
                    <a:pt x="2598" y="2059"/>
                  </a:lnTo>
                  <a:lnTo>
                    <a:pt x="2598" y="412"/>
                  </a:lnTo>
                  <a:lnTo>
                    <a:pt x="2281" y="412"/>
                  </a:lnTo>
                  <a:lnTo>
                    <a:pt x="2281" y="2059"/>
                  </a:lnTo>
                  <a:lnTo>
                    <a:pt x="824" y="2059"/>
                  </a:lnTo>
                  <a:lnTo>
                    <a:pt x="603" y="349"/>
                  </a:lnTo>
                  <a:cubicBezTo>
                    <a:pt x="574" y="207"/>
                    <a:pt x="470" y="91"/>
                    <a:pt x="312" y="91"/>
                  </a:cubicBezTo>
                  <a:cubicBezTo>
                    <a:pt x="293" y="91"/>
                    <a:pt x="274" y="92"/>
                    <a:pt x="254" y="96"/>
                  </a:cubicBezTo>
                  <a:cubicBezTo>
                    <a:pt x="96" y="127"/>
                    <a:pt x="1" y="254"/>
                    <a:pt x="1" y="412"/>
                  </a:cubicBezTo>
                  <a:lnTo>
                    <a:pt x="666" y="5479"/>
                  </a:lnTo>
                  <a:cubicBezTo>
                    <a:pt x="698" y="5638"/>
                    <a:pt x="793" y="5733"/>
                    <a:pt x="951" y="5733"/>
                  </a:cubicBezTo>
                  <a:lnTo>
                    <a:pt x="10832" y="5733"/>
                  </a:lnTo>
                  <a:cubicBezTo>
                    <a:pt x="10958" y="5733"/>
                    <a:pt x="11085" y="5638"/>
                    <a:pt x="11117" y="5479"/>
                  </a:cubicBezTo>
                  <a:lnTo>
                    <a:pt x="11940" y="349"/>
                  </a:lnTo>
                  <a:cubicBezTo>
                    <a:pt x="11972" y="191"/>
                    <a:pt x="11845" y="32"/>
                    <a:pt x="116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5035975" y="2739900"/>
              <a:ext cx="325425" cy="46750"/>
            </a:xfrm>
            <a:custGeom>
              <a:avLst/>
              <a:gdLst/>
              <a:ahLst/>
              <a:cxnLst/>
              <a:rect l="l" t="t" r="r" b="b"/>
              <a:pathLst>
                <a:path w="13017" h="1870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426"/>
                    <a:pt x="412" y="1869"/>
                    <a:pt x="919" y="1869"/>
                  </a:cubicBezTo>
                  <a:lnTo>
                    <a:pt x="12098" y="1869"/>
                  </a:lnTo>
                  <a:cubicBezTo>
                    <a:pt x="12605" y="1869"/>
                    <a:pt x="13017" y="1426"/>
                    <a:pt x="13017" y="919"/>
                  </a:cubicBezTo>
                  <a:cubicBezTo>
                    <a:pt x="13017" y="412"/>
                    <a:pt x="12605" y="1"/>
                    <a:pt x="120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5092975" y="2677250"/>
              <a:ext cx="93450" cy="88800"/>
            </a:xfrm>
            <a:custGeom>
              <a:avLst/>
              <a:gdLst/>
              <a:ahLst/>
              <a:cxnLst/>
              <a:rect l="l" t="t" r="r" b="b"/>
              <a:pathLst>
                <a:path w="3738" h="3552" extrusionOk="0">
                  <a:moveTo>
                    <a:pt x="3259" y="1"/>
                  </a:moveTo>
                  <a:cubicBezTo>
                    <a:pt x="3149" y="1"/>
                    <a:pt x="3037" y="41"/>
                    <a:pt x="2946" y="132"/>
                  </a:cubicBezTo>
                  <a:lnTo>
                    <a:pt x="191" y="2792"/>
                  </a:lnTo>
                  <a:cubicBezTo>
                    <a:pt x="1" y="2950"/>
                    <a:pt x="1" y="3235"/>
                    <a:pt x="159" y="3425"/>
                  </a:cubicBezTo>
                  <a:cubicBezTo>
                    <a:pt x="254" y="3488"/>
                    <a:pt x="381" y="3552"/>
                    <a:pt x="476" y="3552"/>
                  </a:cubicBezTo>
                  <a:cubicBezTo>
                    <a:pt x="602" y="3552"/>
                    <a:pt x="697" y="3488"/>
                    <a:pt x="792" y="3425"/>
                  </a:cubicBezTo>
                  <a:lnTo>
                    <a:pt x="3579" y="765"/>
                  </a:lnTo>
                  <a:cubicBezTo>
                    <a:pt x="3738" y="607"/>
                    <a:pt x="3738" y="322"/>
                    <a:pt x="3579" y="132"/>
                  </a:cubicBezTo>
                  <a:cubicBezTo>
                    <a:pt x="3497" y="49"/>
                    <a:pt x="3379" y="1"/>
                    <a:pt x="325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5203025" y="2674475"/>
              <a:ext cx="92650" cy="92375"/>
            </a:xfrm>
            <a:custGeom>
              <a:avLst/>
              <a:gdLst/>
              <a:ahLst/>
              <a:cxnLst/>
              <a:rect l="l" t="t" r="r" b="b"/>
              <a:pathLst>
                <a:path w="3706" h="3695" extrusionOk="0">
                  <a:moveTo>
                    <a:pt x="476" y="1"/>
                  </a:moveTo>
                  <a:cubicBezTo>
                    <a:pt x="371" y="1"/>
                    <a:pt x="266" y="40"/>
                    <a:pt x="191" y="116"/>
                  </a:cubicBezTo>
                  <a:cubicBezTo>
                    <a:pt x="1" y="306"/>
                    <a:pt x="1" y="591"/>
                    <a:pt x="159" y="749"/>
                  </a:cubicBezTo>
                  <a:lnTo>
                    <a:pt x="2914" y="3536"/>
                  </a:lnTo>
                  <a:cubicBezTo>
                    <a:pt x="3009" y="3631"/>
                    <a:pt x="3104" y="3694"/>
                    <a:pt x="3231" y="3694"/>
                  </a:cubicBezTo>
                  <a:cubicBezTo>
                    <a:pt x="3358" y="3694"/>
                    <a:pt x="3453" y="3631"/>
                    <a:pt x="3548" y="3568"/>
                  </a:cubicBezTo>
                  <a:cubicBezTo>
                    <a:pt x="3706" y="3378"/>
                    <a:pt x="3706" y="3093"/>
                    <a:pt x="3548" y="2934"/>
                  </a:cubicBezTo>
                  <a:lnTo>
                    <a:pt x="792" y="148"/>
                  </a:lnTo>
                  <a:cubicBezTo>
                    <a:pt x="710" y="48"/>
                    <a:pt x="592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4784200" y="3613175"/>
              <a:ext cx="247050" cy="246250"/>
            </a:xfrm>
            <a:custGeom>
              <a:avLst/>
              <a:gdLst/>
              <a:ahLst/>
              <a:cxnLst/>
              <a:rect l="l" t="t" r="r" b="b"/>
              <a:pathLst>
                <a:path w="9882" h="9850" extrusionOk="0">
                  <a:moveTo>
                    <a:pt x="4941" y="0"/>
                  </a:moveTo>
                  <a:cubicBezTo>
                    <a:pt x="2218" y="0"/>
                    <a:pt x="1" y="2186"/>
                    <a:pt x="1" y="4909"/>
                  </a:cubicBezTo>
                  <a:cubicBezTo>
                    <a:pt x="1" y="7633"/>
                    <a:pt x="2218" y="9849"/>
                    <a:pt x="4941" y="9849"/>
                  </a:cubicBezTo>
                  <a:cubicBezTo>
                    <a:pt x="6620" y="9849"/>
                    <a:pt x="8108" y="8994"/>
                    <a:pt x="8995" y="7728"/>
                  </a:cubicBezTo>
                  <a:cubicBezTo>
                    <a:pt x="9343" y="7221"/>
                    <a:pt x="9565" y="6683"/>
                    <a:pt x="9723" y="6113"/>
                  </a:cubicBezTo>
                  <a:cubicBezTo>
                    <a:pt x="9755" y="5954"/>
                    <a:pt x="9787" y="5828"/>
                    <a:pt x="9818" y="5669"/>
                  </a:cubicBezTo>
                  <a:cubicBezTo>
                    <a:pt x="9850" y="5416"/>
                    <a:pt x="9882" y="5162"/>
                    <a:pt x="9882" y="4909"/>
                  </a:cubicBezTo>
                  <a:cubicBezTo>
                    <a:pt x="9882" y="4561"/>
                    <a:pt x="9818" y="4212"/>
                    <a:pt x="9755" y="3864"/>
                  </a:cubicBezTo>
                  <a:cubicBezTo>
                    <a:pt x="9723" y="3706"/>
                    <a:pt x="9692" y="3547"/>
                    <a:pt x="9628" y="3421"/>
                  </a:cubicBezTo>
                  <a:cubicBezTo>
                    <a:pt x="9407" y="2692"/>
                    <a:pt x="9026" y="2059"/>
                    <a:pt x="8520" y="1521"/>
                  </a:cubicBezTo>
                  <a:cubicBezTo>
                    <a:pt x="7633" y="602"/>
                    <a:pt x="6335" y="0"/>
                    <a:pt x="494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4812700" y="3641675"/>
              <a:ext cx="190050" cy="189250"/>
            </a:xfrm>
            <a:custGeom>
              <a:avLst/>
              <a:gdLst/>
              <a:ahLst/>
              <a:cxnLst/>
              <a:rect l="l" t="t" r="r" b="b"/>
              <a:pathLst>
                <a:path w="7602" h="7570" extrusionOk="0">
                  <a:moveTo>
                    <a:pt x="3801" y="444"/>
                  </a:moveTo>
                  <a:cubicBezTo>
                    <a:pt x="5638" y="444"/>
                    <a:pt x="7126" y="1964"/>
                    <a:pt x="7126" y="3769"/>
                  </a:cubicBezTo>
                  <a:cubicBezTo>
                    <a:pt x="7126" y="5606"/>
                    <a:pt x="5638" y="7094"/>
                    <a:pt x="3801" y="7094"/>
                  </a:cubicBezTo>
                  <a:cubicBezTo>
                    <a:pt x="1964" y="7094"/>
                    <a:pt x="476" y="5606"/>
                    <a:pt x="476" y="3769"/>
                  </a:cubicBezTo>
                  <a:cubicBezTo>
                    <a:pt x="476" y="1964"/>
                    <a:pt x="1964" y="444"/>
                    <a:pt x="3801" y="444"/>
                  </a:cubicBezTo>
                  <a:close/>
                  <a:moveTo>
                    <a:pt x="3801" y="1"/>
                  </a:moveTo>
                  <a:cubicBezTo>
                    <a:pt x="1711" y="1"/>
                    <a:pt x="1" y="1679"/>
                    <a:pt x="1" y="3769"/>
                  </a:cubicBezTo>
                  <a:cubicBezTo>
                    <a:pt x="1" y="5859"/>
                    <a:pt x="1711" y="7569"/>
                    <a:pt x="3801" y="7569"/>
                  </a:cubicBezTo>
                  <a:cubicBezTo>
                    <a:pt x="5891" y="7569"/>
                    <a:pt x="7601" y="5859"/>
                    <a:pt x="7601" y="3769"/>
                  </a:cubicBezTo>
                  <a:cubicBezTo>
                    <a:pt x="7601" y="1679"/>
                    <a:pt x="5891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4876050" y="3678100"/>
              <a:ext cx="63350" cy="116400"/>
            </a:xfrm>
            <a:custGeom>
              <a:avLst/>
              <a:gdLst/>
              <a:ahLst/>
              <a:cxnLst/>
              <a:rect l="l" t="t" r="r" b="b"/>
              <a:pathLst>
                <a:path w="2534" h="4656" extrusionOk="0">
                  <a:moveTo>
                    <a:pt x="982" y="0"/>
                  </a:moveTo>
                  <a:lnTo>
                    <a:pt x="982" y="539"/>
                  </a:lnTo>
                  <a:cubicBezTo>
                    <a:pt x="380" y="665"/>
                    <a:pt x="32" y="1045"/>
                    <a:pt x="32" y="1552"/>
                  </a:cubicBezTo>
                  <a:cubicBezTo>
                    <a:pt x="32" y="2090"/>
                    <a:pt x="444" y="2407"/>
                    <a:pt x="1045" y="2597"/>
                  </a:cubicBezTo>
                  <a:cubicBezTo>
                    <a:pt x="1489" y="2756"/>
                    <a:pt x="1647" y="2882"/>
                    <a:pt x="1647" y="3104"/>
                  </a:cubicBezTo>
                  <a:cubicBezTo>
                    <a:pt x="1647" y="3326"/>
                    <a:pt x="1426" y="3452"/>
                    <a:pt x="1109" y="3452"/>
                  </a:cubicBezTo>
                  <a:cubicBezTo>
                    <a:pt x="729" y="3452"/>
                    <a:pt x="412" y="3326"/>
                    <a:pt x="159" y="3199"/>
                  </a:cubicBezTo>
                  <a:lnTo>
                    <a:pt x="0" y="3864"/>
                  </a:lnTo>
                  <a:cubicBezTo>
                    <a:pt x="222" y="3991"/>
                    <a:pt x="570" y="4086"/>
                    <a:pt x="950" y="4117"/>
                  </a:cubicBezTo>
                  <a:lnTo>
                    <a:pt x="950" y="4656"/>
                  </a:lnTo>
                  <a:lnTo>
                    <a:pt x="1521" y="4656"/>
                  </a:lnTo>
                  <a:lnTo>
                    <a:pt x="1521" y="4054"/>
                  </a:lnTo>
                  <a:cubicBezTo>
                    <a:pt x="2186" y="3959"/>
                    <a:pt x="2534" y="3516"/>
                    <a:pt x="2534" y="3009"/>
                  </a:cubicBezTo>
                  <a:cubicBezTo>
                    <a:pt x="2534" y="2502"/>
                    <a:pt x="2249" y="2185"/>
                    <a:pt x="1584" y="1964"/>
                  </a:cubicBezTo>
                  <a:cubicBezTo>
                    <a:pt x="1109" y="1774"/>
                    <a:pt x="887" y="1647"/>
                    <a:pt x="887" y="1457"/>
                  </a:cubicBezTo>
                  <a:cubicBezTo>
                    <a:pt x="887" y="1299"/>
                    <a:pt x="1014" y="1140"/>
                    <a:pt x="1394" y="1140"/>
                  </a:cubicBezTo>
                  <a:cubicBezTo>
                    <a:pt x="1806" y="1140"/>
                    <a:pt x="2059" y="1267"/>
                    <a:pt x="2217" y="1330"/>
                  </a:cubicBezTo>
                  <a:lnTo>
                    <a:pt x="2376" y="697"/>
                  </a:lnTo>
                  <a:cubicBezTo>
                    <a:pt x="2186" y="602"/>
                    <a:pt x="1932" y="507"/>
                    <a:pt x="1552" y="507"/>
                  </a:cubicBezTo>
                  <a:lnTo>
                    <a:pt x="1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350450" y="2747825"/>
              <a:ext cx="202700" cy="8725"/>
            </a:xfrm>
            <a:custGeom>
              <a:avLst/>
              <a:gdLst/>
              <a:ahLst/>
              <a:cxnLst/>
              <a:rect l="l" t="t" r="r" b="b"/>
              <a:pathLst>
                <a:path w="8108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9"/>
                    <a:pt x="127" y="349"/>
                  </a:cubicBezTo>
                  <a:lnTo>
                    <a:pt x="7949" y="349"/>
                  </a:lnTo>
                  <a:cubicBezTo>
                    <a:pt x="8044" y="349"/>
                    <a:pt x="8107" y="285"/>
                    <a:pt x="8107" y="190"/>
                  </a:cubicBezTo>
                  <a:cubicBezTo>
                    <a:pt x="8107" y="95"/>
                    <a:pt x="8044" y="0"/>
                    <a:pt x="794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359950" y="2781875"/>
              <a:ext cx="180525" cy="8725"/>
            </a:xfrm>
            <a:custGeom>
              <a:avLst/>
              <a:gdLst/>
              <a:ahLst/>
              <a:cxnLst/>
              <a:rect l="l" t="t" r="r" b="b"/>
              <a:pathLst>
                <a:path w="7221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8"/>
                    <a:pt x="127" y="348"/>
                  </a:cubicBezTo>
                  <a:lnTo>
                    <a:pt x="7094" y="348"/>
                  </a:lnTo>
                  <a:cubicBezTo>
                    <a:pt x="7157" y="348"/>
                    <a:pt x="7221" y="285"/>
                    <a:pt x="7221" y="190"/>
                  </a:cubicBezTo>
                  <a:cubicBezTo>
                    <a:pt x="7221" y="95"/>
                    <a:pt x="7157" y="0"/>
                    <a:pt x="709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367075" y="2815900"/>
              <a:ext cx="160725" cy="8750"/>
            </a:xfrm>
            <a:custGeom>
              <a:avLst/>
              <a:gdLst/>
              <a:ahLst/>
              <a:cxnLst/>
              <a:rect l="l" t="t" r="r" b="b"/>
              <a:pathLst>
                <a:path w="6429" h="350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95" y="349"/>
                    <a:pt x="158" y="349"/>
                  </a:cubicBezTo>
                  <a:lnTo>
                    <a:pt x="6271" y="349"/>
                  </a:lnTo>
                  <a:cubicBezTo>
                    <a:pt x="6366" y="349"/>
                    <a:pt x="6429" y="286"/>
                    <a:pt x="6429" y="191"/>
                  </a:cubicBezTo>
                  <a:cubicBezTo>
                    <a:pt x="6429" y="96"/>
                    <a:pt x="6366" y="1"/>
                    <a:pt x="62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2382100" y="2754150"/>
              <a:ext cx="18250" cy="91075"/>
            </a:xfrm>
            <a:custGeom>
              <a:avLst/>
              <a:gdLst/>
              <a:ahLst/>
              <a:cxnLst/>
              <a:rect l="l" t="t" r="r" b="b"/>
              <a:pathLst>
                <a:path w="730" h="3643" extrusionOk="0">
                  <a:moveTo>
                    <a:pt x="318" y="1"/>
                  </a:moveTo>
                  <a:lnTo>
                    <a:pt x="1" y="32"/>
                  </a:lnTo>
                  <a:lnTo>
                    <a:pt x="413" y="3579"/>
                  </a:lnTo>
                  <a:lnTo>
                    <a:pt x="729" y="364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2412200" y="2754150"/>
              <a:ext cx="12675" cy="91875"/>
            </a:xfrm>
            <a:custGeom>
              <a:avLst/>
              <a:gdLst/>
              <a:ahLst/>
              <a:cxnLst/>
              <a:rect l="l" t="t" r="r" b="b"/>
              <a:pathLst>
                <a:path w="507" h="3675" extrusionOk="0">
                  <a:moveTo>
                    <a:pt x="285" y="1"/>
                  </a:moveTo>
                  <a:lnTo>
                    <a:pt x="0" y="32"/>
                  </a:lnTo>
                  <a:lnTo>
                    <a:pt x="190" y="3674"/>
                  </a:lnTo>
                  <a:lnTo>
                    <a:pt x="507" y="361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2441500" y="2753375"/>
              <a:ext cx="7150" cy="93425"/>
            </a:xfrm>
            <a:custGeom>
              <a:avLst/>
              <a:gdLst/>
              <a:ahLst/>
              <a:cxnLst/>
              <a:rect l="l" t="t" r="r" b="b"/>
              <a:pathLst>
                <a:path w="286" h="3737" extrusionOk="0">
                  <a:moveTo>
                    <a:pt x="0" y="0"/>
                  </a:moveTo>
                  <a:lnTo>
                    <a:pt x="0" y="3737"/>
                  </a:lnTo>
                  <a:lnTo>
                    <a:pt x="285" y="3705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461275" y="2752575"/>
              <a:ext cx="21400" cy="95025"/>
            </a:xfrm>
            <a:custGeom>
              <a:avLst/>
              <a:gdLst/>
              <a:ahLst/>
              <a:cxnLst/>
              <a:rect l="l" t="t" r="r" b="b"/>
              <a:pathLst>
                <a:path w="856" h="3801" extrusionOk="0">
                  <a:moveTo>
                    <a:pt x="571" y="0"/>
                  </a:moveTo>
                  <a:lnTo>
                    <a:pt x="1" y="3801"/>
                  </a:lnTo>
                  <a:lnTo>
                    <a:pt x="317" y="3674"/>
                  </a:lnTo>
                  <a:lnTo>
                    <a:pt x="856" y="6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484250" y="2752575"/>
              <a:ext cx="30100" cy="95825"/>
            </a:xfrm>
            <a:custGeom>
              <a:avLst/>
              <a:gdLst/>
              <a:ahLst/>
              <a:cxnLst/>
              <a:rect l="l" t="t" r="r" b="b"/>
              <a:pathLst>
                <a:path w="1204" h="3833" extrusionOk="0">
                  <a:moveTo>
                    <a:pt x="919" y="0"/>
                  </a:moveTo>
                  <a:lnTo>
                    <a:pt x="0" y="3832"/>
                  </a:lnTo>
                  <a:lnTo>
                    <a:pt x="317" y="3737"/>
                  </a:lnTo>
                  <a:lnTo>
                    <a:pt x="1204" y="9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2508000" y="2751000"/>
              <a:ext cx="37225" cy="95800"/>
            </a:xfrm>
            <a:custGeom>
              <a:avLst/>
              <a:gdLst/>
              <a:ahLst/>
              <a:cxnLst/>
              <a:rect l="l" t="t" r="r" b="b"/>
              <a:pathLst>
                <a:path w="1489" h="3832" extrusionOk="0">
                  <a:moveTo>
                    <a:pt x="1204" y="0"/>
                  </a:moveTo>
                  <a:lnTo>
                    <a:pt x="0" y="3705"/>
                  </a:lnTo>
                  <a:lnTo>
                    <a:pt x="285" y="3832"/>
                  </a:lnTo>
                  <a:lnTo>
                    <a:pt x="1489" y="12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342525" y="2740700"/>
              <a:ext cx="194000" cy="108475"/>
            </a:xfrm>
            <a:custGeom>
              <a:avLst/>
              <a:gdLst/>
              <a:ahLst/>
              <a:cxnLst/>
              <a:rect l="l" t="t" r="r" b="b"/>
              <a:pathLst>
                <a:path w="7760" h="4339" extrusionOk="0">
                  <a:moveTo>
                    <a:pt x="380" y="0"/>
                  </a:moveTo>
                  <a:cubicBezTo>
                    <a:pt x="349" y="190"/>
                    <a:pt x="190" y="222"/>
                    <a:pt x="0" y="254"/>
                  </a:cubicBezTo>
                  <a:lnTo>
                    <a:pt x="1235" y="4181"/>
                  </a:lnTo>
                  <a:cubicBezTo>
                    <a:pt x="1267" y="4276"/>
                    <a:pt x="1330" y="4339"/>
                    <a:pt x="1425" y="4339"/>
                  </a:cubicBezTo>
                  <a:lnTo>
                    <a:pt x="7538" y="4339"/>
                  </a:lnTo>
                  <a:cubicBezTo>
                    <a:pt x="7664" y="4339"/>
                    <a:pt x="7759" y="4244"/>
                    <a:pt x="7759" y="4117"/>
                  </a:cubicBezTo>
                  <a:cubicBezTo>
                    <a:pt x="7759" y="3959"/>
                    <a:pt x="7664" y="3864"/>
                    <a:pt x="7538" y="3864"/>
                  </a:cubicBezTo>
                  <a:lnTo>
                    <a:pt x="1584" y="386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64150" y="2732775"/>
              <a:ext cx="89475" cy="17450"/>
            </a:xfrm>
            <a:custGeom>
              <a:avLst/>
              <a:gdLst/>
              <a:ahLst/>
              <a:cxnLst/>
              <a:rect l="l" t="t" r="r" b="b"/>
              <a:pathLst>
                <a:path w="3579" h="698" extrusionOk="0">
                  <a:moveTo>
                    <a:pt x="380" y="1"/>
                  </a:moveTo>
                  <a:cubicBezTo>
                    <a:pt x="190" y="1"/>
                    <a:pt x="0" y="159"/>
                    <a:pt x="0" y="349"/>
                  </a:cubicBezTo>
                  <a:cubicBezTo>
                    <a:pt x="0" y="539"/>
                    <a:pt x="190" y="697"/>
                    <a:pt x="380" y="697"/>
                  </a:cubicBezTo>
                  <a:lnTo>
                    <a:pt x="3230" y="697"/>
                  </a:lnTo>
                  <a:cubicBezTo>
                    <a:pt x="3420" y="697"/>
                    <a:pt x="3547" y="571"/>
                    <a:pt x="3579" y="381"/>
                  </a:cubicBezTo>
                  <a:cubicBezTo>
                    <a:pt x="3579" y="381"/>
                    <a:pt x="3579" y="381"/>
                    <a:pt x="3579" y="349"/>
                  </a:cubicBezTo>
                  <a:cubicBezTo>
                    <a:pt x="3579" y="254"/>
                    <a:pt x="3515" y="159"/>
                    <a:pt x="3452" y="96"/>
                  </a:cubicBezTo>
                  <a:cubicBezTo>
                    <a:pt x="3389" y="32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2369450" y="2842825"/>
              <a:ext cx="119575" cy="65750"/>
            </a:xfrm>
            <a:custGeom>
              <a:avLst/>
              <a:gdLst/>
              <a:ahLst/>
              <a:cxnLst/>
              <a:rect l="l" t="t" r="r" b="b"/>
              <a:pathLst>
                <a:path w="4783" h="2630" extrusionOk="0">
                  <a:moveTo>
                    <a:pt x="570" y="1"/>
                  </a:moveTo>
                  <a:lnTo>
                    <a:pt x="0" y="2629"/>
                  </a:lnTo>
                  <a:lnTo>
                    <a:pt x="4782" y="2629"/>
                  </a:lnTo>
                  <a:lnTo>
                    <a:pt x="4782" y="2281"/>
                  </a:lnTo>
                  <a:lnTo>
                    <a:pt x="412" y="2281"/>
                  </a:lnTo>
                  <a:lnTo>
                    <a:pt x="887" y="6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235440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1" y="1743"/>
                    <a:pt x="1711" y="1331"/>
                    <a:pt x="1711" y="856"/>
                  </a:cubicBezTo>
                  <a:cubicBezTo>
                    <a:pt x="1711" y="412"/>
                    <a:pt x="1331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2359950" y="2888750"/>
              <a:ext cx="31675" cy="32475"/>
            </a:xfrm>
            <a:custGeom>
              <a:avLst/>
              <a:gdLst/>
              <a:ahLst/>
              <a:cxnLst/>
              <a:rect l="l" t="t" r="r" b="b"/>
              <a:pathLst>
                <a:path w="1267" h="1299" extrusionOk="0"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1014"/>
                    <a:pt x="285" y="1299"/>
                    <a:pt x="633" y="1299"/>
                  </a:cubicBezTo>
                  <a:cubicBezTo>
                    <a:pt x="982" y="1299"/>
                    <a:pt x="1267" y="1014"/>
                    <a:pt x="1267" y="634"/>
                  </a:cubicBezTo>
                  <a:cubicBezTo>
                    <a:pt x="1267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579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246525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0" y="1743"/>
                    <a:pt x="1710" y="1331"/>
                    <a:pt x="1710" y="856"/>
                  </a:cubicBezTo>
                  <a:cubicBezTo>
                    <a:pt x="1710" y="412"/>
                    <a:pt x="1330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470775" y="2888750"/>
              <a:ext cx="31700" cy="32475"/>
            </a:xfrm>
            <a:custGeom>
              <a:avLst/>
              <a:gdLst/>
              <a:ahLst/>
              <a:cxnLst/>
              <a:rect l="l" t="t" r="r" b="b"/>
              <a:pathLst>
                <a:path w="1268" h="1299" extrusionOk="0"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1014"/>
                    <a:pt x="286" y="1299"/>
                    <a:pt x="634" y="1299"/>
                  </a:cubicBezTo>
                  <a:cubicBezTo>
                    <a:pt x="983" y="1299"/>
                    <a:pt x="1268" y="1014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4789750" y="1876125"/>
              <a:ext cx="216950" cy="2400"/>
            </a:xfrm>
            <a:custGeom>
              <a:avLst/>
              <a:gdLst/>
              <a:ahLst/>
              <a:cxnLst/>
              <a:rect l="l" t="t" r="r" b="b"/>
              <a:pathLst>
                <a:path w="8678" h="96" extrusionOk="0">
                  <a:moveTo>
                    <a:pt x="0" y="1"/>
                  </a:moveTo>
                  <a:lnTo>
                    <a:pt x="0" y="96"/>
                  </a:lnTo>
                  <a:lnTo>
                    <a:pt x="8678" y="96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4789750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0" y="1"/>
                  </a:moveTo>
                  <a:lnTo>
                    <a:pt x="0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4906925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4906925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1" y="1"/>
                  </a:moveTo>
                  <a:lnTo>
                    <a:pt x="1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4789750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4789750" y="1878500"/>
              <a:ext cx="216950" cy="10325"/>
            </a:xfrm>
            <a:custGeom>
              <a:avLst/>
              <a:gdLst/>
              <a:ahLst/>
              <a:cxnLst/>
              <a:rect l="l" t="t" r="r" b="b"/>
              <a:pathLst>
                <a:path w="8678" h="413" extrusionOk="0">
                  <a:moveTo>
                    <a:pt x="0" y="1"/>
                  </a:moveTo>
                  <a:lnTo>
                    <a:pt x="0" y="413"/>
                  </a:lnTo>
                  <a:lnTo>
                    <a:pt x="3991" y="413"/>
                  </a:lnTo>
                  <a:lnTo>
                    <a:pt x="3991" y="96"/>
                  </a:lnTo>
                  <a:lnTo>
                    <a:pt x="4719" y="96"/>
                  </a:lnTo>
                  <a:lnTo>
                    <a:pt x="4719" y="413"/>
                  </a:lnTo>
                  <a:lnTo>
                    <a:pt x="8678" y="413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4888725" y="1880875"/>
              <a:ext cx="18225" cy="7950"/>
            </a:xfrm>
            <a:custGeom>
              <a:avLst/>
              <a:gdLst/>
              <a:ahLst/>
              <a:cxnLst/>
              <a:rect l="l" t="t" r="r" b="b"/>
              <a:pathLst>
                <a:path w="729" h="318" extrusionOk="0">
                  <a:moveTo>
                    <a:pt x="0" y="1"/>
                  </a:moveTo>
                  <a:lnTo>
                    <a:pt x="0" y="318"/>
                  </a:lnTo>
                  <a:lnTo>
                    <a:pt x="729" y="31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4888725" y="1810425"/>
              <a:ext cx="18225" cy="70475"/>
            </a:xfrm>
            <a:custGeom>
              <a:avLst/>
              <a:gdLst/>
              <a:ahLst/>
              <a:cxnLst/>
              <a:rect l="l" t="t" r="r" b="b"/>
              <a:pathLst>
                <a:path w="72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729" y="281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4789750" y="1878500"/>
              <a:ext cx="216950" cy="147300"/>
            </a:xfrm>
            <a:custGeom>
              <a:avLst/>
              <a:gdLst/>
              <a:ahLst/>
              <a:cxnLst/>
              <a:rect l="l" t="t" r="r" b="b"/>
              <a:pathLst>
                <a:path w="8678" h="5892" extrusionOk="0">
                  <a:moveTo>
                    <a:pt x="3991" y="1"/>
                  </a:moveTo>
                  <a:lnTo>
                    <a:pt x="3991" y="1426"/>
                  </a:lnTo>
                  <a:lnTo>
                    <a:pt x="0" y="1426"/>
                  </a:lnTo>
                  <a:lnTo>
                    <a:pt x="0" y="2154"/>
                  </a:lnTo>
                  <a:lnTo>
                    <a:pt x="3991" y="2154"/>
                  </a:lnTo>
                  <a:lnTo>
                    <a:pt x="3991" y="5891"/>
                  </a:lnTo>
                  <a:lnTo>
                    <a:pt x="4719" y="5891"/>
                  </a:lnTo>
                  <a:lnTo>
                    <a:pt x="4719" y="2154"/>
                  </a:lnTo>
                  <a:lnTo>
                    <a:pt x="8678" y="2154"/>
                  </a:lnTo>
                  <a:lnTo>
                    <a:pt x="8678" y="1426"/>
                  </a:lnTo>
                  <a:lnTo>
                    <a:pt x="4719" y="1426"/>
                  </a:lnTo>
                  <a:lnTo>
                    <a:pt x="47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4906925" y="1810425"/>
              <a:ext cx="122750" cy="70475"/>
            </a:xfrm>
            <a:custGeom>
              <a:avLst/>
              <a:gdLst/>
              <a:ahLst/>
              <a:cxnLst/>
              <a:rect l="l" t="t" r="r" b="b"/>
              <a:pathLst>
                <a:path w="4910" h="2819" extrusionOk="0">
                  <a:moveTo>
                    <a:pt x="1" y="0"/>
                  </a:moveTo>
                  <a:lnTo>
                    <a:pt x="1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4766800" y="1810425"/>
              <a:ext cx="122725" cy="70475"/>
            </a:xfrm>
            <a:custGeom>
              <a:avLst/>
              <a:gdLst/>
              <a:ahLst/>
              <a:cxnLst/>
              <a:rect l="l" t="t" r="r" b="b"/>
              <a:pathLst>
                <a:path w="490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4904550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982" y="1"/>
                  </a:moveTo>
                  <a:lnTo>
                    <a:pt x="0" y="2218"/>
                  </a:lnTo>
                  <a:lnTo>
                    <a:pt x="127" y="2629"/>
                  </a:lnTo>
                  <a:lnTo>
                    <a:pt x="2027" y="120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4899800" y="1766525"/>
              <a:ext cx="86325" cy="44725"/>
            </a:xfrm>
            <a:custGeom>
              <a:avLst/>
              <a:gdLst/>
              <a:ahLst/>
              <a:cxnLst/>
              <a:rect l="l" t="t" r="r" b="b"/>
              <a:pathLst>
                <a:path w="3453" h="1789" extrusionOk="0">
                  <a:moveTo>
                    <a:pt x="2662" y="0"/>
                  </a:moveTo>
                  <a:cubicBezTo>
                    <a:pt x="1863" y="0"/>
                    <a:pt x="0" y="1756"/>
                    <a:pt x="0" y="1756"/>
                  </a:cubicBezTo>
                  <a:lnTo>
                    <a:pt x="3294" y="1788"/>
                  </a:lnTo>
                  <a:cubicBezTo>
                    <a:pt x="3294" y="1788"/>
                    <a:pt x="3452" y="395"/>
                    <a:pt x="2851" y="46"/>
                  </a:cubicBezTo>
                  <a:cubicBezTo>
                    <a:pt x="2798" y="15"/>
                    <a:pt x="2734" y="0"/>
                    <a:pt x="26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4840425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1045" y="1"/>
                  </a:moveTo>
                  <a:lnTo>
                    <a:pt x="0" y="1204"/>
                  </a:lnTo>
                  <a:lnTo>
                    <a:pt x="1900" y="2629"/>
                  </a:lnTo>
                  <a:lnTo>
                    <a:pt x="2027" y="2218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4810325" y="1766525"/>
              <a:ext cx="85550" cy="43925"/>
            </a:xfrm>
            <a:custGeom>
              <a:avLst/>
              <a:gdLst/>
              <a:ahLst/>
              <a:cxnLst/>
              <a:rect l="l" t="t" r="r" b="b"/>
              <a:pathLst>
                <a:path w="3422" h="1757" extrusionOk="0">
                  <a:moveTo>
                    <a:pt x="784" y="0"/>
                  </a:moveTo>
                  <a:cubicBezTo>
                    <a:pt x="714" y="0"/>
                    <a:pt x="653" y="15"/>
                    <a:pt x="603" y="46"/>
                  </a:cubicBezTo>
                  <a:cubicBezTo>
                    <a:pt x="1" y="395"/>
                    <a:pt x="128" y="1756"/>
                    <a:pt x="128" y="1756"/>
                  </a:cubicBezTo>
                  <a:lnTo>
                    <a:pt x="3421" y="1756"/>
                  </a:lnTo>
                  <a:cubicBezTo>
                    <a:pt x="3421" y="1756"/>
                    <a:pt x="1558" y="0"/>
                    <a:pt x="7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4887925" y="1796975"/>
              <a:ext cx="22975" cy="14275"/>
            </a:xfrm>
            <a:custGeom>
              <a:avLst/>
              <a:gdLst/>
              <a:ahLst/>
              <a:cxnLst/>
              <a:rect l="l" t="t" r="r" b="b"/>
              <a:pathLst>
                <a:path w="919" h="571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cubicBezTo>
                    <a:pt x="0" y="443"/>
                    <a:pt x="127" y="570"/>
                    <a:pt x="285" y="570"/>
                  </a:cubicBezTo>
                  <a:lnTo>
                    <a:pt x="634" y="570"/>
                  </a:lnTo>
                  <a:cubicBezTo>
                    <a:pt x="792" y="570"/>
                    <a:pt x="919" y="443"/>
                    <a:pt x="919" y="285"/>
                  </a:cubicBezTo>
                  <a:cubicBezTo>
                    <a:pt x="919" y="127"/>
                    <a:pt x="792" y="0"/>
                    <a:pt x="63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1" name="Google Shape;3131;p34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2" name="Google Shape;3132;p34"/>
          <p:cNvSpPr txBox="1"/>
          <p:nvPr/>
        </p:nvSpPr>
        <p:spPr>
          <a:xfrm>
            <a:off x="627876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3" name="Google Shape;3133;p34"/>
          <p:cNvSpPr txBox="1"/>
          <p:nvPr/>
        </p:nvSpPr>
        <p:spPr>
          <a:xfrm>
            <a:off x="627876" y="162164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4" name="Google Shape;3134;p34"/>
          <p:cNvSpPr txBox="1"/>
          <p:nvPr/>
        </p:nvSpPr>
        <p:spPr>
          <a:xfrm>
            <a:off x="627875" y="253507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5" name="Google Shape;3135;p34"/>
          <p:cNvSpPr txBox="1"/>
          <p:nvPr/>
        </p:nvSpPr>
        <p:spPr>
          <a:xfrm>
            <a:off x="627875" y="279576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6" name="Google Shape;3136;p34"/>
          <p:cNvSpPr txBox="1"/>
          <p:nvPr/>
        </p:nvSpPr>
        <p:spPr>
          <a:xfrm>
            <a:off x="627875" y="369540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7" name="Google Shape;3137;p34"/>
          <p:cNvSpPr txBox="1"/>
          <p:nvPr/>
        </p:nvSpPr>
        <p:spPr>
          <a:xfrm>
            <a:off x="62787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8" name="Google Shape;3138;p34"/>
          <p:cNvSpPr txBox="1"/>
          <p:nvPr/>
        </p:nvSpPr>
        <p:spPr>
          <a:xfrm>
            <a:off x="6868825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9" name="Google Shape;3139;p34"/>
          <p:cNvSpPr txBox="1"/>
          <p:nvPr/>
        </p:nvSpPr>
        <p:spPr>
          <a:xfrm>
            <a:off x="6868825" y="162164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0" name="Google Shape;3140;p34"/>
          <p:cNvSpPr txBox="1"/>
          <p:nvPr/>
        </p:nvSpPr>
        <p:spPr>
          <a:xfrm>
            <a:off x="6868825" y="2535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1" name="Google Shape;3141;p34"/>
          <p:cNvSpPr txBox="1"/>
          <p:nvPr/>
        </p:nvSpPr>
        <p:spPr>
          <a:xfrm>
            <a:off x="6868825" y="2795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2" name="Google Shape;3142;p34"/>
          <p:cNvSpPr txBox="1"/>
          <p:nvPr/>
        </p:nvSpPr>
        <p:spPr>
          <a:xfrm>
            <a:off x="6868825" y="36954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3" name="Google Shape;3143;p34"/>
          <p:cNvSpPr txBox="1"/>
          <p:nvPr/>
        </p:nvSpPr>
        <p:spPr>
          <a:xfrm>
            <a:off x="686882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5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9" name="Google Shape;3149;p35"/>
          <p:cNvSpPr/>
          <p:nvPr/>
        </p:nvSpPr>
        <p:spPr>
          <a:xfrm>
            <a:off x="457167" y="1193369"/>
            <a:ext cx="1054838" cy="1916951"/>
          </a:xfrm>
          <a:custGeom>
            <a:avLst/>
            <a:gdLst/>
            <a:ahLst/>
            <a:cxnLst/>
            <a:rect l="l" t="t" r="r" b="b"/>
            <a:pathLst>
              <a:path w="31734" h="57670" extrusionOk="0">
                <a:moveTo>
                  <a:pt x="2566" y="1"/>
                </a:moveTo>
                <a:cubicBezTo>
                  <a:pt x="1141" y="1"/>
                  <a:pt x="1" y="1141"/>
                  <a:pt x="1" y="2566"/>
                </a:cubicBezTo>
                <a:lnTo>
                  <a:pt x="1" y="55104"/>
                </a:lnTo>
                <a:cubicBezTo>
                  <a:pt x="1" y="56529"/>
                  <a:pt x="1141" y="57670"/>
                  <a:pt x="2566" y="57670"/>
                </a:cubicBezTo>
                <a:lnTo>
                  <a:pt x="29168" y="57670"/>
                </a:lnTo>
                <a:cubicBezTo>
                  <a:pt x="30561" y="57670"/>
                  <a:pt x="31733" y="56529"/>
                  <a:pt x="31733" y="55104"/>
                </a:cubicBezTo>
                <a:lnTo>
                  <a:pt x="31733" y="2566"/>
                </a:lnTo>
                <a:cubicBezTo>
                  <a:pt x="31733" y="1141"/>
                  <a:pt x="30561" y="1"/>
                  <a:pt x="29168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0" name="Google Shape;3150;p35"/>
          <p:cNvSpPr/>
          <p:nvPr/>
        </p:nvSpPr>
        <p:spPr>
          <a:xfrm>
            <a:off x="506662" y="1339692"/>
            <a:ext cx="954786" cy="1585349"/>
          </a:xfrm>
          <a:custGeom>
            <a:avLst/>
            <a:gdLst/>
            <a:ahLst/>
            <a:cxnLst/>
            <a:rect l="l" t="t" r="r" b="b"/>
            <a:pathLst>
              <a:path w="28724" h="47694" extrusionOk="0">
                <a:moveTo>
                  <a:pt x="0" y="0"/>
                </a:moveTo>
                <a:lnTo>
                  <a:pt x="0" y="47694"/>
                </a:lnTo>
                <a:lnTo>
                  <a:pt x="28724" y="47694"/>
                </a:lnTo>
                <a:lnTo>
                  <a:pt x="28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1" name="Google Shape;3151;p35"/>
          <p:cNvSpPr/>
          <p:nvPr/>
        </p:nvSpPr>
        <p:spPr>
          <a:xfrm>
            <a:off x="506662" y="1338628"/>
            <a:ext cx="954786" cy="120063"/>
          </a:xfrm>
          <a:custGeom>
            <a:avLst/>
            <a:gdLst/>
            <a:ahLst/>
            <a:cxnLst/>
            <a:rect l="l" t="t" r="r" b="b"/>
            <a:pathLst>
              <a:path w="28724" h="3612" extrusionOk="0">
                <a:moveTo>
                  <a:pt x="0" y="1"/>
                </a:moveTo>
                <a:lnTo>
                  <a:pt x="0" y="3611"/>
                </a:lnTo>
                <a:lnTo>
                  <a:pt x="28724" y="3611"/>
                </a:lnTo>
                <a:lnTo>
                  <a:pt x="28724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2" name="Google Shape;3152;p35"/>
          <p:cNvSpPr/>
          <p:nvPr/>
        </p:nvSpPr>
        <p:spPr>
          <a:xfrm>
            <a:off x="577164" y="1910256"/>
            <a:ext cx="805339" cy="172649"/>
          </a:xfrm>
          <a:custGeom>
            <a:avLst/>
            <a:gdLst/>
            <a:ahLst/>
            <a:cxnLst/>
            <a:rect l="l" t="t" r="r" b="b"/>
            <a:pathLst>
              <a:path w="24228" h="5194" extrusionOk="0">
                <a:moveTo>
                  <a:pt x="729" y="0"/>
                </a:moveTo>
                <a:cubicBezTo>
                  <a:pt x="318" y="0"/>
                  <a:pt x="1" y="317"/>
                  <a:pt x="1" y="728"/>
                </a:cubicBezTo>
                <a:lnTo>
                  <a:pt x="1" y="4434"/>
                </a:lnTo>
                <a:cubicBezTo>
                  <a:pt x="1" y="4845"/>
                  <a:pt x="318" y="5194"/>
                  <a:pt x="729" y="5194"/>
                </a:cubicBezTo>
                <a:lnTo>
                  <a:pt x="23468" y="5194"/>
                </a:lnTo>
                <a:cubicBezTo>
                  <a:pt x="23879" y="5194"/>
                  <a:pt x="24228" y="4845"/>
                  <a:pt x="24228" y="4434"/>
                </a:cubicBezTo>
                <a:lnTo>
                  <a:pt x="24228" y="728"/>
                </a:lnTo>
                <a:cubicBezTo>
                  <a:pt x="24228" y="317"/>
                  <a:pt x="23879" y="0"/>
                  <a:pt x="2346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3" name="Google Shape;3153;p35"/>
          <p:cNvSpPr/>
          <p:nvPr/>
        </p:nvSpPr>
        <p:spPr>
          <a:xfrm>
            <a:off x="577164" y="2147091"/>
            <a:ext cx="805339" cy="173712"/>
          </a:xfrm>
          <a:custGeom>
            <a:avLst/>
            <a:gdLst/>
            <a:ahLst/>
            <a:cxnLst/>
            <a:rect l="l" t="t" r="r" b="b"/>
            <a:pathLst>
              <a:path w="24228" h="5226" extrusionOk="0">
                <a:moveTo>
                  <a:pt x="729" y="1"/>
                </a:moveTo>
                <a:cubicBezTo>
                  <a:pt x="318" y="1"/>
                  <a:pt x="1" y="349"/>
                  <a:pt x="1" y="761"/>
                </a:cubicBezTo>
                <a:lnTo>
                  <a:pt x="1" y="4466"/>
                </a:lnTo>
                <a:cubicBezTo>
                  <a:pt x="1" y="4878"/>
                  <a:pt x="318" y="5226"/>
                  <a:pt x="729" y="5226"/>
                </a:cubicBezTo>
                <a:lnTo>
                  <a:pt x="23468" y="5226"/>
                </a:lnTo>
                <a:cubicBezTo>
                  <a:pt x="23879" y="5226"/>
                  <a:pt x="24228" y="4878"/>
                  <a:pt x="24228" y="4466"/>
                </a:cubicBezTo>
                <a:lnTo>
                  <a:pt x="24228" y="761"/>
                </a:lnTo>
                <a:cubicBezTo>
                  <a:pt x="24228" y="349"/>
                  <a:pt x="23879" y="1"/>
                  <a:pt x="23468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4" name="Google Shape;3154;p35"/>
          <p:cNvSpPr/>
          <p:nvPr/>
        </p:nvSpPr>
        <p:spPr>
          <a:xfrm>
            <a:off x="788770" y="2601848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94"/>
                </a:cubicBezTo>
                <a:cubicBezTo>
                  <a:pt x="0" y="5099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99"/>
                  <a:pt x="12003" y="3294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5" name="Google Shape;3155;p35"/>
          <p:cNvSpPr/>
          <p:nvPr/>
        </p:nvSpPr>
        <p:spPr>
          <a:xfrm>
            <a:off x="788770" y="2576586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62"/>
                </a:cubicBezTo>
                <a:cubicBezTo>
                  <a:pt x="0" y="5067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67"/>
                  <a:pt x="12003" y="3262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6" name="Google Shape;3156;p35"/>
          <p:cNvSpPr/>
          <p:nvPr/>
        </p:nvSpPr>
        <p:spPr>
          <a:xfrm>
            <a:off x="785612" y="2983975"/>
            <a:ext cx="397949" cy="67411"/>
          </a:xfrm>
          <a:custGeom>
            <a:avLst/>
            <a:gdLst/>
            <a:ahLst/>
            <a:cxnLst/>
            <a:rect l="l" t="t" r="r" b="b"/>
            <a:pathLst>
              <a:path w="11972" h="2028" extrusionOk="0">
                <a:moveTo>
                  <a:pt x="982" y="0"/>
                </a:moveTo>
                <a:cubicBezTo>
                  <a:pt x="444" y="0"/>
                  <a:pt x="0" y="475"/>
                  <a:pt x="0" y="1014"/>
                </a:cubicBezTo>
                <a:cubicBezTo>
                  <a:pt x="0" y="1552"/>
                  <a:pt x="444" y="2027"/>
                  <a:pt x="982" y="2027"/>
                </a:cubicBezTo>
                <a:lnTo>
                  <a:pt x="10958" y="2027"/>
                </a:lnTo>
                <a:cubicBezTo>
                  <a:pt x="11528" y="2027"/>
                  <a:pt x="11971" y="1552"/>
                  <a:pt x="11971" y="1014"/>
                </a:cubicBezTo>
                <a:cubicBezTo>
                  <a:pt x="11971" y="475"/>
                  <a:pt x="11528" y="0"/>
                  <a:pt x="10958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7" name="Google Shape;3157;p35"/>
          <p:cNvSpPr/>
          <p:nvPr/>
        </p:nvSpPr>
        <p:spPr>
          <a:xfrm>
            <a:off x="967734" y="1245988"/>
            <a:ext cx="32642" cy="33739"/>
          </a:xfrm>
          <a:custGeom>
            <a:avLst/>
            <a:gdLst/>
            <a:ahLst/>
            <a:cxnLst/>
            <a:rect l="l" t="t" r="r" b="b"/>
            <a:pathLst>
              <a:path w="982" h="1015" extrusionOk="0">
                <a:moveTo>
                  <a:pt x="507" y="1"/>
                </a:moveTo>
                <a:cubicBezTo>
                  <a:pt x="222" y="1"/>
                  <a:pt x="0" y="223"/>
                  <a:pt x="0" y="508"/>
                </a:cubicBezTo>
                <a:cubicBezTo>
                  <a:pt x="0" y="793"/>
                  <a:pt x="222" y="1014"/>
                  <a:pt x="507" y="1014"/>
                </a:cubicBezTo>
                <a:cubicBezTo>
                  <a:pt x="760" y="1014"/>
                  <a:pt x="982" y="793"/>
                  <a:pt x="982" y="508"/>
                </a:cubicBezTo>
                <a:cubicBezTo>
                  <a:pt x="982" y="223"/>
                  <a:pt x="760" y="1"/>
                  <a:pt x="50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8" name="Google Shape;3158;p35"/>
          <p:cNvSpPr/>
          <p:nvPr/>
        </p:nvSpPr>
        <p:spPr>
          <a:xfrm>
            <a:off x="64138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9" name="Google Shape;3159;p35"/>
          <p:cNvSpPr/>
          <p:nvPr/>
        </p:nvSpPr>
        <p:spPr>
          <a:xfrm>
            <a:off x="715077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0" name="Google Shape;3160;p35"/>
          <p:cNvSpPr/>
          <p:nvPr/>
        </p:nvSpPr>
        <p:spPr>
          <a:xfrm>
            <a:off x="788770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35"/>
          <p:cNvSpPr/>
          <p:nvPr/>
        </p:nvSpPr>
        <p:spPr>
          <a:xfrm>
            <a:off x="86246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35"/>
          <p:cNvSpPr/>
          <p:nvPr/>
        </p:nvSpPr>
        <p:spPr>
          <a:xfrm>
            <a:off x="936156" y="2211311"/>
            <a:ext cx="51588" cy="53716"/>
          </a:xfrm>
          <a:custGeom>
            <a:avLst/>
            <a:gdLst/>
            <a:ahLst/>
            <a:cxnLst/>
            <a:rect l="l" t="t" r="r" b="b"/>
            <a:pathLst>
              <a:path w="1552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8" y="254"/>
                </a:lnTo>
                <a:lnTo>
                  <a:pt x="0" y="570"/>
                </a:lnTo>
                <a:lnTo>
                  <a:pt x="443" y="824"/>
                </a:lnTo>
                <a:lnTo>
                  <a:pt x="0" y="1077"/>
                </a:lnTo>
                <a:lnTo>
                  <a:pt x="158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35"/>
          <p:cNvSpPr/>
          <p:nvPr/>
        </p:nvSpPr>
        <p:spPr>
          <a:xfrm>
            <a:off x="1009816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35"/>
          <p:cNvSpPr/>
          <p:nvPr/>
        </p:nvSpPr>
        <p:spPr>
          <a:xfrm>
            <a:off x="1083509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35"/>
          <p:cNvSpPr/>
          <p:nvPr/>
        </p:nvSpPr>
        <p:spPr>
          <a:xfrm>
            <a:off x="1156138" y="2211311"/>
            <a:ext cx="52685" cy="53716"/>
          </a:xfrm>
          <a:custGeom>
            <a:avLst/>
            <a:gdLst/>
            <a:ahLst/>
            <a:cxnLst/>
            <a:rect l="l" t="t" r="r" b="b"/>
            <a:pathLst>
              <a:path w="1585" h="1616" extrusionOk="0">
                <a:moveTo>
                  <a:pt x="603" y="0"/>
                </a:moveTo>
                <a:lnTo>
                  <a:pt x="634" y="507"/>
                </a:lnTo>
                <a:lnTo>
                  <a:pt x="634" y="507"/>
                </a:lnTo>
                <a:lnTo>
                  <a:pt x="191" y="254"/>
                </a:lnTo>
                <a:lnTo>
                  <a:pt x="1" y="570"/>
                </a:lnTo>
                <a:lnTo>
                  <a:pt x="476" y="824"/>
                </a:lnTo>
                <a:lnTo>
                  <a:pt x="1" y="1077"/>
                </a:lnTo>
                <a:lnTo>
                  <a:pt x="191" y="1362"/>
                </a:lnTo>
                <a:lnTo>
                  <a:pt x="634" y="1109"/>
                </a:lnTo>
                <a:lnTo>
                  <a:pt x="634" y="1109"/>
                </a:lnTo>
                <a:lnTo>
                  <a:pt x="603" y="1615"/>
                </a:lnTo>
                <a:lnTo>
                  <a:pt x="951" y="1615"/>
                </a:lnTo>
                <a:lnTo>
                  <a:pt x="951" y="1109"/>
                </a:lnTo>
                <a:lnTo>
                  <a:pt x="1394" y="1394"/>
                </a:lnTo>
                <a:lnTo>
                  <a:pt x="1584" y="1077"/>
                </a:lnTo>
                <a:lnTo>
                  <a:pt x="1109" y="824"/>
                </a:lnTo>
                <a:lnTo>
                  <a:pt x="1584" y="570"/>
                </a:lnTo>
                <a:lnTo>
                  <a:pt x="1394" y="254"/>
                </a:lnTo>
                <a:lnTo>
                  <a:pt x="951" y="507"/>
                </a:lnTo>
                <a:lnTo>
                  <a:pt x="95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35"/>
          <p:cNvSpPr/>
          <p:nvPr/>
        </p:nvSpPr>
        <p:spPr>
          <a:xfrm>
            <a:off x="643511" y="1968127"/>
            <a:ext cx="58968" cy="68474"/>
          </a:xfrm>
          <a:custGeom>
            <a:avLst/>
            <a:gdLst/>
            <a:ahLst/>
            <a:cxnLst/>
            <a:rect l="l" t="t" r="r" b="b"/>
            <a:pathLst>
              <a:path w="1774" h="2060" extrusionOk="0">
                <a:moveTo>
                  <a:pt x="0" y="1"/>
                </a:moveTo>
                <a:lnTo>
                  <a:pt x="0" y="1204"/>
                </a:lnTo>
                <a:cubicBezTo>
                  <a:pt x="0" y="1363"/>
                  <a:pt x="32" y="1521"/>
                  <a:pt x="95" y="1648"/>
                </a:cubicBezTo>
                <a:cubicBezTo>
                  <a:pt x="190" y="1774"/>
                  <a:pt x="285" y="1869"/>
                  <a:pt x="412" y="1933"/>
                </a:cubicBezTo>
                <a:cubicBezTo>
                  <a:pt x="538" y="2028"/>
                  <a:pt x="697" y="2059"/>
                  <a:pt x="887" y="2059"/>
                </a:cubicBezTo>
                <a:cubicBezTo>
                  <a:pt x="1077" y="2059"/>
                  <a:pt x="1235" y="2028"/>
                  <a:pt x="1362" y="1933"/>
                </a:cubicBezTo>
                <a:cubicBezTo>
                  <a:pt x="1489" y="1869"/>
                  <a:pt x="1584" y="1774"/>
                  <a:pt x="1679" y="1648"/>
                </a:cubicBezTo>
                <a:cubicBezTo>
                  <a:pt x="1742" y="1521"/>
                  <a:pt x="1774" y="1363"/>
                  <a:pt x="1774" y="1204"/>
                </a:cubicBezTo>
                <a:lnTo>
                  <a:pt x="1774" y="1"/>
                </a:lnTo>
                <a:lnTo>
                  <a:pt x="1394" y="1"/>
                </a:lnTo>
                <a:lnTo>
                  <a:pt x="1394" y="1204"/>
                </a:lnTo>
                <a:cubicBezTo>
                  <a:pt x="1394" y="1363"/>
                  <a:pt x="1330" y="1489"/>
                  <a:pt x="1267" y="1584"/>
                </a:cubicBezTo>
                <a:cubicBezTo>
                  <a:pt x="1172" y="1648"/>
                  <a:pt x="1045" y="1711"/>
                  <a:pt x="887" y="1711"/>
                </a:cubicBezTo>
                <a:cubicBezTo>
                  <a:pt x="729" y="1711"/>
                  <a:pt x="634" y="1648"/>
                  <a:pt x="538" y="1584"/>
                </a:cubicBezTo>
                <a:cubicBezTo>
                  <a:pt x="443" y="1489"/>
                  <a:pt x="380" y="1363"/>
                  <a:pt x="380" y="1204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35"/>
          <p:cNvSpPr/>
          <p:nvPr/>
        </p:nvSpPr>
        <p:spPr>
          <a:xfrm>
            <a:off x="711919" y="1982886"/>
            <a:ext cx="41085" cy="52652"/>
          </a:xfrm>
          <a:custGeom>
            <a:avLst/>
            <a:gdLst/>
            <a:ahLst/>
            <a:cxnLst/>
            <a:rect l="l" t="t" r="r" b="b"/>
            <a:pathLst>
              <a:path w="1236" h="1584" extrusionOk="0">
                <a:moveTo>
                  <a:pt x="666" y="0"/>
                </a:moveTo>
                <a:cubicBezTo>
                  <a:pt x="476" y="0"/>
                  <a:pt x="349" y="32"/>
                  <a:pt x="222" y="127"/>
                </a:cubicBezTo>
                <a:cubicBezTo>
                  <a:pt x="127" y="222"/>
                  <a:pt x="64" y="317"/>
                  <a:pt x="64" y="475"/>
                </a:cubicBezTo>
                <a:cubicBezTo>
                  <a:pt x="64" y="570"/>
                  <a:pt x="96" y="665"/>
                  <a:pt x="127" y="729"/>
                </a:cubicBezTo>
                <a:cubicBezTo>
                  <a:pt x="191" y="792"/>
                  <a:pt x="254" y="824"/>
                  <a:pt x="317" y="855"/>
                </a:cubicBezTo>
                <a:cubicBezTo>
                  <a:pt x="381" y="887"/>
                  <a:pt x="476" y="919"/>
                  <a:pt x="571" y="950"/>
                </a:cubicBezTo>
                <a:cubicBezTo>
                  <a:pt x="666" y="982"/>
                  <a:pt x="761" y="1014"/>
                  <a:pt x="792" y="1045"/>
                </a:cubicBezTo>
                <a:cubicBezTo>
                  <a:pt x="856" y="1077"/>
                  <a:pt x="887" y="1109"/>
                  <a:pt x="887" y="1172"/>
                </a:cubicBezTo>
                <a:cubicBezTo>
                  <a:pt x="887" y="1204"/>
                  <a:pt x="856" y="1235"/>
                  <a:pt x="824" y="1267"/>
                </a:cubicBezTo>
                <a:cubicBezTo>
                  <a:pt x="761" y="1299"/>
                  <a:pt x="729" y="1299"/>
                  <a:pt x="634" y="1299"/>
                </a:cubicBezTo>
                <a:cubicBezTo>
                  <a:pt x="571" y="1299"/>
                  <a:pt x="476" y="1299"/>
                  <a:pt x="381" y="1267"/>
                </a:cubicBezTo>
                <a:cubicBezTo>
                  <a:pt x="286" y="1235"/>
                  <a:pt x="191" y="1172"/>
                  <a:pt x="127" y="1109"/>
                </a:cubicBezTo>
                <a:lnTo>
                  <a:pt x="1" y="1394"/>
                </a:lnTo>
                <a:cubicBezTo>
                  <a:pt x="64" y="1457"/>
                  <a:pt x="159" y="1489"/>
                  <a:pt x="286" y="1552"/>
                </a:cubicBezTo>
                <a:cubicBezTo>
                  <a:pt x="412" y="1584"/>
                  <a:pt x="507" y="1584"/>
                  <a:pt x="634" y="1584"/>
                </a:cubicBezTo>
                <a:cubicBezTo>
                  <a:pt x="824" y="1584"/>
                  <a:pt x="951" y="1552"/>
                  <a:pt x="1077" y="1489"/>
                </a:cubicBezTo>
                <a:cubicBezTo>
                  <a:pt x="1172" y="1394"/>
                  <a:pt x="1236" y="1267"/>
                  <a:pt x="1236" y="1140"/>
                </a:cubicBezTo>
                <a:cubicBezTo>
                  <a:pt x="1236" y="1014"/>
                  <a:pt x="1236" y="950"/>
                  <a:pt x="1172" y="887"/>
                </a:cubicBezTo>
                <a:cubicBezTo>
                  <a:pt x="1109" y="824"/>
                  <a:pt x="1077" y="760"/>
                  <a:pt x="982" y="729"/>
                </a:cubicBezTo>
                <a:cubicBezTo>
                  <a:pt x="919" y="697"/>
                  <a:pt x="824" y="665"/>
                  <a:pt x="729" y="634"/>
                </a:cubicBezTo>
                <a:cubicBezTo>
                  <a:pt x="634" y="602"/>
                  <a:pt x="539" y="570"/>
                  <a:pt x="507" y="539"/>
                </a:cubicBezTo>
                <a:cubicBezTo>
                  <a:pt x="444" y="539"/>
                  <a:pt x="412" y="475"/>
                  <a:pt x="412" y="444"/>
                </a:cubicBezTo>
                <a:cubicBezTo>
                  <a:pt x="412" y="380"/>
                  <a:pt x="444" y="349"/>
                  <a:pt x="476" y="349"/>
                </a:cubicBezTo>
                <a:cubicBezTo>
                  <a:pt x="507" y="317"/>
                  <a:pt x="571" y="317"/>
                  <a:pt x="634" y="317"/>
                </a:cubicBezTo>
                <a:cubicBezTo>
                  <a:pt x="697" y="317"/>
                  <a:pt x="792" y="317"/>
                  <a:pt x="856" y="349"/>
                </a:cubicBezTo>
                <a:cubicBezTo>
                  <a:pt x="951" y="380"/>
                  <a:pt x="1014" y="412"/>
                  <a:pt x="1077" y="444"/>
                </a:cubicBezTo>
                <a:lnTo>
                  <a:pt x="1236" y="159"/>
                </a:lnTo>
                <a:cubicBezTo>
                  <a:pt x="1141" y="127"/>
                  <a:pt x="1046" y="64"/>
                  <a:pt x="951" y="32"/>
                </a:cubicBezTo>
                <a:cubicBezTo>
                  <a:pt x="856" y="32"/>
                  <a:pt x="761" y="0"/>
                  <a:pt x="666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35"/>
          <p:cNvSpPr/>
          <p:nvPr/>
        </p:nvSpPr>
        <p:spPr>
          <a:xfrm>
            <a:off x="759286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2" y="286"/>
                </a:moveTo>
                <a:cubicBezTo>
                  <a:pt x="919" y="286"/>
                  <a:pt x="1014" y="318"/>
                  <a:pt x="1077" y="381"/>
                </a:cubicBezTo>
                <a:cubicBezTo>
                  <a:pt x="1141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07" y="381"/>
                </a:cubicBezTo>
                <a:cubicBezTo>
                  <a:pt x="602" y="318"/>
                  <a:pt x="697" y="286"/>
                  <a:pt x="792" y="286"/>
                </a:cubicBezTo>
                <a:close/>
                <a:moveTo>
                  <a:pt x="792" y="1"/>
                </a:moveTo>
                <a:cubicBezTo>
                  <a:pt x="634" y="1"/>
                  <a:pt x="476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476" y="1553"/>
                  <a:pt x="634" y="1584"/>
                  <a:pt x="792" y="1584"/>
                </a:cubicBezTo>
                <a:cubicBezTo>
                  <a:pt x="919" y="1584"/>
                  <a:pt x="1046" y="1553"/>
                  <a:pt x="1172" y="1489"/>
                </a:cubicBezTo>
                <a:cubicBezTo>
                  <a:pt x="1267" y="1458"/>
                  <a:pt x="1362" y="1394"/>
                  <a:pt x="1457" y="1299"/>
                </a:cubicBezTo>
                <a:lnTo>
                  <a:pt x="1236" y="1078"/>
                </a:lnTo>
                <a:cubicBezTo>
                  <a:pt x="1204" y="1141"/>
                  <a:pt x="1141" y="1173"/>
                  <a:pt x="1046" y="1204"/>
                </a:cubicBezTo>
                <a:cubicBezTo>
                  <a:pt x="982" y="1236"/>
                  <a:pt x="919" y="1268"/>
                  <a:pt x="824" y="1268"/>
                </a:cubicBezTo>
                <a:cubicBezTo>
                  <a:pt x="697" y="1268"/>
                  <a:pt x="602" y="1236"/>
                  <a:pt x="539" y="1173"/>
                </a:cubicBezTo>
                <a:cubicBezTo>
                  <a:pt x="444" y="1109"/>
                  <a:pt x="412" y="1014"/>
                  <a:pt x="381" y="919"/>
                </a:cubicBezTo>
                <a:lnTo>
                  <a:pt x="1521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2" y="191"/>
                </a:cubicBezTo>
                <a:cubicBezTo>
                  <a:pt x="1236" y="64"/>
                  <a:pt x="1046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35"/>
          <p:cNvSpPr/>
          <p:nvPr/>
        </p:nvSpPr>
        <p:spPr>
          <a:xfrm>
            <a:off x="821411" y="1982886"/>
            <a:ext cx="30548" cy="52652"/>
          </a:xfrm>
          <a:custGeom>
            <a:avLst/>
            <a:gdLst/>
            <a:ahLst/>
            <a:cxnLst/>
            <a:rect l="l" t="t" r="r" b="b"/>
            <a:pathLst>
              <a:path w="919" h="1584" extrusionOk="0">
                <a:moveTo>
                  <a:pt x="919" y="0"/>
                </a:moveTo>
                <a:cubicBezTo>
                  <a:pt x="792" y="32"/>
                  <a:pt x="697" y="32"/>
                  <a:pt x="602" y="95"/>
                </a:cubicBezTo>
                <a:cubicBezTo>
                  <a:pt x="507" y="159"/>
                  <a:pt x="444" y="222"/>
                  <a:pt x="380" y="317"/>
                </a:cubicBezTo>
                <a:lnTo>
                  <a:pt x="380" y="32"/>
                </a:lnTo>
                <a:lnTo>
                  <a:pt x="0" y="32"/>
                </a:lnTo>
                <a:lnTo>
                  <a:pt x="0" y="1584"/>
                </a:lnTo>
                <a:lnTo>
                  <a:pt x="380" y="1584"/>
                </a:lnTo>
                <a:lnTo>
                  <a:pt x="380" y="824"/>
                </a:lnTo>
                <a:cubicBezTo>
                  <a:pt x="380" y="697"/>
                  <a:pt x="444" y="570"/>
                  <a:pt x="539" y="507"/>
                </a:cubicBezTo>
                <a:cubicBezTo>
                  <a:pt x="602" y="412"/>
                  <a:pt x="760" y="380"/>
                  <a:pt x="919" y="380"/>
                </a:cubicBez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35"/>
          <p:cNvSpPr/>
          <p:nvPr/>
        </p:nvSpPr>
        <p:spPr>
          <a:xfrm>
            <a:off x="860335" y="1982886"/>
            <a:ext cx="50591" cy="52652"/>
          </a:xfrm>
          <a:custGeom>
            <a:avLst/>
            <a:gdLst/>
            <a:ahLst/>
            <a:cxnLst/>
            <a:rect l="l" t="t" r="r" b="b"/>
            <a:pathLst>
              <a:path w="1522" h="1584" extrusionOk="0">
                <a:moveTo>
                  <a:pt x="919" y="0"/>
                </a:moveTo>
                <a:cubicBezTo>
                  <a:pt x="666" y="32"/>
                  <a:pt x="476" y="127"/>
                  <a:pt x="381" y="317"/>
                </a:cubicBezTo>
                <a:lnTo>
                  <a:pt x="381" y="32"/>
                </a:lnTo>
                <a:lnTo>
                  <a:pt x="1" y="32"/>
                </a:lnTo>
                <a:lnTo>
                  <a:pt x="1" y="1584"/>
                </a:lnTo>
                <a:lnTo>
                  <a:pt x="381" y="1584"/>
                </a:lnTo>
                <a:lnTo>
                  <a:pt x="381" y="824"/>
                </a:lnTo>
                <a:cubicBezTo>
                  <a:pt x="381" y="697"/>
                  <a:pt x="413" y="570"/>
                  <a:pt x="476" y="507"/>
                </a:cubicBezTo>
                <a:cubicBezTo>
                  <a:pt x="571" y="412"/>
                  <a:pt x="666" y="380"/>
                  <a:pt x="793" y="380"/>
                </a:cubicBezTo>
                <a:cubicBezTo>
                  <a:pt x="888" y="380"/>
                  <a:pt x="983" y="412"/>
                  <a:pt x="1046" y="475"/>
                </a:cubicBezTo>
                <a:cubicBezTo>
                  <a:pt x="1109" y="539"/>
                  <a:pt x="1141" y="634"/>
                  <a:pt x="1141" y="729"/>
                </a:cubicBezTo>
                <a:lnTo>
                  <a:pt x="1141" y="1584"/>
                </a:lnTo>
                <a:lnTo>
                  <a:pt x="1521" y="1584"/>
                </a:lnTo>
                <a:lnTo>
                  <a:pt x="1521" y="602"/>
                </a:lnTo>
                <a:cubicBezTo>
                  <a:pt x="1521" y="412"/>
                  <a:pt x="1458" y="285"/>
                  <a:pt x="1363" y="190"/>
                </a:cubicBezTo>
                <a:cubicBezTo>
                  <a:pt x="1268" y="64"/>
                  <a:pt x="1109" y="0"/>
                  <a:pt x="919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35"/>
          <p:cNvSpPr/>
          <p:nvPr/>
        </p:nvSpPr>
        <p:spPr>
          <a:xfrm>
            <a:off x="920367" y="1983916"/>
            <a:ext cx="47400" cy="52685"/>
          </a:xfrm>
          <a:custGeom>
            <a:avLst/>
            <a:gdLst/>
            <a:ahLst/>
            <a:cxnLst/>
            <a:rect l="l" t="t" r="r" b="b"/>
            <a:pathLst>
              <a:path w="1426" h="1585" extrusionOk="0">
                <a:moveTo>
                  <a:pt x="1045" y="888"/>
                </a:moveTo>
                <a:lnTo>
                  <a:pt x="1045" y="1014"/>
                </a:lnTo>
                <a:cubicBezTo>
                  <a:pt x="1045" y="1078"/>
                  <a:pt x="982" y="1141"/>
                  <a:pt x="918" y="1204"/>
                </a:cubicBezTo>
                <a:cubicBezTo>
                  <a:pt x="823" y="1268"/>
                  <a:pt x="760" y="1268"/>
                  <a:pt x="633" y="1268"/>
                </a:cubicBezTo>
                <a:cubicBezTo>
                  <a:pt x="538" y="1268"/>
                  <a:pt x="475" y="1268"/>
                  <a:pt x="443" y="1236"/>
                </a:cubicBezTo>
                <a:cubicBezTo>
                  <a:pt x="380" y="1173"/>
                  <a:pt x="348" y="1141"/>
                  <a:pt x="348" y="1078"/>
                </a:cubicBezTo>
                <a:cubicBezTo>
                  <a:pt x="348" y="983"/>
                  <a:pt x="380" y="951"/>
                  <a:pt x="443" y="919"/>
                </a:cubicBezTo>
                <a:cubicBezTo>
                  <a:pt x="475" y="888"/>
                  <a:pt x="570" y="888"/>
                  <a:pt x="665" y="888"/>
                </a:cubicBezTo>
                <a:close/>
                <a:moveTo>
                  <a:pt x="792" y="1"/>
                </a:moveTo>
                <a:cubicBezTo>
                  <a:pt x="633" y="1"/>
                  <a:pt x="538" y="1"/>
                  <a:pt x="443" y="33"/>
                </a:cubicBezTo>
                <a:cubicBezTo>
                  <a:pt x="317" y="64"/>
                  <a:pt x="222" y="96"/>
                  <a:pt x="95" y="191"/>
                </a:cubicBezTo>
                <a:lnTo>
                  <a:pt x="222" y="444"/>
                </a:lnTo>
                <a:cubicBezTo>
                  <a:pt x="412" y="349"/>
                  <a:pt x="538" y="286"/>
                  <a:pt x="697" y="286"/>
                </a:cubicBezTo>
                <a:cubicBezTo>
                  <a:pt x="823" y="286"/>
                  <a:pt x="887" y="318"/>
                  <a:pt x="950" y="381"/>
                </a:cubicBezTo>
                <a:cubicBezTo>
                  <a:pt x="1013" y="413"/>
                  <a:pt x="1045" y="476"/>
                  <a:pt x="1045" y="571"/>
                </a:cubicBezTo>
                <a:lnTo>
                  <a:pt x="1045" y="634"/>
                </a:lnTo>
                <a:lnTo>
                  <a:pt x="602" y="634"/>
                </a:lnTo>
                <a:cubicBezTo>
                  <a:pt x="412" y="634"/>
                  <a:pt x="253" y="666"/>
                  <a:pt x="158" y="729"/>
                </a:cubicBezTo>
                <a:cubicBezTo>
                  <a:pt x="63" y="824"/>
                  <a:pt x="0" y="951"/>
                  <a:pt x="0" y="1078"/>
                </a:cubicBezTo>
                <a:cubicBezTo>
                  <a:pt x="0" y="1173"/>
                  <a:pt x="32" y="1268"/>
                  <a:pt x="63" y="1331"/>
                </a:cubicBezTo>
                <a:cubicBezTo>
                  <a:pt x="127" y="1394"/>
                  <a:pt x="190" y="1458"/>
                  <a:pt x="253" y="1521"/>
                </a:cubicBezTo>
                <a:cubicBezTo>
                  <a:pt x="348" y="1553"/>
                  <a:pt x="443" y="1584"/>
                  <a:pt x="538" y="1584"/>
                </a:cubicBezTo>
                <a:cubicBezTo>
                  <a:pt x="665" y="1584"/>
                  <a:pt x="760" y="1553"/>
                  <a:pt x="855" y="1521"/>
                </a:cubicBezTo>
                <a:cubicBezTo>
                  <a:pt x="918" y="1489"/>
                  <a:pt x="982" y="1426"/>
                  <a:pt x="1045" y="1363"/>
                </a:cubicBezTo>
                <a:lnTo>
                  <a:pt x="1045" y="1553"/>
                </a:lnTo>
                <a:lnTo>
                  <a:pt x="1425" y="1553"/>
                </a:lnTo>
                <a:lnTo>
                  <a:pt x="1425" y="539"/>
                </a:lnTo>
                <a:cubicBezTo>
                  <a:pt x="1425" y="381"/>
                  <a:pt x="1362" y="223"/>
                  <a:pt x="1267" y="128"/>
                </a:cubicBezTo>
                <a:cubicBezTo>
                  <a:pt x="1140" y="33"/>
                  <a:pt x="982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2" name="Google Shape;3172;p35"/>
          <p:cNvSpPr/>
          <p:nvPr/>
        </p:nvSpPr>
        <p:spPr>
          <a:xfrm>
            <a:off x="981395" y="1983650"/>
            <a:ext cx="86358" cy="51888"/>
          </a:xfrm>
          <a:custGeom>
            <a:avLst/>
            <a:gdLst/>
            <a:ahLst/>
            <a:cxnLst/>
            <a:rect l="l" t="t" r="r" b="b"/>
            <a:pathLst>
              <a:path w="2598" h="1561" extrusionOk="0">
                <a:moveTo>
                  <a:pt x="2141" y="1"/>
                </a:moveTo>
                <a:cubicBezTo>
                  <a:pt x="2114" y="1"/>
                  <a:pt x="2087" y="3"/>
                  <a:pt x="2059" y="9"/>
                </a:cubicBezTo>
                <a:cubicBezTo>
                  <a:pt x="1774" y="9"/>
                  <a:pt x="1553" y="136"/>
                  <a:pt x="1458" y="357"/>
                </a:cubicBezTo>
                <a:cubicBezTo>
                  <a:pt x="1426" y="262"/>
                  <a:pt x="1363" y="167"/>
                  <a:pt x="1268" y="104"/>
                </a:cubicBezTo>
                <a:cubicBezTo>
                  <a:pt x="1173" y="41"/>
                  <a:pt x="1078" y="9"/>
                  <a:pt x="951" y="9"/>
                </a:cubicBezTo>
                <a:cubicBezTo>
                  <a:pt x="666" y="9"/>
                  <a:pt x="508" y="104"/>
                  <a:pt x="381" y="294"/>
                </a:cubicBezTo>
                <a:lnTo>
                  <a:pt x="381" y="9"/>
                </a:lnTo>
                <a:lnTo>
                  <a:pt x="1" y="9"/>
                </a:lnTo>
                <a:lnTo>
                  <a:pt x="1" y="1561"/>
                </a:lnTo>
                <a:lnTo>
                  <a:pt x="381" y="1561"/>
                </a:lnTo>
                <a:lnTo>
                  <a:pt x="381" y="801"/>
                </a:lnTo>
                <a:cubicBezTo>
                  <a:pt x="381" y="674"/>
                  <a:pt x="413" y="547"/>
                  <a:pt x="508" y="484"/>
                </a:cubicBezTo>
                <a:cubicBezTo>
                  <a:pt x="571" y="389"/>
                  <a:pt x="666" y="357"/>
                  <a:pt x="793" y="357"/>
                </a:cubicBezTo>
                <a:cubicBezTo>
                  <a:pt x="888" y="357"/>
                  <a:pt x="983" y="389"/>
                  <a:pt x="1046" y="452"/>
                </a:cubicBezTo>
                <a:cubicBezTo>
                  <a:pt x="1078" y="516"/>
                  <a:pt x="1109" y="579"/>
                  <a:pt x="1109" y="706"/>
                </a:cubicBezTo>
                <a:lnTo>
                  <a:pt x="1109" y="1561"/>
                </a:lnTo>
                <a:lnTo>
                  <a:pt x="1489" y="1561"/>
                </a:lnTo>
                <a:lnTo>
                  <a:pt x="1489" y="801"/>
                </a:lnTo>
                <a:cubicBezTo>
                  <a:pt x="1489" y="674"/>
                  <a:pt x="1521" y="547"/>
                  <a:pt x="1616" y="484"/>
                </a:cubicBezTo>
                <a:cubicBezTo>
                  <a:pt x="1679" y="389"/>
                  <a:pt x="1774" y="357"/>
                  <a:pt x="1901" y="357"/>
                </a:cubicBezTo>
                <a:cubicBezTo>
                  <a:pt x="1996" y="357"/>
                  <a:pt x="2091" y="389"/>
                  <a:pt x="2154" y="452"/>
                </a:cubicBezTo>
                <a:cubicBezTo>
                  <a:pt x="2218" y="516"/>
                  <a:pt x="2249" y="579"/>
                  <a:pt x="2249" y="706"/>
                </a:cubicBezTo>
                <a:lnTo>
                  <a:pt x="2249" y="1561"/>
                </a:lnTo>
                <a:lnTo>
                  <a:pt x="2598" y="1561"/>
                </a:lnTo>
                <a:lnTo>
                  <a:pt x="2598" y="579"/>
                </a:lnTo>
                <a:cubicBezTo>
                  <a:pt x="2598" y="389"/>
                  <a:pt x="2566" y="262"/>
                  <a:pt x="2471" y="167"/>
                </a:cubicBezTo>
                <a:cubicBezTo>
                  <a:pt x="2392" y="62"/>
                  <a:pt x="2270" y="1"/>
                  <a:pt x="214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3" name="Google Shape;3173;p35"/>
          <p:cNvSpPr/>
          <p:nvPr/>
        </p:nvSpPr>
        <p:spPr>
          <a:xfrm>
            <a:off x="1077193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3" y="286"/>
                </a:moveTo>
                <a:cubicBezTo>
                  <a:pt x="919" y="286"/>
                  <a:pt x="1014" y="318"/>
                  <a:pt x="1078" y="381"/>
                </a:cubicBezTo>
                <a:cubicBezTo>
                  <a:pt x="1173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39" y="381"/>
                </a:cubicBezTo>
                <a:cubicBezTo>
                  <a:pt x="602" y="318"/>
                  <a:pt x="697" y="286"/>
                  <a:pt x="793" y="286"/>
                </a:cubicBezTo>
                <a:close/>
                <a:moveTo>
                  <a:pt x="793" y="1"/>
                </a:moveTo>
                <a:cubicBezTo>
                  <a:pt x="634" y="1"/>
                  <a:pt x="507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507" y="1553"/>
                  <a:pt x="634" y="1584"/>
                  <a:pt x="793" y="1584"/>
                </a:cubicBezTo>
                <a:cubicBezTo>
                  <a:pt x="951" y="1584"/>
                  <a:pt x="1078" y="1553"/>
                  <a:pt x="1173" y="1489"/>
                </a:cubicBezTo>
                <a:cubicBezTo>
                  <a:pt x="1299" y="1458"/>
                  <a:pt x="1394" y="1394"/>
                  <a:pt x="1458" y="1299"/>
                </a:cubicBezTo>
                <a:lnTo>
                  <a:pt x="1268" y="1078"/>
                </a:lnTo>
                <a:cubicBezTo>
                  <a:pt x="1204" y="1141"/>
                  <a:pt x="1141" y="1173"/>
                  <a:pt x="1078" y="1204"/>
                </a:cubicBezTo>
                <a:cubicBezTo>
                  <a:pt x="983" y="1236"/>
                  <a:pt x="919" y="1268"/>
                  <a:pt x="824" y="1268"/>
                </a:cubicBezTo>
                <a:cubicBezTo>
                  <a:pt x="729" y="1268"/>
                  <a:pt x="634" y="1236"/>
                  <a:pt x="539" y="1173"/>
                </a:cubicBezTo>
                <a:cubicBezTo>
                  <a:pt x="476" y="1109"/>
                  <a:pt x="412" y="1014"/>
                  <a:pt x="381" y="919"/>
                </a:cubicBezTo>
                <a:lnTo>
                  <a:pt x="1553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3" y="191"/>
                </a:cubicBezTo>
                <a:cubicBezTo>
                  <a:pt x="1236" y="64"/>
                  <a:pt x="1046" y="1"/>
                  <a:pt x="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4" name="Google Shape;3174;p35"/>
          <p:cNvSpPr/>
          <p:nvPr/>
        </p:nvSpPr>
        <p:spPr>
          <a:xfrm>
            <a:off x="586637" y="2397621"/>
            <a:ext cx="786392" cy="46370"/>
          </a:xfrm>
          <a:custGeom>
            <a:avLst/>
            <a:gdLst/>
            <a:ahLst/>
            <a:cxnLst/>
            <a:rect l="l" t="t" r="r" b="b"/>
            <a:pathLst>
              <a:path w="23658" h="1395" extrusionOk="0">
                <a:moveTo>
                  <a:pt x="1" y="1"/>
                </a:moveTo>
                <a:lnTo>
                  <a:pt x="1" y="1394"/>
                </a:lnTo>
                <a:lnTo>
                  <a:pt x="23658" y="1394"/>
                </a:lnTo>
                <a:lnTo>
                  <a:pt x="23658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5" name="Google Shape;3175;p35"/>
          <p:cNvSpPr/>
          <p:nvPr/>
        </p:nvSpPr>
        <p:spPr>
          <a:xfrm>
            <a:off x="878252" y="1563896"/>
            <a:ext cx="213733" cy="263228"/>
          </a:xfrm>
          <a:custGeom>
            <a:avLst/>
            <a:gdLst/>
            <a:ahLst/>
            <a:cxnLst/>
            <a:rect l="l" t="t" r="r" b="b"/>
            <a:pathLst>
              <a:path w="6430" h="7919" extrusionOk="0">
                <a:moveTo>
                  <a:pt x="3199" y="698"/>
                </a:moveTo>
                <a:cubicBezTo>
                  <a:pt x="3421" y="698"/>
                  <a:pt x="3642" y="824"/>
                  <a:pt x="3769" y="983"/>
                </a:cubicBezTo>
                <a:cubicBezTo>
                  <a:pt x="3927" y="1141"/>
                  <a:pt x="4022" y="1363"/>
                  <a:pt x="4022" y="1584"/>
                </a:cubicBezTo>
                <a:cubicBezTo>
                  <a:pt x="3991" y="1869"/>
                  <a:pt x="3801" y="2154"/>
                  <a:pt x="3516" y="2281"/>
                </a:cubicBezTo>
                <a:lnTo>
                  <a:pt x="3199" y="2408"/>
                </a:lnTo>
                <a:lnTo>
                  <a:pt x="2882" y="2281"/>
                </a:lnTo>
                <a:cubicBezTo>
                  <a:pt x="2566" y="2154"/>
                  <a:pt x="2376" y="1838"/>
                  <a:pt x="2376" y="1521"/>
                </a:cubicBezTo>
                <a:cubicBezTo>
                  <a:pt x="2376" y="1078"/>
                  <a:pt x="2724" y="698"/>
                  <a:pt x="3199" y="698"/>
                </a:cubicBezTo>
                <a:close/>
                <a:moveTo>
                  <a:pt x="3231" y="3548"/>
                </a:moveTo>
                <a:lnTo>
                  <a:pt x="3642" y="3611"/>
                </a:lnTo>
                <a:cubicBezTo>
                  <a:pt x="3706" y="3643"/>
                  <a:pt x="5637" y="4055"/>
                  <a:pt x="5447" y="5828"/>
                </a:cubicBezTo>
                <a:cubicBezTo>
                  <a:pt x="5416" y="6050"/>
                  <a:pt x="5416" y="6271"/>
                  <a:pt x="5479" y="6556"/>
                </a:cubicBezTo>
                <a:lnTo>
                  <a:pt x="5574" y="7221"/>
                </a:lnTo>
                <a:lnTo>
                  <a:pt x="824" y="7221"/>
                </a:lnTo>
                <a:lnTo>
                  <a:pt x="1014" y="6018"/>
                </a:lnTo>
                <a:cubicBezTo>
                  <a:pt x="1014" y="5828"/>
                  <a:pt x="1045" y="5638"/>
                  <a:pt x="1045" y="5511"/>
                </a:cubicBezTo>
                <a:cubicBezTo>
                  <a:pt x="1045" y="3991"/>
                  <a:pt x="2566" y="3675"/>
                  <a:pt x="2724" y="3643"/>
                </a:cubicBezTo>
                <a:lnTo>
                  <a:pt x="3231" y="3548"/>
                </a:lnTo>
                <a:close/>
                <a:moveTo>
                  <a:pt x="3199" y="1"/>
                </a:moveTo>
                <a:cubicBezTo>
                  <a:pt x="2344" y="1"/>
                  <a:pt x="1647" y="666"/>
                  <a:pt x="1647" y="1521"/>
                </a:cubicBezTo>
                <a:cubicBezTo>
                  <a:pt x="1647" y="2154"/>
                  <a:pt x="2059" y="2693"/>
                  <a:pt x="2597" y="2946"/>
                </a:cubicBezTo>
                <a:cubicBezTo>
                  <a:pt x="2597" y="2946"/>
                  <a:pt x="317" y="3358"/>
                  <a:pt x="317" y="5511"/>
                </a:cubicBezTo>
                <a:cubicBezTo>
                  <a:pt x="317" y="5638"/>
                  <a:pt x="317" y="5796"/>
                  <a:pt x="285" y="5923"/>
                </a:cubicBezTo>
                <a:lnTo>
                  <a:pt x="0" y="7918"/>
                </a:lnTo>
                <a:lnTo>
                  <a:pt x="6397" y="7918"/>
                </a:lnTo>
                <a:lnTo>
                  <a:pt x="6176" y="6430"/>
                </a:lnTo>
                <a:cubicBezTo>
                  <a:pt x="6144" y="6271"/>
                  <a:pt x="6112" y="6081"/>
                  <a:pt x="6144" y="5891"/>
                </a:cubicBezTo>
                <a:cubicBezTo>
                  <a:pt x="6429" y="3485"/>
                  <a:pt x="3769" y="2946"/>
                  <a:pt x="3769" y="2946"/>
                </a:cubicBezTo>
                <a:cubicBezTo>
                  <a:pt x="4307" y="2724"/>
                  <a:pt x="4687" y="2218"/>
                  <a:pt x="4719" y="1616"/>
                </a:cubicBezTo>
                <a:cubicBezTo>
                  <a:pt x="4751" y="793"/>
                  <a:pt x="4086" y="33"/>
                  <a:pt x="323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6" name="Google Shape;3176;p35"/>
          <p:cNvSpPr/>
          <p:nvPr/>
        </p:nvSpPr>
        <p:spPr>
          <a:xfrm>
            <a:off x="784548" y="2985005"/>
            <a:ext cx="200038" cy="66380"/>
          </a:xfrm>
          <a:custGeom>
            <a:avLst/>
            <a:gdLst/>
            <a:ahLst/>
            <a:cxnLst/>
            <a:rect l="l" t="t" r="r" b="b"/>
            <a:pathLst>
              <a:path w="6018" h="1997" extrusionOk="0">
                <a:moveTo>
                  <a:pt x="1014" y="1"/>
                </a:moveTo>
                <a:cubicBezTo>
                  <a:pt x="476" y="1"/>
                  <a:pt x="1" y="444"/>
                  <a:pt x="1" y="983"/>
                </a:cubicBezTo>
                <a:cubicBezTo>
                  <a:pt x="1" y="1521"/>
                  <a:pt x="476" y="1996"/>
                  <a:pt x="1014" y="1996"/>
                </a:cubicBezTo>
                <a:lnTo>
                  <a:pt x="6018" y="1996"/>
                </a:lnTo>
                <a:lnTo>
                  <a:pt x="6018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7" name="Google Shape;3177;p35"/>
          <p:cNvSpPr/>
          <p:nvPr/>
        </p:nvSpPr>
        <p:spPr>
          <a:xfrm>
            <a:off x="920367" y="3002922"/>
            <a:ext cx="124251" cy="29517"/>
          </a:xfrm>
          <a:custGeom>
            <a:avLst/>
            <a:gdLst/>
            <a:ahLst/>
            <a:cxnLst/>
            <a:rect l="l" t="t" r="r" b="b"/>
            <a:pathLst>
              <a:path w="3738" h="888" extrusionOk="0">
                <a:moveTo>
                  <a:pt x="443" y="0"/>
                </a:moveTo>
                <a:cubicBezTo>
                  <a:pt x="190" y="0"/>
                  <a:pt x="0" y="190"/>
                  <a:pt x="0" y="444"/>
                </a:cubicBezTo>
                <a:cubicBezTo>
                  <a:pt x="0" y="697"/>
                  <a:pt x="190" y="887"/>
                  <a:pt x="443" y="887"/>
                </a:cubicBezTo>
                <a:lnTo>
                  <a:pt x="3294" y="887"/>
                </a:lnTo>
                <a:cubicBezTo>
                  <a:pt x="3547" y="887"/>
                  <a:pt x="3737" y="697"/>
                  <a:pt x="3737" y="444"/>
                </a:cubicBezTo>
                <a:cubicBezTo>
                  <a:pt x="3737" y="190"/>
                  <a:pt x="3547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8" name="Google Shape;3178;p35"/>
          <p:cNvGrpSpPr/>
          <p:nvPr/>
        </p:nvGrpSpPr>
        <p:grpSpPr>
          <a:xfrm>
            <a:off x="1975138" y="2071304"/>
            <a:ext cx="1399038" cy="2302236"/>
            <a:chOff x="1975138" y="2071304"/>
            <a:chExt cx="1399038" cy="2302236"/>
          </a:xfrm>
        </p:grpSpPr>
        <p:sp>
          <p:nvSpPr>
            <p:cNvPr id="3179" name="Google Shape;3179;p35"/>
            <p:cNvSpPr/>
            <p:nvPr/>
          </p:nvSpPr>
          <p:spPr>
            <a:xfrm>
              <a:off x="2027757" y="2454462"/>
              <a:ext cx="408486" cy="408486"/>
            </a:xfrm>
            <a:custGeom>
              <a:avLst/>
              <a:gdLst/>
              <a:ahLst/>
              <a:cxnLst/>
              <a:rect l="l" t="t" r="r" b="b"/>
              <a:pathLst>
                <a:path w="12289" h="12289" extrusionOk="0">
                  <a:moveTo>
                    <a:pt x="2788" y="1"/>
                  </a:moveTo>
                  <a:cubicBezTo>
                    <a:pt x="1236" y="1"/>
                    <a:pt x="1" y="1236"/>
                    <a:pt x="1" y="2788"/>
                  </a:cubicBezTo>
                  <a:lnTo>
                    <a:pt x="1" y="9502"/>
                  </a:lnTo>
                  <a:cubicBezTo>
                    <a:pt x="1" y="11053"/>
                    <a:pt x="1236" y="12288"/>
                    <a:pt x="2788" y="12288"/>
                  </a:cubicBezTo>
                  <a:lnTo>
                    <a:pt x="9502" y="12288"/>
                  </a:lnTo>
                  <a:cubicBezTo>
                    <a:pt x="11053" y="12288"/>
                    <a:pt x="12289" y="11053"/>
                    <a:pt x="12289" y="9502"/>
                  </a:cubicBezTo>
                  <a:lnTo>
                    <a:pt x="12289" y="2788"/>
                  </a:lnTo>
                  <a:cubicBezTo>
                    <a:pt x="12289" y="1236"/>
                    <a:pt x="11053" y="1"/>
                    <a:pt x="9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178" y="2536598"/>
              <a:ext cx="407389" cy="408453"/>
            </a:xfrm>
            <a:custGeom>
              <a:avLst/>
              <a:gdLst/>
              <a:ahLst/>
              <a:cxnLst/>
              <a:rect l="l" t="t" r="r" b="b"/>
              <a:pathLst>
                <a:path w="12256" h="12288" extrusionOk="0">
                  <a:moveTo>
                    <a:pt x="2755" y="0"/>
                  </a:moveTo>
                  <a:cubicBezTo>
                    <a:pt x="1235" y="0"/>
                    <a:pt x="0" y="1267"/>
                    <a:pt x="0" y="2787"/>
                  </a:cubicBezTo>
                  <a:lnTo>
                    <a:pt x="0" y="9532"/>
                  </a:lnTo>
                  <a:cubicBezTo>
                    <a:pt x="0" y="11052"/>
                    <a:pt x="1235" y="12288"/>
                    <a:pt x="2755" y="12288"/>
                  </a:cubicBezTo>
                  <a:lnTo>
                    <a:pt x="9501" y="12288"/>
                  </a:lnTo>
                  <a:cubicBezTo>
                    <a:pt x="11021" y="12288"/>
                    <a:pt x="12256" y="11052"/>
                    <a:pt x="12256" y="9532"/>
                  </a:cubicBezTo>
                  <a:lnTo>
                    <a:pt x="12256" y="2787"/>
                  </a:lnTo>
                  <a:cubicBezTo>
                    <a:pt x="12256" y="1267"/>
                    <a:pt x="11021" y="0"/>
                    <a:pt x="95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109893" y="2956585"/>
              <a:ext cx="408453" cy="408486"/>
            </a:xfrm>
            <a:custGeom>
              <a:avLst/>
              <a:gdLst/>
              <a:ahLst/>
              <a:cxnLst/>
              <a:rect l="l" t="t" r="r" b="b"/>
              <a:pathLst>
                <a:path w="12288" h="12289" extrusionOk="0">
                  <a:moveTo>
                    <a:pt x="2787" y="1"/>
                  </a:moveTo>
                  <a:cubicBezTo>
                    <a:pt x="1267" y="1"/>
                    <a:pt x="0" y="1268"/>
                    <a:pt x="0" y="2788"/>
                  </a:cubicBezTo>
                  <a:lnTo>
                    <a:pt x="0" y="9502"/>
                  </a:lnTo>
                  <a:cubicBezTo>
                    <a:pt x="0" y="11053"/>
                    <a:pt x="1267" y="12288"/>
                    <a:pt x="2787" y="12288"/>
                  </a:cubicBezTo>
                  <a:lnTo>
                    <a:pt x="9501" y="12288"/>
                  </a:lnTo>
                  <a:cubicBezTo>
                    <a:pt x="11053" y="12288"/>
                    <a:pt x="12288" y="11053"/>
                    <a:pt x="12288" y="9502"/>
                  </a:cubicBezTo>
                  <a:lnTo>
                    <a:pt x="12288" y="2788"/>
                  </a:lnTo>
                  <a:cubicBezTo>
                    <a:pt x="12288" y="1268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08859" y="3008174"/>
              <a:ext cx="325320" cy="325320"/>
            </a:xfrm>
            <a:custGeom>
              <a:avLst/>
              <a:gdLst/>
              <a:ahLst/>
              <a:cxnLst/>
              <a:rect l="l" t="t" r="r" b="b"/>
              <a:pathLst>
                <a:path w="9787" h="9787" extrusionOk="0">
                  <a:moveTo>
                    <a:pt x="2217" y="1"/>
                  </a:moveTo>
                  <a:cubicBezTo>
                    <a:pt x="982" y="1"/>
                    <a:pt x="0" y="982"/>
                    <a:pt x="0" y="2217"/>
                  </a:cubicBezTo>
                  <a:lnTo>
                    <a:pt x="0" y="7570"/>
                  </a:lnTo>
                  <a:cubicBezTo>
                    <a:pt x="0" y="8805"/>
                    <a:pt x="982" y="9786"/>
                    <a:pt x="2217" y="9786"/>
                  </a:cubicBezTo>
                  <a:lnTo>
                    <a:pt x="7569" y="9786"/>
                  </a:lnTo>
                  <a:cubicBezTo>
                    <a:pt x="8804" y="9786"/>
                    <a:pt x="9786" y="8805"/>
                    <a:pt x="9786" y="7570"/>
                  </a:cubicBezTo>
                  <a:lnTo>
                    <a:pt x="9786" y="2217"/>
                  </a:lnTo>
                  <a:cubicBezTo>
                    <a:pt x="9786" y="982"/>
                    <a:pt x="8804" y="1"/>
                    <a:pt x="75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470946" y="3392395"/>
              <a:ext cx="428464" cy="428497"/>
            </a:xfrm>
            <a:custGeom>
              <a:avLst/>
              <a:gdLst/>
              <a:ahLst/>
              <a:cxnLst/>
              <a:rect l="l" t="t" r="r" b="b"/>
              <a:pathLst>
                <a:path w="12890" h="12891" extrusionOk="0">
                  <a:moveTo>
                    <a:pt x="2914" y="1"/>
                  </a:moveTo>
                  <a:cubicBezTo>
                    <a:pt x="1299" y="1"/>
                    <a:pt x="1" y="1299"/>
                    <a:pt x="1" y="2914"/>
                  </a:cubicBezTo>
                  <a:lnTo>
                    <a:pt x="1" y="9977"/>
                  </a:lnTo>
                  <a:cubicBezTo>
                    <a:pt x="1" y="11560"/>
                    <a:pt x="1299" y="12890"/>
                    <a:pt x="2914" y="12890"/>
                  </a:cubicBezTo>
                  <a:lnTo>
                    <a:pt x="9976" y="12890"/>
                  </a:lnTo>
                  <a:cubicBezTo>
                    <a:pt x="11592" y="12890"/>
                    <a:pt x="12890" y="11560"/>
                    <a:pt x="12890" y="9977"/>
                  </a:cubicBezTo>
                  <a:lnTo>
                    <a:pt x="12890" y="2914"/>
                  </a:lnTo>
                  <a:cubicBezTo>
                    <a:pt x="12890" y="1299"/>
                    <a:pt x="11592" y="1"/>
                    <a:pt x="99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65724" y="2427105"/>
              <a:ext cx="326350" cy="325320"/>
            </a:xfrm>
            <a:custGeom>
              <a:avLst/>
              <a:gdLst/>
              <a:ahLst/>
              <a:cxnLst/>
              <a:rect l="l" t="t" r="r" b="b"/>
              <a:pathLst>
                <a:path w="9818" h="9787" extrusionOk="0"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lnTo>
                    <a:pt x="0" y="7601"/>
                  </a:lnTo>
                  <a:cubicBezTo>
                    <a:pt x="0" y="8804"/>
                    <a:pt x="982" y="9786"/>
                    <a:pt x="2217" y="9786"/>
                  </a:cubicBezTo>
                  <a:lnTo>
                    <a:pt x="7601" y="9786"/>
                  </a:lnTo>
                  <a:cubicBezTo>
                    <a:pt x="8804" y="9786"/>
                    <a:pt x="9817" y="8804"/>
                    <a:pt x="9786" y="7601"/>
                  </a:cubicBezTo>
                  <a:lnTo>
                    <a:pt x="9786" y="2217"/>
                  </a:lnTo>
                  <a:cubicBezTo>
                    <a:pt x="9786" y="982"/>
                    <a:pt x="8804" y="0"/>
                    <a:pt x="76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965724" y="2823958"/>
              <a:ext cx="408453" cy="407423"/>
            </a:xfrm>
            <a:custGeom>
              <a:avLst/>
              <a:gdLst/>
              <a:ahLst/>
              <a:cxnLst/>
              <a:rect l="l" t="t" r="r" b="b"/>
              <a:pathLst>
                <a:path w="12288" h="12257" extrusionOk="0">
                  <a:moveTo>
                    <a:pt x="2787" y="1"/>
                  </a:moveTo>
                  <a:cubicBezTo>
                    <a:pt x="1235" y="1"/>
                    <a:pt x="0" y="1236"/>
                    <a:pt x="0" y="2756"/>
                  </a:cubicBezTo>
                  <a:lnTo>
                    <a:pt x="0" y="9501"/>
                  </a:lnTo>
                  <a:cubicBezTo>
                    <a:pt x="0" y="11021"/>
                    <a:pt x="1235" y="12256"/>
                    <a:pt x="2787" y="12256"/>
                  </a:cubicBezTo>
                  <a:lnTo>
                    <a:pt x="9501" y="12256"/>
                  </a:lnTo>
                  <a:cubicBezTo>
                    <a:pt x="11053" y="12256"/>
                    <a:pt x="12288" y="11021"/>
                    <a:pt x="12288" y="9501"/>
                  </a:cubicBezTo>
                  <a:lnTo>
                    <a:pt x="12288" y="2756"/>
                  </a:lnTo>
                  <a:cubicBezTo>
                    <a:pt x="12288" y="1236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209879" y="4270330"/>
              <a:ext cx="752720" cy="103210"/>
            </a:xfrm>
            <a:custGeom>
              <a:avLst/>
              <a:gdLst/>
              <a:ahLst/>
              <a:cxnLst/>
              <a:rect l="l" t="t" r="r" b="b"/>
              <a:pathLst>
                <a:path w="22645" h="3105" extrusionOk="0">
                  <a:moveTo>
                    <a:pt x="1552" y="1"/>
                  </a:moveTo>
                  <a:cubicBezTo>
                    <a:pt x="697" y="1"/>
                    <a:pt x="1" y="697"/>
                    <a:pt x="1" y="1552"/>
                  </a:cubicBezTo>
                  <a:cubicBezTo>
                    <a:pt x="1" y="2408"/>
                    <a:pt x="697" y="3104"/>
                    <a:pt x="1552" y="3104"/>
                  </a:cubicBezTo>
                  <a:lnTo>
                    <a:pt x="21092" y="3104"/>
                  </a:lnTo>
                  <a:cubicBezTo>
                    <a:pt x="21947" y="3104"/>
                    <a:pt x="22644" y="2408"/>
                    <a:pt x="22644" y="1552"/>
                  </a:cubicBezTo>
                  <a:cubicBezTo>
                    <a:pt x="22644" y="697"/>
                    <a:pt x="21947" y="1"/>
                    <a:pt x="210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195154" y="3591369"/>
              <a:ext cx="895851" cy="503187"/>
            </a:xfrm>
            <a:custGeom>
              <a:avLst/>
              <a:gdLst/>
              <a:ahLst/>
              <a:cxnLst/>
              <a:rect l="l" t="t" r="r" b="b"/>
              <a:pathLst>
                <a:path w="26951" h="15138" extrusionOk="0">
                  <a:moveTo>
                    <a:pt x="0" y="0"/>
                  </a:moveTo>
                  <a:lnTo>
                    <a:pt x="1394" y="15138"/>
                  </a:lnTo>
                  <a:lnTo>
                    <a:pt x="21314" y="15138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096199" y="3544002"/>
              <a:ext cx="1062184" cy="95798"/>
            </a:xfrm>
            <a:custGeom>
              <a:avLst/>
              <a:gdLst/>
              <a:ahLst/>
              <a:cxnLst/>
              <a:rect l="l" t="t" r="r" b="b"/>
              <a:pathLst>
                <a:path w="31955" h="2882" extrusionOk="0"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cubicBezTo>
                    <a:pt x="0" y="2217"/>
                    <a:pt x="634" y="2882"/>
                    <a:pt x="1426" y="2882"/>
                  </a:cubicBezTo>
                  <a:lnTo>
                    <a:pt x="30498" y="2882"/>
                  </a:lnTo>
                  <a:cubicBezTo>
                    <a:pt x="31321" y="2882"/>
                    <a:pt x="31955" y="2217"/>
                    <a:pt x="31955" y="1425"/>
                  </a:cubicBezTo>
                  <a:cubicBezTo>
                    <a:pt x="31955" y="634"/>
                    <a:pt x="31321" y="0"/>
                    <a:pt x="304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213037" y="3549554"/>
              <a:ext cx="916925" cy="608192"/>
            </a:xfrm>
            <a:custGeom>
              <a:avLst/>
              <a:gdLst/>
              <a:ahLst/>
              <a:cxnLst/>
              <a:rect l="l" t="t" r="r" b="b"/>
              <a:pathLst>
                <a:path w="27585" h="18297" extrusionOk="0">
                  <a:moveTo>
                    <a:pt x="26262" y="0"/>
                  </a:moveTo>
                  <a:cubicBezTo>
                    <a:pt x="25749" y="0"/>
                    <a:pt x="25267" y="305"/>
                    <a:pt x="25114" y="815"/>
                  </a:cubicBezTo>
                  <a:lnTo>
                    <a:pt x="20079" y="15889"/>
                  </a:lnTo>
                  <a:lnTo>
                    <a:pt x="1204" y="15889"/>
                  </a:lnTo>
                  <a:cubicBezTo>
                    <a:pt x="539" y="15889"/>
                    <a:pt x="1" y="16428"/>
                    <a:pt x="1" y="17093"/>
                  </a:cubicBezTo>
                  <a:cubicBezTo>
                    <a:pt x="1" y="17758"/>
                    <a:pt x="539" y="18296"/>
                    <a:pt x="1204" y="18296"/>
                  </a:cubicBezTo>
                  <a:lnTo>
                    <a:pt x="20934" y="18296"/>
                  </a:lnTo>
                  <a:cubicBezTo>
                    <a:pt x="21472" y="18296"/>
                    <a:pt x="21916" y="17979"/>
                    <a:pt x="22106" y="17473"/>
                  </a:cubicBezTo>
                  <a:lnTo>
                    <a:pt x="27394" y="1575"/>
                  </a:lnTo>
                  <a:cubicBezTo>
                    <a:pt x="27584" y="942"/>
                    <a:pt x="27268" y="277"/>
                    <a:pt x="26634" y="55"/>
                  </a:cubicBezTo>
                  <a:cubicBezTo>
                    <a:pt x="26511" y="18"/>
                    <a:pt x="26385" y="0"/>
                    <a:pt x="262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989922" y="3401835"/>
              <a:ext cx="349519" cy="273765"/>
            </a:xfrm>
            <a:custGeom>
              <a:avLst/>
              <a:gdLst/>
              <a:ahLst/>
              <a:cxnLst/>
              <a:rect l="l" t="t" r="r" b="b"/>
              <a:pathLst>
                <a:path w="10515" h="8236" extrusionOk="0">
                  <a:moveTo>
                    <a:pt x="8076" y="1"/>
                  </a:moveTo>
                  <a:cubicBezTo>
                    <a:pt x="7650" y="1"/>
                    <a:pt x="7220" y="125"/>
                    <a:pt x="6841" y="382"/>
                  </a:cubicBezTo>
                  <a:lnTo>
                    <a:pt x="1204" y="4340"/>
                  </a:lnTo>
                  <a:cubicBezTo>
                    <a:pt x="222" y="5037"/>
                    <a:pt x="0" y="6367"/>
                    <a:pt x="666" y="7317"/>
                  </a:cubicBezTo>
                  <a:cubicBezTo>
                    <a:pt x="1077" y="7919"/>
                    <a:pt x="1742" y="8236"/>
                    <a:pt x="2407" y="8236"/>
                  </a:cubicBezTo>
                  <a:cubicBezTo>
                    <a:pt x="2851" y="8236"/>
                    <a:pt x="3262" y="8109"/>
                    <a:pt x="3642" y="7856"/>
                  </a:cubicBezTo>
                  <a:lnTo>
                    <a:pt x="9311" y="3897"/>
                  </a:lnTo>
                  <a:cubicBezTo>
                    <a:pt x="10261" y="3232"/>
                    <a:pt x="10515" y="1902"/>
                    <a:pt x="9850" y="920"/>
                  </a:cubicBezTo>
                  <a:cubicBezTo>
                    <a:pt x="9422" y="317"/>
                    <a:pt x="8754" y="1"/>
                    <a:pt x="80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3029910" y="3562949"/>
              <a:ext cx="77948" cy="77915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173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73" y="2344"/>
                  </a:cubicBezTo>
                  <a:cubicBezTo>
                    <a:pt x="1806" y="2344"/>
                    <a:pt x="2344" y="1805"/>
                    <a:pt x="2344" y="1172"/>
                  </a:cubicBezTo>
                  <a:cubicBezTo>
                    <a:pt x="2344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306741" y="3705050"/>
              <a:ext cx="527419" cy="295836"/>
            </a:xfrm>
            <a:custGeom>
              <a:avLst/>
              <a:gdLst/>
              <a:ahLst/>
              <a:cxnLst/>
              <a:rect l="l" t="t" r="r" b="b"/>
              <a:pathLst>
                <a:path w="15867" h="8900" extrusionOk="0">
                  <a:moveTo>
                    <a:pt x="950" y="0"/>
                  </a:moveTo>
                  <a:cubicBezTo>
                    <a:pt x="412" y="0"/>
                    <a:pt x="0" y="412"/>
                    <a:pt x="0" y="951"/>
                  </a:cubicBezTo>
                  <a:lnTo>
                    <a:pt x="0" y="7918"/>
                  </a:lnTo>
                  <a:cubicBezTo>
                    <a:pt x="0" y="8456"/>
                    <a:pt x="412" y="8899"/>
                    <a:pt x="950" y="8899"/>
                  </a:cubicBezTo>
                  <a:cubicBezTo>
                    <a:pt x="1489" y="8899"/>
                    <a:pt x="1900" y="8456"/>
                    <a:pt x="1900" y="7918"/>
                  </a:cubicBezTo>
                  <a:lnTo>
                    <a:pt x="1900" y="951"/>
                  </a:lnTo>
                  <a:cubicBezTo>
                    <a:pt x="1900" y="412"/>
                    <a:pt x="1489" y="0"/>
                    <a:pt x="950" y="0"/>
                  </a:cubicBezTo>
                  <a:close/>
                  <a:moveTo>
                    <a:pt x="5447" y="0"/>
                  </a:moveTo>
                  <a:cubicBezTo>
                    <a:pt x="4909" y="0"/>
                    <a:pt x="4497" y="412"/>
                    <a:pt x="4497" y="951"/>
                  </a:cubicBezTo>
                  <a:lnTo>
                    <a:pt x="4497" y="7918"/>
                  </a:lnTo>
                  <a:cubicBezTo>
                    <a:pt x="4497" y="8456"/>
                    <a:pt x="4909" y="8899"/>
                    <a:pt x="5447" y="8899"/>
                  </a:cubicBezTo>
                  <a:cubicBezTo>
                    <a:pt x="5986" y="8899"/>
                    <a:pt x="6397" y="8456"/>
                    <a:pt x="6397" y="7918"/>
                  </a:cubicBezTo>
                  <a:lnTo>
                    <a:pt x="6397" y="951"/>
                  </a:lnTo>
                  <a:cubicBezTo>
                    <a:pt x="6397" y="412"/>
                    <a:pt x="5954" y="0"/>
                    <a:pt x="5447" y="0"/>
                  </a:cubicBezTo>
                  <a:close/>
                  <a:moveTo>
                    <a:pt x="10293" y="0"/>
                  </a:moveTo>
                  <a:cubicBezTo>
                    <a:pt x="9754" y="0"/>
                    <a:pt x="9343" y="412"/>
                    <a:pt x="9343" y="951"/>
                  </a:cubicBezTo>
                  <a:lnTo>
                    <a:pt x="9343" y="7918"/>
                  </a:lnTo>
                  <a:cubicBezTo>
                    <a:pt x="9343" y="8456"/>
                    <a:pt x="9786" y="8899"/>
                    <a:pt x="10293" y="8899"/>
                  </a:cubicBezTo>
                  <a:cubicBezTo>
                    <a:pt x="10831" y="8899"/>
                    <a:pt x="11243" y="8456"/>
                    <a:pt x="11243" y="7918"/>
                  </a:cubicBezTo>
                  <a:lnTo>
                    <a:pt x="11243" y="951"/>
                  </a:lnTo>
                  <a:cubicBezTo>
                    <a:pt x="11243" y="412"/>
                    <a:pt x="10831" y="0"/>
                    <a:pt x="10293" y="0"/>
                  </a:cubicBezTo>
                  <a:close/>
                  <a:moveTo>
                    <a:pt x="14916" y="0"/>
                  </a:moveTo>
                  <a:cubicBezTo>
                    <a:pt x="14378" y="0"/>
                    <a:pt x="13966" y="412"/>
                    <a:pt x="13966" y="951"/>
                  </a:cubicBezTo>
                  <a:lnTo>
                    <a:pt x="13966" y="7918"/>
                  </a:lnTo>
                  <a:cubicBezTo>
                    <a:pt x="13966" y="8456"/>
                    <a:pt x="14378" y="8899"/>
                    <a:pt x="14916" y="8899"/>
                  </a:cubicBezTo>
                  <a:cubicBezTo>
                    <a:pt x="15423" y="8899"/>
                    <a:pt x="15866" y="8456"/>
                    <a:pt x="15866" y="7918"/>
                  </a:cubicBezTo>
                  <a:lnTo>
                    <a:pt x="15866" y="951"/>
                  </a:lnTo>
                  <a:cubicBezTo>
                    <a:pt x="15866" y="412"/>
                    <a:pt x="15423" y="0"/>
                    <a:pt x="14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257246" y="4155585"/>
              <a:ext cx="180061" cy="180061"/>
            </a:xfrm>
            <a:custGeom>
              <a:avLst/>
              <a:gdLst/>
              <a:ahLst/>
              <a:cxnLst/>
              <a:rect l="l" t="t" r="r" b="b"/>
              <a:pathLst>
                <a:path w="5417" h="5417" extrusionOk="0">
                  <a:moveTo>
                    <a:pt x="2724" y="1"/>
                  </a:moveTo>
                  <a:cubicBezTo>
                    <a:pt x="1236" y="1"/>
                    <a:pt x="1" y="1204"/>
                    <a:pt x="1" y="2693"/>
                  </a:cubicBezTo>
                  <a:cubicBezTo>
                    <a:pt x="1" y="4213"/>
                    <a:pt x="1236" y="5416"/>
                    <a:pt x="2724" y="5416"/>
                  </a:cubicBezTo>
                  <a:cubicBezTo>
                    <a:pt x="4213" y="5416"/>
                    <a:pt x="5416" y="4213"/>
                    <a:pt x="5416" y="2693"/>
                  </a:cubicBezTo>
                  <a:cubicBezTo>
                    <a:pt x="5416" y="1204"/>
                    <a:pt x="4213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2290952" y="4188227"/>
              <a:ext cx="113714" cy="114778"/>
            </a:xfrm>
            <a:custGeom>
              <a:avLst/>
              <a:gdLst/>
              <a:ahLst/>
              <a:cxnLst/>
              <a:rect l="l" t="t" r="r" b="b"/>
              <a:pathLst>
                <a:path w="3421" h="3453" extrusionOk="0">
                  <a:moveTo>
                    <a:pt x="1710" y="0"/>
                  </a:moveTo>
                  <a:cubicBezTo>
                    <a:pt x="760" y="0"/>
                    <a:pt x="0" y="761"/>
                    <a:pt x="0" y="1711"/>
                  </a:cubicBezTo>
                  <a:cubicBezTo>
                    <a:pt x="0" y="2661"/>
                    <a:pt x="760" y="3452"/>
                    <a:pt x="1710" y="3452"/>
                  </a:cubicBezTo>
                  <a:cubicBezTo>
                    <a:pt x="2660" y="3452"/>
                    <a:pt x="3420" y="2661"/>
                    <a:pt x="3420" y="1711"/>
                  </a:cubicBezTo>
                  <a:cubicBezTo>
                    <a:pt x="3420" y="761"/>
                    <a:pt x="2660" y="0"/>
                    <a:pt x="171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2739393" y="4155585"/>
              <a:ext cx="180028" cy="180061"/>
            </a:xfrm>
            <a:custGeom>
              <a:avLst/>
              <a:gdLst/>
              <a:ahLst/>
              <a:cxnLst/>
              <a:rect l="l" t="t" r="r" b="b"/>
              <a:pathLst>
                <a:path w="5416" h="5417" extrusionOk="0">
                  <a:moveTo>
                    <a:pt x="2692" y="1"/>
                  </a:moveTo>
                  <a:cubicBezTo>
                    <a:pt x="1204" y="1"/>
                    <a:pt x="0" y="1204"/>
                    <a:pt x="0" y="2693"/>
                  </a:cubicBezTo>
                  <a:cubicBezTo>
                    <a:pt x="0" y="4213"/>
                    <a:pt x="1204" y="5416"/>
                    <a:pt x="2692" y="5416"/>
                  </a:cubicBezTo>
                  <a:cubicBezTo>
                    <a:pt x="4181" y="5416"/>
                    <a:pt x="5416" y="4213"/>
                    <a:pt x="5416" y="2693"/>
                  </a:cubicBezTo>
                  <a:cubicBezTo>
                    <a:pt x="5416" y="1204"/>
                    <a:pt x="4181" y="1"/>
                    <a:pt x="26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2772001" y="4188227"/>
              <a:ext cx="114778" cy="114778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711" y="0"/>
                  </a:moveTo>
                  <a:cubicBezTo>
                    <a:pt x="761" y="0"/>
                    <a:pt x="1" y="761"/>
                    <a:pt x="1" y="1711"/>
                  </a:cubicBezTo>
                  <a:cubicBezTo>
                    <a:pt x="1" y="2661"/>
                    <a:pt x="761" y="3452"/>
                    <a:pt x="1711" y="3452"/>
                  </a:cubicBezTo>
                  <a:cubicBezTo>
                    <a:pt x="2661" y="3452"/>
                    <a:pt x="3453" y="2661"/>
                    <a:pt x="3453" y="1711"/>
                  </a:cubicBezTo>
                  <a:cubicBezTo>
                    <a:pt x="3453" y="761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764655" y="2369201"/>
              <a:ext cx="11601" cy="269510"/>
            </a:xfrm>
            <a:custGeom>
              <a:avLst/>
              <a:gdLst/>
              <a:ahLst/>
              <a:cxnLst/>
              <a:rect l="l" t="t" r="r" b="b"/>
              <a:pathLst>
                <a:path w="349" h="8108" extrusionOk="0">
                  <a:moveTo>
                    <a:pt x="0" y="1"/>
                  </a:moveTo>
                  <a:lnTo>
                    <a:pt x="0" y="8108"/>
                  </a:lnTo>
                  <a:lnTo>
                    <a:pt x="349" y="810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044610" y="2071304"/>
              <a:ext cx="11634" cy="315846"/>
            </a:xfrm>
            <a:custGeom>
              <a:avLst/>
              <a:gdLst/>
              <a:ahLst/>
              <a:cxnLst/>
              <a:rect l="l" t="t" r="r" b="b"/>
              <a:pathLst>
                <a:path w="350" h="9502" extrusionOk="0">
                  <a:moveTo>
                    <a:pt x="1" y="0"/>
                  </a:moveTo>
                  <a:lnTo>
                    <a:pt x="1" y="9501"/>
                  </a:lnTo>
                  <a:lnTo>
                    <a:pt x="349" y="950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2004622" y="3191359"/>
              <a:ext cx="11601" cy="256879"/>
            </a:xfrm>
            <a:custGeom>
              <a:avLst/>
              <a:gdLst/>
              <a:ahLst/>
              <a:cxnLst/>
              <a:rect l="l" t="t" r="r" b="b"/>
              <a:pathLst>
                <a:path w="349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349" y="772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3055173" y="3089246"/>
              <a:ext cx="11634" cy="255815"/>
            </a:xfrm>
            <a:custGeom>
              <a:avLst/>
              <a:gdLst/>
              <a:ahLst/>
              <a:cxnLst/>
              <a:rect l="l" t="t" r="r" b="b"/>
              <a:pathLst>
                <a:path w="350" h="7696" extrusionOk="0">
                  <a:moveTo>
                    <a:pt x="1" y="0"/>
                  </a:moveTo>
                  <a:lnTo>
                    <a:pt x="1" y="7696"/>
                  </a:lnTo>
                  <a:lnTo>
                    <a:pt x="349" y="769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1975138" y="3078709"/>
              <a:ext cx="64253" cy="64253"/>
            </a:xfrm>
            <a:custGeom>
              <a:avLst/>
              <a:gdLst/>
              <a:ahLst/>
              <a:cxnLst/>
              <a:rect l="l" t="t" r="r" b="b"/>
              <a:pathLst>
                <a:path w="1933" h="1933" extrusionOk="0">
                  <a:moveTo>
                    <a:pt x="982" y="0"/>
                  </a:moveTo>
                  <a:cubicBezTo>
                    <a:pt x="444" y="0"/>
                    <a:pt x="0" y="412"/>
                    <a:pt x="0" y="951"/>
                  </a:cubicBezTo>
                  <a:cubicBezTo>
                    <a:pt x="0" y="1489"/>
                    <a:pt x="444" y="1932"/>
                    <a:pt x="982" y="1932"/>
                  </a:cubicBezTo>
                  <a:cubicBezTo>
                    <a:pt x="1521" y="1932"/>
                    <a:pt x="1932" y="1489"/>
                    <a:pt x="1932" y="951"/>
                  </a:cubicBezTo>
                  <a:cubicBezTo>
                    <a:pt x="1932" y="412"/>
                    <a:pt x="1521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2752024" y="2692394"/>
              <a:ext cx="64253" cy="63189"/>
            </a:xfrm>
            <a:custGeom>
              <a:avLst/>
              <a:gdLst/>
              <a:ahLst/>
              <a:cxnLst/>
              <a:rect l="l" t="t" r="r" b="b"/>
              <a:pathLst>
                <a:path w="1933" h="1901" extrusionOk="0">
                  <a:moveTo>
                    <a:pt x="982" y="0"/>
                  </a:moveTo>
                  <a:cubicBezTo>
                    <a:pt x="444" y="0"/>
                    <a:pt x="0" y="412"/>
                    <a:pt x="0" y="950"/>
                  </a:cubicBezTo>
                  <a:cubicBezTo>
                    <a:pt x="0" y="1488"/>
                    <a:pt x="444" y="1900"/>
                    <a:pt x="982" y="1900"/>
                  </a:cubicBezTo>
                  <a:cubicBezTo>
                    <a:pt x="1489" y="1900"/>
                    <a:pt x="1932" y="1488"/>
                    <a:pt x="1932" y="950"/>
                  </a:cubicBezTo>
                  <a:cubicBezTo>
                    <a:pt x="1932" y="412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3" name="Google Shape;3203;p35"/>
          <p:cNvSpPr/>
          <p:nvPr/>
        </p:nvSpPr>
        <p:spPr>
          <a:xfrm>
            <a:off x="1449847" y="1193369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4" name="Google Shape;3204;p35"/>
          <p:cNvSpPr/>
          <p:nvPr/>
        </p:nvSpPr>
        <p:spPr>
          <a:xfrm>
            <a:off x="3329934" y="1214410"/>
            <a:ext cx="563219" cy="2150661"/>
          </a:xfrm>
          <a:custGeom>
            <a:avLst/>
            <a:gdLst/>
            <a:ahLst/>
            <a:cxnLst/>
            <a:rect l="l" t="t" r="r" b="b"/>
            <a:pathLst>
              <a:path w="16944" h="64701" extrusionOk="0">
                <a:moveTo>
                  <a:pt x="1" y="1"/>
                </a:moveTo>
                <a:lnTo>
                  <a:pt x="1" y="223"/>
                </a:lnTo>
                <a:lnTo>
                  <a:pt x="697" y="223"/>
                </a:lnTo>
                <a:lnTo>
                  <a:pt x="697" y="1"/>
                </a:lnTo>
                <a:close/>
                <a:moveTo>
                  <a:pt x="1869" y="1"/>
                </a:moveTo>
                <a:lnTo>
                  <a:pt x="1869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769" y="1"/>
                </a:moveTo>
                <a:lnTo>
                  <a:pt x="3769" y="223"/>
                </a:lnTo>
                <a:lnTo>
                  <a:pt x="4466" y="223"/>
                </a:lnTo>
                <a:lnTo>
                  <a:pt x="4466" y="1"/>
                </a:lnTo>
                <a:close/>
                <a:moveTo>
                  <a:pt x="5669" y="191"/>
                </a:moveTo>
                <a:lnTo>
                  <a:pt x="5606" y="413"/>
                </a:lnTo>
                <a:cubicBezTo>
                  <a:pt x="5828" y="476"/>
                  <a:pt x="6049" y="571"/>
                  <a:pt x="6239" y="666"/>
                </a:cubicBezTo>
                <a:lnTo>
                  <a:pt x="6334" y="476"/>
                </a:lnTo>
                <a:cubicBezTo>
                  <a:pt x="6144" y="349"/>
                  <a:pt x="5891" y="254"/>
                  <a:pt x="5669" y="191"/>
                </a:cubicBezTo>
                <a:close/>
                <a:moveTo>
                  <a:pt x="7316" y="1204"/>
                </a:moveTo>
                <a:lnTo>
                  <a:pt x="7158" y="1363"/>
                </a:lnTo>
                <a:cubicBezTo>
                  <a:pt x="7316" y="1521"/>
                  <a:pt x="7474" y="1679"/>
                  <a:pt x="7601" y="1869"/>
                </a:cubicBezTo>
                <a:lnTo>
                  <a:pt x="7791" y="1743"/>
                </a:lnTo>
                <a:cubicBezTo>
                  <a:pt x="7664" y="1553"/>
                  <a:pt x="7506" y="1363"/>
                  <a:pt x="7316" y="1204"/>
                </a:cubicBezTo>
                <a:close/>
                <a:moveTo>
                  <a:pt x="8361" y="2819"/>
                </a:moveTo>
                <a:lnTo>
                  <a:pt x="8108" y="2883"/>
                </a:lnTo>
                <a:cubicBezTo>
                  <a:pt x="8203" y="3104"/>
                  <a:pt x="8235" y="3326"/>
                  <a:pt x="8266" y="3579"/>
                </a:cubicBezTo>
                <a:lnTo>
                  <a:pt x="8520" y="3516"/>
                </a:lnTo>
                <a:cubicBezTo>
                  <a:pt x="8488" y="3294"/>
                  <a:pt x="8425" y="3041"/>
                  <a:pt x="8361" y="2819"/>
                </a:cubicBezTo>
                <a:close/>
                <a:moveTo>
                  <a:pt x="8330" y="4720"/>
                </a:moveTo>
                <a:lnTo>
                  <a:pt x="8330" y="5416"/>
                </a:lnTo>
                <a:lnTo>
                  <a:pt x="8551" y="5416"/>
                </a:lnTo>
                <a:lnTo>
                  <a:pt x="8551" y="4720"/>
                </a:lnTo>
                <a:close/>
                <a:moveTo>
                  <a:pt x="8330" y="6620"/>
                </a:moveTo>
                <a:lnTo>
                  <a:pt x="8330" y="7316"/>
                </a:lnTo>
                <a:lnTo>
                  <a:pt x="8551" y="7316"/>
                </a:lnTo>
                <a:lnTo>
                  <a:pt x="8551" y="6620"/>
                </a:lnTo>
                <a:close/>
                <a:moveTo>
                  <a:pt x="8330" y="8520"/>
                </a:moveTo>
                <a:lnTo>
                  <a:pt x="8330" y="9217"/>
                </a:lnTo>
                <a:lnTo>
                  <a:pt x="8551" y="9217"/>
                </a:lnTo>
                <a:lnTo>
                  <a:pt x="8551" y="8520"/>
                </a:lnTo>
                <a:close/>
                <a:moveTo>
                  <a:pt x="8330" y="10388"/>
                </a:moveTo>
                <a:lnTo>
                  <a:pt x="8330" y="11117"/>
                </a:lnTo>
                <a:lnTo>
                  <a:pt x="8551" y="11117"/>
                </a:lnTo>
                <a:lnTo>
                  <a:pt x="8551" y="10388"/>
                </a:lnTo>
                <a:close/>
                <a:moveTo>
                  <a:pt x="8330" y="12288"/>
                </a:moveTo>
                <a:lnTo>
                  <a:pt x="8330" y="12985"/>
                </a:lnTo>
                <a:lnTo>
                  <a:pt x="8551" y="12985"/>
                </a:lnTo>
                <a:lnTo>
                  <a:pt x="8551" y="12288"/>
                </a:lnTo>
                <a:close/>
                <a:moveTo>
                  <a:pt x="8330" y="14157"/>
                </a:moveTo>
                <a:lnTo>
                  <a:pt x="8330" y="14885"/>
                </a:lnTo>
                <a:lnTo>
                  <a:pt x="8551" y="14885"/>
                </a:lnTo>
                <a:lnTo>
                  <a:pt x="8551" y="14157"/>
                </a:lnTo>
                <a:close/>
                <a:moveTo>
                  <a:pt x="8330" y="16057"/>
                </a:moveTo>
                <a:lnTo>
                  <a:pt x="8330" y="16785"/>
                </a:lnTo>
                <a:lnTo>
                  <a:pt x="8551" y="16785"/>
                </a:lnTo>
                <a:lnTo>
                  <a:pt x="8551" y="16057"/>
                </a:lnTo>
                <a:close/>
                <a:moveTo>
                  <a:pt x="8330" y="17957"/>
                </a:moveTo>
                <a:lnTo>
                  <a:pt x="8330" y="18654"/>
                </a:lnTo>
                <a:lnTo>
                  <a:pt x="8551" y="18654"/>
                </a:lnTo>
                <a:lnTo>
                  <a:pt x="8551" y="17957"/>
                </a:lnTo>
                <a:close/>
                <a:moveTo>
                  <a:pt x="8330" y="19826"/>
                </a:moveTo>
                <a:lnTo>
                  <a:pt x="8330" y="20554"/>
                </a:lnTo>
                <a:lnTo>
                  <a:pt x="8551" y="20554"/>
                </a:lnTo>
                <a:lnTo>
                  <a:pt x="8551" y="19826"/>
                </a:lnTo>
                <a:close/>
                <a:moveTo>
                  <a:pt x="8330" y="21726"/>
                </a:moveTo>
                <a:lnTo>
                  <a:pt x="8330" y="22422"/>
                </a:lnTo>
                <a:lnTo>
                  <a:pt x="8551" y="22422"/>
                </a:lnTo>
                <a:lnTo>
                  <a:pt x="8551" y="21726"/>
                </a:lnTo>
                <a:close/>
                <a:moveTo>
                  <a:pt x="8330" y="23626"/>
                </a:moveTo>
                <a:lnTo>
                  <a:pt x="8330" y="24323"/>
                </a:lnTo>
                <a:lnTo>
                  <a:pt x="8551" y="24323"/>
                </a:lnTo>
                <a:lnTo>
                  <a:pt x="8551" y="23626"/>
                </a:lnTo>
                <a:close/>
                <a:moveTo>
                  <a:pt x="8330" y="25494"/>
                </a:moveTo>
                <a:lnTo>
                  <a:pt x="8330" y="26223"/>
                </a:lnTo>
                <a:lnTo>
                  <a:pt x="8551" y="26223"/>
                </a:lnTo>
                <a:lnTo>
                  <a:pt x="8551" y="25494"/>
                </a:lnTo>
                <a:close/>
                <a:moveTo>
                  <a:pt x="8330" y="27394"/>
                </a:moveTo>
                <a:lnTo>
                  <a:pt x="8330" y="28091"/>
                </a:lnTo>
                <a:lnTo>
                  <a:pt x="8551" y="28091"/>
                </a:lnTo>
                <a:lnTo>
                  <a:pt x="8551" y="27394"/>
                </a:lnTo>
                <a:close/>
                <a:moveTo>
                  <a:pt x="8330" y="29295"/>
                </a:moveTo>
                <a:lnTo>
                  <a:pt x="8330" y="29991"/>
                </a:lnTo>
                <a:lnTo>
                  <a:pt x="8551" y="29991"/>
                </a:lnTo>
                <a:lnTo>
                  <a:pt x="8551" y="29295"/>
                </a:lnTo>
                <a:close/>
                <a:moveTo>
                  <a:pt x="8330" y="31163"/>
                </a:moveTo>
                <a:lnTo>
                  <a:pt x="8330" y="31891"/>
                </a:lnTo>
                <a:lnTo>
                  <a:pt x="8551" y="31891"/>
                </a:lnTo>
                <a:lnTo>
                  <a:pt x="8551" y="31163"/>
                </a:lnTo>
                <a:close/>
                <a:moveTo>
                  <a:pt x="8330" y="33063"/>
                </a:moveTo>
                <a:lnTo>
                  <a:pt x="8330" y="33760"/>
                </a:lnTo>
                <a:lnTo>
                  <a:pt x="8551" y="33760"/>
                </a:lnTo>
                <a:lnTo>
                  <a:pt x="8551" y="33063"/>
                </a:lnTo>
                <a:close/>
                <a:moveTo>
                  <a:pt x="8330" y="34963"/>
                </a:moveTo>
                <a:lnTo>
                  <a:pt x="8330" y="35660"/>
                </a:lnTo>
                <a:lnTo>
                  <a:pt x="8551" y="35660"/>
                </a:lnTo>
                <a:lnTo>
                  <a:pt x="8551" y="34963"/>
                </a:lnTo>
                <a:close/>
                <a:moveTo>
                  <a:pt x="8330" y="36832"/>
                </a:moveTo>
                <a:lnTo>
                  <a:pt x="8330" y="37560"/>
                </a:lnTo>
                <a:lnTo>
                  <a:pt x="8551" y="37560"/>
                </a:lnTo>
                <a:lnTo>
                  <a:pt x="8551" y="36832"/>
                </a:lnTo>
                <a:close/>
                <a:moveTo>
                  <a:pt x="8330" y="38732"/>
                </a:moveTo>
                <a:lnTo>
                  <a:pt x="8330" y="39429"/>
                </a:lnTo>
                <a:lnTo>
                  <a:pt x="8551" y="39429"/>
                </a:lnTo>
                <a:lnTo>
                  <a:pt x="8551" y="38732"/>
                </a:lnTo>
                <a:close/>
                <a:moveTo>
                  <a:pt x="8330" y="40632"/>
                </a:moveTo>
                <a:lnTo>
                  <a:pt x="8330" y="41329"/>
                </a:lnTo>
                <a:lnTo>
                  <a:pt x="8551" y="41329"/>
                </a:lnTo>
                <a:lnTo>
                  <a:pt x="8551" y="40632"/>
                </a:lnTo>
                <a:close/>
                <a:moveTo>
                  <a:pt x="8330" y="42501"/>
                </a:moveTo>
                <a:lnTo>
                  <a:pt x="8330" y="43229"/>
                </a:lnTo>
                <a:lnTo>
                  <a:pt x="8551" y="43229"/>
                </a:lnTo>
                <a:lnTo>
                  <a:pt x="8551" y="42501"/>
                </a:lnTo>
                <a:close/>
                <a:moveTo>
                  <a:pt x="8330" y="44401"/>
                </a:moveTo>
                <a:lnTo>
                  <a:pt x="8330" y="45097"/>
                </a:lnTo>
                <a:lnTo>
                  <a:pt x="8551" y="45097"/>
                </a:lnTo>
                <a:lnTo>
                  <a:pt x="8551" y="44401"/>
                </a:lnTo>
                <a:close/>
                <a:moveTo>
                  <a:pt x="8330" y="46301"/>
                </a:moveTo>
                <a:lnTo>
                  <a:pt x="8330" y="46998"/>
                </a:lnTo>
                <a:lnTo>
                  <a:pt x="8551" y="46998"/>
                </a:lnTo>
                <a:lnTo>
                  <a:pt x="8551" y="46301"/>
                </a:lnTo>
                <a:close/>
                <a:moveTo>
                  <a:pt x="8330" y="48169"/>
                </a:moveTo>
                <a:lnTo>
                  <a:pt x="8330" y="48898"/>
                </a:lnTo>
                <a:lnTo>
                  <a:pt x="8551" y="48898"/>
                </a:lnTo>
                <a:lnTo>
                  <a:pt x="8551" y="48169"/>
                </a:lnTo>
                <a:close/>
                <a:moveTo>
                  <a:pt x="8330" y="50069"/>
                </a:moveTo>
                <a:lnTo>
                  <a:pt x="8330" y="50766"/>
                </a:lnTo>
                <a:lnTo>
                  <a:pt x="8551" y="50766"/>
                </a:lnTo>
                <a:lnTo>
                  <a:pt x="8551" y="50069"/>
                </a:lnTo>
                <a:close/>
                <a:moveTo>
                  <a:pt x="8330" y="51970"/>
                </a:moveTo>
                <a:lnTo>
                  <a:pt x="8330" y="52666"/>
                </a:lnTo>
                <a:lnTo>
                  <a:pt x="8551" y="52666"/>
                </a:lnTo>
                <a:lnTo>
                  <a:pt x="8551" y="51970"/>
                </a:lnTo>
                <a:close/>
                <a:moveTo>
                  <a:pt x="8330" y="53838"/>
                </a:moveTo>
                <a:lnTo>
                  <a:pt x="8330" y="54566"/>
                </a:lnTo>
                <a:lnTo>
                  <a:pt x="8551" y="54566"/>
                </a:lnTo>
                <a:lnTo>
                  <a:pt x="8551" y="53838"/>
                </a:lnTo>
                <a:close/>
                <a:moveTo>
                  <a:pt x="8330" y="55738"/>
                </a:moveTo>
                <a:lnTo>
                  <a:pt x="8330" y="56435"/>
                </a:lnTo>
                <a:lnTo>
                  <a:pt x="8551" y="56435"/>
                </a:lnTo>
                <a:lnTo>
                  <a:pt x="8551" y="55738"/>
                </a:lnTo>
                <a:close/>
                <a:moveTo>
                  <a:pt x="8330" y="57638"/>
                </a:moveTo>
                <a:lnTo>
                  <a:pt x="8330" y="58335"/>
                </a:lnTo>
                <a:lnTo>
                  <a:pt x="8551" y="58335"/>
                </a:lnTo>
                <a:lnTo>
                  <a:pt x="8551" y="57638"/>
                </a:lnTo>
                <a:close/>
                <a:moveTo>
                  <a:pt x="8330" y="59507"/>
                </a:moveTo>
                <a:lnTo>
                  <a:pt x="8330" y="60235"/>
                </a:lnTo>
                <a:lnTo>
                  <a:pt x="8551" y="60235"/>
                </a:lnTo>
                <a:lnTo>
                  <a:pt x="8551" y="59507"/>
                </a:lnTo>
                <a:close/>
                <a:moveTo>
                  <a:pt x="8646" y="61375"/>
                </a:moveTo>
                <a:lnTo>
                  <a:pt x="8425" y="61407"/>
                </a:lnTo>
                <a:cubicBezTo>
                  <a:pt x="8456" y="61660"/>
                  <a:pt x="8520" y="61882"/>
                  <a:pt x="8615" y="62104"/>
                </a:cubicBezTo>
                <a:lnTo>
                  <a:pt x="8836" y="62040"/>
                </a:lnTo>
                <a:cubicBezTo>
                  <a:pt x="8741" y="61819"/>
                  <a:pt x="8678" y="61597"/>
                  <a:pt x="8646" y="61375"/>
                </a:cubicBezTo>
                <a:close/>
                <a:moveTo>
                  <a:pt x="9406" y="63022"/>
                </a:moveTo>
                <a:lnTo>
                  <a:pt x="9248" y="63149"/>
                </a:lnTo>
                <a:cubicBezTo>
                  <a:pt x="9375" y="63339"/>
                  <a:pt x="9565" y="63529"/>
                  <a:pt x="9723" y="63687"/>
                </a:cubicBezTo>
                <a:lnTo>
                  <a:pt x="9881" y="63497"/>
                </a:lnTo>
                <a:cubicBezTo>
                  <a:pt x="9723" y="63370"/>
                  <a:pt x="9565" y="63180"/>
                  <a:pt x="9406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90" y="64447"/>
                  <a:pt x="11211" y="64510"/>
                  <a:pt x="11433" y="64574"/>
                </a:cubicBezTo>
                <a:lnTo>
                  <a:pt x="11496" y="64352"/>
                </a:lnTo>
                <a:cubicBezTo>
                  <a:pt x="11275" y="64289"/>
                  <a:pt x="11053" y="64225"/>
                  <a:pt x="10863" y="64130"/>
                </a:cubicBezTo>
                <a:close/>
                <a:moveTo>
                  <a:pt x="12637" y="64447"/>
                </a:moveTo>
                <a:lnTo>
                  <a:pt x="12637" y="64700"/>
                </a:lnTo>
                <a:lnTo>
                  <a:pt x="13365" y="64700"/>
                </a:lnTo>
                <a:lnTo>
                  <a:pt x="13365" y="64447"/>
                </a:lnTo>
                <a:close/>
                <a:moveTo>
                  <a:pt x="14537" y="64447"/>
                </a:moveTo>
                <a:lnTo>
                  <a:pt x="14537" y="64700"/>
                </a:lnTo>
                <a:lnTo>
                  <a:pt x="15233" y="64700"/>
                </a:lnTo>
                <a:lnTo>
                  <a:pt x="15233" y="64447"/>
                </a:lnTo>
                <a:close/>
                <a:moveTo>
                  <a:pt x="16215" y="64447"/>
                </a:moveTo>
                <a:lnTo>
                  <a:pt x="16215" y="64700"/>
                </a:lnTo>
                <a:lnTo>
                  <a:pt x="16944" y="64700"/>
                </a:lnTo>
                <a:lnTo>
                  <a:pt x="16944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5" name="Google Shape;3205;p35"/>
          <p:cNvGrpSpPr/>
          <p:nvPr/>
        </p:nvGrpSpPr>
        <p:grpSpPr>
          <a:xfrm>
            <a:off x="7299588" y="1612326"/>
            <a:ext cx="1388535" cy="1535887"/>
            <a:chOff x="7299588" y="1612326"/>
            <a:chExt cx="1388535" cy="1535887"/>
          </a:xfrm>
        </p:grpSpPr>
        <p:sp>
          <p:nvSpPr>
            <p:cNvPr id="3206" name="Google Shape;3206;p35"/>
            <p:cNvSpPr/>
            <p:nvPr/>
          </p:nvSpPr>
          <p:spPr>
            <a:xfrm>
              <a:off x="7977518" y="2155501"/>
              <a:ext cx="644258" cy="135852"/>
            </a:xfrm>
            <a:custGeom>
              <a:avLst/>
              <a:gdLst/>
              <a:ahLst/>
              <a:cxnLst/>
              <a:rect l="l" t="t" r="r" b="b"/>
              <a:pathLst>
                <a:path w="19382" h="4087" extrusionOk="0">
                  <a:moveTo>
                    <a:pt x="2059" y="1"/>
                  </a:moveTo>
                  <a:cubicBezTo>
                    <a:pt x="919" y="1"/>
                    <a:pt x="1" y="919"/>
                    <a:pt x="1" y="2059"/>
                  </a:cubicBezTo>
                  <a:cubicBezTo>
                    <a:pt x="1" y="3168"/>
                    <a:pt x="919" y="4086"/>
                    <a:pt x="2059" y="4086"/>
                  </a:cubicBezTo>
                  <a:lnTo>
                    <a:pt x="17355" y="4086"/>
                  </a:lnTo>
                  <a:cubicBezTo>
                    <a:pt x="18464" y="4086"/>
                    <a:pt x="19382" y="3168"/>
                    <a:pt x="19382" y="2059"/>
                  </a:cubicBezTo>
                  <a:cubicBezTo>
                    <a:pt x="19382" y="919"/>
                    <a:pt x="18464" y="1"/>
                    <a:pt x="1735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619623" y="1721819"/>
              <a:ext cx="644258" cy="136882"/>
            </a:xfrm>
            <a:custGeom>
              <a:avLst/>
              <a:gdLst/>
              <a:ahLst/>
              <a:cxnLst/>
              <a:rect l="l" t="t" r="r" b="b"/>
              <a:pathLst>
                <a:path w="19382" h="4118" extrusionOk="0">
                  <a:moveTo>
                    <a:pt x="2059" y="0"/>
                  </a:moveTo>
                  <a:cubicBezTo>
                    <a:pt x="918" y="0"/>
                    <a:pt x="0" y="919"/>
                    <a:pt x="0" y="2059"/>
                  </a:cubicBezTo>
                  <a:cubicBezTo>
                    <a:pt x="0" y="3199"/>
                    <a:pt x="918" y="4117"/>
                    <a:pt x="2059" y="4117"/>
                  </a:cubicBezTo>
                  <a:lnTo>
                    <a:pt x="17355" y="4117"/>
                  </a:lnTo>
                  <a:cubicBezTo>
                    <a:pt x="18463" y="4117"/>
                    <a:pt x="19382" y="3199"/>
                    <a:pt x="19382" y="2059"/>
                  </a:cubicBezTo>
                  <a:cubicBezTo>
                    <a:pt x="19382" y="919"/>
                    <a:pt x="18463" y="0"/>
                    <a:pt x="1735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440659" y="2055515"/>
              <a:ext cx="362150" cy="135819"/>
            </a:xfrm>
            <a:custGeom>
              <a:avLst/>
              <a:gdLst/>
              <a:ahLst/>
              <a:cxnLst/>
              <a:rect l="l" t="t" r="r" b="b"/>
              <a:pathLst>
                <a:path w="10895" h="4086" extrusionOk="0">
                  <a:moveTo>
                    <a:pt x="2059" y="0"/>
                  </a:moveTo>
                  <a:cubicBezTo>
                    <a:pt x="919" y="0"/>
                    <a:pt x="0" y="919"/>
                    <a:pt x="0" y="2027"/>
                  </a:cubicBezTo>
                  <a:cubicBezTo>
                    <a:pt x="0" y="3167"/>
                    <a:pt x="919" y="4086"/>
                    <a:pt x="2059" y="4086"/>
                  </a:cubicBezTo>
                  <a:lnTo>
                    <a:pt x="8836" y="4086"/>
                  </a:lnTo>
                  <a:cubicBezTo>
                    <a:pt x="9976" y="4086"/>
                    <a:pt x="10894" y="3167"/>
                    <a:pt x="10863" y="2027"/>
                  </a:cubicBezTo>
                  <a:cubicBezTo>
                    <a:pt x="10863" y="919"/>
                    <a:pt x="9976" y="0"/>
                    <a:pt x="883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299588" y="2820800"/>
              <a:ext cx="456917" cy="90579"/>
            </a:xfrm>
            <a:custGeom>
              <a:avLst/>
              <a:gdLst/>
              <a:ahLst/>
              <a:cxnLst/>
              <a:rect l="l" t="t" r="r" b="b"/>
              <a:pathLst>
                <a:path w="13746" h="2725" extrusionOk="0">
                  <a:moveTo>
                    <a:pt x="1362" y="1"/>
                  </a:moveTo>
                  <a:cubicBezTo>
                    <a:pt x="602" y="1"/>
                    <a:pt x="1" y="634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lnTo>
                    <a:pt x="13745" y="2724"/>
                  </a:lnTo>
                  <a:lnTo>
                    <a:pt x="137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462763" y="2667098"/>
              <a:ext cx="293742" cy="82169"/>
            </a:xfrm>
            <a:custGeom>
              <a:avLst/>
              <a:gdLst/>
              <a:ahLst/>
              <a:cxnLst/>
              <a:rect l="l" t="t" r="r" b="b"/>
              <a:pathLst>
                <a:path w="8837" h="2472" extrusionOk="0">
                  <a:moveTo>
                    <a:pt x="1235" y="1"/>
                  </a:moveTo>
                  <a:cubicBezTo>
                    <a:pt x="539" y="1"/>
                    <a:pt x="0" y="539"/>
                    <a:pt x="0" y="1236"/>
                  </a:cubicBezTo>
                  <a:cubicBezTo>
                    <a:pt x="0" y="1901"/>
                    <a:pt x="539" y="2471"/>
                    <a:pt x="1235" y="2471"/>
                  </a:cubicBezTo>
                  <a:lnTo>
                    <a:pt x="8836" y="2471"/>
                  </a:lnTo>
                  <a:lnTo>
                    <a:pt x="8836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540645" y="2509208"/>
              <a:ext cx="215861" cy="84263"/>
            </a:xfrm>
            <a:custGeom>
              <a:avLst/>
              <a:gdLst/>
              <a:ahLst/>
              <a:cxnLst/>
              <a:rect l="l" t="t" r="r" b="b"/>
              <a:pathLst>
                <a:path w="6494" h="2535" extrusionOk="0">
                  <a:moveTo>
                    <a:pt x="1268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64"/>
                    <a:pt x="571" y="2534"/>
                    <a:pt x="1268" y="2534"/>
                  </a:cubicBezTo>
                  <a:lnTo>
                    <a:pt x="6493" y="2534"/>
                  </a:lnTo>
                  <a:lnTo>
                    <a:pt x="64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505909" y="2982911"/>
              <a:ext cx="250596" cy="47400"/>
            </a:xfrm>
            <a:custGeom>
              <a:avLst/>
              <a:gdLst/>
              <a:ahLst/>
              <a:cxnLst/>
              <a:rect l="l" t="t" r="r" b="b"/>
              <a:pathLst>
                <a:path w="7539" h="1426" extrusionOk="0">
                  <a:moveTo>
                    <a:pt x="697" y="1"/>
                  </a:moveTo>
                  <a:cubicBezTo>
                    <a:pt x="317" y="1"/>
                    <a:pt x="1" y="349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lnTo>
                    <a:pt x="7538" y="1426"/>
                  </a:lnTo>
                  <a:lnTo>
                    <a:pt x="753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8299647" y="2594469"/>
              <a:ext cx="388476" cy="436907"/>
            </a:xfrm>
            <a:custGeom>
              <a:avLst/>
              <a:gdLst/>
              <a:ahLst/>
              <a:cxnLst/>
              <a:rect l="l" t="t" r="r" b="b"/>
              <a:pathLst>
                <a:path w="11687" h="13144" extrusionOk="0">
                  <a:moveTo>
                    <a:pt x="0" y="1"/>
                  </a:moveTo>
                  <a:lnTo>
                    <a:pt x="0" y="9565"/>
                  </a:lnTo>
                  <a:lnTo>
                    <a:pt x="0" y="13143"/>
                  </a:lnTo>
                  <a:lnTo>
                    <a:pt x="2945" y="13143"/>
                  </a:lnTo>
                  <a:cubicBezTo>
                    <a:pt x="3421" y="12035"/>
                    <a:pt x="4529" y="11243"/>
                    <a:pt x="5827" y="11243"/>
                  </a:cubicBezTo>
                  <a:cubicBezTo>
                    <a:pt x="7126" y="11243"/>
                    <a:pt x="8234" y="12035"/>
                    <a:pt x="8741" y="13143"/>
                  </a:cubicBezTo>
                  <a:lnTo>
                    <a:pt x="10863" y="13143"/>
                  </a:lnTo>
                  <a:cubicBezTo>
                    <a:pt x="11306" y="13143"/>
                    <a:pt x="11686" y="12795"/>
                    <a:pt x="11686" y="12320"/>
                  </a:cubicBezTo>
                  <a:lnTo>
                    <a:pt x="11686" y="10040"/>
                  </a:lnTo>
                  <a:cubicBezTo>
                    <a:pt x="11686" y="9406"/>
                    <a:pt x="11148" y="8868"/>
                    <a:pt x="10514" y="8868"/>
                  </a:cubicBezTo>
                  <a:lnTo>
                    <a:pt x="7506" y="508"/>
                  </a:lnTo>
                  <a:cubicBezTo>
                    <a:pt x="7379" y="191"/>
                    <a:pt x="7094" y="1"/>
                    <a:pt x="67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701726" y="2437642"/>
              <a:ext cx="572692" cy="593733"/>
            </a:xfrm>
            <a:custGeom>
              <a:avLst/>
              <a:gdLst/>
              <a:ahLst/>
              <a:cxnLst/>
              <a:rect l="l" t="t" r="r" b="b"/>
              <a:pathLst>
                <a:path w="17229" h="17862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0" y="17070"/>
                  </a:lnTo>
                  <a:cubicBezTo>
                    <a:pt x="0" y="17513"/>
                    <a:pt x="349" y="17861"/>
                    <a:pt x="792" y="17861"/>
                  </a:cubicBezTo>
                  <a:lnTo>
                    <a:pt x="5701" y="17861"/>
                  </a:lnTo>
                  <a:cubicBezTo>
                    <a:pt x="6207" y="16753"/>
                    <a:pt x="7316" y="15961"/>
                    <a:pt x="8614" y="15961"/>
                  </a:cubicBezTo>
                  <a:cubicBezTo>
                    <a:pt x="9913" y="15961"/>
                    <a:pt x="11021" y="16753"/>
                    <a:pt x="11496" y="17861"/>
                  </a:cubicBezTo>
                  <a:lnTo>
                    <a:pt x="17228" y="17861"/>
                  </a:lnTo>
                  <a:lnTo>
                    <a:pt x="17228" y="2090"/>
                  </a:lnTo>
                  <a:cubicBezTo>
                    <a:pt x="17228" y="950"/>
                    <a:pt x="16278" y="0"/>
                    <a:pt x="151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701726" y="2437642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17228" y="2090"/>
                  </a:lnTo>
                  <a:cubicBezTo>
                    <a:pt x="17228" y="950"/>
                    <a:pt x="16310" y="0"/>
                    <a:pt x="1513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701726" y="2594469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701726" y="2750265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701726" y="2912376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7062" y="2091"/>
                  </a:lnTo>
                  <a:cubicBezTo>
                    <a:pt x="7537" y="1838"/>
                    <a:pt x="8044" y="1679"/>
                    <a:pt x="8614" y="1679"/>
                  </a:cubicBezTo>
                  <a:cubicBezTo>
                    <a:pt x="9184" y="1679"/>
                    <a:pt x="9691" y="1838"/>
                    <a:pt x="10166" y="2091"/>
                  </a:cubicBez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8341762" y="2629204"/>
              <a:ext cx="261067" cy="257942"/>
            </a:xfrm>
            <a:custGeom>
              <a:avLst/>
              <a:gdLst/>
              <a:ahLst/>
              <a:cxnLst/>
              <a:rect l="l" t="t" r="r" b="b"/>
              <a:pathLst>
                <a:path w="7854" h="7760" extrusionOk="0">
                  <a:moveTo>
                    <a:pt x="0" y="1"/>
                  </a:moveTo>
                  <a:lnTo>
                    <a:pt x="0" y="7760"/>
                  </a:lnTo>
                  <a:lnTo>
                    <a:pt x="7854" y="7760"/>
                  </a:lnTo>
                  <a:lnTo>
                    <a:pt x="5257" y="349"/>
                  </a:lnTo>
                  <a:cubicBezTo>
                    <a:pt x="5162" y="128"/>
                    <a:pt x="4972" y="1"/>
                    <a:pt x="47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8415422" y="2999897"/>
              <a:ext cx="158987" cy="148184"/>
            </a:xfrm>
            <a:custGeom>
              <a:avLst/>
              <a:gdLst/>
              <a:ahLst/>
              <a:cxnLst/>
              <a:rect l="l" t="t" r="r" b="b"/>
              <a:pathLst>
                <a:path w="4783" h="4458" extrusionOk="0">
                  <a:moveTo>
                    <a:pt x="2410" y="1"/>
                  </a:moveTo>
                  <a:cubicBezTo>
                    <a:pt x="1341" y="1"/>
                    <a:pt x="391" y="778"/>
                    <a:pt x="191" y="1865"/>
                  </a:cubicBezTo>
                  <a:cubicBezTo>
                    <a:pt x="1" y="3100"/>
                    <a:pt x="824" y="4240"/>
                    <a:pt x="2028" y="4430"/>
                  </a:cubicBezTo>
                  <a:cubicBezTo>
                    <a:pt x="2147" y="4448"/>
                    <a:pt x="2266" y="4457"/>
                    <a:pt x="2382" y="4457"/>
                  </a:cubicBezTo>
                  <a:cubicBezTo>
                    <a:pt x="3474" y="4457"/>
                    <a:pt x="4421" y="3680"/>
                    <a:pt x="4593" y="2593"/>
                  </a:cubicBezTo>
                  <a:cubicBezTo>
                    <a:pt x="4783" y="1390"/>
                    <a:pt x="3959" y="250"/>
                    <a:pt x="2756" y="28"/>
                  </a:cubicBezTo>
                  <a:cubicBezTo>
                    <a:pt x="2640" y="10"/>
                    <a:pt x="2524" y="1"/>
                    <a:pt x="241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914362" y="2999764"/>
              <a:ext cx="147419" cy="148450"/>
            </a:xfrm>
            <a:custGeom>
              <a:avLst/>
              <a:gdLst/>
              <a:ahLst/>
              <a:cxnLst/>
              <a:rect l="l" t="t" r="r" b="b"/>
              <a:pathLst>
                <a:path w="4435" h="4466" extrusionOk="0">
                  <a:moveTo>
                    <a:pt x="2217" y="0"/>
                  </a:moveTo>
                  <a:cubicBezTo>
                    <a:pt x="982" y="0"/>
                    <a:pt x="0" y="1014"/>
                    <a:pt x="0" y="2249"/>
                  </a:cubicBezTo>
                  <a:cubicBezTo>
                    <a:pt x="0" y="3452"/>
                    <a:pt x="982" y="4466"/>
                    <a:pt x="2217" y="4466"/>
                  </a:cubicBezTo>
                  <a:cubicBezTo>
                    <a:pt x="3452" y="4466"/>
                    <a:pt x="4434" y="3452"/>
                    <a:pt x="4434" y="2249"/>
                  </a:cubicBezTo>
                  <a:cubicBezTo>
                    <a:pt x="4434" y="1014"/>
                    <a:pt x="3452" y="0"/>
                    <a:pt x="22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990149" y="1612326"/>
              <a:ext cx="372687" cy="372687"/>
            </a:xfrm>
            <a:custGeom>
              <a:avLst/>
              <a:gdLst/>
              <a:ahLst/>
              <a:cxnLst/>
              <a:rect l="l" t="t" r="r" b="b"/>
              <a:pathLst>
                <a:path w="11212" h="11212" extrusionOk="0">
                  <a:moveTo>
                    <a:pt x="5606" y="1"/>
                  </a:moveTo>
                  <a:cubicBezTo>
                    <a:pt x="2502" y="1"/>
                    <a:pt x="1" y="2503"/>
                    <a:pt x="1" y="5606"/>
                  </a:cubicBezTo>
                  <a:cubicBezTo>
                    <a:pt x="1" y="8678"/>
                    <a:pt x="2502" y="11212"/>
                    <a:pt x="5606" y="11212"/>
                  </a:cubicBezTo>
                  <a:cubicBezTo>
                    <a:pt x="8710" y="11212"/>
                    <a:pt x="11211" y="8678"/>
                    <a:pt x="11211" y="5606"/>
                  </a:cubicBezTo>
                  <a:cubicBezTo>
                    <a:pt x="11211" y="2503"/>
                    <a:pt x="8710" y="1"/>
                    <a:pt x="560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8060684" y="1723913"/>
              <a:ext cx="107398" cy="140040"/>
            </a:xfrm>
            <a:custGeom>
              <a:avLst/>
              <a:gdLst/>
              <a:ahLst/>
              <a:cxnLst/>
              <a:rect l="l" t="t" r="r" b="b"/>
              <a:pathLst>
                <a:path w="3231" h="4213" extrusionOk="0">
                  <a:moveTo>
                    <a:pt x="1679" y="1"/>
                  </a:moveTo>
                  <a:cubicBezTo>
                    <a:pt x="1109" y="1"/>
                    <a:pt x="539" y="191"/>
                    <a:pt x="0" y="634"/>
                  </a:cubicBezTo>
                  <a:lnTo>
                    <a:pt x="380" y="1426"/>
                  </a:lnTo>
                  <a:cubicBezTo>
                    <a:pt x="570" y="1267"/>
                    <a:pt x="760" y="1141"/>
                    <a:pt x="982" y="1046"/>
                  </a:cubicBezTo>
                  <a:cubicBezTo>
                    <a:pt x="1172" y="951"/>
                    <a:pt x="1362" y="887"/>
                    <a:pt x="1520" y="887"/>
                  </a:cubicBezTo>
                  <a:cubicBezTo>
                    <a:pt x="1679" y="887"/>
                    <a:pt x="1774" y="919"/>
                    <a:pt x="1869" y="982"/>
                  </a:cubicBezTo>
                  <a:cubicBezTo>
                    <a:pt x="1964" y="1046"/>
                    <a:pt x="1996" y="1141"/>
                    <a:pt x="1996" y="1236"/>
                  </a:cubicBezTo>
                  <a:cubicBezTo>
                    <a:pt x="1996" y="1331"/>
                    <a:pt x="1964" y="1457"/>
                    <a:pt x="1869" y="1584"/>
                  </a:cubicBezTo>
                  <a:cubicBezTo>
                    <a:pt x="1806" y="1679"/>
                    <a:pt x="1711" y="1806"/>
                    <a:pt x="1584" y="1932"/>
                  </a:cubicBezTo>
                  <a:lnTo>
                    <a:pt x="95" y="3516"/>
                  </a:lnTo>
                  <a:lnTo>
                    <a:pt x="95" y="4213"/>
                  </a:lnTo>
                  <a:lnTo>
                    <a:pt x="3231" y="4213"/>
                  </a:lnTo>
                  <a:lnTo>
                    <a:pt x="3231" y="3358"/>
                  </a:lnTo>
                  <a:lnTo>
                    <a:pt x="1489" y="3358"/>
                  </a:lnTo>
                  <a:lnTo>
                    <a:pt x="2312" y="2502"/>
                  </a:lnTo>
                  <a:cubicBezTo>
                    <a:pt x="2566" y="2217"/>
                    <a:pt x="2756" y="1996"/>
                    <a:pt x="2914" y="1742"/>
                  </a:cubicBezTo>
                  <a:cubicBezTo>
                    <a:pt x="3041" y="1521"/>
                    <a:pt x="3104" y="1299"/>
                    <a:pt x="3104" y="1077"/>
                  </a:cubicBezTo>
                  <a:cubicBezTo>
                    <a:pt x="3104" y="887"/>
                    <a:pt x="3041" y="697"/>
                    <a:pt x="2914" y="507"/>
                  </a:cubicBezTo>
                  <a:cubicBezTo>
                    <a:pt x="2819" y="349"/>
                    <a:pt x="2629" y="222"/>
                    <a:pt x="2407" y="127"/>
                  </a:cubicBezTo>
                  <a:cubicBezTo>
                    <a:pt x="2217" y="32"/>
                    <a:pt x="1964" y="1"/>
                    <a:pt x="1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8174365" y="1724977"/>
              <a:ext cx="111620" cy="138976"/>
            </a:xfrm>
            <a:custGeom>
              <a:avLst/>
              <a:gdLst/>
              <a:ahLst/>
              <a:cxnLst/>
              <a:rect l="l" t="t" r="r" b="b"/>
              <a:pathLst>
                <a:path w="3358" h="4181" extrusionOk="0">
                  <a:moveTo>
                    <a:pt x="1172" y="0"/>
                  </a:moveTo>
                  <a:lnTo>
                    <a:pt x="1" y="2565"/>
                  </a:lnTo>
                  <a:lnTo>
                    <a:pt x="1" y="3294"/>
                  </a:lnTo>
                  <a:lnTo>
                    <a:pt x="1837" y="3294"/>
                  </a:lnTo>
                  <a:lnTo>
                    <a:pt x="1837" y="4181"/>
                  </a:lnTo>
                  <a:lnTo>
                    <a:pt x="2819" y="4181"/>
                  </a:lnTo>
                  <a:lnTo>
                    <a:pt x="2819" y="3294"/>
                  </a:lnTo>
                  <a:lnTo>
                    <a:pt x="3358" y="3294"/>
                  </a:lnTo>
                  <a:lnTo>
                    <a:pt x="3358" y="2470"/>
                  </a:lnTo>
                  <a:lnTo>
                    <a:pt x="2819" y="2470"/>
                  </a:lnTo>
                  <a:lnTo>
                    <a:pt x="2819" y="1584"/>
                  </a:lnTo>
                  <a:lnTo>
                    <a:pt x="1837" y="1584"/>
                  </a:lnTo>
                  <a:lnTo>
                    <a:pt x="1837" y="2470"/>
                  </a:lnTo>
                  <a:lnTo>
                    <a:pt x="1077" y="247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8067000" y="18712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1267" y="0"/>
                  </a:moveTo>
                  <a:lnTo>
                    <a:pt x="0" y="887"/>
                  </a:lnTo>
                  <a:lnTo>
                    <a:pt x="1267" y="1679"/>
                  </a:lnTo>
                  <a:lnTo>
                    <a:pt x="1267" y="1172"/>
                  </a:lnTo>
                  <a:lnTo>
                    <a:pt x="6081" y="1172"/>
                  </a:lnTo>
                  <a:cubicBezTo>
                    <a:pt x="6271" y="1172"/>
                    <a:pt x="6398" y="1045"/>
                    <a:pt x="6398" y="855"/>
                  </a:cubicBezTo>
                  <a:cubicBezTo>
                    <a:pt x="6398" y="665"/>
                    <a:pt x="6271" y="507"/>
                    <a:pt x="6081" y="507"/>
                  </a:cubicBezTo>
                  <a:lnTo>
                    <a:pt x="1267" y="50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8067000" y="16575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5131" y="0"/>
                  </a:moveTo>
                  <a:lnTo>
                    <a:pt x="5131" y="507"/>
                  </a:lnTo>
                  <a:lnTo>
                    <a:pt x="317" y="507"/>
                  </a:lnTo>
                  <a:cubicBezTo>
                    <a:pt x="127" y="507"/>
                    <a:pt x="0" y="666"/>
                    <a:pt x="0" y="856"/>
                  </a:cubicBezTo>
                  <a:cubicBezTo>
                    <a:pt x="0" y="1046"/>
                    <a:pt x="127" y="1172"/>
                    <a:pt x="317" y="1172"/>
                  </a:cubicBezTo>
                  <a:lnTo>
                    <a:pt x="5131" y="1172"/>
                  </a:lnTo>
                  <a:lnTo>
                    <a:pt x="5131" y="1679"/>
                  </a:lnTo>
                  <a:lnTo>
                    <a:pt x="6398" y="887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7" name="Google Shape;3227;p35"/>
          <p:cNvGrpSpPr/>
          <p:nvPr/>
        </p:nvGrpSpPr>
        <p:grpSpPr>
          <a:xfrm>
            <a:off x="3942581" y="1282851"/>
            <a:ext cx="1153794" cy="1756933"/>
            <a:chOff x="3942581" y="1282851"/>
            <a:chExt cx="1153794" cy="1756933"/>
          </a:xfrm>
        </p:grpSpPr>
        <p:sp>
          <p:nvSpPr>
            <p:cNvPr id="3228" name="Google Shape;3228;p35"/>
            <p:cNvSpPr/>
            <p:nvPr/>
          </p:nvSpPr>
          <p:spPr>
            <a:xfrm>
              <a:off x="3942581" y="1282851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4004706" y="1336534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6"/>
                    <a:pt x="3516" y="1077"/>
                  </a:cubicBezTo>
                  <a:lnTo>
                    <a:pt x="3516" y="3136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36"/>
                  </a:cubicBezTo>
                  <a:lnTo>
                    <a:pt x="729" y="1077"/>
                  </a:lnTo>
                  <a:cubicBezTo>
                    <a:pt x="729" y="856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6"/>
                    <a:pt x="0" y="1077"/>
                  </a:cubicBezTo>
                  <a:lnTo>
                    <a:pt x="0" y="3136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36"/>
                  </a:cubicBezTo>
                  <a:lnTo>
                    <a:pt x="4244" y="1077"/>
                  </a:lnTo>
                  <a:cubicBezTo>
                    <a:pt x="4244" y="476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942581" y="1622863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8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98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4004706" y="1676546"/>
              <a:ext cx="141104" cy="141104"/>
            </a:xfrm>
            <a:custGeom>
              <a:avLst/>
              <a:gdLst/>
              <a:ahLst/>
              <a:cxnLst/>
              <a:rect l="l" t="t" r="r" b="b"/>
              <a:pathLst>
                <a:path w="4245" h="4245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476"/>
                    <a:pt x="3737" y="1"/>
                    <a:pt x="316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942581" y="1963939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7"/>
                    <a:pt x="476" y="7442"/>
                    <a:pt x="1046" y="7442"/>
                  </a:cubicBezTo>
                  <a:lnTo>
                    <a:pt x="33634" y="7442"/>
                  </a:lnTo>
                  <a:cubicBezTo>
                    <a:pt x="34235" y="7442"/>
                    <a:pt x="34710" y="6967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4004706" y="2017622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5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5"/>
                    <a:pt x="3167" y="3515"/>
                  </a:cubicBezTo>
                  <a:lnTo>
                    <a:pt x="1077" y="3515"/>
                  </a:lnTo>
                  <a:cubicBezTo>
                    <a:pt x="887" y="3515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55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lnTo>
                    <a:pt x="0" y="3167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67"/>
                  </a:cubicBezTo>
                  <a:lnTo>
                    <a:pt x="4244" y="1077"/>
                  </a:lnTo>
                  <a:cubicBezTo>
                    <a:pt x="4244" y="475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942581" y="2303951"/>
              <a:ext cx="1153794" cy="248469"/>
            </a:xfrm>
            <a:custGeom>
              <a:avLst/>
              <a:gdLst/>
              <a:ahLst/>
              <a:cxnLst/>
              <a:rect l="l" t="t" r="r" b="b"/>
              <a:pathLst>
                <a:path w="34711" h="7475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7"/>
                  </a:lnTo>
                  <a:cubicBezTo>
                    <a:pt x="1" y="6999"/>
                    <a:pt x="476" y="7474"/>
                    <a:pt x="1046" y="7474"/>
                  </a:cubicBezTo>
                  <a:lnTo>
                    <a:pt x="33634" y="7474"/>
                  </a:lnTo>
                  <a:cubicBezTo>
                    <a:pt x="34235" y="7474"/>
                    <a:pt x="34710" y="6999"/>
                    <a:pt x="34710" y="6397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4004706" y="2357634"/>
              <a:ext cx="141104" cy="141071"/>
            </a:xfrm>
            <a:custGeom>
              <a:avLst/>
              <a:gdLst/>
              <a:ahLst/>
              <a:cxnLst/>
              <a:rect l="l" t="t" r="r" b="b"/>
              <a:pathLst>
                <a:path w="4245" h="4244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507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507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4245763" y="2727130"/>
              <a:ext cx="571628" cy="312655"/>
            </a:xfrm>
            <a:custGeom>
              <a:avLst/>
              <a:gdLst/>
              <a:ahLst/>
              <a:cxnLst/>
              <a:rect l="l" t="t" r="r" b="b"/>
              <a:pathLst>
                <a:path w="17197" h="9406" extrusionOk="0">
                  <a:moveTo>
                    <a:pt x="4688" y="0"/>
                  </a:moveTo>
                  <a:cubicBezTo>
                    <a:pt x="2091" y="0"/>
                    <a:pt x="1" y="2122"/>
                    <a:pt x="1" y="4687"/>
                  </a:cubicBezTo>
                  <a:cubicBezTo>
                    <a:pt x="1" y="7284"/>
                    <a:pt x="2091" y="9406"/>
                    <a:pt x="4688" y="9406"/>
                  </a:cubicBezTo>
                  <a:lnTo>
                    <a:pt x="12510" y="9406"/>
                  </a:lnTo>
                  <a:cubicBezTo>
                    <a:pt x="15075" y="9406"/>
                    <a:pt x="17197" y="7284"/>
                    <a:pt x="17197" y="4687"/>
                  </a:cubicBezTo>
                  <a:cubicBezTo>
                    <a:pt x="17197" y="2122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4245763" y="2691330"/>
              <a:ext cx="571628" cy="311625"/>
            </a:xfrm>
            <a:custGeom>
              <a:avLst/>
              <a:gdLst/>
              <a:ahLst/>
              <a:cxnLst/>
              <a:rect l="l" t="t" r="r" b="b"/>
              <a:pathLst>
                <a:path w="17197" h="9375" extrusionOk="0">
                  <a:moveTo>
                    <a:pt x="4688" y="0"/>
                  </a:moveTo>
                  <a:cubicBezTo>
                    <a:pt x="2091" y="0"/>
                    <a:pt x="1" y="2090"/>
                    <a:pt x="1" y="4687"/>
                  </a:cubicBezTo>
                  <a:cubicBezTo>
                    <a:pt x="1" y="7284"/>
                    <a:pt x="2091" y="9374"/>
                    <a:pt x="4688" y="9374"/>
                  </a:cubicBezTo>
                  <a:lnTo>
                    <a:pt x="12510" y="9374"/>
                  </a:lnTo>
                  <a:cubicBezTo>
                    <a:pt x="15075" y="9374"/>
                    <a:pt x="17197" y="7284"/>
                    <a:pt x="17197" y="4687"/>
                  </a:cubicBezTo>
                  <a:cubicBezTo>
                    <a:pt x="17197" y="2090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4376296" y="2785000"/>
              <a:ext cx="92673" cy="114778"/>
            </a:xfrm>
            <a:custGeom>
              <a:avLst/>
              <a:gdLst/>
              <a:ahLst/>
              <a:cxnLst/>
              <a:rect l="l" t="t" r="r" b="b"/>
              <a:pathLst>
                <a:path w="2788" h="3453" extrusionOk="0">
                  <a:moveTo>
                    <a:pt x="1394" y="571"/>
                  </a:moveTo>
                  <a:cubicBezTo>
                    <a:pt x="1647" y="571"/>
                    <a:pt x="1837" y="634"/>
                    <a:pt x="1964" y="729"/>
                  </a:cubicBezTo>
                  <a:cubicBezTo>
                    <a:pt x="2091" y="856"/>
                    <a:pt x="2154" y="1014"/>
                    <a:pt x="2154" y="1204"/>
                  </a:cubicBezTo>
                  <a:cubicBezTo>
                    <a:pt x="2154" y="1426"/>
                    <a:pt x="2091" y="1584"/>
                    <a:pt x="1964" y="1711"/>
                  </a:cubicBezTo>
                  <a:cubicBezTo>
                    <a:pt x="1837" y="1806"/>
                    <a:pt x="1647" y="1869"/>
                    <a:pt x="1394" y="1869"/>
                  </a:cubicBezTo>
                  <a:lnTo>
                    <a:pt x="666" y="1869"/>
                  </a:lnTo>
                  <a:lnTo>
                    <a:pt x="666" y="571"/>
                  </a:ln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666" y="2439"/>
                  </a:lnTo>
                  <a:lnTo>
                    <a:pt x="1426" y="2439"/>
                  </a:lnTo>
                  <a:cubicBezTo>
                    <a:pt x="1869" y="2439"/>
                    <a:pt x="2186" y="2344"/>
                    <a:pt x="2439" y="2123"/>
                  </a:cubicBezTo>
                  <a:cubicBezTo>
                    <a:pt x="2661" y="1901"/>
                    <a:pt x="2788" y="1584"/>
                    <a:pt x="2788" y="1173"/>
                  </a:cubicBezTo>
                  <a:cubicBezTo>
                    <a:pt x="2788" y="824"/>
                    <a:pt x="2661" y="508"/>
                    <a:pt x="2439" y="318"/>
                  </a:cubicBezTo>
                  <a:cubicBezTo>
                    <a:pt x="2186" y="96"/>
                    <a:pt x="1869" y="1"/>
                    <a:pt x="1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4465778" y="2785000"/>
              <a:ext cx="123187" cy="114778"/>
            </a:xfrm>
            <a:custGeom>
              <a:avLst/>
              <a:gdLst/>
              <a:ahLst/>
              <a:cxnLst/>
              <a:rect l="l" t="t" r="r" b="b"/>
              <a:pathLst>
                <a:path w="3706" h="3453" extrusionOk="0">
                  <a:moveTo>
                    <a:pt x="1837" y="698"/>
                  </a:moveTo>
                  <a:lnTo>
                    <a:pt x="2439" y="2154"/>
                  </a:lnTo>
                  <a:lnTo>
                    <a:pt x="1236" y="2154"/>
                  </a:lnTo>
                  <a:lnTo>
                    <a:pt x="1837" y="698"/>
                  </a:lnTo>
                  <a:close/>
                  <a:moveTo>
                    <a:pt x="152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982" y="2724"/>
                  </a:lnTo>
                  <a:lnTo>
                    <a:pt x="2692" y="2724"/>
                  </a:lnTo>
                  <a:lnTo>
                    <a:pt x="2977" y="3453"/>
                  </a:lnTo>
                  <a:lnTo>
                    <a:pt x="3706" y="345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4580523" y="2785000"/>
              <a:ext cx="106368" cy="114778"/>
            </a:xfrm>
            <a:custGeom>
              <a:avLst/>
              <a:gdLst/>
              <a:ahLst/>
              <a:cxnLst/>
              <a:rect l="l" t="t" r="r" b="b"/>
              <a:pathLst>
                <a:path w="3200" h="3453" extrusionOk="0">
                  <a:moveTo>
                    <a:pt x="0" y="1"/>
                  </a:moveTo>
                  <a:lnTo>
                    <a:pt x="1267" y="2344"/>
                  </a:lnTo>
                  <a:lnTo>
                    <a:pt x="1267" y="3453"/>
                  </a:lnTo>
                  <a:lnTo>
                    <a:pt x="1932" y="3453"/>
                  </a:lnTo>
                  <a:lnTo>
                    <a:pt x="1932" y="2344"/>
                  </a:lnTo>
                  <a:lnTo>
                    <a:pt x="3199" y="1"/>
                  </a:lnTo>
                  <a:lnTo>
                    <a:pt x="2534" y="1"/>
                  </a:lnTo>
                  <a:lnTo>
                    <a:pt x="1616" y="161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4038379" y="1347071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4038379" y="1687083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4038379" y="2022874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1"/>
                  </a:moveTo>
                  <a:lnTo>
                    <a:pt x="1173" y="1901"/>
                  </a:lnTo>
                  <a:lnTo>
                    <a:pt x="539" y="1077"/>
                  </a:lnTo>
                  <a:lnTo>
                    <a:pt x="1" y="1521"/>
                  </a:lnTo>
                  <a:lnTo>
                    <a:pt x="793" y="2597"/>
                  </a:lnTo>
                  <a:cubicBezTo>
                    <a:pt x="888" y="2692"/>
                    <a:pt x="983" y="2756"/>
                    <a:pt x="1078" y="2756"/>
                  </a:cubicBezTo>
                  <a:cubicBezTo>
                    <a:pt x="1173" y="2756"/>
                    <a:pt x="1236" y="2724"/>
                    <a:pt x="1299" y="2692"/>
                  </a:cubicBezTo>
                  <a:lnTo>
                    <a:pt x="4498" y="571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4038379" y="2371295"/>
              <a:ext cx="149514" cy="91643"/>
            </a:xfrm>
            <a:custGeom>
              <a:avLst/>
              <a:gdLst/>
              <a:ahLst/>
              <a:cxnLst/>
              <a:rect l="l" t="t" r="r" b="b"/>
              <a:pathLst>
                <a:path w="4498" h="2757" extrusionOk="0">
                  <a:moveTo>
                    <a:pt x="4086" y="1"/>
                  </a:moveTo>
                  <a:lnTo>
                    <a:pt x="1173" y="1933"/>
                  </a:lnTo>
                  <a:lnTo>
                    <a:pt x="539" y="1109"/>
                  </a:lnTo>
                  <a:lnTo>
                    <a:pt x="1" y="1521"/>
                  </a:lnTo>
                  <a:lnTo>
                    <a:pt x="793" y="2630"/>
                  </a:lnTo>
                  <a:cubicBezTo>
                    <a:pt x="888" y="2725"/>
                    <a:pt x="983" y="2756"/>
                    <a:pt x="1078" y="2756"/>
                  </a:cubicBezTo>
                  <a:cubicBezTo>
                    <a:pt x="1173" y="2756"/>
                    <a:pt x="1236" y="2756"/>
                    <a:pt x="1299" y="2725"/>
                  </a:cubicBezTo>
                  <a:lnTo>
                    <a:pt x="4498" y="603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5" name="Google Shape;3245;p35"/>
          <p:cNvGrpSpPr/>
          <p:nvPr/>
        </p:nvGrpSpPr>
        <p:grpSpPr>
          <a:xfrm>
            <a:off x="5708988" y="2432357"/>
            <a:ext cx="1191687" cy="1939055"/>
            <a:chOff x="5708988" y="2432357"/>
            <a:chExt cx="1191687" cy="1939055"/>
          </a:xfrm>
        </p:grpSpPr>
        <p:sp>
          <p:nvSpPr>
            <p:cNvPr id="3246" name="Google Shape;3246;p35"/>
            <p:cNvSpPr/>
            <p:nvPr/>
          </p:nvSpPr>
          <p:spPr>
            <a:xfrm>
              <a:off x="6562724" y="3191359"/>
              <a:ext cx="337951" cy="184249"/>
            </a:xfrm>
            <a:custGeom>
              <a:avLst/>
              <a:gdLst/>
              <a:ahLst/>
              <a:cxnLst/>
              <a:rect l="l" t="t" r="r" b="b"/>
              <a:pathLst>
                <a:path w="10167" h="5543" extrusionOk="0">
                  <a:moveTo>
                    <a:pt x="0" y="0"/>
                  </a:moveTo>
                  <a:lnTo>
                    <a:pt x="0" y="5542"/>
                  </a:lnTo>
                  <a:lnTo>
                    <a:pt x="317" y="5542"/>
                  </a:lnTo>
                  <a:cubicBezTo>
                    <a:pt x="317" y="5194"/>
                    <a:pt x="602" y="4940"/>
                    <a:pt x="950" y="4940"/>
                  </a:cubicBezTo>
                  <a:cubicBezTo>
                    <a:pt x="1267" y="4940"/>
                    <a:pt x="1552" y="5194"/>
                    <a:pt x="1552" y="5542"/>
                  </a:cubicBezTo>
                  <a:lnTo>
                    <a:pt x="1932" y="5542"/>
                  </a:lnTo>
                  <a:cubicBezTo>
                    <a:pt x="1932" y="5194"/>
                    <a:pt x="2217" y="4940"/>
                    <a:pt x="2534" y="4940"/>
                  </a:cubicBezTo>
                  <a:cubicBezTo>
                    <a:pt x="2882" y="4940"/>
                    <a:pt x="3167" y="5194"/>
                    <a:pt x="3167" y="5542"/>
                  </a:cubicBezTo>
                  <a:lnTo>
                    <a:pt x="3547" y="5542"/>
                  </a:lnTo>
                  <a:cubicBezTo>
                    <a:pt x="3547" y="5194"/>
                    <a:pt x="3832" y="4940"/>
                    <a:pt x="4149" y="4940"/>
                  </a:cubicBezTo>
                  <a:cubicBezTo>
                    <a:pt x="4497" y="4940"/>
                    <a:pt x="4751" y="5194"/>
                    <a:pt x="4751" y="5542"/>
                  </a:cubicBezTo>
                  <a:lnTo>
                    <a:pt x="5162" y="5542"/>
                  </a:lnTo>
                  <a:cubicBezTo>
                    <a:pt x="5162" y="5194"/>
                    <a:pt x="5416" y="4940"/>
                    <a:pt x="5764" y="4940"/>
                  </a:cubicBezTo>
                  <a:cubicBezTo>
                    <a:pt x="6081" y="4940"/>
                    <a:pt x="6366" y="5194"/>
                    <a:pt x="6366" y="5542"/>
                  </a:cubicBezTo>
                  <a:lnTo>
                    <a:pt x="6746" y="5542"/>
                  </a:lnTo>
                  <a:cubicBezTo>
                    <a:pt x="6746" y="5194"/>
                    <a:pt x="7031" y="4940"/>
                    <a:pt x="7379" y="4940"/>
                  </a:cubicBezTo>
                  <a:cubicBezTo>
                    <a:pt x="7696" y="4940"/>
                    <a:pt x="7981" y="5194"/>
                    <a:pt x="7981" y="5542"/>
                  </a:cubicBezTo>
                  <a:lnTo>
                    <a:pt x="8361" y="5542"/>
                  </a:lnTo>
                  <a:cubicBezTo>
                    <a:pt x="8361" y="5194"/>
                    <a:pt x="8646" y="4940"/>
                    <a:pt x="8963" y="4940"/>
                  </a:cubicBezTo>
                  <a:cubicBezTo>
                    <a:pt x="9311" y="4940"/>
                    <a:pt x="9596" y="5194"/>
                    <a:pt x="9596" y="5542"/>
                  </a:cubicBezTo>
                  <a:lnTo>
                    <a:pt x="10166" y="5542"/>
                  </a:lnTo>
                  <a:lnTo>
                    <a:pt x="10166" y="3832"/>
                  </a:lnTo>
                  <a:cubicBezTo>
                    <a:pt x="10134" y="1710"/>
                    <a:pt x="8424" y="0"/>
                    <a:pt x="630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344802" y="3191359"/>
              <a:ext cx="427433" cy="781107"/>
            </a:xfrm>
            <a:custGeom>
              <a:avLst/>
              <a:gdLst/>
              <a:ahLst/>
              <a:cxnLst/>
              <a:rect l="l" t="t" r="r" b="b"/>
              <a:pathLst>
                <a:path w="12859" h="23499" extrusionOk="0">
                  <a:moveTo>
                    <a:pt x="3864" y="0"/>
                  </a:moveTo>
                  <a:cubicBezTo>
                    <a:pt x="1743" y="0"/>
                    <a:pt x="1" y="1710"/>
                    <a:pt x="1" y="3832"/>
                  </a:cubicBezTo>
                  <a:lnTo>
                    <a:pt x="1" y="23498"/>
                  </a:lnTo>
                  <a:lnTo>
                    <a:pt x="10135" y="23498"/>
                  </a:lnTo>
                  <a:lnTo>
                    <a:pt x="10135" y="4244"/>
                  </a:lnTo>
                  <a:cubicBezTo>
                    <a:pt x="10135" y="95"/>
                    <a:pt x="12858" y="0"/>
                    <a:pt x="128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364813" y="337557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0"/>
                  </a:moveTo>
                  <a:cubicBezTo>
                    <a:pt x="159" y="0"/>
                    <a:pt x="1" y="158"/>
                    <a:pt x="1" y="317"/>
                  </a:cubicBezTo>
                  <a:cubicBezTo>
                    <a:pt x="1" y="507"/>
                    <a:pt x="159" y="665"/>
                    <a:pt x="317" y="665"/>
                  </a:cubicBezTo>
                  <a:lnTo>
                    <a:pt x="8203" y="665"/>
                  </a:lnTo>
                  <a:cubicBezTo>
                    <a:pt x="8393" y="665"/>
                    <a:pt x="8519" y="507"/>
                    <a:pt x="8519" y="317"/>
                  </a:cubicBezTo>
                  <a:cubicBezTo>
                    <a:pt x="8519" y="158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364813" y="341240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07"/>
                    <a:pt x="159" y="666"/>
                    <a:pt x="317" y="666"/>
                  </a:cubicBezTo>
                  <a:lnTo>
                    <a:pt x="8203" y="666"/>
                  </a:lnTo>
                  <a:cubicBezTo>
                    <a:pt x="8393" y="666"/>
                    <a:pt x="8519" y="507"/>
                    <a:pt x="8519" y="349"/>
                  </a:cubicBezTo>
                  <a:cubicBezTo>
                    <a:pt x="8519" y="159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364813" y="3450299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34"/>
                    <a:pt x="317" y="634"/>
                  </a:cubicBezTo>
                  <a:lnTo>
                    <a:pt x="8203" y="634"/>
                  </a:lnTo>
                  <a:cubicBezTo>
                    <a:pt x="8393" y="634"/>
                    <a:pt x="8519" y="476"/>
                    <a:pt x="8519" y="317"/>
                  </a:cubicBezTo>
                  <a:cubicBezTo>
                    <a:pt x="8519" y="127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364813" y="3487162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3"/>
                    <a:pt x="317" y="633"/>
                  </a:cubicBezTo>
                  <a:lnTo>
                    <a:pt x="8203" y="633"/>
                  </a:lnTo>
                  <a:cubicBezTo>
                    <a:pt x="8393" y="633"/>
                    <a:pt x="8519" y="475"/>
                    <a:pt x="8519" y="317"/>
                  </a:cubicBezTo>
                  <a:cubicBezTo>
                    <a:pt x="8519" y="127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364813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3"/>
                    <a:pt x="317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463768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49" y="0"/>
                  </a:moveTo>
                  <a:cubicBezTo>
                    <a:pt x="159" y="0"/>
                    <a:pt x="0" y="127"/>
                    <a:pt x="0" y="317"/>
                  </a:cubicBezTo>
                  <a:cubicBezTo>
                    <a:pt x="0" y="507"/>
                    <a:pt x="159" y="633"/>
                    <a:pt x="349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562724" y="3340840"/>
              <a:ext cx="85294" cy="21074"/>
            </a:xfrm>
            <a:custGeom>
              <a:avLst/>
              <a:gdLst/>
              <a:ahLst/>
              <a:cxnLst/>
              <a:rect l="l" t="t" r="r" b="b"/>
              <a:pathLst>
                <a:path w="256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3"/>
                    <a:pt x="317" y="633"/>
                  </a:cubicBezTo>
                  <a:lnTo>
                    <a:pt x="2249" y="633"/>
                  </a:lnTo>
                  <a:cubicBezTo>
                    <a:pt x="2439" y="633"/>
                    <a:pt x="2565" y="507"/>
                    <a:pt x="2565" y="317"/>
                  </a:cubicBezTo>
                  <a:cubicBezTo>
                    <a:pt x="2565" y="127"/>
                    <a:pt x="2439" y="0"/>
                    <a:pt x="22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364813" y="3523992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59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59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419559" y="3523992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59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59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99554" y="3523992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59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59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364813" y="3557664"/>
              <a:ext cx="167397" cy="22138"/>
            </a:xfrm>
            <a:custGeom>
              <a:avLst/>
              <a:gdLst/>
              <a:ahLst/>
              <a:cxnLst/>
              <a:rect l="l" t="t" r="r" b="b"/>
              <a:pathLst>
                <a:path w="5036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66"/>
                    <a:pt x="317" y="666"/>
                  </a:cubicBezTo>
                  <a:lnTo>
                    <a:pt x="4719" y="666"/>
                  </a:lnTo>
                  <a:cubicBezTo>
                    <a:pt x="4878" y="666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45871" y="3557664"/>
              <a:ext cx="41085" cy="22138"/>
            </a:xfrm>
            <a:custGeom>
              <a:avLst/>
              <a:gdLst/>
              <a:ahLst/>
              <a:cxnLst/>
              <a:rect l="l" t="t" r="r" b="b"/>
              <a:pathLst>
                <a:path w="1236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887" y="666"/>
                  </a:lnTo>
                  <a:cubicBezTo>
                    <a:pt x="1077" y="666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599554" y="3557664"/>
              <a:ext cx="48464" cy="22138"/>
            </a:xfrm>
            <a:custGeom>
              <a:avLst/>
              <a:gdLst/>
              <a:ahLst/>
              <a:cxnLst/>
              <a:rect l="l" t="t" r="r" b="b"/>
              <a:pathLst>
                <a:path w="1458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1141" y="666"/>
                  </a:lnTo>
                  <a:cubicBezTo>
                    <a:pt x="1331" y="666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364813" y="3594527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00598" y="3594527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54281" y="3594527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364813" y="3835584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419559" y="3835584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27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599554" y="3835584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27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27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364813" y="3869256"/>
              <a:ext cx="167397" cy="21107"/>
            </a:xfrm>
            <a:custGeom>
              <a:avLst/>
              <a:gdLst/>
              <a:ahLst/>
              <a:cxnLst/>
              <a:rect l="l" t="t" r="r" b="b"/>
              <a:pathLst>
                <a:path w="5036" h="635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34"/>
                    <a:pt x="317" y="634"/>
                  </a:cubicBezTo>
                  <a:lnTo>
                    <a:pt x="4719" y="634"/>
                  </a:lnTo>
                  <a:cubicBezTo>
                    <a:pt x="4878" y="634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545871" y="3869256"/>
              <a:ext cx="41085" cy="21107"/>
            </a:xfrm>
            <a:custGeom>
              <a:avLst/>
              <a:gdLst/>
              <a:ahLst/>
              <a:cxnLst/>
              <a:rect l="l" t="t" r="r" b="b"/>
              <a:pathLst>
                <a:path w="1236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887" y="634"/>
                  </a:lnTo>
                  <a:cubicBezTo>
                    <a:pt x="1077" y="634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599554" y="3869256"/>
              <a:ext cx="48464" cy="21107"/>
            </a:xfrm>
            <a:custGeom>
              <a:avLst/>
              <a:gdLst/>
              <a:ahLst/>
              <a:cxnLst/>
              <a:rect l="l" t="t" r="r" b="b"/>
              <a:pathLst>
                <a:path w="1458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364813" y="3906119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500598" y="3906119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554281" y="3906119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364813" y="3805069"/>
              <a:ext cx="283205" cy="8443"/>
            </a:xfrm>
            <a:custGeom>
              <a:avLst/>
              <a:gdLst/>
              <a:ahLst/>
              <a:cxnLst/>
              <a:rect l="l" t="t" r="r" b="b"/>
              <a:pathLst>
                <a:path w="8520" h="254" extrusionOk="0">
                  <a:moveTo>
                    <a:pt x="1" y="0"/>
                  </a:moveTo>
                  <a:lnTo>
                    <a:pt x="1" y="253"/>
                  </a:lnTo>
                  <a:lnTo>
                    <a:pt x="8519" y="253"/>
                  </a:lnTo>
                  <a:lnTo>
                    <a:pt x="8519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5800564" y="4286119"/>
              <a:ext cx="955883" cy="80042"/>
            </a:xfrm>
            <a:custGeom>
              <a:avLst/>
              <a:gdLst/>
              <a:ahLst/>
              <a:cxnLst/>
              <a:rect l="l" t="t" r="r" b="b"/>
              <a:pathLst>
                <a:path w="28757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lnTo>
                    <a:pt x="27553" y="2408"/>
                  </a:lnTo>
                  <a:cubicBezTo>
                    <a:pt x="28218" y="2408"/>
                    <a:pt x="28756" y="1869"/>
                    <a:pt x="28756" y="1204"/>
                  </a:cubicBezTo>
                  <a:cubicBezTo>
                    <a:pt x="28756" y="539"/>
                    <a:pt x="28218" y="1"/>
                    <a:pt x="275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5825826" y="3747165"/>
              <a:ext cx="903231" cy="579008"/>
            </a:xfrm>
            <a:custGeom>
              <a:avLst/>
              <a:gdLst/>
              <a:ahLst/>
              <a:cxnLst/>
              <a:rect l="l" t="t" r="r" b="b"/>
              <a:pathLst>
                <a:path w="27173" h="17419" extrusionOk="0">
                  <a:moveTo>
                    <a:pt x="1964" y="0"/>
                  </a:moveTo>
                  <a:cubicBezTo>
                    <a:pt x="888" y="0"/>
                    <a:pt x="1" y="887"/>
                    <a:pt x="1" y="1995"/>
                  </a:cubicBezTo>
                  <a:lnTo>
                    <a:pt x="1" y="15423"/>
                  </a:lnTo>
                  <a:cubicBezTo>
                    <a:pt x="1" y="16500"/>
                    <a:pt x="888" y="17418"/>
                    <a:pt x="1964" y="17418"/>
                  </a:cubicBezTo>
                  <a:lnTo>
                    <a:pt x="25178" y="17418"/>
                  </a:lnTo>
                  <a:cubicBezTo>
                    <a:pt x="26286" y="17418"/>
                    <a:pt x="27173" y="16531"/>
                    <a:pt x="27173" y="15423"/>
                  </a:cubicBezTo>
                  <a:lnTo>
                    <a:pt x="27173" y="1995"/>
                  </a:lnTo>
                  <a:cubicBezTo>
                    <a:pt x="27173" y="887"/>
                    <a:pt x="26286" y="0"/>
                    <a:pt x="2517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5915308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824" y="1"/>
                  </a:moveTo>
                  <a:cubicBezTo>
                    <a:pt x="381" y="1"/>
                    <a:pt x="1" y="381"/>
                    <a:pt x="1" y="793"/>
                  </a:cubicBezTo>
                  <a:cubicBezTo>
                    <a:pt x="1" y="1236"/>
                    <a:pt x="381" y="1616"/>
                    <a:pt x="824" y="1616"/>
                  </a:cubicBezTo>
                  <a:lnTo>
                    <a:pt x="4023" y="1616"/>
                  </a:lnTo>
                  <a:cubicBezTo>
                    <a:pt x="4466" y="1616"/>
                    <a:pt x="4815" y="1236"/>
                    <a:pt x="4815" y="793"/>
                  </a:cubicBezTo>
                  <a:cubicBezTo>
                    <a:pt x="4815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106904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1" y="381"/>
                    <a:pt x="1" y="793"/>
                  </a:cubicBezTo>
                  <a:cubicBezTo>
                    <a:pt x="1" y="1236"/>
                    <a:pt x="349" y="1616"/>
                    <a:pt x="792" y="1616"/>
                  </a:cubicBezTo>
                  <a:lnTo>
                    <a:pt x="4023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293247" y="4081892"/>
              <a:ext cx="160017" cy="53749"/>
            </a:xfrm>
            <a:custGeom>
              <a:avLst/>
              <a:gdLst/>
              <a:ahLst/>
              <a:cxnLst/>
              <a:rect l="l" t="t" r="r" b="b"/>
              <a:pathLst>
                <a:path w="4814" h="1617" extrusionOk="0">
                  <a:moveTo>
                    <a:pt x="792" y="1"/>
                  </a:moveTo>
                  <a:cubicBezTo>
                    <a:pt x="348" y="1"/>
                    <a:pt x="0" y="381"/>
                    <a:pt x="0" y="793"/>
                  </a:cubicBezTo>
                  <a:cubicBezTo>
                    <a:pt x="0" y="1236"/>
                    <a:pt x="348" y="1616"/>
                    <a:pt x="792" y="1616"/>
                  </a:cubicBezTo>
                  <a:lnTo>
                    <a:pt x="4022" y="1616"/>
                  </a:lnTo>
                  <a:cubicBezTo>
                    <a:pt x="4465" y="1616"/>
                    <a:pt x="4814" y="1236"/>
                    <a:pt x="4814" y="793"/>
                  </a:cubicBezTo>
                  <a:cubicBezTo>
                    <a:pt x="4814" y="381"/>
                    <a:pt x="4465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479557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0" y="381"/>
                    <a:pt x="0" y="793"/>
                  </a:cubicBezTo>
                  <a:cubicBezTo>
                    <a:pt x="0" y="1236"/>
                    <a:pt x="349" y="1616"/>
                    <a:pt x="792" y="1616"/>
                  </a:cubicBezTo>
                  <a:lnTo>
                    <a:pt x="4022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5907962" y="4170344"/>
              <a:ext cx="737961" cy="53716"/>
            </a:xfrm>
            <a:custGeom>
              <a:avLst/>
              <a:gdLst/>
              <a:ahLst/>
              <a:cxnLst/>
              <a:rect l="l" t="t" r="r" b="b"/>
              <a:pathLst>
                <a:path w="22201" h="1616" extrusionOk="0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cubicBezTo>
                    <a:pt x="0" y="1267"/>
                    <a:pt x="380" y="1615"/>
                    <a:pt x="824" y="1615"/>
                  </a:cubicBezTo>
                  <a:lnTo>
                    <a:pt x="21408" y="1615"/>
                  </a:lnTo>
                  <a:cubicBezTo>
                    <a:pt x="21852" y="1615"/>
                    <a:pt x="22200" y="1267"/>
                    <a:pt x="22200" y="824"/>
                  </a:cubicBezTo>
                  <a:cubicBezTo>
                    <a:pt x="22200" y="380"/>
                    <a:pt x="21852" y="0"/>
                    <a:pt x="2140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889016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0"/>
                  </a:moveTo>
                  <a:cubicBezTo>
                    <a:pt x="982" y="0"/>
                    <a:pt x="0" y="982"/>
                    <a:pt x="0" y="2185"/>
                  </a:cubicBezTo>
                  <a:cubicBezTo>
                    <a:pt x="0" y="3389"/>
                    <a:pt x="982" y="4370"/>
                    <a:pt x="2217" y="4370"/>
                  </a:cubicBezTo>
                  <a:cubicBezTo>
                    <a:pt x="3420" y="4370"/>
                    <a:pt x="4402" y="3389"/>
                    <a:pt x="4402" y="2185"/>
                  </a:cubicBezTo>
                  <a:cubicBezTo>
                    <a:pt x="4402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95317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186" y="0"/>
                  </a:moveTo>
                  <a:cubicBezTo>
                    <a:pt x="982" y="0"/>
                    <a:pt x="1" y="982"/>
                    <a:pt x="1" y="2185"/>
                  </a:cubicBezTo>
                  <a:cubicBezTo>
                    <a:pt x="1" y="3389"/>
                    <a:pt x="982" y="4370"/>
                    <a:pt x="2186" y="4370"/>
                  </a:cubicBezTo>
                  <a:cubicBezTo>
                    <a:pt x="3421" y="4370"/>
                    <a:pt x="4403" y="3389"/>
                    <a:pt x="4403" y="2185"/>
                  </a:cubicBezTo>
                  <a:cubicBezTo>
                    <a:pt x="4403" y="982"/>
                    <a:pt x="3421" y="0"/>
                    <a:pt x="21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449043" y="3826110"/>
              <a:ext cx="196881" cy="142134"/>
            </a:xfrm>
            <a:custGeom>
              <a:avLst/>
              <a:gdLst/>
              <a:ahLst/>
              <a:cxnLst/>
              <a:rect l="l" t="t" r="r" b="b"/>
              <a:pathLst>
                <a:path w="5923" h="4276" extrusionOk="0">
                  <a:moveTo>
                    <a:pt x="1045" y="0"/>
                  </a:moveTo>
                  <a:cubicBezTo>
                    <a:pt x="443" y="0"/>
                    <a:pt x="0" y="444"/>
                    <a:pt x="0" y="1045"/>
                  </a:cubicBezTo>
                  <a:lnTo>
                    <a:pt x="0" y="3231"/>
                  </a:lnTo>
                  <a:cubicBezTo>
                    <a:pt x="0" y="3801"/>
                    <a:pt x="443" y="4276"/>
                    <a:pt x="1045" y="4276"/>
                  </a:cubicBezTo>
                  <a:lnTo>
                    <a:pt x="4877" y="4276"/>
                  </a:lnTo>
                  <a:cubicBezTo>
                    <a:pt x="5447" y="4276"/>
                    <a:pt x="5922" y="3801"/>
                    <a:pt x="5922" y="3231"/>
                  </a:cubicBezTo>
                  <a:lnTo>
                    <a:pt x="5922" y="1045"/>
                  </a:lnTo>
                  <a:cubicBezTo>
                    <a:pt x="5922" y="444"/>
                    <a:pt x="5447" y="0"/>
                    <a:pt x="48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449043" y="3825047"/>
              <a:ext cx="196881" cy="143198"/>
            </a:xfrm>
            <a:custGeom>
              <a:avLst/>
              <a:gdLst/>
              <a:ahLst/>
              <a:cxnLst/>
              <a:rect l="l" t="t" r="r" b="b"/>
              <a:pathLst>
                <a:path w="5923" h="4308" extrusionOk="0">
                  <a:moveTo>
                    <a:pt x="1298" y="1299"/>
                  </a:moveTo>
                  <a:lnTo>
                    <a:pt x="1298" y="2091"/>
                  </a:lnTo>
                  <a:lnTo>
                    <a:pt x="982" y="2091"/>
                  </a:lnTo>
                  <a:lnTo>
                    <a:pt x="982" y="1299"/>
                  </a:lnTo>
                  <a:close/>
                  <a:moveTo>
                    <a:pt x="4909" y="1299"/>
                  </a:moveTo>
                  <a:lnTo>
                    <a:pt x="4909" y="2091"/>
                  </a:lnTo>
                  <a:lnTo>
                    <a:pt x="4465" y="2091"/>
                  </a:lnTo>
                  <a:lnTo>
                    <a:pt x="4465" y="1299"/>
                  </a:lnTo>
                  <a:close/>
                  <a:moveTo>
                    <a:pt x="1298" y="2249"/>
                  </a:moveTo>
                  <a:lnTo>
                    <a:pt x="1298" y="3041"/>
                  </a:lnTo>
                  <a:lnTo>
                    <a:pt x="982" y="3041"/>
                  </a:lnTo>
                  <a:lnTo>
                    <a:pt x="982" y="2249"/>
                  </a:lnTo>
                  <a:close/>
                  <a:moveTo>
                    <a:pt x="4909" y="2249"/>
                  </a:moveTo>
                  <a:lnTo>
                    <a:pt x="4909" y="3041"/>
                  </a:lnTo>
                  <a:lnTo>
                    <a:pt x="4465" y="3041"/>
                  </a:lnTo>
                  <a:lnTo>
                    <a:pt x="4465" y="2249"/>
                  </a:lnTo>
                  <a:close/>
                  <a:moveTo>
                    <a:pt x="4275" y="666"/>
                  </a:moveTo>
                  <a:lnTo>
                    <a:pt x="4275" y="3674"/>
                  </a:lnTo>
                  <a:lnTo>
                    <a:pt x="1488" y="3674"/>
                  </a:lnTo>
                  <a:lnTo>
                    <a:pt x="1488" y="666"/>
                  </a:lnTo>
                  <a:close/>
                  <a:moveTo>
                    <a:pt x="1298" y="1"/>
                  </a:moveTo>
                  <a:lnTo>
                    <a:pt x="1298" y="1109"/>
                  </a:lnTo>
                  <a:lnTo>
                    <a:pt x="982" y="1109"/>
                  </a:lnTo>
                  <a:lnTo>
                    <a:pt x="982" y="32"/>
                  </a:lnTo>
                  <a:lnTo>
                    <a:pt x="792" y="32"/>
                  </a:lnTo>
                  <a:lnTo>
                    <a:pt x="792" y="1109"/>
                  </a:lnTo>
                  <a:lnTo>
                    <a:pt x="0" y="1109"/>
                  </a:lnTo>
                  <a:lnTo>
                    <a:pt x="0" y="1299"/>
                  </a:lnTo>
                  <a:lnTo>
                    <a:pt x="792" y="1299"/>
                  </a:lnTo>
                  <a:lnTo>
                    <a:pt x="792" y="2059"/>
                  </a:lnTo>
                  <a:lnTo>
                    <a:pt x="0" y="2059"/>
                  </a:lnTo>
                  <a:lnTo>
                    <a:pt x="0" y="2249"/>
                  </a:lnTo>
                  <a:lnTo>
                    <a:pt x="792" y="2249"/>
                  </a:lnTo>
                  <a:lnTo>
                    <a:pt x="792" y="3041"/>
                  </a:lnTo>
                  <a:lnTo>
                    <a:pt x="0" y="3041"/>
                  </a:lnTo>
                  <a:lnTo>
                    <a:pt x="0" y="3199"/>
                  </a:lnTo>
                  <a:lnTo>
                    <a:pt x="792" y="3199"/>
                  </a:lnTo>
                  <a:lnTo>
                    <a:pt x="792" y="4276"/>
                  </a:lnTo>
                  <a:lnTo>
                    <a:pt x="982" y="4276"/>
                  </a:lnTo>
                  <a:lnTo>
                    <a:pt x="982" y="3199"/>
                  </a:lnTo>
                  <a:lnTo>
                    <a:pt x="1298" y="3199"/>
                  </a:lnTo>
                  <a:lnTo>
                    <a:pt x="1298" y="4308"/>
                  </a:lnTo>
                  <a:lnTo>
                    <a:pt x="1488" y="4308"/>
                  </a:lnTo>
                  <a:lnTo>
                    <a:pt x="1488" y="3864"/>
                  </a:lnTo>
                  <a:lnTo>
                    <a:pt x="4275" y="3864"/>
                  </a:lnTo>
                  <a:lnTo>
                    <a:pt x="4275" y="4308"/>
                  </a:lnTo>
                  <a:lnTo>
                    <a:pt x="4465" y="4308"/>
                  </a:lnTo>
                  <a:lnTo>
                    <a:pt x="4465" y="3199"/>
                  </a:lnTo>
                  <a:lnTo>
                    <a:pt x="4909" y="3199"/>
                  </a:lnTo>
                  <a:lnTo>
                    <a:pt x="4909" y="4276"/>
                  </a:lnTo>
                  <a:lnTo>
                    <a:pt x="5099" y="4276"/>
                  </a:lnTo>
                  <a:lnTo>
                    <a:pt x="5099" y="3199"/>
                  </a:lnTo>
                  <a:lnTo>
                    <a:pt x="5922" y="3199"/>
                  </a:lnTo>
                  <a:lnTo>
                    <a:pt x="5922" y="3041"/>
                  </a:lnTo>
                  <a:lnTo>
                    <a:pt x="5099" y="3041"/>
                  </a:lnTo>
                  <a:lnTo>
                    <a:pt x="5099" y="2249"/>
                  </a:lnTo>
                  <a:lnTo>
                    <a:pt x="5922" y="2249"/>
                  </a:lnTo>
                  <a:lnTo>
                    <a:pt x="5922" y="2091"/>
                  </a:lnTo>
                  <a:lnTo>
                    <a:pt x="5099" y="2091"/>
                  </a:lnTo>
                  <a:lnTo>
                    <a:pt x="5099" y="1299"/>
                  </a:lnTo>
                  <a:lnTo>
                    <a:pt x="5922" y="1299"/>
                  </a:lnTo>
                  <a:lnTo>
                    <a:pt x="5922" y="1109"/>
                  </a:lnTo>
                  <a:lnTo>
                    <a:pt x="5099" y="1109"/>
                  </a:lnTo>
                  <a:lnTo>
                    <a:pt x="5099" y="32"/>
                  </a:lnTo>
                  <a:lnTo>
                    <a:pt x="4909" y="32"/>
                  </a:lnTo>
                  <a:lnTo>
                    <a:pt x="4909" y="1109"/>
                  </a:lnTo>
                  <a:lnTo>
                    <a:pt x="4465" y="1109"/>
                  </a:lnTo>
                  <a:lnTo>
                    <a:pt x="4465" y="1"/>
                  </a:lnTo>
                  <a:lnTo>
                    <a:pt x="4275" y="1"/>
                  </a:lnTo>
                  <a:lnTo>
                    <a:pt x="4275" y="476"/>
                  </a:lnTo>
                  <a:lnTo>
                    <a:pt x="1488" y="47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838457" y="2528155"/>
              <a:ext cx="269543" cy="385318"/>
            </a:xfrm>
            <a:custGeom>
              <a:avLst/>
              <a:gdLst/>
              <a:ahLst/>
              <a:cxnLst/>
              <a:rect l="l" t="t" r="r" b="b"/>
              <a:pathLst>
                <a:path w="8109" h="11592" extrusionOk="0">
                  <a:moveTo>
                    <a:pt x="7570" y="349"/>
                  </a:moveTo>
                  <a:cubicBezTo>
                    <a:pt x="7665" y="349"/>
                    <a:pt x="7760" y="412"/>
                    <a:pt x="7760" y="539"/>
                  </a:cubicBezTo>
                  <a:lnTo>
                    <a:pt x="7760" y="11211"/>
                  </a:lnTo>
                  <a:lnTo>
                    <a:pt x="349" y="11211"/>
                  </a:lnTo>
                  <a:lnTo>
                    <a:pt x="349" y="539"/>
                  </a:lnTo>
                  <a:cubicBezTo>
                    <a:pt x="349" y="412"/>
                    <a:pt x="444" y="349"/>
                    <a:pt x="571" y="349"/>
                  </a:cubicBezTo>
                  <a:close/>
                  <a:moveTo>
                    <a:pt x="571" y="1"/>
                  </a:moveTo>
                  <a:cubicBezTo>
                    <a:pt x="254" y="1"/>
                    <a:pt x="1" y="222"/>
                    <a:pt x="1" y="539"/>
                  </a:cubicBezTo>
                  <a:lnTo>
                    <a:pt x="1" y="11591"/>
                  </a:lnTo>
                  <a:lnTo>
                    <a:pt x="8108" y="11591"/>
                  </a:lnTo>
                  <a:lnTo>
                    <a:pt x="8108" y="539"/>
                  </a:lnTo>
                  <a:cubicBezTo>
                    <a:pt x="8108" y="222"/>
                    <a:pt x="7855" y="1"/>
                    <a:pt x="7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863753" y="2560797"/>
              <a:ext cx="216858" cy="66347"/>
            </a:xfrm>
            <a:custGeom>
              <a:avLst/>
              <a:gdLst/>
              <a:ahLst/>
              <a:cxnLst/>
              <a:rect l="l" t="t" r="r" b="b"/>
              <a:pathLst>
                <a:path w="6524" h="1996" extrusionOk="0">
                  <a:moveTo>
                    <a:pt x="6176" y="380"/>
                  </a:moveTo>
                  <a:lnTo>
                    <a:pt x="6176" y="1647"/>
                  </a:lnTo>
                  <a:lnTo>
                    <a:pt x="348" y="1647"/>
                  </a:lnTo>
                  <a:lnTo>
                    <a:pt x="348" y="380"/>
                  </a:lnTo>
                  <a:close/>
                  <a:moveTo>
                    <a:pt x="0" y="0"/>
                  </a:moveTo>
                  <a:lnTo>
                    <a:pt x="0" y="1996"/>
                  </a:lnTo>
                  <a:lnTo>
                    <a:pt x="6524" y="1996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863753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425" y="381"/>
                  </a:moveTo>
                  <a:lnTo>
                    <a:pt x="1425" y="1426"/>
                  </a:lnTo>
                  <a:lnTo>
                    <a:pt x="348" y="1426"/>
                  </a:lnTo>
                  <a:lnTo>
                    <a:pt x="348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5942698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021643" y="2679729"/>
              <a:ext cx="57937" cy="59001"/>
            </a:xfrm>
            <a:custGeom>
              <a:avLst/>
              <a:gdLst/>
              <a:ahLst/>
              <a:cxnLst/>
              <a:rect l="l" t="t" r="r" b="b"/>
              <a:pathLst>
                <a:path w="1743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5863753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942698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021643" y="2754486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5863753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5942698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6021643" y="2828179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5863753" y="2647121"/>
              <a:ext cx="145292" cy="11601"/>
            </a:xfrm>
            <a:custGeom>
              <a:avLst/>
              <a:gdLst/>
              <a:ahLst/>
              <a:cxnLst/>
              <a:rect l="l" t="t" r="r" b="b"/>
              <a:pathLst>
                <a:path w="4371" h="349" extrusionOk="0">
                  <a:moveTo>
                    <a:pt x="0" y="0"/>
                  </a:moveTo>
                  <a:lnTo>
                    <a:pt x="0" y="349"/>
                  </a:lnTo>
                  <a:lnTo>
                    <a:pt x="4370" y="34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6022707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8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38" y="697"/>
                    <a:pt x="697" y="539"/>
                    <a:pt x="697" y="349"/>
                  </a:cubicBezTo>
                  <a:cubicBezTo>
                    <a:pt x="697" y="159"/>
                    <a:pt x="538" y="1"/>
                    <a:pt x="34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6057443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5738472" y="3003952"/>
              <a:ext cx="360056" cy="222176"/>
            </a:xfrm>
            <a:custGeom>
              <a:avLst/>
              <a:gdLst/>
              <a:ahLst/>
              <a:cxnLst/>
              <a:rect l="l" t="t" r="r" b="b"/>
              <a:pathLst>
                <a:path w="10832" h="6684" extrusionOk="0">
                  <a:moveTo>
                    <a:pt x="1647" y="286"/>
                  </a:moveTo>
                  <a:cubicBezTo>
                    <a:pt x="1584" y="983"/>
                    <a:pt x="982" y="1553"/>
                    <a:pt x="254" y="1553"/>
                  </a:cubicBezTo>
                  <a:lnTo>
                    <a:pt x="254" y="286"/>
                  </a:lnTo>
                  <a:close/>
                  <a:moveTo>
                    <a:pt x="10546" y="286"/>
                  </a:moveTo>
                  <a:lnTo>
                    <a:pt x="10546" y="1553"/>
                  </a:lnTo>
                  <a:cubicBezTo>
                    <a:pt x="9818" y="1553"/>
                    <a:pt x="9216" y="983"/>
                    <a:pt x="9184" y="286"/>
                  </a:cubicBezTo>
                  <a:close/>
                  <a:moveTo>
                    <a:pt x="5226" y="2440"/>
                  </a:moveTo>
                  <a:cubicBezTo>
                    <a:pt x="5036" y="2471"/>
                    <a:pt x="4941" y="2566"/>
                    <a:pt x="4941" y="2725"/>
                  </a:cubicBezTo>
                  <a:cubicBezTo>
                    <a:pt x="4941" y="2820"/>
                    <a:pt x="5036" y="2883"/>
                    <a:pt x="5226" y="2946"/>
                  </a:cubicBezTo>
                  <a:lnTo>
                    <a:pt x="5226" y="2440"/>
                  </a:lnTo>
                  <a:close/>
                  <a:moveTo>
                    <a:pt x="5606" y="3706"/>
                  </a:moveTo>
                  <a:lnTo>
                    <a:pt x="5606" y="4245"/>
                  </a:lnTo>
                  <a:cubicBezTo>
                    <a:pt x="5828" y="4213"/>
                    <a:pt x="5923" y="4086"/>
                    <a:pt x="5923" y="3960"/>
                  </a:cubicBezTo>
                  <a:cubicBezTo>
                    <a:pt x="5923" y="3833"/>
                    <a:pt x="5796" y="3770"/>
                    <a:pt x="5606" y="3706"/>
                  </a:cubicBezTo>
                  <a:close/>
                  <a:moveTo>
                    <a:pt x="5416" y="1521"/>
                  </a:moveTo>
                  <a:cubicBezTo>
                    <a:pt x="5543" y="1521"/>
                    <a:pt x="5606" y="1616"/>
                    <a:pt x="5606" y="1711"/>
                  </a:cubicBezTo>
                  <a:lnTo>
                    <a:pt x="5606" y="1933"/>
                  </a:lnTo>
                  <a:cubicBezTo>
                    <a:pt x="5859" y="1964"/>
                    <a:pt x="6208" y="2059"/>
                    <a:pt x="6334" y="2249"/>
                  </a:cubicBezTo>
                  <a:cubicBezTo>
                    <a:pt x="6366" y="2281"/>
                    <a:pt x="6366" y="2313"/>
                    <a:pt x="6366" y="2376"/>
                  </a:cubicBezTo>
                  <a:cubicBezTo>
                    <a:pt x="6366" y="2535"/>
                    <a:pt x="6239" y="2630"/>
                    <a:pt x="6081" y="2630"/>
                  </a:cubicBezTo>
                  <a:lnTo>
                    <a:pt x="6018" y="2630"/>
                  </a:lnTo>
                  <a:cubicBezTo>
                    <a:pt x="5891" y="2598"/>
                    <a:pt x="5733" y="2503"/>
                    <a:pt x="5606" y="2471"/>
                  </a:cubicBezTo>
                  <a:lnTo>
                    <a:pt x="5606" y="3041"/>
                  </a:lnTo>
                  <a:cubicBezTo>
                    <a:pt x="6049" y="3168"/>
                    <a:pt x="6524" y="3326"/>
                    <a:pt x="6524" y="3896"/>
                  </a:cubicBezTo>
                  <a:cubicBezTo>
                    <a:pt x="6524" y="4371"/>
                    <a:pt x="6208" y="4720"/>
                    <a:pt x="5606" y="4783"/>
                  </a:cubicBezTo>
                  <a:lnTo>
                    <a:pt x="5606" y="5005"/>
                  </a:lnTo>
                  <a:cubicBezTo>
                    <a:pt x="5606" y="5100"/>
                    <a:pt x="5543" y="5195"/>
                    <a:pt x="5416" y="5195"/>
                  </a:cubicBezTo>
                  <a:cubicBezTo>
                    <a:pt x="5321" y="5195"/>
                    <a:pt x="5226" y="5100"/>
                    <a:pt x="5226" y="5005"/>
                  </a:cubicBezTo>
                  <a:lnTo>
                    <a:pt x="5226" y="4783"/>
                  </a:lnTo>
                  <a:cubicBezTo>
                    <a:pt x="4877" y="4751"/>
                    <a:pt x="4466" y="4625"/>
                    <a:pt x="4339" y="4435"/>
                  </a:cubicBezTo>
                  <a:cubicBezTo>
                    <a:pt x="4339" y="4371"/>
                    <a:pt x="4307" y="4340"/>
                    <a:pt x="4307" y="4276"/>
                  </a:cubicBezTo>
                  <a:cubicBezTo>
                    <a:pt x="4307" y="4118"/>
                    <a:pt x="4434" y="4023"/>
                    <a:pt x="4592" y="4023"/>
                  </a:cubicBezTo>
                  <a:cubicBezTo>
                    <a:pt x="4624" y="4023"/>
                    <a:pt x="4687" y="4023"/>
                    <a:pt x="4751" y="4055"/>
                  </a:cubicBezTo>
                  <a:cubicBezTo>
                    <a:pt x="4877" y="4150"/>
                    <a:pt x="5036" y="4213"/>
                    <a:pt x="5226" y="4245"/>
                  </a:cubicBezTo>
                  <a:lnTo>
                    <a:pt x="5226" y="3580"/>
                  </a:lnTo>
                  <a:cubicBezTo>
                    <a:pt x="4782" y="3485"/>
                    <a:pt x="4339" y="3326"/>
                    <a:pt x="4339" y="2756"/>
                  </a:cubicBezTo>
                  <a:cubicBezTo>
                    <a:pt x="4339" y="2344"/>
                    <a:pt x="4656" y="1996"/>
                    <a:pt x="5226" y="1933"/>
                  </a:cubicBezTo>
                  <a:lnTo>
                    <a:pt x="5226" y="1711"/>
                  </a:lnTo>
                  <a:cubicBezTo>
                    <a:pt x="5226" y="1616"/>
                    <a:pt x="5321" y="1521"/>
                    <a:pt x="5416" y="1521"/>
                  </a:cubicBezTo>
                  <a:close/>
                  <a:moveTo>
                    <a:pt x="5416" y="1141"/>
                  </a:moveTo>
                  <a:cubicBezTo>
                    <a:pt x="5131" y="1173"/>
                    <a:pt x="4909" y="1363"/>
                    <a:pt x="4877" y="1648"/>
                  </a:cubicBezTo>
                  <a:cubicBezTo>
                    <a:pt x="4339" y="1806"/>
                    <a:pt x="3959" y="2218"/>
                    <a:pt x="3959" y="2756"/>
                  </a:cubicBezTo>
                  <a:cubicBezTo>
                    <a:pt x="3959" y="3231"/>
                    <a:pt x="4181" y="3485"/>
                    <a:pt x="4434" y="3675"/>
                  </a:cubicBezTo>
                  <a:cubicBezTo>
                    <a:pt x="4181" y="3738"/>
                    <a:pt x="3959" y="3991"/>
                    <a:pt x="3959" y="4276"/>
                  </a:cubicBezTo>
                  <a:cubicBezTo>
                    <a:pt x="3959" y="4403"/>
                    <a:pt x="3991" y="4498"/>
                    <a:pt x="4054" y="4593"/>
                  </a:cubicBezTo>
                  <a:cubicBezTo>
                    <a:pt x="4212" y="4878"/>
                    <a:pt x="4592" y="5005"/>
                    <a:pt x="4877" y="5068"/>
                  </a:cubicBezTo>
                  <a:cubicBezTo>
                    <a:pt x="4909" y="5321"/>
                    <a:pt x="5131" y="5543"/>
                    <a:pt x="5416" y="5543"/>
                  </a:cubicBezTo>
                  <a:cubicBezTo>
                    <a:pt x="5701" y="5543"/>
                    <a:pt x="5923" y="5321"/>
                    <a:pt x="5954" y="5068"/>
                  </a:cubicBezTo>
                  <a:cubicBezTo>
                    <a:pt x="6524" y="4910"/>
                    <a:pt x="6873" y="4466"/>
                    <a:pt x="6873" y="3896"/>
                  </a:cubicBezTo>
                  <a:cubicBezTo>
                    <a:pt x="6873" y="3390"/>
                    <a:pt x="6619" y="3105"/>
                    <a:pt x="6334" y="2946"/>
                  </a:cubicBezTo>
                  <a:cubicBezTo>
                    <a:pt x="6556" y="2851"/>
                    <a:pt x="6746" y="2630"/>
                    <a:pt x="6746" y="2376"/>
                  </a:cubicBezTo>
                  <a:cubicBezTo>
                    <a:pt x="6746" y="2249"/>
                    <a:pt x="6683" y="2154"/>
                    <a:pt x="6619" y="2028"/>
                  </a:cubicBezTo>
                  <a:cubicBezTo>
                    <a:pt x="6493" y="1806"/>
                    <a:pt x="6208" y="1711"/>
                    <a:pt x="5954" y="1648"/>
                  </a:cubicBezTo>
                  <a:cubicBezTo>
                    <a:pt x="5923" y="1363"/>
                    <a:pt x="5701" y="1141"/>
                    <a:pt x="5416" y="1141"/>
                  </a:cubicBezTo>
                  <a:close/>
                  <a:moveTo>
                    <a:pt x="8836" y="381"/>
                  </a:moveTo>
                  <a:cubicBezTo>
                    <a:pt x="8931" y="1204"/>
                    <a:pt x="9628" y="1869"/>
                    <a:pt x="10451" y="1901"/>
                  </a:cubicBezTo>
                  <a:lnTo>
                    <a:pt x="10451" y="4688"/>
                  </a:lnTo>
                  <a:cubicBezTo>
                    <a:pt x="9564" y="4720"/>
                    <a:pt x="8868" y="5448"/>
                    <a:pt x="8804" y="6303"/>
                  </a:cubicBezTo>
                  <a:lnTo>
                    <a:pt x="1996" y="6303"/>
                  </a:lnTo>
                  <a:cubicBezTo>
                    <a:pt x="1964" y="5448"/>
                    <a:pt x="1236" y="4720"/>
                    <a:pt x="380" y="4688"/>
                  </a:cubicBezTo>
                  <a:lnTo>
                    <a:pt x="380" y="1901"/>
                  </a:lnTo>
                  <a:cubicBezTo>
                    <a:pt x="1204" y="1838"/>
                    <a:pt x="1901" y="1204"/>
                    <a:pt x="1996" y="381"/>
                  </a:cubicBezTo>
                  <a:close/>
                  <a:moveTo>
                    <a:pt x="254" y="5036"/>
                  </a:moveTo>
                  <a:cubicBezTo>
                    <a:pt x="1045" y="5036"/>
                    <a:pt x="1647" y="5670"/>
                    <a:pt x="1647" y="6430"/>
                  </a:cubicBezTo>
                  <a:lnTo>
                    <a:pt x="254" y="6430"/>
                  </a:lnTo>
                  <a:lnTo>
                    <a:pt x="254" y="5036"/>
                  </a:lnTo>
                  <a:close/>
                  <a:moveTo>
                    <a:pt x="10546" y="5036"/>
                  </a:moveTo>
                  <a:lnTo>
                    <a:pt x="10546" y="6430"/>
                  </a:lnTo>
                  <a:lnTo>
                    <a:pt x="9153" y="6430"/>
                  </a:lnTo>
                  <a:cubicBezTo>
                    <a:pt x="9153" y="5670"/>
                    <a:pt x="9786" y="5036"/>
                    <a:pt x="10546" y="5036"/>
                  </a:cubicBezTo>
                  <a:close/>
                  <a:moveTo>
                    <a:pt x="0" y="1"/>
                  </a:moveTo>
                  <a:lnTo>
                    <a:pt x="0" y="6683"/>
                  </a:lnTo>
                  <a:lnTo>
                    <a:pt x="10831" y="6683"/>
                  </a:lnTo>
                  <a:lnTo>
                    <a:pt x="1083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6209017" y="2851347"/>
              <a:ext cx="415832" cy="256879"/>
            </a:xfrm>
            <a:custGeom>
              <a:avLst/>
              <a:gdLst/>
              <a:ahLst/>
              <a:cxnLst/>
              <a:rect l="l" t="t" r="r" b="b"/>
              <a:pathLst>
                <a:path w="12510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1077" y="7727"/>
                  </a:lnTo>
                  <a:lnTo>
                    <a:pt x="1077" y="0"/>
                  </a:lnTo>
                  <a:close/>
                  <a:moveTo>
                    <a:pt x="1172" y="0"/>
                  </a:moveTo>
                  <a:lnTo>
                    <a:pt x="1172" y="7727"/>
                  </a:lnTo>
                  <a:lnTo>
                    <a:pt x="1299" y="7727"/>
                  </a:lnTo>
                  <a:lnTo>
                    <a:pt x="1299" y="0"/>
                  </a:lnTo>
                  <a:close/>
                  <a:moveTo>
                    <a:pt x="1489" y="0"/>
                  </a:moveTo>
                  <a:lnTo>
                    <a:pt x="1489" y="7727"/>
                  </a:lnTo>
                  <a:lnTo>
                    <a:pt x="2566" y="7727"/>
                  </a:lnTo>
                  <a:lnTo>
                    <a:pt x="2566" y="0"/>
                  </a:lnTo>
                  <a:close/>
                  <a:moveTo>
                    <a:pt x="3104" y="0"/>
                  </a:moveTo>
                  <a:lnTo>
                    <a:pt x="3104" y="7727"/>
                  </a:lnTo>
                  <a:lnTo>
                    <a:pt x="3199" y="7727"/>
                  </a:lnTo>
                  <a:lnTo>
                    <a:pt x="3199" y="0"/>
                  </a:lnTo>
                  <a:close/>
                  <a:moveTo>
                    <a:pt x="3357" y="0"/>
                  </a:moveTo>
                  <a:lnTo>
                    <a:pt x="3357" y="7727"/>
                  </a:lnTo>
                  <a:lnTo>
                    <a:pt x="3579" y="7727"/>
                  </a:lnTo>
                  <a:lnTo>
                    <a:pt x="3579" y="0"/>
                  </a:lnTo>
                  <a:close/>
                  <a:moveTo>
                    <a:pt x="4117" y="0"/>
                  </a:moveTo>
                  <a:lnTo>
                    <a:pt x="4117" y="7727"/>
                  </a:lnTo>
                  <a:lnTo>
                    <a:pt x="4307" y="7727"/>
                  </a:lnTo>
                  <a:lnTo>
                    <a:pt x="4307" y="0"/>
                  </a:lnTo>
                  <a:close/>
                  <a:moveTo>
                    <a:pt x="4593" y="0"/>
                  </a:moveTo>
                  <a:lnTo>
                    <a:pt x="4593" y="7727"/>
                  </a:lnTo>
                  <a:lnTo>
                    <a:pt x="5669" y="7727"/>
                  </a:lnTo>
                  <a:lnTo>
                    <a:pt x="5669" y="0"/>
                  </a:lnTo>
                  <a:close/>
                  <a:moveTo>
                    <a:pt x="6144" y="0"/>
                  </a:moveTo>
                  <a:lnTo>
                    <a:pt x="6144" y="7727"/>
                  </a:lnTo>
                  <a:lnTo>
                    <a:pt x="6334" y="7727"/>
                  </a:lnTo>
                  <a:lnTo>
                    <a:pt x="6334" y="0"/>
                  </a:lnTo>
                  <a:close/>
                  <a:moveTo>
                    <a:pt x="6651" y="0"/>
                  </a:moveTo>
                  <a:lnTo>
                    <a:pt x="6651" y="7727"/>
                  </a:lnTo>
                  <a:lnTo>
                    <a:pt x="6746" y="7727"/>
                  </a:lnTo>
                  <a:lnTo>
                    <a:pt x="6746" y="0"/>
                  </a:lnTo>
                  <a:close/>
                  <a:moveTo>
                    <a:pt x="6999" y="0"/>
                  </a:moveTo>
                  <a:lnTo>
                    <a:pt x="6999" y="7727"/>
                  </a:lnTo>
                  <a:lnTo>
                    <a:pt x="7189" y="7727"/>
                  </a:lnTo>
                  <a:lnTo>
                    <a:pt x="7189" y="0"/>
                  </a:lnTo>
                  <a:close/>
                  <a:moveTo>
                    <a:pt x="7664" y="0"/>
                  </a:moveTo>
                  <a:lnTo>
                    <a:pt x="7664" y="7727"/>
                  </a:lnTo>
                  <a:lnTo>
                    <a:pt x="9121" y="7727"/>
                  </a:lnTo>
                  <a:lnTo>
                    <a:pt x="9121" y="0"/>
                  </a:lnTo>
                  <a:close/>
                  <a:moveTo>
                    <a:pt x="9596" y="0"/>
                  </a:moveTo>
                  <a:lnTo>
                    <a:pt x="9596" y="7727"/>
                  </a:lnTo>
                  <a:lnTo>
                    <a:pt x="9691" y="7727"/>
                  </a:lnTo>
                  <a:lnTo>
                    <a:pt x="9691" y="0"/>
                  </a:lnTo>
                  <a:close/>
                  <a:moveTo>
                    <a:pt x="9786" y="0"/>
                  </a:moveTo>
                  <a:lnTo>
                    <a:pt x="9786" y="7727"/>
                  </a:lnTo>
                  <a:lnTo>
                    <a:pt x="10008" y="7727"/>
                  </a:lnTo>
                  <a:lnTo>
                    <a:pt x="10008" y="0"/>
                  </a:lnTo>
                  <a:close/>
                  <a:moveTo>
                    <a:pt x="10325" y="0"/>
                  </a:moveTo>
                  <a:lnTo>
                    <a:pt x="10325" y="7727"/>
                  </a:lnTo>
                  <a:lnTo>
                    <a:pt x="11940" y="7727"/>
                  </a:lnTo>
                  <a:lnTo>
                    <a:pt x="11940" y="0"/>
                  </a:lnTo>
                  <a:close/>
                  <a:moveTo>
                    <a:pt x="12288" y="0"/>
                  </a:moveTo>
                  <a:lnTo>
                    <a:pt x="12288" y="7727"/>
                  </a:lnTo>
                  <a:lnTo>
                    <a:pt x="12510" y="7727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6197449" y="3555570"/>
              <a:ext cx="49494" cy="64253"/>
            </a:xfrm>
            <a:custGeom>
              <a:avLst/>
              <a:gdLst/>
              <a:ahLst/>
              <a:cxnLst/>
              <a:rect l="l" t="t" r="r" b="b"/>
              <a:pathLst>
                <a:path w="1489" h="1933" extrusionOk="0">
                  <a:moveTo>
                    <a:pt x="1172" y="0"/>
                  </a:moveTo>
                  <a:cubicBezTo>
                    <a:pt x="919" y="634"/>
                    <a:pt x="507" y="1204"/>
                    <a:pt x="0" y="1679"/>
                  </a:cubicBezTo>
                  <a:lnTo>
                    <a:pt x="253" y="1932"/>
                  </a:lnTo>
                  <a:cubicBezTo>
                    <a:pt x="792" y="1457"/>
                    <a:pt x="1204" y="824"/>
                    <a:pt x="1489" y="159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6237437" y="3439762"/>
              <a:ext cx="22138" cy="63222"/>
            </a:xfrm>
            <a:custGeom>
              <a:avLst/>
              <a:gdLst/>
              <a:ahLst/>
              <a:cxnLst/>
              <a:rect l="l" t="t" r="r" b="b"/>
              <a:pathLst>
                <a:path w="666" h="1902" extrusionOk="0">
                  <a:moveTo>
                    <a:pt x="349" y="1"/>
                  </a:moveTo>
                  <a:lnTo>
                    <a:pt x="1" y="128"/>
                  </a:lnTo>
                  <a:cubicBezTo>
                    <a:pt x="222" y="634"/>
                    <a:pt x="317" y="1173"/>
                    <a:pt x="317" y="1743"/>
                  </a:cubicBezTo>
                  <a:cubicBezTo>
                    <a:pt x="317" y="1806"/>
                    <a:pt x="317" y="1838"/>
                    <a:pt x="317" y="1869"/>
                  </a:cubicBezTo>
                  <a:lnTo>
                    <a:pt x="666" y="1901"/>
                  </a:lnTo>
                  <a:cubicBezTo>
                    <a:pt x="666" y="1838"/>
                    <a:pt x="666" y="1806"/>
                    <a:pt x="666" y="1743"/>
                  </a:cubicBezTo>
                  <a:cubicBezTo>
                    <a:pt x="666" y="1141"/>
                    <a:pt x="571" y="539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6222712" y="3408184"/>
              <a:ext cx="15822" cy="14792"/>
            </a:xfrm>
            <a:custGeom>
              <a:avLst/>
              <a:gdLst/>
              <a:ahLst/>
              <a:cxnLst/>
              <a:rect l="l" t="t" r="r" b="b"/>
              <a:pathLst>
                <a:path w="476" h="445" extrusionOk="0">
                  <a:moveTo>
                    <a:pt x="317" y="1"/>
                  </a:moveTo>
                  <a:lnTo>
                    <a:pt x="0" y="191"/>
                  </a:lnTo>
                  <a:cubicBezTo>
                    <a:pt x="64" y="286"/>
                    <a:pt x="95" y="349"/>
                    <a:pt x="159" y="444"/>
                  </a:cubicBezTo>
                  <a:lnTo>
                    <a:pt x="475" y="254"/>
                  </a:lnTo>
                  <a:cubicBezTo>
                    <a:pt x="412" y="191"/>
                    <a:pt x="349" y="96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6164808" y="3351343"/>
              <a:ext cx="68441" cy="63189"/>
            </a:xfrm>
            <a:custGeom>
              <a:avLst/>
              <a:gdLst/>
              <a:ahLst/>
              <a:cxnLst/>
              <a:rect l="l" t="t" r="r" b="b"/>
              <a:pathLst>
                <a:path w="2059" h="1901" extrusionOk="0">
                  <a:moveTo>
                    <a:pt x="159" y="1"/>
                  </a:moveTo>
                  <a:lnTo>
                    <a:pt x="0" y="317"/>
                  </a:lnTo>
                  <a:cubicBezTo>
                    <a:pt x="697" y="666"/>
                    <a:pt x="1299" y="1236"/>
                    <a:pt x="1742" y="1901"/>
                  </a:cubicBezTo>
                  <a:lnTo>
                    <a:pt x="2059" y="1711"/>
                  </a:lnTo>
                  <a:cubicBezTo>
                    <a:pt x="1584" y="982"/>
                    <a:pt x="919" y="38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5995317" y="3340840"/>
              <a:ext cx="49528" cy="33705"/>
            </a:xfrm>
            <a:custGeom>
              <a:avLst/>
              <a:gdLst/>
              <a:ahLst/>
              <a:cxnLst/>
              <a:rect l="l" t="t" r="r" b="b"/>
              <a:pathLst>
                <a:path w="1490" h="1014" extrusionOk="0">
                  <a:moveTo>
                    <a:pt x="1394" y="0"/>
                  </a:moveTo>
                  <a:cubicBezTo>
                    <a:pt x="887" y="190"/>
                    <a:pt x="412" y="412"/>
                    <a:pt x="1" y="728"/>
                  </a:cubicBezTo>
                  <a:lnTo>
                    <a:pt x="222" y="1013"/>
                  </a:lnTo>
                  <a:cubicBezTo>
                    <a:pt x="602" y="728"/>
                    <a:pt x="1046" y="507"/>
                    <a:pt x="1489" y="348"/>
                  </a:cubicBezTo>
                  <a:lnTo>
                    <a:pt x="13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5953202" y="3365038"/>
              <a:ext cx="49528" cy="53716"/>
            </a:xfrm>
            <a:custGeom>
              <a:avLst/>
              <a:gdLst/>
              <a:ahLst/>
              <a:cxnLst/>
              <a:rect l="l" t="t" r="r" b="b"/>
              <a:pathLst>
                <a:path w="1490" h="1616" extrusionOk="0">
                  <a:moveTo>
                    <a:pt x="1268" y="0"/>
                  </a:moveTo>
                  <a:cubicBezTo>
                    <a:pt x="761" y="380"/>
                    <a:pt x="318" y="855"/>
                    <a:pt x="1" y="1426"/>
                  </a:cubicBezTo>
                  <a:lnTo>
                    <a:pt x="286" y="1616"/>
                  </a:lnTo>
                  <a:cubicBezTo>
                    <a:pt x="603" y="1077"/>
                    <a:pt x="1014" y="634"/>
                    <a:pt x="1489" y="285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5947950" y="3412405"/>
              <a:ext cx="14759" cy="12664"/>
            </a:xfrm>
            <a:custGeom>
              <a:avLst/>
              <a:gdLst/>
              <a:ahLst/>
              <a:cxnLst/>
              <a:rect l="l" t="t" r="r" b="b"/>
              <a:pathLst>
                <a:path w="444" h="381" extrusionOk="0">
                  <a:moveTo>
                    <a:pt x="127" y="1"/>
                  </a:moveTo>
                  <a:cubicBezTo>
                    <a:pt x="96" y="64"/>
                    <a:pt x="64" y="127"/>
                    <a:pt x="1" y="222"/>
                  </a:cubicBezTo>
                  <a:lnTo>
                    <a:pt x="317" y="381"/>
                  </a:lnTo>
                  <a:cubicBezTo>
                    <a:pt x="381" y="317"/>
                    <a:pt x="412" y="254"/>
                    <a:pt x="444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5929003" y="3450299"/>
              <a:ext cx="17916" cy="61095"/>
            </a:xfrm>
            <a:custGeom>
              <a:avLst/>
              <a:gdLst/>
              <a:ahLst/>
              <a:cxnLst/>
              <a:rect l="l" t="t" r="r" b="b"/>
              <a:pathLst>
                <a:path w="539" h="1838" extrusionOk="0">
                  <a:moveTo>
                    <a:pt x="191" y="1"/>
                  </a:moveTo>
                  <a:cubicBezTo>
                    <a:pt x="64" y="476"/>
                    <a:pt x="1" y="951"/>
                    <a:pt x="1" y="1426"/>
                  </a:cubicBezTo>
                  <a:cubicBezTo>
                    <a:pt x="1" y="1584"/>
                    <a:pt x="1" y="1711"/>
                    <a:pt x="1" y="1837"/>
                  </a:cubicBezTo>
                  <a:lnTo>
                    <a:pt x="381" y="1806"/>
                  </a:lnTo>
                  <a:cubicBezTo>
                    <a:pt x="349" y="1679"/>
                    <a:pt x="349" y="1552"/>
                    <a:pt x="349" y="1426"/>
                  </a:cubicBezTo>
                  <a:cubicBezTo>
                    <a:pt x="349" y="982"/>
                    <a:pt x="412" y="539"/>
                    <a:pt x="539" y="96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5933225" y="3532402"/>
              <a:ext cx="34769" cy="60031"/>
            </a:xfrm>
            <a:custGeom>
              <a:avLst/>
              <a:gdLst/>
              <a:ahLst/>
              <a:cxnLst/>
              <a:rect l="l" t="t" r="r" b="b"/>
              <a:pathLst>
                <a:path w="1046" h="1806" extrusionOk="0">
                  <a:moveTo>
                    <a:pt x="349" y="1"/>
                  </a:moveTo>
                  <a:lnTo>
                    <a:pt x="0" y="64"/>
                  </a:lnTo>
                  <a:cubicBezTo>
                    <a:pt x="127" y="697"/>
                    <a:pt x="380" y="1268"/>
                    <a:pt x="760" y="1806"/>
                  </a:cubicBezTo>
                  <a:lnTo>
                    <a:pt x="1045" y="1584"/>
                  </a:lnTo>
                  <a:cubicBezTo>
                    <a:pt x="697" y="1109"/>
                    <a:pt x="475" y="57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6154271" y="3397680"/>
              <a:ext cx="60031" cy="170554"/>
            </a:xfrm>
            <a:custGeom>
              <a:avLst/>
              <a:gdLst/>
              <a:ahLst/>
              <a:cxnLst/>
              <a:rect l="l" t="t" r="r" b="b"/>
              <a:pathLst>
                <a:path w="1806" h="5131" extrusionOk="0">
                  <a:moveTo>
                    <a:pt x="222" y="0"/>
                  </a:moveTo>
                  <a:lnTo>
                    <a:pt x="1" y="317"/>
                  </a:lnTo>
                  <a:cubicBezTo>
                    <a:pt x="919" y="919"/>
                    <a:pt x="1457" y="1932"/>
                    <a:pt x="1457" y="3009"/>
                  </a:cubicBezTo>
                  <a:cubicBezTo>
                    <a:pt x="1457" y="3705"/>
                    <a:pt x="1236" y="4370"/>
                    <a:pt x="824" y="4941"/>
                  </a:cubicBezTo>
                  <a:lnTo>
                    <a:pt x="1141" y="5131"/>
                  </a:lnTo>
                  <a:cubicBezTo>
                    <a:pt x="1584" y="4529"/>
                    <a:pt x="1806" y="3800"/>
                    <a:pt x="1806" y="3009"/>
                  </a:cubicBezTo>
                  <a:cubicBezTo>
                    <a:pt x="1806" y="1805"/>
                    <a:pt x="1204" y="697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6070074" y="3377670"/>
              <a:ext cx="91609" cy="30548"/>
            </a:xfrm>
            <a:custGeom>
              <a:avLst/>
              <a:gdLst/>
              <a:ahLst/>
              <a:cxnLst/>
              <a:rect l="l" t="t" r="r" b="b"/>
              <a:pathLst>
                <a:path w="2756" h="919" extrusionOk="0">
                  <a:moveTo>
                    <a:pt x="729" y="0"/>
                  </a:moveTo>
                  <a:cubicBezTo>
                    <a:pt x="475" y="0"/>
                    <a:pt x="222" y="32"/>
                    <a:pt x="0" y="64"/>
                  </a:cubicBezTo>
                  <a:lnTo>
                    <a:pt x="64" y="412"/>
                  </a:lnTo>
                  <a:cubicBezTo>
                    <a:pt x="285" y="380"/>
                    <a:pt x="507" y="349"/>
                    <a:pt x="729" y="349"/>
                  </a:cubicBezTo>
                  <a:cubicBezTo>
                    <a:pt x="1362" y="349"/>
                    <a:pt x="1995" y="539"/>
                    <a:pt x="2565" y="919"/>
                  </a:cubicBezTo>
                  <a:lnTo>
                    <a:pt x="2755" y="602"/>
                  </a:lnTo>
                  <a:cubicBezTo>
                    <a:pt x="2154" y="190"/>
                    <a:pt x="1457" y="0"/>
                    <a:pt x="7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6034274" y="3379764"/>
              <a:ext cx="37927" cy="23202"/>
            </a:xfrm>
            <a:custGeom>
              <a:avLst/>
              <a:gdLst/>
              <a:ahLst/>
              <a:cxnLst/>
              <a:rect l="l" t="t" r="r" b="b"/>
              <a:pathLst>
                <a:path w="1141" h="698" extrusionOk="0">
                  <a:moveTo>
                    <a:pt x="1077" y="1"/>
                  </a:moveTo>
                  <a:cubicBezTo>
                    <a:pt x="697" y="64"/>
                    <a:pt x="349" y="222"/>
                    <a:pt x="0" y="412"/>
                  </a:cubicBezTo>
                  <a:lnTo>
                    <a:pt x="190" y="698"/>
                  </a:lnTo>
                  <a:cubicBezTo>
                    <a:pt x="475" y="539"/>
                    <a:pt x="792" y="412"/>
                    <a:pt x="1141" y="349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5973212" y="3416627"/>
              <a:ext cx="40054" cy="128439"/>
            </a:xfrm>
            <a:custGeom>
              <a:avLst/>
              <a:gdLst/>
              <a:ahLst/>
              <a:cxnLst/>
              <a:rect l="l" t="t" r="r" b="b"/>
              <a:pathLst>
                <a:path w="1205" h="3864" extrusionOk="0">
                  <a:moveTo>
                    <a:pt x="951" y="0"/>
                  </a:moveTo>
                  <a:cubicBezTo>
                    <a:pt x="349" y="665"/>
                    <a:pt x="1" y="1552"/>
                    <a:pt x="1" y="2439"/>
                  </a:cubicBezTo>
                  <a:cubicBezTo>
                    <a:pt x="1" y="2945"/>
                    <a:pt x="96" y="3420"/>
                    <a:pt x="286" y="3864"/>
                  </a:cubicBezTo>
                  <a:lnTo>
                    <a:pt x="634" y="3737"/>
                  </a:lnTo>
                  <a:cubicBezTo>
                    <a:pt x="444" y="3325"/>
                    <a:pt x="349" y="2882"/>
                    <a:pt x="349" y="2439"/>
                  </a:cubicBezTo>
                  <a:cubicBezTo>
                    <a:pt x="349" y="1615"/>
                    <a:pt x="666" y="855"/>
                    <a:pt x="1204" y="254"/>
                  </a:cubicBez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6138482" y="3446077"/>
              <a:ext cx="29517" cy="51622"/>
            </a:xfrm>
            <a:custGeom>
              <a:avLst/>
              <a:gdLst/>
              <a:ahLst/>
              <a:cxnLst/>
              <a:rect l="l" t="t" r="r" b="b"/>
              <a:pathLst>
                <a:path w="888" h="1553" extrusionOk="0">
                  <a:moveTo>
                    <a:pt x="222" y="1"/>
                  </a:moveTo>
                  <a:lnTo>
                    <a:pt x="1" y="254"/>
                  </a:lnTo>
                  <a:cubicBezTo>
                    <a:pt x="349" y="603"/>
                    <a:pt x="539" y="1078"/>
                    <a:pt x="539" y="1553"/>
                  </a:cubicBezTo>
                  <a:lnTo>
                    <a:pt x="887" y="1553"/>
                  </a:lnTo>
                  <a:cubicBezTo>
                    <a:pt x="887" y="983"/>
                    <a:pt x="666" y="413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6020579" y="3423973"/>
              <a:ext cx="69505" cy="107432"/>
            </a:xfrm>
            <a:custGeom>
              <a:avLst/>
              <a:gdLst/>
              <a:ahLst/>
              <a:cxnLst/>
              <a:rect l="l" t="t" r="r" b="b"/>
              <a:pathLst>
                <a:path w="2091" h="3232" extrusionOk="0">
                  <a:moveTo>
                    <a:pt x="2091" y="1"/>
                  </a:moveTo>
                  <a:cubicBezTo>
                    <a:pt x="919" y="64"/>
                    <a:pt x="1" y="1046"/>
                    <a:pt x="1" y="2218"/>
                  </a:cubicBezTo>
                  <a:cubicBezTo>
                    <a:pt x="1" y="2566"/>
                    <a:pt x="64" y="2946"/>
                    <a:pt x="222" y="3231"/>
                  </a:cubicBezTo>
                  <a:lnTo>
                    <a:pt x="539" y="3073"/>
                  </a:lnTo>
                  <a:cubicBezTo>
                    <a:pt x="412" y="2819"/>
                    <a:pt x="349" y="2534"/>
                    <a:pt x="349" y="2218"/>
                  </a:cubicBezTo>
                  <a:cubicBezTo>
                    <a:pt x="349" y="1236"/>
                    <a:pt x="1109" y="413"/>
                    <a:pt x="2091" y="349"/>
                  </a:cubicBezTo>
                  <a:lnTo>
                    <a:pt x="20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6060600" y="3591369"/>
              <a:ext cx="48431" cy="64253"/>
            </a:xfrm>
            <a:custGeom>
              <a:avLst/>
              <a:gdLst/>
              <a:ahLst/>
              <a:cxnLst/>
              <a:rect l="l" t="t" r="r" b="b"/>
              <a:pathLst>
                <a:path w="1457" h="1933" extrusionOk="0">
                  <a:moveTo>
                    <a:pt x="1140" y="0"/>
                  </a:moveTo>
                  <a:cubicBezTo>
                    <a:pt x="824" y="634"/>
                    <a:pt x="444" y="1172"/>
                    <a:pt x="0" y="1679"/>
                  </a:cubicBezTo>
                  <a:lnTo>
                    <a:pt x="254" y="1932"/>
                  </a:lnTo>
                  <a:cubicBezTo>
                    <a:pt x="729" y="1394"/>
                    <a:pt x="1140" y="824"/>
                    <a:pt x="1457" y="159"/>
                  </a:cubicBezTo>
                  <a:lnTo>
                    <a:pt x="11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5979528" y="3461866"/>
              <a:ext cx="151608" cy="163208"/>
            </a:xfrm>
            <a:custGeom>
              <a:avLst/>
              <a:gdLst/>
              <a:ahLst/>
              <a:cxnLst/>
              <a:rect l="l" t="t" r="r" b="b"/>
              <a:pathLst>
                <a:path w="4561" h="4910" extrusionOk="0">
                  <a:moveTo>
                    <a:pt x="3453" y="1"/>
                  </a:moveTo>
                  <a:cubicBezTo>
                    <a:pt x="2819" y="1"/>
                    <a:pt x="2344" y="476"/>
                    <a:pt x="2344" y="1109"/>
                  </a:cubicBezTo>
                  <a:cubicBezTo>
                    <a:pt x="2344" y="1204"/>
                    <a:pt x="2534" y="3516"/>
                    <a:pt x="1" y="4593"/>
                  </a:cubicBezTo>
                  <a:lnTo>
                    <a:pt x="127" y="4910"/>
                  </a:lnTo>
                  <a:cubicBezTo>
                    <a:pt x="2914" y="3738"/>
                    <a:pt x="2693" y="1109"/>
                    <a:pt x="2693" y="1078"/>
                  </a:cubicBezTo>
                  <a:cubicBezTo>
                    <a:pt x="2693" y="666"/>
                    <a:pt x="3009" y="349"/>
                    <a:pt x="3421" y="349"/>
                  </a:cubicBezTo>
                  <a:cubicBezTo>
                    <a:pt x="3833" y="349"/>
                    <a:pt x="4181" y="666"/>
                    <a:pt x="4181" y="1109"/>
                  </a:cubicBezTo>
                  <a:cubicBezTo>
                    <a:pt x="4181" y="1109"/>
                    <a:pt x="4213" y="1806"/>
                    <a:pt x="3959" y="2756"/>
                  </a:cubicBezTo>
                  <a:lnTo>
                    <a:pt x="4308" y="2819"/>
                  </a:lnTo>
                  <a:cubicBezTo>
                    <a:pt x="4561" y="1838"/>
                    <a:pt x="4529" y="1109"/>
                    <a:pt x="4529" y="1078"/>
                  </a:cubicBezTo>
                  <a:cubicBezTo>
                    <a:pt x="4529" y="476"/>
                    <a:pt x="4054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6108998" y="3589242"/>
              <a:ext cx="62159" cy="59001"/>
            </a:xfrm>
            <a:custGeom>
              <a:avLst/>
              <a:gdLst/>
              <a:ahLst/>
              <a:cxnLst/>
              <a:rect l="l" t="t" r="r" b="b"/>
              <a:pathLst>
                <a:path w="1870" h="1775" extrusionOk="0">
                  <a:moveTo>
                    <a:pt x="1553" y="1"/>
                  </a:moveTo>
                  <a:cubicBezTo>
                    <a:pt x="1553" y="1"/>
                    <a:pt x="919" y="1078"/>
                    <a:pt x="1" y="1458"/>
                  </a:cubicBezTo>
                  <a:lnTo>
                    <a:pt x="159" y="1774"/>
                  </a:lnTo>
                  <a:cubicBezTo>
                    <a:pt x="1173" y="1363"/>
                    <a:pt x="1838" y="223"/>
                    <a:pt x="1869" y="159"/>
                  </a:cubicBezTo>
                  <a:lnTo>
                    <a:pt x="155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6157429" y="3623978"/>
              <a:ext cx="26359" cy="20044"/>
            </a:xfrm>
            <a:custGeom>
              <a:avLst/>
              <a:gdLst/>
              <a:ahLst/>
              <a:cxnLst/>
              <a:rect l="l" t="t" r="r" b="b"/>
              <a:pathLst>
                <a:path w="793" h="603" extrusionOk="0">
                  <a:moveTo>
                    <a:pt x="602" y="1"/>
                  </a:moveTo>
                  <a:cubicBezTo>
                    <a:pt x="602" y="1"/>
                    <a:pt x="381" y="159"/>
                    <a:pt x="1" y="286"/>
                  </a:cubicBezTo>
                  <a:lnTo>
                    <a:pt x="96" y="603"/>
                  </a:lnTo>
                  <a:cubicBezTo>
                    <a:pt x="539" y="476"/>
                    <a:pt x="792" y="318"/>
                    <a:pt x="792" y="28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5990065" y="3561886"/>
              <a:ext cx="18980" cy="21074"/>
            </a:xfrm>
            <a:custGeom>
              <a:avLst/>
              <a:gdLst/>
              <a:ahLst/>
              <a:cxnLst/>
              <a:rect l="l" t="t" r="r" b="b"/>
              <a:pathLst>
                <a:path w="571" h="634" extrusionOk="0">
                  <a:moveTo>
                    <a:pt x="317" y="1"/>
                  </a:moveTo>
                  <a:lnTo>
                    <a:pt x="0" y="159"/>
                  </a:lnTo>
                  <a:lnTo>
                    <a:pt x="254" y="634"/>
                  </a:lnTo>
                  <a:lnTo>
                    <a:pt x="570" y="47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6071104" y="3332264"/>
              <a:ext cx="71632" cy="21240"/>
            </a:xfrm>
            <a:custGeom>
              <a:avLst/>
              <a:gdLst/>
              <a:ahLst/>
              <a:cxnLst/>
              <a:rect l="l" t="t" r="r" b="b"/>
              <a:pathLst>
                <a:path w="2155" h="639" extrusionOk="0">
                  <a:moveTo>
                    <a:pt x="646" y="1"/>
                  </a:moveTo>
                  <a:cubicBezTo>
                    <a:pt x="276" y="1"/>
                    <a:pt x="31" y="53"/>
                    <a:pt x="1" y="68"/>
                  </a:cubicBezTo>
                  <a:lnTo>
                    <a:pt x="64" y="416"/>
                  </a:lnTo>
                  <a:cubicBezTo>
                    <a:pt x="79" y="416"/>
                    <a:pt x="299" y="373"/>
                    <a:pt x="632" y="373"/>
                  </a:cubicBezTo>
                  <a:cubicBezTo>
                    <a:pt x="992" y="373"/>
                    <a:pt x="1485" y="424"/>
                    <a:pt x="1996" y="638"/>
                  </a:cubicBezTo>
                  <a:lnTo>
                    <a:pt x="2154" y="290"/>
                  </a:lnTo>
                  <a:cubicBezTo>
                    <a:pt x="1581" y="60"/>
                    <a:pt x="1042" y="1"/>
                    <a:pt x="6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6054285" y="3538717"/>
              <a:ext cx="41085" cy="65317"/>
            </a:xfrm>
            <a:custGeom>
              <a:avLst/>
              <a:gdLst/>
              <a:ahLst/>
              <a:cxnLst/>
              <a:rect l="l" t="t" r="r" b="b"/>
              <a:pathLst>
                <a:path w="1236" h="1965" extrusionOk="0">
                  <a:moveTo>
                    <a:pt x="887" y="1"/>
                  </a:moveTo>
                  <a:cubicBezTo>
                    <a:pt x="887" y="32"/>
                    <a:pt x="602" y="1268"/>
                    <a:pt x="0" y="1679"/>
                  </a:cubicBezTo>
                  <a:lnTo>
                    <a:pt x="190" y="1964"/>
                  </a:lnTo>
                  <a:cubicBezTo>
                    <a:pt x="919" y="1489"/>
                    <a:pt x="1235" y="159"/>
                    <a:pt x="1235" y="96"/>
                  </a:cubicBezTo>
                  <a:lnTo>
                    <a:pt x="8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6011106" y="3613474"/>
              <a:ext cx="32675" cy="28453"/>
            </a:xfrm>
            <a:custGeom>
              <a:avLst/>
              <a:gdLst/>
              <a:ahLst/>
              <a:cxnLst/>
              <a:rect l="l" t="t" r="r" b="b"/>
              <a:pathLst>
                <a:path w="983" h="856" extrusionOk="0">
                  <a:moveTo>
                    <a:pt x="761" y="0"/>
                  </a:moveTo>
                  <a:lnTo>
                    <a:pt x="1" y="570"/>
                  </a:lnTo>
                  <a:lnTo>
                    <a:pt x="222" y="855"/>
                  </a:lnTo>
                  <a:lnTo>
                    <a:pt x="982" y="28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6131102" y="3525056"/>
              <a:ext cx="34802" cy="57904"/>
            </a:xfrm>
            <a:custGeom>
              <a:avLst/>
              <a:gdLst/>
              <a:ahLst/>
              <a:cxnLst/>
              <a:rect l="l" t="t" r="r" b="b"/>
              <a:pathLst>
                <a:path w="1047" h="1742" extrusionOk="0">
                  <a:moveTo>
                    <a:pt x="698" y="0"/>
                  </a:moveTo>
                  <a:cubicBezTo>
                    <a:pt x="698" y="0"/>
                    <a:pt x="634" y="887"/>
                    <a:pt x="1" y="1489"/>
                  </a:cubicBezTo>
                  <a:lnTo>
                    <a:pt x="254" y="1742"/>
                  </a:lnTo>
                  <a:cubicBezTo>
                    <a:pt x="983" y="1045"/>
                    <a:pt x="1046" y="63"/>
                    <a:pt x="104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6786928" y="3400838"/>
              <a:ext cx="22138" cy="175806"/>
            </a:xfrm>
            <a:custGeom>
              <a:avLst/>
              <a:gdLst/>
              <a:ahLst/>
              <a:cxnLst/>
              <a:rect l="l" t="t" r="r" b="b"/>
              <a:pathLst>
                <a:path w="666" h="5289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972"/>
                  </a:lnTo>
                  <a:cubicBezTo>
                    <a:pt x="1" y="5131"/>
                    <a:pt x="159" y="5289"/>
                    <a:pt x="317" y="5289"/>
                  </a:cubicBezTo>
                  <a:cubicBezTo>
                    <a:pt x="508" y="5289"/>
                    <a:pt x="666" y="5131"/>
                    <a:pt x="666" y="4972"/>
                  </a:cubicBezTo>
                  <a:lnTo>
                    <a:pt x="666" y="317"/>
                  </a:lnTo>
                  <a:cubicBezTo>
                    <a:pt x="666" y="127"/>
                    <a:pt x="508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6729057" y="3608189"/>
              <a:ext cx="140007" cy="105304"/>
            </a:xfrm>
            <a:custGeom>
              <a:avLst/>
              <a:gdLst/>
              <a:ahLst/>
              <a:cxnLst/>
              <a:rect l="l" t="t" r="r" b="b"/>
              <a:pathLst>
                <a:path w="4212" h="3168" extrusionOk="0">
                  <a:moveTo>
                    <a:pt x="3579" y="634"/>
                  </a:moveTo>
                  <a:lnTo>
                    <a:pt x="2058" y="2534"/>
                  </a:lnTo>
                  <a:lnTo>
                    <a:pt x="697" y="634"/>
                  </a:lnTo>
                  <a:close/>
                  <a:moveTo>
                    <a:pt x="697" y="1"/>
                  </a:moveTo>
                  <a:cubicBezTo>
                    <a:pt x="475" y="1"/>
                    <a:pt x="253" y="128"/>
                    <a:pt x="127" y="349"/>
                  </a:cubicBezTo>
                  <a:cubicBezTo>
                    <a:pt x="0" y="571"/>
                    <a:pt x="32" y="824"/>
                    <a:pt x="190" y="1014"/>
                  </a:cubicBezTo>
                  <a:lnTo>
                    <a:pt x="1552" y="2914"/>
                  </a:lnTo>
                  <a:cubicBezTo>
                    <a:pt x="1647" y="3073"/>
                    <a:pt x="1837" y="3168"/>
                    <a:pt x="2058" y="3168"/>
                  </a:cubicBezTo>
                  <a:cubicBezTo>
                    <a:pt x="2249" y="3168"/>
                    <a:pt x="2439" y="3073"/>
                    <a:pt x="2565" y="2914"/>
                  </a:cubicBezTo>
                  <a:lnTo>
                    <a:pt x="4054" y="1046"/>
                  </a:lnTo>
                  <a:cubicBezTo>
                    <a:pt x="4149" y="951"/>
                    <a:pt x="4212" y="793"/>
                    <a:pt x="4212" y="634"/>
                  </a:cubicBezTo>
                  <a:cubicBezTo>
                    <a:pt x="4212" y="286"/>
                    <a:pt x="3927" y="1"/>
                    <a:pt x="357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6285868" y="2569206"/>
              <a:ext cx="21074" cy="176903"/>
            </a:xfrm>
            <a:custGeom>
              <a:avLst/>
              <a:gdLst/>
              <a:ahLst/>
              <a:cxnLst/>
              <a:rect l="l" t="t" r="r" b="b"/>
              <a:pathLst>
                <a:path w="634" h="5322" extrusionOk="0"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4973"/>
                  </a:lnTo>
                  <a:cubicBezTo>
                    <a:pt x="0" y="5163"/>
                    <a:pt x="127" y="5321"/>
                    <a:pt x="317" y="5321"/>
                  </a:cubicBezTo>
                  <a:cubicBezTo>
                    <a:pt x="475" y="5321"/>
                    <a:pt x="634" y="5163"/>
                    <a:pt x="634" y="4973"/>
                  </a:cubicBezTo>
                  <a:lnTo>
                    <a:pt x="634" y="349"/>
                  </a:lnTo>
                  <a:cubicBezTo>
                    <a:pt x="634" y="159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6224806" y="2432357"/>
              <a:ext cx="140040" cy="105304"/>
            </a:xfrm>
            <a:custGeom>
              <a:avLst/>
              <a:gdLst/>
              <a:ahLst/>
              <a:cxnLst/>
              <a:rect l="l" t="t" r="r" b="b"/>
              <a:pathLst>
                <a:path w="4213" h="3168" extrusionOk="0">
                  <a:moveTo>
                    <a:pt x="2154" y="634"/>
                  </a:moveTo>
                  <a:lnTo>
                    <a:pt x="3516" y="2534"/>
                  </a:lnTo>
                  <a:lnTo>
                    <a:pt x="634" y="2534"/>
                  </a:lnTo>
                  <a:lnTo>
                    <a:pt x="2154" y="634"/>
                  </a:lnTo>
                  <a:close/>
                  <a:moveTo>
                    <a:pt x="2154" y="1"/>
                  </a:moveTo>
                  <a:cubicBezTo>
                    <a:pt x="1964" y="1"/>
                    <a:pt x="1774" y="96"/>
                    <a:pt x="1647" y="254"/>
                  </a:cubicBezTo>
                  <a:lnTo>
                    <a:pt x="159" y="2123"/>
                  </a:lnTo>
                  <a:cubicBezTo>
                    <a:pt x="64" y="2218"/>
                    <a:pt x="1" y="2376"/>
                    <a:pt x="1" y="2534"/>
                  </a:cubicBezTo>
                  <a:cubicBezTo>
                    <a:pt x="1" y="2883"/>
                    <a:pt x="286" y="3168"/>
                    <a:pt x="634" y="3168"/>
                  </a:cubicBezTo>
                  <a:lnTo>
                    <a:pt x="3516" y="3168"/>
                  </a:lnTo>
                  <a:cubicBezTo>
                    <a:pt x="3769" y="3168"/>
                    <a:pt x="3991" y="3041"/>
                    <a:pt x="4086" y="2819"/>
                  </a:cubicBezTo>
                  <a:cubicBezTo>
                    <a:pt x="4213" y="2598"/>
                    <a:pt x="4181" y="2344"/>
                    <a:pt x="4054" y="2154"/>
                  </a:cubicBezTo>
                  <a:lnTo>
                    <a:pt x="2661" y="254"/>
                  </a:lnTo>
                  <a:cubicBezTo>
                    <a:pt x="2566" y="96"/>
                    <a:pt x="2376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6758507" y="2593438"/>
              <a:ext cx="7413" cy="276889"/>
            </a:xfrm>
            <a:custGeom>
              <a:avLst/>
              <a:gdLst/>
              <a:ahLst/>
              <a:cxnLst/>
              <a:rect l="l" t="t" r="r" b="b"/>
              <a:pathLst>
                <a:path w="223" h="8330" extrusionOk="0">
                  <a:moveTo>
                    <a:pt x="1" y="0"/>
                  </a:moveTo>
                  <a:lnTo>
                    <a:pt x="1" y="8329"/>
                  </a:lnTo>
                  <a:lnTo>
                    <a:pt x="222" y="832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5726904" y="3358723"/>
              <a:ext cx="7379" cy="480052"/>
            </a:xfrm>
            <a:custGeom>
              <a:avLst/>
              <a:gdLst/>
              <a:ahLst/>
              <a:cxnLst/>
              <a:rect l="l" t="t" r="r" b="b"/>
              <a:pathLst>
                <a:path w="222" h="14442" extrusionOk="0">
                  <a:moveTo>
                    <a:pt x="0" y="0"/>
                  </a:moveTo>
                  <a:lnTo>
                    <a:pt x="0" y="14441"/>
                  </a:lnTo>
                  <a:lnTo>
                    <a:pt x="222" y="144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6731151" y="2489198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0" y="1"/>
                  </a:moveTo>
                  <a:cubicBezTo>
                    <a:pt x="412" y="1"/>
                    <a:pt x="0" y="444"/>
                    <a:pt x="0" y="983"/>
                  </a:cubicBezTo>
                  <a:cubicBezTo>
                    <a:pt x="0" y="1489"/>
                    <a:pt x="412" y="1933"/>
                    <a:pt x="950" y="1933"/>
                  </a:cubicBezTo>
                  <a:cubicBezTo>
                    <a:pt x="1489" y="1933"/>
                    <a:pt x="1900" y="1489"/>
                    <a:pt x="1900" y="983"/>
                  </a:cubicBezTo>
                  <a:cubicBezTo>
                    <a:pt x="1900" y="444"/>
                    <a:pt x="1489" y="1"/>
                    <a:pt x="9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6222712" y="3218716"/>
              <a:ext cx="64220" cy="64253"/>
            </a:xfrm>
            <a:custGeom>
              <a:avLst/>
              <a:gdLst/>
              <a:ahLst/>
              <a:cxnLst/>
              <a:rect l="l" t="t" r="r" b="b"/>
              <a:pathLst>
                <a:path w="1932" h="1933" extrusionOk="0">
                  <a:moveTo>
                    <a:pt x="950" y="0"/>
                  </a:moveTo>
                  <a:cubicBezTo>
                    <a:pt x="412" y="0"/>
                    <a:pt x="0" y="444"/>
                    <a:pt x="0" y="951"/>
                  </a:cubicBezTo>
                  <a:cubicBezTo>
                    <a:pt x="0" y="1489"/>
                    <a:pt x="412" y="1932"/>
                    <a:pt x="950" y="1932"/>
                  </a:cubicBezTo>
                  <a:cubicBezTo>
                    <a:pt x="1489" y="1932"/>
                    <a:pt x="1932" y="1489"/>
                    <a:pt x="1932" y="951"/>
                  </a:cubicBezTo>
                  <a:cubicBezTo>
                    <a:pt x="1932" y="444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5708988" y="3932412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1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89"/>
                    <a:pt x="412" y="1933"/>
                    <a:pt x="951" y="1933"/>
                  </a:cubicBezTo>
                  <a:cubicBezTo>
                    <a:pt x="1489" y="1933"/>
                    <a:pt x="1901" y="1489"/>
                    <a:pt x="1901" y="951"/>
                  </a:cubicBezTo>
                  <a:cubicBezTo>
                    <a:pt x="1901" y="444"/>
                    <a:pt x="1489" y="1"/>
                    <a:pt x="9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6846926" y="4095587"/>
              <a:ext cx="8476" cy="275826"/>
            </a:xfrm>
            <a:custGeom>
              <a:avLst/>
              <a:gdLst/>
              <a:ahLst/>
              <a:cxnLst/>
              <a:rect l="l" t="t" r="r" b="b"/>
              <a:pathLst>
                <a:path w="255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254" y="829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5" name="Google Shape;3335;p35"/>
          <p:cNvSpPr txBox="1"/>
          <p:nvPr/>
        </p:nvSpPr>
        <p:spPr>
          <a:xfrm>
            <a:off x="457200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6" name="Google Shape;3336;p35"/>
          <p:cNvSpPr txBox="1"/>
          <p:nvPr/>
        </p:nvSpPr>
        <p:spPr>
          <a:xfrm>
            <a:off x="457202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7" name="Google Shape;3337;p35"/>
          <p:cNvSpPr txBox="1"/>
          <p:nvPr/>
        </p:nvSpPr>
        <p:spPr>
          <a:xfrm>
            <a:off x="2142174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8" name="Google Shape;3338;p35"/>
          <p:cNvSpPr txBox="1"/>
          <p:nvPr/>
        </p:nvSpPr>
        <p:spPr>
          <a:xfrm>
            <a:off x="2142177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9" name="Google Shape;3339;p35"/>
          <p:cNvSpPr txBox="1"/>
          <p:nvPr/>
        </p:nvSpPr>
        <p:spPr>
          <a:xfrm>
            <a:off x="5761625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0" name="Google Shape;3340;p35"/>
          <p:cNvSpPr txBox="1"/>
          <p:nvPr/>
        </p:nvSpPr>
        <p:spPr>
          <a:xfrm>
            <a:off x="5761625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1" name="Google Shape;3341;p35"/>
          <p:cNvSpPr txBox="1"/>
          <p:nvPr/>
        </p:nvSpPr>
        <p:spPr>
          <a:xfrm>
            <a:off x="3976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2" name="Google Shape;3342;p35"/>
          <p:cNvSpPr txBox="1"/>
          <p:nvPr/>
        </p:nvSpPr>
        <p:spPr>
          <a:xfrm>
            <a:off x="3976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5"/>
          <p:cNvSpPr txBox="1"/>
          <p:nvPr/>
        </p:nvSpPr>
        <p:spPr>
          <a:xfrm>
            <a:off x="7378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4" name="Google Shape;3344;p35"/>
          <p:cNvSpPr txBox="1"/>
          <p:nvPr/>
        </p:nvSpPr>
        <p:spPr>
          <a:xfrm>
            <a:off x="7378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5" name="Google Shape;3345;p35"/>
          <p:cNvSpPr/>
          <p:nvPr/>
        </p:nvSpPr>
        <p:spPr>
          <a:xfrm>
            <a:off x="5093697" y="1200194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6" name="Google Shape;3346;p35"/>
          <p:cNvSpPr/>
          <p:nvPr/>
        </p:nvSpPr>
        <p:spPr>
          <a:xfrm>
            <a:off x="6872350" y="1205929"/>
            <a:ext cx="506416" cy="2146456"/>
          </a:xfrm>
          <a:custGeom>
            <a:avLst/>
            <a:gdLst/>
            <a:ahLst/>
            <a:cxnLst/>
            <a:rect l="l" t="t" r="r" b="b"/>
            <a:pathLst>
              <a:path w="15265" h="64701" extrusionOk="0">
                <a:moveTo>
                  <a:pt x="0" y="1"/>
                </a:moveTo>
                <a:lnTo>
                  <a:pt x="0" y="223"/>
                </a:lnTo>
                <a:lnTo>
                  <a:pt x="728" y="223"/>
                </a:lnTo>
                <a:lnTo>
                  <a:pt x="728" y="1"/>
                </a:lnTo>
                <a:close/>
                <a:moveTo>
                  <a:pt x="1900" y="1"/>
                </a:moveTo>
                <a:lnTo>
                  <a:pt x="1900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800" y="1"/>
                </a:moveTo>
                <a:lnTo>
                  <a:pt x="3800" y="223"/>
                </a:lnTo>
                <a:lnTo>
                  <a:pt x="4497" y="223"/>
                </a:lnTo>
                <a:lnTo>
                  <a:pt x="4497" y="1"/>
                </a:lnTo>
                <a:close/>
                <a:moveTo>
                  <a:pt x="5700" y="191"/>
                </a:moveTo>
                <a:lnTo>
                  <a:pt x="5637" y="413"/>
                </a:lnTo>
                <a:cubicBezTo>
                  <a:pt x="5859" y="476"/>
                  <a:pt x="6049" y="571"/>
                  <a:pt x="6271" y="666"/>
                </a:cubicBezTo>
                <a:lnTo>
                  <a:pt x="6366" y="476"/>
                </a:lnTo>
                <a:cubicBezTo>
                  <a:pt x="6144" y="349"/>
                  <a:pt x="5922" y="254"/>
                  <a:pt x="5700" y="191"/>
                </a:cubicBezTo>
                <a:close/>
                <a:moveTo>
                  <a:pt x="7347" y="1204"/>
                </a:moveTo>
                <a:lnTo>
                  <a:pt x="7189" y="1363"/>
                </a:lnTo>
                <a:cubicBezTo>
                  <a:pt x="7347" y="1521"/>
                  <a:pt x="7506" y="1679"/>
                  <a:pt x="7632" y="1869"/>
                </a:cubicBezTo>
                <a:lnTo>
                  <a:pt x="7822" y="1743"/>
                </a:lnTo>
                <a:cubicBezTo>
                  <a:pt x="7696" y="1553"/>
                  <a:pt x="7537" y="1363"/>
                  <a:pt x="7347" y="1204"/>
                </a:cubicBezTo>
                <a:close/>
                <a:moveTo>
                  <a:pt x="8361" y="2819"/>
                </a:moveTo>
                <a:lnTo>
                  <a:pt x="8139" y="2883"/>
                </a:lnTo>
                <a:cubicBezTo>
                  <a:pt x="8202" y="3104"/>
                  <a:pt x="8266" y="3326"/>
                  <a:pt x="8297" y="3579"/>
                </a:cubicBezTo>
                <a:lnTo>
                  <a:pt x="8551" y="3516"/>
                </a:lnTo>
                <a:cubicBezTo>
                  <a:pt x="8487" y="3294"/>
                  <a:pt x="8456" y="3041"/>
                  <a:pt x="8361" y="2819"/>
                </a:cubicBezTo>
                <a:close/>
                <a:moveTo>
                  <a:pt x="8329" y="4720"/>
                </a:moveTo>
                <a:lnTo>
                  <a:pt x="8329" y="5416"/>
                </a:lnTo>
                <a:lnTo>
                  <a:pt x="8582" y="5416"/>
                </a:lnTo>
                <a:lnTo>
                  <a:pt x="8582" y="4720"/>
                </a:lnTo>
                <a:close/>
                <a:moveTo>
                  <a:pt x="8329" y="6620"/>
                </a:moveTo>
                <a:lnTo>
                  <a:pt x="8329" y="7316"/>
                </a:lnTo>
                <a:lnTo>
                  <a:pt x="8582" y="7316"/>
                </a:lnTo>
                <a:lnTo>
                  <a:pt x="8582" y="6620"/>
                </a:lnTo>
                <a:close/>
                <a:moveTo>
                  <a:pt x="8329" y="8520"/>
                </a:moveTo>
                <a:lnTo>
                  <a:pt x="8329" y="9217"/>
                </a:lnTo>
                <a:lnTo>
                  <a:pt x="8582" y="9217"/>
                </a:lnTo>
                <a:lnTo>
                  <a:pt x="8582" y="8520"/>
                </a:lnTo>
                <a:close/>
                <a:moveTo>
                  <a:pt x="8329" y="10388"/>
                </a:moveTo>
                <a:lnTo>
                  <a:pt x="8329" y="11117"/>
                </a:lnTo>
                <a:lnTo>
                  <a:pt x="8582" y="11117"/>
                </a:lnTo>
                <a:lnTo>
                  <a:pt x="8582" y="10388"/>
                </a:lnTo>
                <a:close/>
                <a:moveTo>
                  <a:pt x="8329" y="12288"/>
                </a:moveTo>
                <a:lnTo>
                  <a:pt x="8329" y="12985"/>
                </a:lnTo>
                <a:lnTo>
                  <a:pt x="8582" y="12985"/>
                </a:lnTo>
                <a:lnTo>
                  <a:pt x="8582" y="12288"/>
                </a:lnTo>
                <a:close/>
                <a:moveTo>
                  <a:pt x="8329" y="14157"/>
                </a:moveTo>
                <a:lnTo>
                  <a:pt x="8329" y="14885"/>
                </a:lnTo>
                <a:lnTo>
                  <a:pt x="8582" y="14885"/>
                </a:lnTo>
                <a:lnTo>
                  <a:pt x="8582" y="14157"/>
                </a:lnTo>
                <a:close/>
                <a:moveTo>
                  <a:pt x="8329" y="16057"/>
                </a:moveTo>
                <a:lnTo>
                  <a:pt x="8329" y="16785"/>
                </a:lnTo>
                <a:lnTo>
                  <a:pt x="8582" y="16785"/>
                </a:lnTo>
                <a:lnTo>
                  <a:pt x="8582" y="16057"/>
                </a:lnTo>
                <a:close/>
                <a:moveTo>
                  <a:pt x="8329" y="17957"/>
                </a:moveTo>
                <a:lnTo>
                  <a:pt x="8329" y="18654"/>
                </a:lnTo>
                <a:lnTo>
                  <a:pt x="8582" y="18654"/>
                </a:lnTo>
                <a:lnTo>
                  <a:pt x="8582" y="17957"/>
                </a:lnTo>
                <a:close/>
                <a:moveTo>
                  <a:pt x="8329" y="19826"/>
                </a:moveTo>
                <a:lnTo>
                  <a:pt x="8329" y="20554"/>
                </a:lnTo>
                <a:lnTo>
                  <a:pt x="8582" y="20554"/>
                </a:lnTo>
                <a:lnTo>
                  <a:pt x="8582" y="19826"/>
                </a:lnTo>
                <a:close/>
                <a:moveTo>
                  <a:pt x="8329" y="21726"/>
                </a:moveTo>
                <a:lnTo>
                  <a:pt x="8329" y="22422"/>
                </a:lnTo>
                <a:lnTo>
                  <a:pt x="8582" y="22422"/>
                </a:lnTo>
                <a:lnTo>
                  <a:pt x="8582" y="21726"/>
                </a:lnTo>
                <a:close/>
                <a:moveTo>
                  <a:pt x="8329" y="23626"/>
                </a:moveTo>
                <a:lnTo>
                  <a:pt x="8329" y="24323"/>
                </a:lnTo>
                <a:lnTo>
                  <a:pt x="8582" y="24323"/>
                </a:lnTo>
                <a:lnTo>
                  <a:pt x="8582" y="23626"/>
                </a:lnTo>
                <a:close/>
                <a:moveTo>
                  <a:pt x="8329" y="25494"/>
                </a:moveTo>
                <a:lnTo>
                  <a:pt x="8329" y="26223"/>
                </a:lnTo>
                <a:lnTo>
                  <a:pt x="8582" y="26223"/>
                </a:lnTo>
                <a:lnTo>
                  <a:pt x="8582" y="25494"/>
                </a:lnTo>
                <a:close/>
                <a:moveTo>
                  <a:pt x="8329" y="27394"/>
                </a:moveTo>
                <a:lnTo>
                  <a:pt x="8329" y="28091"/>
                </a:lnTo>
                <a:lnTo>
                  <a:pt x="8582" y="28091"/>
                </a:lnTo>
                <a:lnTo>
                  <a:pt x="8582" y="27394"/>
                </a:lnTo>
                <a:close/>
                <a:moveTo>
                  <a:pt x="8329" y="29295"/>
                </a:moveTo>
                <a:lnTo>
                  <a:pt x="8329" y="29991"/>
                </a:lnTo>
                <a:lnTo>
                  <a:pt x="8582" y="29991"/>
                </a:lnTo>
                <a:lnTo>
                  <a:pt x="8582" y="29295"/>
                </a:lnTo>
                <a:close/>
                <a:moveTo>
                  <a:pt x="8329" y="31163"/>
                </a:moveTo>
                <a:lnTo>
                  <a:pt x="8329" y="31891"/>
                </a:lnTo>
                <a:lnTo>
                  <a:pt x="8582" y="31891"/>
                </a:lnTo>
                <a:lnTo>
                  <a:pt x="8582" y="31163"/>
                </a:lnTo>
                <a:close/>
                <a:moveTo>
                  <a:pt x="8329" y="33063"/>
                </a:moveTo>
                <a:lnTo>
                  <a:pt x="8329" y="33760"/>
                </a:lnTo>
                <a:lnTo>
                  <a:pt x="8582" y="33760"/>
                </a:lnTo>
                <a:lnTo>
                  <a:pt x="8582" y="33063"/>
                </a:lnTo>
                <a:close/>
                <a:moveTo>
                  <a:pt x="8329" y="34963"/>
                </a:moveTo>
                <a:lnTo>
                  <a:pt x="8329" y="35660"/>
                </a:lnTo>
                <a:lnTo>
                  <a:pt x="8582" y="35660"/>
                </a:lnTo>
                <a:lnTo>
                  <a:pt x="8582" y="34963"/>
                </a:lnTo>
                <a:close/>
                <a:moveTo>
                  <a:pt x="8329" y="36832"/>
                </a:moveTo>
                <a:lnTo>
                  <a:pt x="8329" y="37560"/>
                </a:lnTo>
                <a:lnTo>
                  <a:pt x="8582" y="37560"/>
                </a:lnTo>
                <a:lnTo>
                  <a:pt x="8582" y="36832"/>
                </a:lnTo>
                <a:close/>
                <a:moveTo>
                  <a:pt x="8329" y="38732"/>
                </a:moveTo>
                <a:lnTo>
                  <a:pt x="8329" y="39429"/>
                </a:lnTo>
                <a:lnTo>
                  <a:pt x="8582" y="39429"/>
                </a:lnTo>
                <a:lnTo>
                  <a:pt x="8582" y="38732"/>
                </a:lnTo>
                <a:close/>
                <a:moveTo>
                  <a:pt x="8329" y="40632"/>
                </a:moveTo>
                <a:lnTo>
                  <a:pt x="8329" y="41329"/>
                </a:lnTo>
                <a:lnTo>
                  <a:pt x="8582" y="41329"/>
                </a:lnTo>
                <a:lnTo>
                  <a:pt x="8582" y="40632"/>
                </a:lnTo>
                <a:close/>
                <a:moveTo>
                  <a:pt x="8329" y="42501"/>
                </a:moveTo>
                <a:lnTo>
                  <a:pt x="8329" y="43229"/>
                </a:lnTo>
                <a:lnTo>
                  <a:pt x="8582" y="43229"/>
                </a:lnTo>
                <a:lnTo>
                  <a:pt x="8582" y="42501"/>
                </a:lnTo>
                <a:close/>
                <a:moveTo>
                  <a:pt x="8329" y="44401"/>
                </a:moveTo>
                <a:lnTo>
                  <a:pt x="8329" y="45097"/>
                </a:lnTo>
                <a:lnTo>
                  <a:pt x="8582" y="45097"/>
                </a:lnTo>
                <a:lnTo>
                  <a:pt x="8582" y="44401"/>
                </a:lnTo>
                <a:close/>
                <a:moveTo>
                  <a:pt x="8329" y="46301"/>
                </a:moveTo>
                <a:lnTo>
                  <a:pt x="8329" y="46998"/>
                </a:lnTo>
                <a:lnTo>
                  <a:pt x="8582" y="46998"/>
                </a:lnTo>
                <a:lnTo>
                  <a:pt x="8582" y="46301"/>
                </a:lnTo>
                <a:close/>
                <a:moveTo>
                  <a:pt x="8329" y="48169"/>
                </a:moveTo>
                <a:lnTo>
                  <a:pt x="8329" y="48898"/>
                </a:lnTo>
                <a:lnTo>
                  <a:pt x="8582" y="48898"/>
                </a:lnTo>
                <a:lnTo>
                  <a:pt x="8582" y="48169"/>
                </a:lnTo>
                <a:close/>
                <a:moveTo>
                  <a:pt x="8329" y="50069"/>
                </a:moveTo>
                <a:lnTo>
                  <a:pt x="8329" y="50766"/>
                </a:lnTo>
                <a:lnTo>
                  <a:pt x="8582" y="50766"/>
                </a:lnTo>
                <a:lnTo>
                  <a:pt x="8582" y="50069"/>
                </a:lnTo>
                <a:close/>
                <a:moveTo>
                  <a:pt x="8329" y="51970"/>
                </a:moveTo>
                <a:lnTo>
                  <a:pt x="8329" y="52666"/>
                </a:lnTo>
                <a:lnTo>
                  <a:pt x="8582" y="52666"/>
                </a:lnTo>
                <a:lnTo>
                  <a:pt x="8582" y="51970"/>
                </a:lnTo>
                <a:close/>
                <a:moveTo>
                  <a:pt x="8329" y="53838"/>
                </a:moveTo>
                <a:lnTo>
                  <a:pt x="8329" y="54566"/>
                </a:lnTo>
                <a:lnTo>
                  <a:pt x="8582" y="54566"/>
                </a:lnTo>
                <a:lnTo>
                  <a:pt x="8582" y="53838"/>
                </a:lnTo>
                <a:close/>
                <a:moveTo>
                  <a:pt x="8329" y="55738"/>
                </a:moveTo>
                <a:lnTo>
                  <a:pt x="8329" y="56435"/>
                </a:lnTo>
                <a:lnTo>
                  <a:pt x="8582" y="56435"/>
                </a:lnTo>
                <a:lnTo>
                  <a:pt x="8582" y="55738"/>
                </a:lnTo>
                <a:close/>
                <a:moveTo>
                  <a:pt x="8329" y="57638"/>
                </a:moveTo>
                <a:lnTo>
                  <a:pt x="8329" y="58335"/>
                </a:lnTo>
                <a:lnTo>
                  <a:pt x="8582" y="58335"/>
                </a:lnTo>
                <a:lnTo>
                  <a:pt x="8582" y="57638"/>
                </a:lnTo>
                <a:close/>
                <a:moveTo>
                  <a:pt x="8329" y="59507"/>
                </a:moveTo>
                <a:lnTo>
                  <a:pt x="8329" y="60235"/>
                </a:lnTo>
                <a:lnTo>
                  <a:pt x="8582" y="60235"/>
                </a:lnTo>
                <a:lnTo>
                  <a:pt x="8582" y="59507"/>
                </a:lnTo>
                <a:close/>
                <a:moveTo>
                  <a:pt x="8646" y="61375"/>
                </a:moveTo>
                <a:lnTo>
                  <a:pt x="8424" y="61407"/>
                </a:lnTo>
                <a:cubicBezTo>
                  <a:pt x="8487" y="61660"/>
                  <a:pt x="8551" y="61882"/>
                  <a:pt x="8646" y="62104"/>
                </a:cubicBezTo>
                <a:lnTo>
                  <a:pt x="8867" y="62040"/>
                </a:lnTo>
                <a:cubicBezTo>
                  <a:pt x="8772" y="61819"/>
                  <a:pt x="8709" y="61597"/>
                  <a:pt x="8646" y="61375"/>
                </a:cubicBezTo>
                <a:close/>
                <a:moveTo>
                  <a:pt x="9437" y="63022"/>
                </a:moveTo>
                <a:lnTo>
                  <a:pt x="9247" y="63149"/>
                </a:lnTo>
                <a:cubicBezTo>
                  <a:pt x="9406" y="63339"/>
                  <a:pt x="9564" y="63529"/>
                  <a:pt x="9754" y="63687"/>
                </a:cubicBezTo>
                <a:lnTo>
                  <a:pt x="9912" y="63497"/>
                </a:lnTo>
                <a:cubicBezTo>
                  <a:pt x="9754" y="63370"/>
                  <a:pt x="9596" y="63180"/>
                  <a:pt x="9437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89" y="64447"/>
                  <a:pt x="11243" y="64510"/>
                  <a:pt x="11464" y="64574"/>
                </a:cubicBezTo>
                <a:lnTo>
                  <a:pt x="11528" y="64352"/>
                </a:lnTo>
                <a:cubicBezTo>
                  <a:pt x="11306" y="64289"/>
                  <a:pt x="11084" y="64225"/>
                  <a:pt x="10863" y="64130"/>
                </a:cubicBezTo>
                <a:close/>
                <a:moveTo>
                  <a:pt x="12668" y="64447"/>
                </a:moveTo>
                <a:lnTo>
                  <a:pt x="12668" y="64700"/>
                </a:lnTo>
                <a:lnTo>
                  <a:pt x="13364" y="64700"/>
                </a:lnTo>
                <a:lnTo>
                  <a:pt x="13364" y="64447"/>
                </a:lnTo>
                <a:close/>
                <a:moveTo>
                  <a:pt x="14568" y="64447"/>
                </a:moveTo>
                <a:lnTo>
                  <a:pt x="14568" y="64700"/>
                </a:lnTo>
                <a:lnTo>
                  <a:pt x="15265" y="64700"/>
                </a:lnTo>
                <a:lnTo>
                  <a:pt x="15265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457185" y="1025890"/>
            <a:ext cx="8233620" cy="3710626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64375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avLst/>
              <a:gdLst/>
              <a:ahLst/>
              <a:cxnLst/>
              <a:rect l="l" t="t" r="r" b="b"/>
              <a:pathLst>
                <a:path w="253607" h="115434" extrusionOk="0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avLst/>
              <a:gdLst/>
              <a:ahLst/>
              <a:cxnLst/>
              <a:rect l="l" t="t" r="r" b="b"/>
              <a:pathLst>
                <a:path w="2914" h="2914" extrusionOk="0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avLst/>
              <a:gdLst/>
              <a:ahLst/>
              <a:cxnLst/>
              <a:rect l="l" t="t" r="r" b="b"/>
              <a:pathLst>
                <a:path w="2883" h="2883" extrusionOk="0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avLst/>
              <a:gdLst/>
              <a:ahLst/>
              <a:cxnLst/>
              <a:rect l="l" t="t" r="r" b="b"/>
              <a:pathLst>
                <a:path w="1268" h="1163" extrusionOk="0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avLst/>
              <a:gdLst/>
              <a:ahLst/>
              <a:cxnLst/>
              <a:rect l="l" t="t" r="r" b="b"/>
              <a:pathLst>
                <a:path w="9343" h="9256" extrusionOk="0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avLst/>
              <a:gdLst/>
              <a:ahLst/>
              <a:cxnLst/>
              <a:rect l="l" t="t" r="r" b="b"/>
              <a:pathLst>
                <a:path w="8710" h="9827" extrusionOk="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avLst/>
              <a:gdLst/>
              <a:ahLst/>
              <a:cxnLst/>
              <a:rect l="l" t="t" r="r" b="b"/>
              <a:pathLst>
                <a:path w="12573" h="3801" extrusionOk="0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avLst/>
              <a:gdLst/>
              <a:ahLst/>
              <a:cxnLst/>
              <a:rect l="l" t="t" r="r" b="b"/>
              <a:pathLst>
                <a:path w="10040" h="7475" extrusionOk="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avLst/>
              <a:gdLst/>
              <a:ahLst/>
              <a:cxnLst/>
              <a:rect l="l" t="t" r="r" b="b"/>
              <a:pathLst>
                <a:path w="4689" h="4625" extrusionOk="0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avLst/>
              <a:gdLst/>
              <a:ahLst/>
              <a:cxnLst/>
              <a:rect l="l" t="t" r="r" b="b"/>
              <a:pathLst>
                <a:path w="5069" h="5005" extrusionOk="0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avLst/>
              <a:gdLst/>
              <a:ahLst/>
              <a:cxnLst/>
              <a:rect l="l" t="t" r="r" b="b"/>
              <a:pathLst>
                <a:path w="10737" h="919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avLst/>
              <a:gdLst/>
              <a:ahLst/>
              <a:cxnLst/>
              <a:rect l="l" t="t" r="r" b="b"/>
              <a:pathLst>
                <a:path w="11117" h="1236" extrusionOk="0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avLst/>
              <a:gdLst/>
              <a:ahLst/>
              <a:cxnLst/>
              <a:rect l="l" t="t" r="r" b="b"/>
              <a:pathLst>
                <a:path w="7602" h="12339" extrusionOk="0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avLst/>
              <a:gdLst/>
              <a:ahLst/>
              <a:cxnLst/>
              <a:rect l="l" t="t" r="r" b="b"/>
              <a:pathLst>
                <a:path w="7982" h="12708" extrusionOk="0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avLst/>
              <a:gdLst/>
              <a:ahLst/>
              <a:cxnLst/>
              <a:rect l="l" t="t" r="r" b="b"/>
              <a:pathLst>
                <a:path w="2662" h="2598" extrusionOk="0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avLst/>
              <a:gdLst/>
              <a:ahLst/>
              <a:cxnLst/>
              <a:rect l="l" t="t" r="r" b="b"/>
              <a:pathLst>
                <a:path w="3042" h="2978" extrusionOk="0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avLst/>
              <a:gdLst/>
              <a:ahLst/>
              <a:cxnLst/>
              <a:rect l="l" t="t" r="r" b="b"/>
              <a:pathLst>
                <a:path w="1616" h="6081" extrusionOk="0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avLst/>
              <a:gdLst/>
              <a:ahLst/>
              <a:cxnLst/>
              <a:rect l="l" t="t" r="r" b="b"/>
              <a:pathLst>
                <a:path w="1965" h="643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avLst/>
              <a:gdLst/>
              <a:ahLst/>
              <a:cxnLst/>
              <a:rect l="l" t="t" r="r" b="b"/>
              <a:pathLst>
                <a:path w="381" h="3960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avLst/>
              <a:gdLst/>
              <a:ahLst/>
              <a:cxnLst/>
              <a:rect l="l" t="t" r="r" b="b"/>
              <a:pathLst>
                <a:path w="697" h="1175" extrusionOk="0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avLst/>
              <a:gdLst/>
              <a:ahLst/>
              <a:cxnLst/>
              <a:rect l="l" t="t" r="r" b="b"/>
              <a:pathLst>
                <a:path w="698" h="1185" extrusionOk="0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avLst/>
              <a:gdLst/>
              <a:ahLst/>
              <a:cxnLst/>
              <a:rect l="l" t="t" r="r" b="b"/>
              <a:pathLst>
                <a:path w="1553" h="3104" extrusionOk="0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avLst/>
              <a:gdLst/>
              <a:ahLst/>
              <a:cxnLst/>
              <a:rect l="l" t="t" r="r" b="b"/>
              <a:pathLst>
                <a:path w="1933" h="3484" extrusionOk="0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avLst/>
              <a:gdLst/>
              <a:ahLst/>
              <a:cxnLst/>
              <a:rect l="l" t="t" r="r" b="b"/>
              <a:pathLst>
                <a:path w="1521" h="825" extrusionOk="0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avLst/>
              <a:gdLst/>
              <a:ahLst/>
              <a:cxnLst/>
              <a:rect l="l" t="t" r="r" b="b"/>
              <a:pathLst>
                <a:path w="317" h="793" extrusionOk="0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avLst/>
              <a:gdLst/>
              <a:ahLst/>
              <a:cxnLst/>
              <a:rect l="l" t="t" r="r" b="b"/>
              <a:pathLst>
                <a:path w="697" h="1149" extrusionOk="0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avLst/>
              <a:gdLst/>
              <a:ahLst/>
              <a:cxnLst/>
              <a:rect l="l" t="t" r="r" b="b"/>
              <a:pathLst>
                <a:path w="286" h="793" extrusionOk="0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avLst/>
              <a:gdLst/>
              <a:ahLst/>
              <a:cxnLst/>
              <a:rect l="l" t="t" r="r" b="b"/>
              <a:pathLst>
                <a:path w="698" h="1157" extrusionOk="0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avLst/>
              <a:gdLst/>
              <a:ahLst/>
              <a:cxnLst/>
              <a:rect l="l" t="t" r="r" b="b"/>
              <a:pathLst>
                <a:path w="1711" h="2535" extrusionOk="0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avLst/>
              <a:gdLst/>
              <a:ahLst/>
              <a:cxnLst/>
              <a:rect l="l" t="t" r="r" b="b"/>
              <a:pathLst>
                <a:path w="2091" h="288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avLst/>
              <a:gdLst/>
              <a:ahLst/>
              <a:cxnLst/>
              <a:rect l="l" t="t" r="r" b="b"/>
              <a:pathLst>
                <a:path w="1521" h="824" extrusionOk="0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avLst/>
              <a:gdLst/>
              <a:ahLst/>
              <a:cxnLst/>
              <a:rect l="l" t="t" r="r" b="b"/>
              <a:pathLst>
                <a:path w="2250" h="2630" extrusionOk="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avLst/>
              <a:gdLst/>
              <a:ahLst/>
              <a:cxnLst/>
              <a:rect l="l" t="t" r="r" b="b"/>
              <a:pathLst>
                <a:path w="2630" h="3010" extrusionOk="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avLst/>
              <a:gdLst/>
              <a:ahLst/>
              <a:cxnLst/>
              <a:rect l="l" t="t" r="r" b="b"/>
              <a:pathLst>
                <a:path w="1299" h="1869" extrusionOk="0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avLst/>
              <a:gdLst/>
              <a:ahLst/>
              <a:cxnLst/>
              <a:rect l="l" t="t" r="r" b="b"/>
              <a:pathLst>
                <a:path w="1331" h="1869" extrusionOk="0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avLst/>
              <a:gdLst/>
              <a:ahLst/>
              <a:cxnLst/>
              <a:rect l="l" t="t" r="r" b="b"/>
              <a:pathLst>
                <a:path w="5227" h="7741" extrusionOk="0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avLst/>
              <a:gdLst/>
              <a:ahLst/>
              <a:cxnLst/>
              <a:rect l="l" t="t" r="r" b="b"/>
              <a:pathLst>
                <a:path w="5607" h="8121" extrusionOk="0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avLst/>
              <a:gdLst/>
              <a:ahLst/>
              <a:cxnLst/>
              <a:rect l="l" t="t" r="r" b="b"/>
              <a:pathLst>
                <a:path w="1458" h="2472" extrusionOk="0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avLst/>
              <a:gdLst/>
              <a:ahLst/>
              <a:cxnLst/>
              <a:rect l="l" t="t" r="r" b="b"/>
              <a:pathLst>
                <a:path w="1838" h="2832" extrusionOk="0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avLst/>
              <a:gdLst/>
              <a:ahLst/>
              <a:cxnLst/>
              <a:rect l="l" t="t" r="r" b="b"/>
              <a:pathLst>
                <a:path w="1268" h="2249" extrusionOk="0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avLst/>
              <a:gdLst/>
              <a:ahLst/>
              <a:cxnLst/>
              <a:rect l="l" t="t" r="r" b="b"/>
              <a:pathLst>
                <a:path w="1648" h="2598" extrusionOk="0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avLst/>
              <a:gdLst/>
              <a:ahLst/>
              <a:cxnLst/>
              <a:rect l="l" t="t" r="r" b="b"/>
              <a:pathLst>
                <a:path w="349" h="2123" extrusionOk="0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avLst/>
              <a:gdLst/>
              <a:ahLst/>
              <a:cxnLst/>
              <a:rect l="l" t="t" r="r" b="b"/>
              <a:pathLst>
                <a:path w="1363" h="1236" extrusionOk="0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avLst/>
              <a:gdLst/>
              <a:ahLst/>
              <a:cxnLst/>
              <a:rect l="l" t="t" r="r" b="b"/>
              <a:pathLst>
                <a:path w="381" h="2123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avLst/>
              <a:gdLst/>
              <a:ahLst/>
              <a:cxnLst/>
              <a:rect l="l" t="t" r="r" b="b"/>
              <a:pathLst>
                <a:path w="1395" h="1236" extrusionOk="0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avLst/>
              <a:gdLst/>
              <a:ahLst/>
              <a:cxnLst/>
              <a:rect l="l" t="t" r="r" b="b"/>
              <a:pathLst>
                <a:path w="951" h="983" extrusionOk="0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avLst/>
              <a:gdLst/>
              <a:ahLst/>
              <a:cxnLst/>
              <a:rect l="l" t="t" r="r" b="b"/>
              <a:pathLst>
                <a:path w="1110" h="349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avLst/>
              <a:gdLst/>
              <a:ahLst/>
              <a:cxnLst/>
              <a:rect l="l" t="t" r="r" b="b"/>
              <a:pathLst>
                <a:path w="792" h="381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avLst/>
              <a:gdLst/>
              <a:ahLst/>
              <a:cxnLst/>
              <a:rect l="l" t="t" r="r" b="b"/>
              <a:pathLst>
                <a:path w="2534" h="3168" extrusionOk="0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avLst/>
              <a:gdLst/>
              <a:ahLst/>
              <a:cxnLst/>
              <a:rect l="l" t="t" r="r" b="b"/>
              <a:pathLst>
                <a:path w="2914" h="3520" extrusionOk="0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avLst/>
              <a:gdLst/>
              <a:ahLst/>
              <a:cxnLst/>
              <a:rect l="l" t="t" r="r" b="b"/>
              <a:pathLst>
                <a:path w="413" h="1648" extrusionOk="0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avLst/>
              <a:gdLst/>
              <a:ahLst/>
              <a:cxnLst/>
              <a:rect l="l" t="t" r="r" b="b"/>
              <a:pathLst>
                <a:path w="381" h="1648" extrusionOk="0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avLst/>
              <a:gdLst/>
              <a:ahLst/>
              <a:cxnLst/>
              <a:rect l="l" t="t" r="r" b="b"/>
              <a:pathLst>
                <a:path w="413" h="191" extrusionOk="0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avLst/>
              <a:gdLst/>
              <a:ahLst/>
              <a:cxnLst/>
              <a:rect l="l" t="t" r="r" b="b"/>
              <a:pathLst>
                <a:path w="825" h="565" extrusionOk="0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avLst/>
              <a:gdLst/>
              <a:ahLst/>
              <a:cxnLst/>
              <a:rect l="l" t="t" r="r" b="b"/>
              <a:pathLst>
                <a:path w="634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avLst/>
              <a:gdLst/>
              <a:ahLst/>
              <a:cxnLst/>
              <a:rect l="l" t="t" r="r" b="b"/>
              <a:pathLst>
                <a:path w="159" h="223" extrusionOk="0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avLst/>
              <a:gdLst/>
              <a:ahLst/>
              <a:cxnLst/>
              <a:rect l="l" t="t" r="r" b="b"/>
              <a:pathLst>
                <a:path w="412" h="191" extrusionOk="0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avLst/>
              <a:gdLst/>
              <a:ahLst/>
              <a:cxnLst/>
              <a:rect l="l" t="t" r="r" b="b"/>
              <a:pathLst>
                <a:path w="824" h="565" extrusionOk="0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avLst/>
              <a:gdLst/>
              <a:ahLst/>
              <a:cxnLst/>
              <a:rect l="l" t="t" r="r" b="b"/>
              <a:pathLst>
                <a:path w="635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avLst/>
              <a:gdLst/>
              <a:ahLst/>
              <a:cxnLst/>
              <a:rect l="l" t="t" r="r" b="b"/>
              <a:pathLst>
                <a:path w="160" h="223" extrusionOk="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avLst/>
              <a:gdLst/>
              <a:ahLst/>
              <a:cxnLst/>
              <a:rect l="l" t="t" r="r" b="b"/>
              <a:pathLst>
                <a:path w="381" h="602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avLst/>
              <a:gdLst/>
              <a:ahLst/>
              <a:cxnLst/>
              <a:rect l="l" t="t" r="r" b="b"/>
              <a:pathLst>
                <a:path w="6810" h="3548" extrusionOk="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avLst/>
              <a:gdLst/>
              <a:ahLst/>
              <a:cxnLst/>
              <a:rect l="l" t="t" r="r" b="b"/>
              <a:pathLst>
                <a:path w="7190" h="3928" extrusionOk="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avLst/>
              <a:gdLst/>
              <a:ahLst/>
              <a:cxnLst/>
              <a:rect l="l" t="t" r="r" b="b"/>
              <a:pathLst>
                <a:path w="5543" h="2250" extrusionOk="0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avLst/>
              <a:gdLst/>
              <a:ahLst/>
              <a:cxnLst/>
              <a:rect l="l" t="t" r="r" b="b"/>
              <a:pathLst>
                <a:path w="5923" h="2598" extrusionOk="0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avLst/>
              <a:gdLst/>
              <a:ahLst/>
              <a:cxnLst/>
              <a:rect l="l" t="t" r="r" b="b"/>
              <a:pathLst>
                <a:path w="1077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avLst/>
              <a:gdLst/>
              <a:ahLst/>
              <a:cxnLst/>
              <a:rect l="l" t="t" r="r" b="b"/>
              <a:pathLst>
                <a:path w="698" h="666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avLst/>
              <a:gdLst/>
              <a:ahLst/>
              <a:cxnLst/>
              <a:rect l="l" t="t" r="r" b="b"/>
              <a:pathLst>
                <a:path w="1078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avLst/>
              <a:gdLst/>
              <a:ahLst/>
              <a:cxnLst/>
              <a:rect l="l" t="t" r="r" b="b"/>
              <a:pathLst>
                <a:path w="1014" h="445" extrusionOk="0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avLst/>
              <a:gdLst/>
              <a:ahLst/>
              <a:cxnLst/>
              <a:rect l="l" t="t" r="r" b="b"/>
              <a:pathLst>
                <a:path w="1394" h="793" extrusionOk="0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avLst/>
              <a:gdLst/>
              <a:ahLst/>
              <a:cxnLst/>
              <a:rect l="l" t="t" r="r" b="b"/>
              <a:pathLst>
                <a:path w="4023" h="3588" extrusionOk="0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avLst/>
              <a:gdLst/>
              <a:ahLst/>
              <a:cxnLst/>
              <a:rect l="l" t="t" r="r" b="b"/>
              <a:pathLst>
                <a:path w="3389" h="2091" extrusionOk="0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avLst/>
              <a:gdLst/>
              <a:ahLst/>
              <a:cxnLst/>
              <a:rect l="l" t="t" r="r" b="b"/>
              <a:pathLst>
                <a:path w="3801" h="2479" extrusionOk="0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3600" y="2677350"/>
              <a:ext cx="316725" cy="221725"/>
            </a:xfrm>
            <a:custGeom>
              <a:avLst/>
              <a:gdLst/>
              <a:ahLst/>
              <a:cxnLst/>
              <a:rect l="l" t="t" r="r" b="b"/>
              <a:pathLst>
                <a:path w="12669" h="8869" extrusionOk="0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avLst/>
              <a:gdLst/>
              <a:ahLst/>
              <a:cxnLst/>
              <a:rect l="l" t="t" r="r" b="b"/>
              <a:pathLst>
                <a:path w="13017" h="9249" extrusionOk="0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avLst/>
              <a:gdLst/>
              <a:ahLst/>
              <a:cxnLst/>
              <a:rect l="l" t="t" r="r" b="b"/>
              <a:pathLst>
                <a:path w="2502" h="2643" extrusionOk="0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avLst/>
              <a:gdLst/>
              <a:ahLst/>
              <a:cxnLst/>
              <a:rect l="l" t="t" r="r" b="b"/>
              <a:pathLst>
                <a:path w="2851" h="2979" extrusionOk="0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avLst/>
              <a:gdLst/>
              <a:ahLst/>
              <a:cxnLst/>
              <a:rect l="l" t="t" r="r" b="b"/>
              <a:pathLst>
                <a:path w="2218" h="1545" extrusionOk="0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avLst/>
              <a:gdLst/>
              <a:ahLst/>
              <a:cxnLst/>
              <a:rect l="l" t="t" r="r" b="b"/>
              <a:pathLst>
                <a:path w="2566" h="1921" extrusionOk="0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avLst/>
              <a:gdLst/>
              <a:ahLst/>
              <a:cxnLst/>
              <a:rect l="l" t="t" r="r" b="b"/>
              <a:pathLst>
                <a:path w="2819" h="1881" extrusionOk="0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avLst/>
              <a:gdLst/>
              <a:ahLst/>
              <a:cxnLst/>
              <a:rect l="l" t="t" r="r" b="b"/>
              <a:pathLst>
                <a:path w="3168" h="2256" extrusionOk="0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avLst/>
              <a:gdLst/>
              <a:ahLst/>
              <a:cxnLst/>
              <a:rect l="l" t="t" r="r" b="b"/>
              <a:pathLst>
                <a:path w="4435" h="2289" extrusionOk="0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avLst/>
              <a:gdLst/>
              <a:ahLst/>
              <a:cxnLst/>
              <a:rect l="l" t="t" r="r" b="b"/>
              <a:pathLst>
                <a:path w="1807" h="1501" extrusionOk="0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avLst/>
              <a:gdLst/>
              <a:ahLst/>
              <a:cxnLst/>
              <a:rect l="l" t="t" r="r" b="b"/>
              <a:pathLst>
                <a:path w="761" h="706" extrusionOk="0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avLst/>
              <a:gdLst/>
              <a:ahLst/>
              <a:cxnLst/>
              <a:rect l="l" t="t" r="r" b="b"/>
              <a:pathLst>
                <a:path w="761" h="714" extrusionOk="0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avLst/>
              <a:gdLst/>
              <a:ahLst/>
              <a:cxnLst/>
              <a:rect l="l" t="t" r="r" b="b"/>
              <a:pathLst>
                <a:path w="3960" h="3548" extrusionOk="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avLst/>
              <a:gdLst/>
              <a:ahLst/>
              <a:cxnLst/>
              <a:rect l="l" t="t" r="r" b="b"/>
              <a:pathLst>
                <a:path w="3960" h="3928" extrusionOk="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avLst/>
              <a:gdLst/>
              <a:ahLst/>
              <a:cxnLst/>
              <a:rect l="l" t="t" r="r" b="b"/>
              <a:pathLst>
                <a:path w="5004" h="4981" extrusionOk="0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avLst/>
              <a:gdLst/>
              <a:ahLst/>
              <a:cxnLst/>
              <a:rect l="l" t="t" r="r" b="b"/>
              <a:pathLst>
                <a:path w="539" h="787" extrusionOk="0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avLst/>
              <a:gdLst/>
              <a:ahLst/>
              <a:cxnLst/>
              <a:rect l="l" t="t" r="r" b="b"/>
              <a:pathLst>
                <a:path w="1331" h="761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avLst/>
              <a:gdLst/>
              <a:ahLst/>
              <a:cxnLst/>
              <a:rect l="l" t="t" r="r" b="b"/>
              <a:pathLst>
                <a:path w="1490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avLst/>
              <a:gdLst/>
              <a:ahLst/>
              <a:cxnLst/>
              <a:rect l="l" t="t" r="r" b="b"/>
              <a:pathLst>
                <a:path w="8171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avLst/>
              <a:gdLst/>
              <a:ahLst/>
              <a:cxnLst/>
              <a:rect l="l" t="t" r="r" b="b"/>
              <a:pathLst>
                <a:path w="635" h="603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avLst/>
              <a:gdLst/>
              <a:ahLst/>
              <a:cxnLst/>
              <a:rect l="l" t="t" r="r" b="b"/>
              <a:pathLst>
                <a:path w="1015" h="983" extrusionOk="0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avLst/>
              <a:gdLst/>
              <a:ahLst/>
              <a:cxnLst/>
              <a:rect l="l" t="t" r="r" b="b"/>
              <a:pathLst>
                <a:path w="5227" h="60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avLst/>
              <a:gdLst/>
              <a:ahLst/>
              <a:cxnLst/>
              <a:rect l="l" t="t" r="r" b="b"/>
              <a:pathLst>
                <a:path w="5607" h="983" extrusionOk="0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avLst/>
              <a:gdLst/>
              <a:ahLst/>
              <a:cxnLst/>
              <a:rect l="l" t="t" r="r" b="b"/>
              <a:pathLst>
                <a:path w="12922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avLst/>
              <a:gdLst/>
              <a:ahLst/>
              <a:cxnLst/>
              <a:rect l="l" t="t" r="r" b="b"/>
              <a:pathLst>
                <a:path w="602" h="634" extrusionOk="0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avLst/>
              <a:gdLst/>
              <a:ahLst/>
              <a:cxnLst/>
              <a:rect l="l" t="t" r="r" b="b"/>
              <a:pathLst>
                <a:path w="982" h="983" extrusionOk="0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avLst/>
              <a:gdLst/>
              <a:ahLst/>
              <a:cxnLst/>
              <a:rect l="l" t="t" r="r" b="b"/>
              <a:pathLst>
                <a:path w="2851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avLst/>
              <a:gdLst/>
              <a:ahLst/>
              <a:cxnLst/>
              <a:rect l="l" t="t" r="r" b="b"/>
              <a:pathLst>
                <a:path w="2282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avLst/>
              <a:gdLst/>
              <a:ahLst/>
              <a:cxnLst/>
              <a:rect l="l" t="t" r="r" b="b"/>
              <a:pathLst>
                <a:path w="2725" h="35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avLst/>
              <a:gdLst/>
              <a:ahLst/>
              <a:cxnLst/>
              <a:rect l="l" t="t" r="r" b="b"/>
              <a:pathLst>
                <a:path w="2123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avLst/>
              <a:gdLst/>
              <a:ahLst/>
              <a:cxnLst/>
              <a:rect l="l" t="t" r="r" b="b"/>
              <a:pathLst>
                <a:path w="6145" h="18792" extrusionOk="0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avLst/>
              <a:gdLst/>
              <a:ahLst/>
              <a:cxnLst/>
              <a:rect l="l" t="t" r="r" b="b"/>
              <a:pathLst>
                <a:path w="5955" h="11718" extrusionOk="0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avLst/>
              <a:gdLst/>
              <a:ahLst/>
              <a:cxnLst/>
              <a:rect l="l" t="t" r="r" b="b"/>
              <a:pathLst>
                <a:path w="9185" h="1742" extrusionOk="0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avLst/>
              <a:gdLst/>
              <a:ahLst/>
              <a:cxnLst/>
              <a:rect l="l" t="t" r="r" b="b"/>
              <a:pathLst>
                <a:path w="3327" h="3960" extrusionOk="0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avLst/>
              <a:gdLst/>
              <a:ahLst/>
              <a:cxnLst/>
              <a:rect l="l" t="t" r="r" b="b"/>
              <a:pathLst>
                <a:path w="5638" h="7981" extrusionOk="0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avLst/>
              <a:gdLst/>
              <a:ahLst/>
              <a:cxnLst/>
              <a:rect l="l" t="t" r="r" b="b"/>
              <a:pathLst>
                <a:path w="6018" h="8361" extrusionOk="0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avLst/>
              <a:gdLst/>
              <a:ahLst/>
              <a:cxnLst/>
              <a:rect l="l" t="t" r="r" b="b"/>
              <a:pathLst>
                <a:path w="2978" h="350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avLst/>
              <a:gdLst/>
              <a:ahLst/>
              <a:cxnLst/>
              <a:rect l="l" t="t" r="r" b="b"/>
              <a:pathLst>
                <a:path w="1426" h="1154" extrusionOk="0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avLst/>
              <a:gdLst/>
              <a:ahLst/>
              <a:cxnLst/>
              <a:rect l="l" t="t" r="r" b="b"/>
              <a:pathLst>
                <a:path w="1426" h="1175" extrusionOk="0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avLst/>
              <a:gdLst/>
              <a:ahLst/>
              <a:cxnLst/>
              <a:rect l="l" t="t" r="r" b="b"/>
              <a:pathLst>
                <a:path w="1426" h="1153" extrusionOk="0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avLst/>
              <a:gdLst/>
              <a:ahLst/>
              <a:cxnLst/>
              <a:rect l="l" t="t" r="r" b="b"/>
              <a:pathLst>
                <a:path w="1426" h="1176" extrusionOk="0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avLst/>
              <a:gdLst/>
              <a:ahLst/>
              <a:cxnLst/>
              <a:rect l="l" t="t" r="r" b="b"/>
              <a:pathLst>
                <a:path w="2091" h="1603" extrusionOk="0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avLst/>
              <a:gdLst/>
              <a:ahLst/>
              <a:cxnLst/>
              <a:rect l="l" t="t" r="r" b="b"/>
              <a:pathLst>
                <a:path w="5733" h="9589" extrusionOk="0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avLst/>
              <a:gdLst/>
              <a:ahLst/>
              <a:cxnLst/>
              <a:rect l="l" t="t" r="r" b="b"/>
              <a:pathLst>
                <a:path w="6113" h="9956" extrusionOk="0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avLst/>
              <a:gdLst/>
              <a:ahLst/>
              <a:cxnLst/>
              <a:rect l="l" t="t" r="r" b="b"/>
              <a:pathLst>
                <a:path w="1869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avLst/>
              <a:gdLst/>
              <a:ahLst/>
              <a:cxnLst/>
              <a:rect l="l" t="t" r="r" b="b"/>
              <a:pathLst>
                <a:path w="2217" h="2186" extrusionOk="0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avLst/>
              <a:gdLst/>
              <a:ahLst/>
              <a:cxnLst/>
              <a:rect l="l" t="t" r="r" b="b"/>
              <a:pathLst>
                <a:path w="413" h="368" extrusionOk="0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avLst/>
              <a:gdLst/>
              <a:ahLst/>
              <a:cxnLst/>
              <a:rect l="l" t="t" r="r" b="b"/>
              <a:pathLst>
                <a:path w="1838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avLst/>
              <a:gdLst/>
              <a:ahLst/>
              <a:cxnLst/>
              <a:rect l="l" t="t" r="r" b="b"/>
              <a:pathLst>
                <a:path w="2218" h="2186" extrusionOk="0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avLst/>
              <a:gdLst/>
              <a:ahLst/>
              <a:cxnLst/>
              <a:rect l="l" t="t" r="r" b="b"/>
              <a:pathLst>
                <a:path w="5734" h="9312" extrusionOk="0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avLst/>
              <a:gdLst/>
              <a:ahLst/>
              <a:cxnLst/>
              <a:rect l="l" t="t" r="r" b="b"/>
              <a:pathLst>
                <a:path w="6050" h="9695" extrusionOk="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avLst/>
              <a:gdLst/>
              <a:ahLst/>
              <a:cxnLst/>
              <a:rect l="l" t="t" r="r" b="b"/>
              <a:pathLst>
                <a:path w="5100" h="4562" extrusionOk="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avLst/>
              <a:gdLst/>
              <a:ahLst/>
              <a:cxnLst/>
              <a:rect l="l" t="t" r="r" b="b"/>
              <a:pathLst>
                <a:path w="5480" h="4942" extrusionOk="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avLst/>
              <a:gdLst/>
              <a:ahLst/>
              <a:cxnLst/>
              <a:rect l="l" t="t" r="r" b="b"/>
              <a:pathLst>
                <a:path w="2693" h="2667" extrusionOk="0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avLst/>
              <a:gdLst/>
              <a:ahLst/>
              <a:cxnLst/>
              <a:rect l="l" t="t" r="r" b="b"/>
              <a:pathLst>
                <a:path w="6082" h="10044" extrusionOk="0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avLst/>
              <a:gdLst/>
              <a:ahLst/>
              <a:cxnLst/>
              <a:rect l="l" t="t" r="r" b="b"/>
              <a:pathLst>
                <a:path w="6493" h="10428" extrusionOk="0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avLst/>
              <a:gdLst/>
              <a:ahLst/>
              <a:cxnLst/>
              <a:rect l="l" t="t" r="r" b="b"/>
              <a:pathLst>
                <a:path w="1300" h="5385" extrusionOk="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avLst/>
              <a:gdLst/>
              <a:ahLst/>
              <a:cxnLst/>
              <a:rect l="l" t="t" r="r" b="b"/>
              <a:pathLst>
                <a:path w="1680" h="5701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avLst/>
              <a:gdLst/>
              <a:ahLst/>
              <a:cxnLst/>
              <a:rect l="l" t="t" r="r" b="b"/>
              <a:pathLst>
                <a:path w="381" h="332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avLst/>
              <a:gdLst/>
              <a:ahLst/>
              <a:cxnLst/>
              <a:rect l="l" t="t" r="r" b="b"/>
              <a:pathLst>
                <a:path w="4340" h="4055" extrusionOk="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avLst/>
              <a:gdLst/>
              <a:ahLst/>
              <a:cxnLst/>
              <a:rect l="l" t="t" r="r" b="b"/>
              <a:pathLst>
                <a:path w="4720" h="4435" extrusionOk="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avLst/>
              <a:gdLst/>
              <a:ahLst/>
              <a:cxnLst/>
              <a:rect l="l" t="t" r="r" b="b"/>
              <a:pathLst>
                <a:path w="3864" h="4403" extrusionOk="0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avLst/>
              <a:gdLst/>
              <a:ahLst/>
              <a:cxnLst/>
              <a:rect l="l" t="t" r="r" b="b"/>
              <a:pathLst>
                <a:path w="4244" h="4783" extrusionOk="0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avLst/>
              <a:gdLst/>
              <a:ahLst/>
              <a:cxnLst/>
              <a:rect l="l" t="t" r="r" b="b"/>
              <a:pathLst>
                <a:path w="2091" h="2186" extrusionOk="0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avLst/>
              <a:gdLst/>
              <a:ahLst/>
              <a:cxnLst/>
              <a:rect l="l" t="t" r="r" b="b"/>
              <a:pathLst>
                <a:path w="2471" h="2566" extrusionOk="0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avLst/>
              <a:gdLst/>
              <a:ahLst/>
              <a:cxnLst/>
              <a:rect l="l" t="t" r="r" b="b"/>
              <a:pathLst>
                <a:path w="4055" h="307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avLst/>
              <a:gdLst/>
              <a:ahLst/>
              <a:cxnLst/>
              <a:rect l="l" t="t" r="r" b="b"/>
              <a:pathLst>
                <a:path w="4403" h="3453" extrusionOk="0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avLst/>
              <a:gdLst/>
              <a:ahLst/>
              <a:cxnLst/>
              <a:rect l="l" t="t" r="r" b="b"/>
              <a:pathLst>
                <a:path w="666" h="2218" extrusionOk="0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avLst/>
              <a:gdLst/>
              <a:ahLst/>
              <a:cxnLst/>
              <a:rect l="l" t="t" r="r" b="b"/>
              <a:pathLst>
                <a:path w="1046" h="2598" extrusionOk="0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avLst/>
              <a:gdLst/>
              <a:ahLst/>
              <a:cxnLst/>
              <a:rect l="l" t="t" r="r" b="b"/>
              <a:pathLst>
                <a:path w="8298" h="4561" extrusionOk="0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avLst/>
              <a:gdLst/>
              <a:ahLst/>
              <a:cxnLst/>
              <a:rect l="l" t="t" r="r" b="b"/>
              <a:pathLst>
                <a:path w="8678" h="4910" extrusionOk="0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avLst/>
              <a:gdLst/>
              <a:ahLst/>
              <a:cxnLst/>
              <a:rect l="l" t="t" r="r" b="b"/>
              <a:pathLst>
                <a:path w="8932" h="729" extrusionOk="0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avLst/>
              <a:gdLst/>
              <a:ahLst/>
              <a:cxnLst/>
              <a:rect l="l" t="t" r="r" b="b"/>
              <a:pathLst>
                <a:path w="9312" h="1077" extrusionOk="0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avLst/>
              <a:gdLst/>
              <a:ahLst/>
              <a:cxnLst/>
              <a:rect l="l" t="t" r="r" b="b"/>
              <a:pathLst>
                <a:path w="983" h="698" extrusionOk="0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avLst/>
              <a:gdLst/>
              <a:ahLst/>
              <a:cxnLst/>
              <a:rect l="l" t="t" r="r" b="b"/>
              <a:pathLst>
                <a:path w="1363" h="1078" extrusionOk="0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avLst/>
              <a:gdLst/>
              <a:ahLst/>
              <a:cxnLst/>
              <a:rect l="l" t="t" r="r" b="b"/>
              <a:pathLst>
                <a:path w="8520" h="10800" extrusionOk="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avLst/>
              <a:gdLst/>
              <a:ahLst/>
              <a:cxnLst/>
              <a:rect l="l" t="t" r="r" b="b"/>
              <a:pathLst>
                <a:path w="8868" h="11148" extrusionOk="0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avLst/>
              <a:gdLst/>
              <a:ahLst/>
              <a:cxnLst/>
              <a:rect l="l" t="t" r="r" b="b"/>
              <a:pathLst>
                <a:path w="4086" h="2503" extrusionOk="0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avLst/>
              <a:gdLst/>
              <a:ahLst/>
              <a:cxnLst/>
              <a:rect l="l" t="t" r="r" b="b"/>
              <a:pathLst>
                <a:path w="4498" h="2883" extrusionOk="0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avLst/>
              <a:gdLst/>
              <a:ahLst/>
              <a:cxnLst/>
              <a:rect l="l" t="t" r="r" b="b"/>
              <a:pathLst>
                <a:path w="634" h="666" extrusionOk="0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avLst/>
              <a:gdLst/>
              <a:ahLst/>
              <a:cxnLst/>
              <a:rect l="l" t="t" r="r" b="b"/>
              <a:pathLst>
                <a:path w="7000" h="9185" extrusionOk="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avLst/>
              <a:gdLst/>
              <a:ahLst/>
              <a:cxnLst/>
              <a:rect l="l" t="t" r="r" b="b"/>
              <a:pathLst>
                <a:path w="7380" h="9533" extrusionOk="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avLst/>
              <a:gdLst/>
              <a:ahLst/>
              <a:cxnLst/>
              <a:rect l="l" t="t" r="r" b="b"/>
              <a:pathLst>
                <a:path w="85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avLst/>
              <a:gdLst/>
              <a:ahLst/>
              <a:cxnLst/>
              <a:rect l="l" t="t" r="r" b="b"/>
              <a:pathLst>
                <a:path w="332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avLst/>
              <a:gdLst/>
              <a:ahLst/>
              <a:cxnLst/>
              <a:rect l="l" t="t" r="r" b="b"/>
              <a:pathLst>
                <a:path w="4403" h="4435" extrusionOk="0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avLst/>
              <a:gdLst/>
              <a:ahLst/>
              <a:cxnLst/>
              <a:rect l="l" t="t" r="r" b="b"/>
              <a:pathLst>
                <a:path w="4783" h="4783" extrusionOk="0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avLst/>
              <a:gdLst/>
              <a:ahLst/>
              <a:cxnLst/>
              <a:rect l="l" t="t" r="r" b="b"/>
              <a:pathLst>
                <a:path w="2154" h="1703" extrusionOk="0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avLst/>
              <a:gdLst/>
              <a:ahLst/>
              <a:cxnLst/>
              <a:rect l="l" t="t" r="r" b="b"/>
              <a:pathLst>
                <a:path w="2598" h="2104" extrusionOk="0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avLst/>
              <a:gdLst/>
              <a:ahLst/>
              <a:cxnLst/>
              <a:rect l="l" t="t" r="r" b="b"/>
              <a:pathLst>
                <a:path w="12099" h="16825" extrusionOk="0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avLst/>
              <a:gdLst/>
              <a:ahLst/>
              <a:cxnLst/>
              <a:rect l="l" t="t" r="r" b="b"/>
              <a:pathLst>
                <a:path w="22137" h="13397" extrusionOk="0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avLst/>
              <a:gdLst/>
              <a:ahLst/>
              <a:cxnLst/>
              <a:rect l="l" t="t" r="r" b="b"/>
              <a:pathLst>
                <a:path w="6905" h="5745" extrusionOk="0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avLst/>
              <a:gdLst/>
              <a:ahLst/>
              <a:cxnLst/>
              <a:rect l="l" t="t" r="r" b="b"/>
              <a:pathLst>
                <a:path w="10863" h="698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avLst/>
              <a:gdLst/>
              <a:ahLst/>
              <a:cxnLst/>
              <a:rect l="l" t="t" r="r" b="b"/>
              <a:pathLst>
                <a:path w="11243" h="1046" extrusionOk="0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avLst/>
              <a:gdLst/>
              <a:ahLst/>
              <a:cxnLst/>
              <a:rect l="l" t="t" r="r" b="b"/>
              <a:pathLst>
                <a:path w="10515" h="8044" extrusionOk="0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avLst/>
              <a:gdLst/>
              <a:ahLst/>
              <a:cxnLst/>
              <a:rect l="l" t="t" r="r" b="b"/>
              <a:pathLst>
                <a:path w="1648" h="1616" extrusionOk="0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avLst/>
              <a:gdLst/>
              <a:ahLst/>
              <a:cxnLst/>
              <a:rect l="l" t="t" r="r" b="b"/>
              <a:pathLst>
                <a:path w="1141" h="1375" extrusionOk="0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avLst/>
              <a:gdLst/>
              <a:ahLst/>
              <a:cxnLst/>
              <a:rect l="l" t="t" r="r" b="b"/>
              <a:pathLst>
                <a:path w="1141" h="1365" extrusionOk="0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avLst/>
              <a:gdLst/>
              <a:ahLst/>
              <a:cxnLst/>
              <a:rect l="l" t="t" r="r" b="b"/>
              <a:pathLst>
                <a:path w="2313" h="1945" extrusionOk="0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avLst/>
              <a:gdLst/>
              <a:ahLst/>
              <a:cxnLst/>
              <a:rect l="l" t="t" r="r" b="b"/>
              <a:pathLst>
                <a:path w="1711" h="1205" extrusionOk="0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avLst/>
              <a:gdLst/>
              <a:ahLst/>
              <a:cxnLst/>
              <a:rect l="l" t="t" r="r" b="b"/>
              <a:pathLst>
                <a:path w="7316" h="4308" extrusionOk="0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avLst/>
              <a:gdLst/>
              <a:ahLst/>
              <a:cxnLst/>
              <a:rect l="l" t="t" r="r" b="b"/>
              <a:pathLst>
                <a:path w="7633" h="4466" extrusionOk="0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avLst/>
              <a:gdLst/>
              <a:ahLst/>
              <a:cxnLst/>
              <a:rect l="l" t="t" r="r" b="b"/>
              <a:pathLst>
                <a:path w="4593" h="1680" extrusionOk="0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avLst/>
              <a:gdLst/>
              <a:ahLst/>
              <a:cxnLst/>
              <a:rect l="l" t="t" r="r" b="b"/>
              <a:pathLst>
                <a:path w="4973" h="1914" extrusionOk="0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avLst/>
              <a:gdLst/>
              <a:ahLst/>
              <a:cxnLst/>
              <a:rect l="l" t="t" r="r" b="b"/>
              <a:pathLst>
                <a:path w="1173" h="793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avLst/>
              <a:gdLst/>
              <a:ahLst/>
              <a:cxnLst/>
              <a:rect l="l" t="t" r="r" b="b"/>
              <a:pathLst>
                <a:path w="1553" h="951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avLst/>
              <a:gdLst/>
              <a:ahLst/>
              <a:cxnLst/>
              <a:rect l="l" t="t" r="r" b="b"/>
              <a:pathLst>
                <a:path w="1268" h="3207" extrusionOk="0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avLst/>
              <a:gdLst/>
              <a:ahLst/>
              <a:cxnLst/>
              <a:rect l="l" t="t" r="r" b="b"/>
              <a:pathLst>
                <a:path w="1616" h="3390" extrusionOk="0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avLst/>
              <a:gdLst/>
              <a:ahLst/>
              <a:cxnLst/>
              <a:rect l="l" t="t" r="r" b="b"/>
              <a:pathLst>
                <a:path w="4719" h="5321" extrusionOk="0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avLst/>
              <a:gdLst/>
              <a:ahLst/>
              <a:cxnLst/>
              <a:rect l="l" t="t" r="r" b="b"/>
              <a:pathLst>
                <a:path w="5099" h="5638" extrusionOk="0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avLst/>
              <a:gdLst/>
              <a:ahLst/>
              <a:cxnLst/>
              <a:rect l="l" t="t" r="r" b="b"/>
              <a:pathLst>
                <a:path w="6651" h="4199" extrusionOk="0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avLst/>
              <a:gdLst/>
              <a:ahLst/>
              <a:cxnLst/>
              <a:rect l="l" t="t" r="r" b="b"/>
              <a:pathLst>
                <a:path w="6969" h="4515" extrusionOk="0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avLst/>
              <a:gdLst/>
              <a:ahLst/>
              <a:cxnLst/>
              <a:rect l="l" t="t" r="r" b="b"/>
              <a:pathLst>
                <a:path w="6683" h="4199" extrusionOk="0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avLst/>
              <a:gdLst/>
              <a:ahLst/>
              <a:cxnLst/>
              <a:rect l="l" t="t" r="r" b="b"/>
              <a:pathLst>
                <a:path w="6968" h="4537" extrusionOk="0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avLst/>
              <a:gdLst/>
              <a:ahLst/>
              <a:cxnLst/>
              <a:rect l="l" t="t" r="r" b="b"/>
              <a:pathLst>
                <a:path w="2978" h="2978" extrusionOk="0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avLst/>
              <a:gdLst/>
              <a:ahLst/>
              <a:cxnLst/>
              <a:rect l="l" t="t" r="r" b="b"/>
              <a:pathLst>
                <a:path w="5479" h="11275" extrusionOk="0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avLst/>
              <a:gdLst/>
              <a:ahLst/>
              <a:cxnLst/>
              <a:rect l="l" t="t" r="r" b="b"/>
              <a:pathLst>
                <a:path w="5828" h="11623" extrusionOk="0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avLst/>
              <a:gdLst/>
              <a:ahLst/>
              <a:cxnLst/>
              <a:rect l="l" t="t" r="r" b="b"/>
              <a:pathLst>
                <a:path w="1" h="3770" extrusionOk="0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avLst/>
              <a:gdLst/>
              <a:ahLst/>
              <a:cxnLst/>
              <a:rect l="l" t="t" r="r" b="b"/>
              <a:pathLst>
                <a:path w="349" h="4118" extrusionOk="0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avLst/>
              <a:gdLst/>
              <a:ahLst/>
              <a:cxnLst/>
              <a:rect l="l" t="t" r="r" b="b"/>
              <a:pathLst>
                <a:path w="350" h="4213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avLst/>
              <a:gdLst/>
              <a:ahLst/>
              <a:cxnLst/>
              <a:rect l="l" t="t" r="r" b="b"/>
              <a:pathLst>
                <a:path w="349" h="5321" extrusionOk="0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avLst/>
              <a:gdLst/>
              <a:ahLst/>
              <a:cxnLst/>
              <a:rect l="l" t="t" r="r" b="b"/>
              <a:pathLst>
                <a:path w="3105" h="2376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avLst/>
              <a:gdLst/>
              <a:ahLst/>
              <a:cxnLst/>
              <a:rect l="l" t="t" r="r" b="b"/>
              <a:pathLst>
                <a:path w="3421" h="2693" extrusionOk="0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avLst/>
              <a:gdLst/>
              <a:ahLst/>
              <a:cxnLst/>
              <a:rect l="l" t="t" r="r" b="b"/>
              <a:pathLst>
                <a:path w="3485" h="1881" extrusionOk="0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avLst/>
              <a:gdLst/>
              <a:ahLst/>
              <a:cxnLst/>
              <a:rect l="l" t="t" r="r" b="b"/>
              <a:pathLst>
                <a:path w="1489" h="983" extrusionOk="0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avLst/>
              <a:gdLst/>
              <a:ahLst/>
              <a:cxnLst/>
              <a:rect l="l" t="t" r="r" b="b"/>
              <a:pathLst>
                <a:path w="5353" h="35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avLst/>
              <a:gdLst/>
              <a:ahLst/>
              <a:cxnLst/>
              <a:rect l="l" t="t" r="r" b="b"/>
              <a:pathLst>
                <a:path w="5353" h="4118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avLst/>
              <a:gdLst/>
              <a:ahLst/>
              <a:cxnLst/>
              <a:rect l="l" t="t" r="r" b="b"/>
              <a:pathLst>
                <a:path w="5385" h="4118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avLst/>
              <a:gdLst/>
              <a:ahLst/>
              <a:cxnLst/>
              <a:rect l="l" t="t" r="r" b="b"/>
              <a:pathLst>
                <a:path w="951" h="2031" extrusionOk="0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avLst/>
              <a:gdLst/>
              <a:ahLst/>
              <a:cxnLst/>
              <a:rect l="l" t="t" r="r" b="b"/>
              <a:pathLst>
                <a:path w="3738" h="2517" extrusionOk="0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avLst/>
              <a:gdLst/>
              <a:ahLst/>
              <a:cxnLst/>
              <a:rect l="l" t="t" r="r" b="b"/>
              <a:pathLst>
                <a:path w="3390" h="2186" extrusionOk="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avLst/>
              <a:gdLst/>
              <a:ahLst/>
              <a:cxnLst/>
              <a:rect l="l" t="t" r="r" b="b"/>
              <a:pathLst>
                <a:path w="3770" h="2503" extrusionOk="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avLst/>
              <a:gdLst/>
              <a:ahLst/>
              <a:cxnLst/>
              <a:rect l="l" t="t" r="r" b="b"/>
              <a:pathLst>
                <a:path w="3738" h="2534" extrusionOk="0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avLst/>
              <a:gdLst/>
              <a:ahLst/>
              <a:cxnLst/>
              <a:rect l="l" t="t" r="r" b="b"/>
              <a:pathLst>
                <a:path w="5701" h="19252" extrusionOk="0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avLst/>
              <a:gdLst/>
              <a:ahLst/>
              <a:cxnLst/>
              <a:rect l="l" t="t" r="r" b="b"/>
              <a:pathLst>
                <a:path w="9691" h="9261" extrusionOk="0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avLst/>
              <a:gdLst/>
              <a:ahLst/>
              <a:cxnLst/>
              <a:rect l="l" t="t" r="r" b="b"/>
              <a:pathLst>
                <a:path w="5258" h="3320" extrusionOk="0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avLst/>
              <a:gdLst/>
              <a:ahLst/>
              <a:cxnLst/>
              <a:rect l="l" t="t" r="r" b="b"/>
              <a:pathLst>
                <a:path w="1965" h="1877" extrusionOk="0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avLst/>
              <a:gdLst/>
              <a:ahLst/>
              <a:cxnLst/>
              <a:rect l="l" t="t" r="r" b="b"/>
              <a:pathLst>
                <a:path w="2503" h="3947" extrusionOk="0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avLst/>
              <a:gdLst/>
              <a:ahLst/>
              <a:cxnLst/>
              <a:rect l="l" t="t" r="r" b="b"/>
              <a:pathLst>
                <a:path w="2819" h="4320" extrusionOk="0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avLst/>
              <a:gdLst/>
              <a:ahLst/>
              <a:cxnLst/>
              <a:rect l="l" t="t" r="r" b="b"/>
              <a:pathLst>
                <a:path w="5258" h="6422" extrusionOk="0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avLst/>
              <a:gdLst/>
              <a:ahLst/>
              <a:cxnLst/>
              <a:rect l="l" t="t" r="r" b="b"/>
              <a:pathLst>
                <a:path w="5511" h="6803" extrusionOk="0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avLst/>
              <a:gdLst/>
              <a:ahLst/>
              <a:cxnLst/>
              <a:rect l="l" t="t" r="r" b="b"/>
              <a:pathLst>
                <a:path w="5417" h="7158" extrusionOk="0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avLst/>
              <a:gdLst/>
              <a:ahLst/>
              <a:cxnLst/>
              <a:rect l="l" t="t" r="r" b="b"/>
              <a:pathLst>
                <a:path w="5860" h="7538" extrusionOk="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avLst/>
              <a:gdLst/>
              <a:ahLst/>
              <a:cxnLst/>
              <a:rect l="l" t="t" r="r" b="b"/>
              <a:pathLst>
                <a:path w="2218" h="2005" extrusionOk="0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avLst/>
              <a:gdLst/>
              <a:ahLst/>
              <a:cxnLst/>
              <a:rect l="l" t="t" r="r" b="b"/>
              <a:pathLst>
                <a:path w="3263" h="2356" extrusionOk="0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avLst/>
              <a:gdLst/>
              <a:ahLst/>
              <a:cxnLst/>
              <a:rect l="l" t="t" r="r" b="b"/>
              <a:pathLst>
                <a:path w="3643" h="11059" extrusionOk="0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avLst/>
              <a:gdLst/>
              <a:ahLst/>
              <a:cxnLst/>
              <a:rect l="l" t="t" r="r" b="b"/>
              <a:pathLst>
                <a:path w="12827" h="4973" extrusionOk="0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avLst/>
              <a:gdLst/>
              <a:ahLst/>
              <a:cxnLst/>
              <a:rect l="l" t="t" r="r" b="b"/>
              <a:pathLst>
                <a:path w="13207" h="5329" extrusionOk="0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avLst/>
              <a:gdLst/>
              <a:ahLst/>
              <a:cxnLst/>
              <a:rect l="l" t="t" r="r" b="b"/>
              <a:pathLst>
                <a:path w="4625" h="9787" extrusionOk="0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avLst/>
              <a:gdLst/>
              <a:ahLst/>
              <a:cxnLst/>
              <a:rect l="l" t="t" r="r" b="b"/>
              <a:pathLst>
                <a:path w="32" h="3073" extrusionOk="0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avLst/>
              <a:gdLst/>
              <a:ahLst/>
              <a:cxnLst/>
              <a:rect l="l" t="t" r="r" b="b"/>
              <a:pathLst>
                <a:path w="412" h="34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avLst/>
              <a:gdLst/>
              <a:ahLst/>
              <a:cxnLst/>
              <a:rect l="l" t="t" r="r" b="b"/>
              <a:pathLst>
                <a:path w="381" h="3548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avLst/>
              <a:gdLst/>
              <a:ahLst/>
              <a:cxnLst/>
              <a:rect l="l" t="t" r="r" b="b"/>
              <a:pathLst>
                <a:path w="381" h="472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avLst/>
              <a:gdLst/>
              <a:ahLst/>
              <a:cxnLst/>
              <a:rect l="l" t="t" r="r" b="b"/>
              <a:pathLst>
                <a:path w="4656" h="9787" extrusionOk="0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avLst/>
              <a:gdLst/>
              <a:ahLst/>
              <a:cxnLst/>
              <a:rect l="l" t="t" r="r" b="b"/>
              <a:pathLst>
                <a:path w="1" h="3072" extrusionOk="0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avLst/>
              <a:gdLst/>
              <a:ahLst/>
              <a:cxnLst/>
              <a:rect l="l" t="t" r="r" b="b"/>
              <a:pathLst>
                <a:path w="381" h="3452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avLst/>
              <a:gdLst/>
              <a:ahLst/>
              <a:cxnLst/>
              <a:rect l="l" t="t" r="r" b="b"/>
              <a:pathLst>
                <a:path w="381" h="3547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avLst/>
              <a:gdLst/>
              <a:ahLst/>
              <a:cxnLst/>
              <a:rect l="l" t="t" r="r" b="b"/>
              <a:pathLst>
                <a:path w="381" h="471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avLst/>
              <a:gdLst/>
              <a:ahLst/>
              <a:cxnLst/>
              <a:rect l="l" t="t" r="r" b="b"/>
              <a:pathLst>
                <a:path w="2566" h="1490" extrusionOk="0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avLst/>
              <a:gdLst/>
              <a:ahLst/>
              <a:cxnLst/>
              <a:rect l="l" t="t" r="r" b="b"/>
              <a:pathLst>
                <a:path w="2946" h="1859" extrusionOk="0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avLst/>
              <a:gdLst/>
              <a:ahLst/>
              <a:cxnLst/>
              <a:rect l="l" t="t" r="r" b="b"/>
              <a:pathLst>
                <a:path w="2566" h="1457" extrusionOk="0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avLst/>
              <a:gdLst/>
              <a:ahLst/>
              <a:cxnLst/>
              <a:rect l="l" t="t" r="r" b="b"/>
              <a:pathLst>
                <a:path w="2947" h="1851" extrusionOk="0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avLst/>
              <a:gdLst/>
              <a:ahLst/>
              <a:cxnLst/>
              <a:rect l="l" t="t" r="r" b="b"/>
              <a:pathLst>
                <a:path w="1268" h="919" extrusionOk="0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avLst/>
              <a:gdLst/>
              <a:ahLst/>
              <a:cxnLst/>
              <a:rect l="l" t="t" r="r" b="b"/>
              <a:pathLst>
                <a:path w="3104" h="1325" extrusionOk="0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avLst/>
              <a:gdLst/>
              <a:ahLst/>
              <a:cxnLst/>
              <a:rect l="l" t="t" r="r" b="b"/>
              <a:pathLst>
                <a:path w="698" h="381" extrusionOk="0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avLst/>
              <a:gdLst/>
              <a:ahLst/>
              <a:cxnLst/>
              <a:rect l="l" t="t" r="r" b="b"/>
              <a:pathLst>
                <a:path w="1078" h="793" extrusionOk="0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avLst/>
              <a:gdLst/>
              <a:ahLst/>
              <a:cxnLst/>
              <a:rect l="l" t="t" r="r" b="b"/>
              <a:pathLst>
                <a:path w="1236" h="919" extrusionOk="0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avLst/>
              <a:gdLst/>
              <a:ahLst/>
              <a:cxnLst/>
              <a:rect l="l" t="t" r="r" b="b"/>
              <a:pathLst>
                <a:path w="3073" h="1325" extrusionOk="0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avLst/>
              <a:gdLst/>
              <a:ahLst/>
              <a:cxnLst/>
              <a:rect l="l" t="t" r="r" b="b"/>
              <a:pathLst>
                <a:path w="729" h="381" extrusionOk="0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avLst/>
              <a:gdLst/>
              <a:ahLst/>
              <a:cxnLst/>
              <a:rect l="l" t="t" r="r" b="b"/>
              <a:pathLst>
                <a:path w="1109" h="793" extrusionOk="0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avLst/>
              <a:gdLst/>
              <a:ahLst/>
              <a:cxnLst/>
              <a:rect l="l" t="t" r="r" b="b"/>
              <a:pathLst>
                <a:path w="4941" h="3928" extrusionOk="0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avLst/>
              <a:gdLst/>
              <a:ahLst/>
              <a:cxnLst/>
              <a:rect l="l" t="t" r="r" b="b"/>
              <a:pathLst>
                <a:path w="5321" h="4308" extrusionOk="0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avLst/>
              <a:gdLst/>
              <a:ahLst/>
              <a:cxnLst/>
              <a:rect l="l" t="t" r="r" b="b"/>
              <a:pathLst>
                <a:path w="2788" h="2344" extrusionOk="0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avLst/>
              <a:gdLst/>
              <a:ahLst/>
              <a:cxnLst/>
              <a:rect l="l" t="t" r="r" b="b"/>
              <a:pathLst>
                <a:path w="3168" h="2724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avLst/>
              <a:gdLst/>
              <a:ahLst/>
              <a:cxnLst/>
              <a:rect l="l" t="t" r="r" b="b"/>
              <a:pathLst>
                <a:path w="6272" h="5173" extrusionOk="0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avLst/>
              <a:gdLst/>
              <a:ahLst/>
              <a:cxnLst/>
              <a:rect l="l" t="t" r="r" b="b"/>
              <a:pathLst>
                <a:path w="2471" h="2440" extrusionOk="0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avLst/>
              <a:gdLst/>
              <a:ahLst/>
              <a:cxnLst/>
              <a:rect l="l" t="t" r="r" b="b"/>
              <a:pathLst>
                <a:path w="5923" h="4787" extrusionOk="0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avLst/>
              <a:gdLst/>
              <a:ahLst/>
              <a:cxnLst/>
              <a:rect l="l" t="t" r="r" b="b"/>
              <a:pathLst>
                <a:path w="6303" h="5173" extrusionOk="0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avLst/>
              <a:gdLst/>
              <a:ahLst/>
              <a:cxnLst/>
              <a:rect l="l" t="t" r="r" b="b"/>
              <a:pathLst>
                <a:path w="8647" h="1458" extrusionOk="0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avLst/>
              <a:gdLst/>
              <a:ahLst/>
              <a:cxnLst/>
              <a:rect l="l" t="t" r="r" b="b"/>
              <a:pathLst>
                <a:path w="9027" h="1838" extrusionOk="0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avLst/>
              <a:gdLst/>
              <a:ahLst/>
              <a:cxnLst/>
              <a:rect l="l" t="t" r="r" b="b"/>
              <a:pathLst>
                <a:path w="2725" h="2724" extrusionOk="0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avLst/>
              <a:gdLst/>
              <a:ahLst/>
              <a:cxnLst/>
              <a:rect l="l" t="t" r="r" b="b"/>
              <a:pathLst>
                <a:path w="2567" h="2629" extrusionOk="0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avLst/>
              <a:gdLst/>
              <a:ahLst/>
              <a:cxnLst/>
              <a:rect l="l" t="t" r="r" b="b"/>
              <a:pathLst>
                <a:path w="983" h="1047" extrusionOk="0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avLst/>
              <a:gdLst/>
              <a:ahLst/>
              <a:cxnLst/>
              <a:rect l="l" t="t" r="r" b="b"/>
              <a:pathLst>
                <a:path w="1363" h="1427" extrusionOk="0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avLst/>
              <a:gdLst/>
              <a:ahLst/>
              <a:cxnLst/>
              <a:rect l="l" t="t" r="r" b="b"/>
              <a:pathLst>
                <a:path w="1490" h="1505" extrusionOk="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avLst/>
              <a:gdLst/>
              <a:ahLst/>
              <a:cxnLst/>
              <a:rect l="l" t="t" r="r" b="b"/>
              <a:pathLst>
                <a:path w="982" h="1046" extrusionOk="0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avLst/>
              <a:gdLst/>
              <a:ahLst/>
              <a:cxnLst/>
              <a:rect l="l" t="t" r="r" b="b"/>
              <a:pathLst>
                <a:path w="1394" h="1415" extrusionOk="0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avLst/>
              <a:gdLst/>
              <a:ahLst/>
              <a:cxnLst/>
              <a:rect l="l" t="t" r="r" b="b"/>
              <a:pathLst>
                <a:path w="1838" h="1870" extrusionOk="0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avLst/>
              <a:gdLst/>
              <a:ahLst/>
              <a:cxnLst/>
              <a:rect l="l" t="t" r="r" b="b"/>
              <a:pathLst>
                <a:path w="2566" h="2598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avLst/>
              <a:gdLst/>
              <a:ahLst/>
              <a:cxnLst/>
              <a:rect l="l" t="t" r="r" b="b"/>
              <a:pathLst>
                <a:path w="6398" h="11750" extrusionOk="0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avLst/>
              <a:gdLst/>
              <a:ahLst/>
              <a:cxnLst/>
              <a:rect l="l" t="t" r="r" b="b"/>
              <a:pathLst>
                <a:path w="6082" h="11909" extrusionOk="0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avLst/>
              <a:gdLst/>
              <a:ahLst/>
              <a:cxnLst/>
              <a:rect l="l" t="t" r="r" b="b"/>
              <a:pathLst>
                <a:path w="13238" h="2091" extrusionOk="0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avLst/>
              <a:gdLst/>
              <a:ahLst/>
              <a:cxnLst/>
              <a:rect l="l" t="t" r="r" b="b"/>
              <a:pathLst>
                <a:path w="9913" h="9913" extrusionOk="0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avLst/>
              <a:gdLst/>
              <a:ahLst/>
              <a:cxnLst/>
              <a:rect l="l" t="t" r="r" b="b"/>
              <a:pathLst>
                <a:path w="5416" h="10198" extrusionOk="0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avLst/>
              <a:gdLst/>
              <a:ahLst/>
              <a:cxnLst/>
              <a:rect l="l" t="t" r="r" b="b"/>
              <a:pathLst>
                <a:path w="5353" h="10198" extrusionOk="0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avLst/>
              <a:gdLst/>
              <a:ahLst/>
              <a:cxnLst/>
              <a:rect l="l" t="t" r="r" b="b"/>
              <a:pathLst>
                <a:path w="8774" h="7031" extrusionOk="0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avLst/>
              <a:gdLst/>
              <a:ahLst/>
              <a:cxnLst/>
              <a:rect l="l" t="t" r="r" b="b"/>
              <a:pathLst>
                <a:path w="9154" h="7411" extrusionOk="0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avLst/>
              <a:gdLst/>
              <a:ahLst/>
              <a:cxnLst/>
              <a:rect l="l" t="t" r="r" b="b"/>
              <a:pathLst>
                <a:path w="8710" h="6905" extrusionOk="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avLst/>
              <a:gdLst/>
              <a:ahLst/>
              <a:cxnLst/>
              <a:rect l="l" t="t" r="r" b="b"/>
              <a:pathLst>
                <a:path w="9090" h="7309" extrusionOk="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avLst/>
              <a:gdLst/>
              <a:ahLst/>
              <a:cxnLst/>
              <a:rect l="l" t="t" r="r" b="b"/>
              <a:pathLst>
                <a:path w="6937" h="6905" extrusionOk="0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avLst/>
              <a:gdLst/>
              <a:ahLst/>
              <a:cxnLst/>
              <a:rect l="l" t="t" r="r" b="b"/>
              <a:pathLst>
                <a:path w="4149" h="382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avLst/>
              <a:gdLst/>
              <a:ahLst/>
              <a:cxnLst/>
              <a:rect l="l" t="t" r="r" b="b"/>
              <a:pathLst>
                <a:path w="3580" h="2263" extrusionOk="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avLst/>
              <a:gdLst/>
              <a:ahLst/>
              <a:cxnLst/>
              <a:rect l="l" t="t" r="r" b="b"/>
              <a:pathLst>
                <a:path w="3960" h="2685" extrusionOk="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avLst/>
              <a:gdLst/>
              <a:ahLst/>
              <a:cxnLst/>
              <a:rect l="l" t="t" r="r" b="b"/>
              <a:pathLst>
                <a:path w="4593" h="339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avLst/>
              <a:gdLst/>
              <a:ahLst/>
              <a:cxnLst/>
              <a:rect l="l" t="t" r="r" b="b"/>
              <a:pathLst>
                <a:path w="4973" h="3770" extrusionOk="0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avLst/>
              <a:gdLst/>
              <a:ahLst/>
              <a:cxnLst/>
              <a:rect l="l" t="t" r="r" b="b"/>
              <a:pathLst>
                <a:path w="4593" h="1616" extrusionOk="0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avLst/>
              <a:gdLst/>
              <a:ahLst/>
              <a:cxnLst/>
              <a:rect l="l" t="t" r="r" b="b"/>
              <a:pathLst>
                <a:path w="5005" h="1990" extrusionOk="0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avLst/>
              <a:gdLst/>
              <a:ahLst/>
              <a:cxnLst/>
              <a:rect l="l" t="t" r="r" b="b"/>
              <a:pathLst>
                <a:path w="951" h="824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avLst/>
              <a:gdLst/>
              <a:ahLst/>
              <a:cxnLst/>
              <a:rect l="l" t="t" r="r" b="b"/>
              <a:pathLst>
                <a:path w="1331" h="1204" extrusionOk="0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avLst/>
              <a:gdLst/>
              <a:ahLst/>
              <a:cxnLst/>
              <a:rect l="l" t="t" r="r" b="b"/>
              <a:pathLst>
                <a:path w="1489" h="602" extrusionOk="0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avLst/>
              <a:gdLst/>
              <a:ahLst/>
              <a:cxnLst/>
              <a:rect l="l" t="t" r="r" b="b"/>
              <a:pathLst>
                <a:path w="1869" h="982" extrusionOk="0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avLst/>
              <a:gdLst/>
              <a:ahLst/>
              <a:cxnLst/>
              <a:rect l="l" t="t" r="r" b="b"/>
              <a:pathLst>
                <a:path w="8741" h="6303" extrusionOk="0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avLst/>
              <a:gdLst/>
              <a:ahLst/>
              <a:cxnLst/>
              <a:rect l="l" t="t" r="r" b="b"/>
              <a:pathLst>
                <a:path w="9090" h="6683" extrusionOk="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avLst/>
              <a:gdLst/>
              <a:ahLst/>
              <a:cxnLst/>
              <a:rect l="l" t="t" r="r" b="b"/>
              <a:pathLst>
                <a:path w="9502" h="98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avLst/>
              <a:gdLst/>
              <a:ahLst/>
              <a:cxnLst/>
              <a:rect l="l" t="t" r="r" b="b"/>
              <a:pathLst>
                <a:path w="9882" h="1363" extrusionOk="0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avLst/>
              <a:gdLst/>
              <a:ahLst/>
              <a:cxnLst/>
              <a:rect l="l" t="t" r="r" b="b"/>
              <a:pathLst>
                <a:path w="6684" h="4450" extrusionOk="0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avLst/>
              <a:gdLst/>
              <a:ahLst/>
              <a:cxnLst/>
              <a:rect l="l" t="t" r="r" b="b"/>
              <a:pathLst>
                <a:path w="1046" h="1173" extrusionOk="0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avLst/>
              <a:gdLst/>
              <a:ahLst/>
              <a:cxnLst/>
              <a:rect l="l" t="t" r="r" b="b"/>
              <a:pathLst>
                <a:path w="1426" h="1542" extrusionOk="0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avLst/>
              <a:gdLst/>
              <a:ahLst/>
              <a:cxnLst/>
              <a:rect l="l" t="t" r="r" b="b"/>
              <a:pathLst>
                <a:path w="3104" h="10040" extrusionOk="0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avLst/>
              <a:gdLst/>
              <a:ahLst/>
              <a:cxnLst/>
              <a:rect l="l" t="t" r="r" b="b"/>
              <a:pathLst>
                <a:path w="3484" h="10451" extrusionOk="0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avLst/>
              <a:gdLst/>
              <a:ahLst/>
              <a:cxnLst/>
              <a:rect l="l" t="t" r="r" b="b"/>
              <a:pathLst>
                <a:path w="2756" h="3295" extrusionOk="0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avLst/>
              <a:gdLst/>
              <a:ahLst/>
              <a:cxnLst/>
              <a:rect l="l" t="t" r="r" b="b"/>
              <a:pathLst>
                <a:path w="3168" h="3675" extrusionOk="0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avLst/>
              <a:gdLst/>
              <a:ahLst/>
              <a:cxnLst/>
              <a:rect l="l" t="t" r="r" b="b"/>
              <a:pathLst>
                <a:path w="7222" h="4315" extrusionOk="0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avLst/>
              <a:gdLst/>
              <a:ahLst/>
              <a:cxnLst/>
              <a:rect l="l" t="t" r="r" b="b"/>
              <a:pathLst>
                <a:path w="7602" h="4688" extrusionOk="0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avLst/>
              <a:gdLst/>
              <a:ahLst/>
              <a:cxnLst/>
              <a:rect l="l" t="t" r="r" b="b"/>
              <a:pathLst>
                <a:path w="1173" h="987" extrusionOk="0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avLst/>
              <a:gdLst/>
              <a:ahLst/>
              <a:cxnLst/>
              <a:rect l="l" t="t" r="r" b="b"/>
              <a:pathLst>
                <a:path w="1553" h="1362" extrusionOk="0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avLst/>
              <a:gdLst/>
              <a:ahLst/>
              <a:cxnLst/>
              <a:rect l="l" t="t" r="r" b="b"/>
              <a:pathLst>
                <a:path w="2914" h="2947" extrusionOk="0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avLst/>
              <a:gdLst/>
              <a:ahLst/>
              <a:cxnLst/>
              <a:rect l="l" t="t" r="r" b="b"/>
              <a:pathLst>
                <a:path w="3326" h="3327" extrusionOk="0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avLst/>
              <a:gdLst/>
              <a:ahLst/>
              <a:cxnLst/>
              <a:rect l="l" t="t" r="r" b="b"/>
              <a:pathLst>
                <a:path w="4023" h="2440" extrusionOk="0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avLst/>
              <a:gdLst/>
              <a:ahLst/>
              <a:cxnLst/>
              <a:rect l="l" t="t" r="r" b="b"/>
              <a:pathLst>
                <a:path w="4403" h="2820" extrusionOk="0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avLst/>
              <a:gdLst/>
              <a:ahLst/>
              <a:cxnLst/>
              <a:rect l="l" t="t" r="r" b="b"/>
              <a:pathLst>
                <a:path w="2756" h="2187" extrusionOk="0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avLst/>
              <a:gdLst/>
              <a:ahLst/>
              <a:cxnLst/>
              <a:rect l="l" t="t" r="r" b="b"/>
              <a:pathLst>
                <a:path w="381" h="136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7" name="Google Shape;3767;p36"/>
          <p:cNvSpPr txBox="1"/>
          <p:nvPr/>
        </p:nvSpPr>
        <p:spPr>
          <a:xfrm>
            <a:off x="620800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620800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9" name="Google Shape;3769;p36"/>
          <p:cNvSpPr txBox="1"/>
          <p:nvPr/>
        </p:nvSpPr>
        <p:spPr>
          <a:xfrm>
            <a:off x="2215800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215800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1" name="Google Shape;3771;p36"/>
          <p:cNvSpPr txBox="1"/>
          <p:nvPr/>
        </p:nvSpPr>
        <p:spPr>
          <a:xfrm>
            <a:off x="5502425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2" name="Google Shape;3772;p36"/>
          <p:cNvSpPr txBox="1"/>
          <p:nvPr/>
        </p:nvSpPr>
        <p:spPr>
          <a:xfrm>
            <a:off x="5502425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5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119425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36"/>
          <p:cNvSpPr txBox="1"/>
          <p:nvPr/>
        </p:nvSpPr>
        <p:spPr>
          <a:xfrm>
            <a:off x="3872588" y="2387275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6" name="Google Shape;3776;p36"/>
          <p:cNvSpPr txBox="1"/>
          <p:nvPr/>
        </p:nvSpPr>
        <p:spPr>
          <a:xfrm>
            <a:off x="3872588" y="2647975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37"/>
          <p:cNvSpPr/>
          <p:nvPr/>
        </p:nvSpPr>
        <p:spPr>
          <a:xfrm>
            <a:off x="668700" y="1239325"/>
            <a:ext cx="7747466" cy="3005779"/>
          </a:xfrm>
          <a:custGeom>
            <a:avLst/>
            <a:gdLst/>
            <a:ahLst/>
            <a:cxnLst/>
            <a:rect l="l" t="t" r="r" b="b"/>
            <a:pathLst>
              <a:path w="243631" h="100201" extrusionOk="0">
                <a:moveTo>
                  <a:pt x="91619" y="0"/>
                </a:moveTo>
                <a:cubicBezTo>
                  <a:pt x="71731" y="0"/>
                  <a:pt x="55580" y="16183"/>
                  <a:pt x="55580" y="36039"/>
                </a:cubicBezTo>
                <a:lnTo>
                  <a:pt x="55580" y="64478"/>
                </a:lnTo>
                <a:cubicBezTo>
                  <a:pt x="55580" y="75531"/>
                  <a:pt x="46586" y="84556"/>
                  <a:pt x="35501" y="84556"/>
                </a:cubicBezTo>
                <a:cubicBezTo>
                  <a:pt x="24449" y="84556"/>
                  <a:pt x="15423" y="75531"/>
                  <a:pt x="15423" y="64478"/>
                </a:cubicBezTo>
                <a:lnTo>
                  <a:pt x="15423" y="8456"/>
                </a:lnTo>
                <a:lnTo>
                  <a:pt x="0" y="8456"/>
                </a:lnTo>
                <a:lnTo>
                  <a:pt x="0" y="64478"/>
                </a:lnTo>
                <a:cubicBezTo>
                  <a:pt x="0" y="84049"/>
                  <a:pt x="15930" y="99979"/>
                  <a:pt x="35501" y="99979"/>
                </a:cubicBezTo>
                <a:cubicBezTo>
                  <a:pt x="55073" y="99979"/>
                  <a:pt x="71002" y="84049"/>
                  <a:pt x="71002" y="64478"/>
                </a:cubicBezTo>
                <a:lnTo>
                  <a:pt x="71002" y="36039"/>
                </a:lnTo>
                <a:cubicBezTo>
                  <a:pt x="71002" y="24702"/>
                  <a:pt x="80250" y="15455"/>
                  <a:pt x="91619" y="15455"/>
                </a:cubicBezTo>
                <a:cubicBezTo>
                  <a:pt x="102988" y="15455"/>
                  <a:pt x="112236" y="24702"/>
                  <a:pt x="112236" y="36039"/>
                </a:cubicBezTo>
                <a:lnTo>
                  <a:pt x="112236" y="63338"/>
                </a:lnTo>
                <a:cubicBezTo>
                  <a:pt x="112236" y="83669"/>
                  <a:pt x="128767" y="100201"/>
                  <a:pt x="149067" y="100201"/>
                </a:cubicBezTo>
                <a:cubicBezTo>
                  <a:pt x="169398" y="100201"/>
                  <a:pt x="185929" y="83669"/>
                  <a:pt x="185929" y="63338"/>
                </a:cubicBezTo>
                <a:lnTo>
                  <a:pt x="185929" y="36578"/>
                </a:lnTo>
                <a:cubicBezTo>
                  <a:pt x="185929" y="24924"/>
                  <a:pt x="195398" y="15455"/>
                  <a:pt x="207053" y="15455"/>
                </a:cubicBezTo>
                <a:cubicBezTo>
                  <a:pt x="218707" y="15455"/>
                  <a:pt x="228208" y="24924"/>
                  <a:pt x="228208" y="36578"/>
                </a:cubicBezTo>
                <a:lnTo>
                  <a:pt x="228208" y="80756"/>
                </a:lnTo>
                <a:lnTo>
                  <a:pt x="243630" y="80756"/>
                </a:lnTo>
                <a:lnTo>
                  <a:pt x="243630" y="36578"/>
                </a:lnTo>
                <a:cubicBezTo>
                  <a:pt x="243630" y="16405"/>
                  <a:pt x="227226" y="0"/>
                  <a:pt x="207053" y="0"/>
                </a:cubicBezTo>
                <a:cubicBezTo>
                  <a:pt x="186880" y="0"/>
                  <a:pt x="170475" y="16405"/>
                  <a:pt x="170475" y="36578"/>
                </a:cubicBezTo>
                <a:lnTo>
                  <a:pt x="170475" y="63338"/>
                </a:lnTo>
                <a:cubicBezTo>
                  <a:pt x="170475" y="75150"/>
                  <a:pt x="160879" y="84746"/>
                  <a:pt x="149067" y="84746"/>
                </a:cubicBezTo>
                <a:cubicBezTo>
                  <a:pt x="137254" y="84746"/>
                  <a:pt x="127658" y="75150"/>
                  <a:pt x="127658" y="63338"/>
                </a:cubicBezTo>
                <a:lnTo>
                  <a:pt x="127658" y="36039"/>
                </a:lnTo>
                <a:cubicBezTo>
                  <a:pt x="127658" y="16183"/>
                  <a:pt x="111507" y="0"/>
                  <a:pt x="91619" y="0"/>
                </a:cubicBezTo>
                <a:close/>
              </a:path>
            </a:pathLst>
          </a:custGeom>
          <a:noFill/>
          <a:ln w="1905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2" name="Google Shape;3782;p37"/>
          <p:cNvGrpSpPr/>
          <p:nvPr/>
        </p:nvGrpSpPr>
        <p:grpSpPr>
          <a:xfrm>
            <a:off x="3133016" y="1246033"/>
            <a:ext cx="913455" cy="711016"/>
            <a:chOff x="3133016" y="1246033"/>
            <a:chExt cx="913455" cy="711016"/>
          </a:xfrm>
        </p:grpSpPr>
        <p:sp>
          <p:nvSpPr>
            <p:cNvPr id="3783" name="Google Shape;3783;p37"/>
            <p:cNvSpPr/>
            <p:nvPr/>
          </p:nvSpPr>
          <p:spPr>
            <a:xfrm>
              <a:off x="3488508" y="1502818"/>
              <a:ext cx="176267" cy="101760"/>
            </a:xfrm>
            <a:custGeom>
              <a:avLst/>
              <a:gdLst/>
              <a:ahLst/>
              <a:cxnLst/>
              <a:rect l="l" t="t" r="r" b="b"/>
              <a:pathLst>
                <a:path w="5543" h="3200" extrusionOk="0">
                  <a:moveTo>
                    <a:pt x="2756" y="1"/>
                  </a:moveTo>
                  <a:lnTo>
                    <a:pt x="1" y="1616"/>
                  </a:lnTo>
                  <a:lnTo>
                    <a:pt x="2788" y="3200"/>
                  </a:lnTo>
                  <a:lnTo>
                    <a:pt x="5543" y="1616"/>
                  </a:lnTo>
                  <a:lnTo>
                    <a:pt x="2756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3576117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2788" y="0"/>
                  </a:moveTo>
                  <a:lnTo>
                    <a:pt x="33" y="1584"/>
                  </a:lnTo>
                  <a:lnTo>
                    <a:pt x="1" y="4845"/>
                  </a:lnTo>
                  <a:lnTo>
                    <a:pt x="2756" y="323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3488508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1" y="0"/>
                  </a:moveTo>
                  <a:lnTo>
                    <a:pt x="1" y="3230"/>
                  </a:lnTo>
                  <a:lnTo>
                    <a:pt x="2788" y="4845"/>
                  </a:lnTo>
                  <a:lnTo>
                    <a:pt x="2788" y="1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3808766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3818847" y="1538084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3793661" y="1667987"/>
              <a:ext cx="252810" cy="16154"/>
            </a:xfrm>
            <a:custGeom>
              <a:avLst/>
              <a:gdLst/>
              <a:ahLst/>
              <a:cxnLst/>
              <a:rect l="l" t="t" r="r" b="b"/>
              <a:pathLst>
                <a:path w="7950" h="508" extrusionOk="0">
                  <a:moveTo>
                    <a:pt x="0" y="1"/>
                  </a:moveTo>
                  <a:cubicBezTo>
                    <a:pt x="0" y="286"/>
                    <a:pt x="222" y="507"/>
                    <a:pt x="507" y="507"/>
                  </a:cubicBezTo>
                  <a:lnTo>
                    <a:pt x="7474" y="507"/>
                  </a:lnTo>
                  <a:cubicBezTo>
                    <a:pt x="7728" y="507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3892368" y="1669005"/>
              <a:ext cx="51389" cy="4070"/>
            </a:xfrm>
            <a:custGeom>
              <a:avLst/>
              <a:gdLst/>
              <a:ahLst/>
              <a:cxnLst/>
              <a:rect l="l" t="t" r="r" b="b"/>
              <a:pathLst>
                <a:path w="1616" h="128" extrusionOk="0">
                  <a:moveTo>
                    <a:pt x="0" y="0"/>
                  </a:moveTo>
                  <a:cubicBezTo>
                    <a:pt x="0" y="64"/>
                    <a:pt x="63" y="127"/>
                    <a:pt x="127" y="127"/>
                  </a:cubicBezTo>
                  <a:lnTo>
                    <a:pt x="1488" y="127"/>
                  </a:lnTo>
                  <a:cubicBezTo>
                    <a:pt x="1552" y="127"/>
                    <a:pt x="1615" y="64"/>
                    <a:pt x="1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3147104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1" y="64"/>
                    <a:pt x="1" y="159"/>
                  </a:cubicBezTo>
                  <a:lnTo>
                    <a:pt x="1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3157184" y="1538084"/>
              <a:ext cx="206477" cy="122875"/>
            </a:xfrm>
            <a:custGeom>
              <a:avLst/>
              <a:gdLst/>
              <a:ahLst/>
              <a:cxnLst/>
              <a:rect l="l" t="t" r="r" b="b"/>
              <a:pathLst>
                <a:path w="6493" h="3864" extrusionOk="0">
                  <a:moveTo>
                    <a:pt x="1" y="0"/>
                  </a:moveTo>
                  <a:lnTo>
                    <a:pt x="1" y="3864"/>
                  </a:lnTo>
                  <a:lnTo>
                    <a:pt x="6493" y="3864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3133016" y="1667987"/>
              <a:ext cx="251792" cy="16154"/>
            </a:xfrm>
            <a:custGeom>
              <a:avLst/>
              <a:gdLst/>
              <a:ahLst/>
              <a:cxnLst/>
              <a:rect l="l" t="t" r="r" b="b"/>
              <a:pathLst>
                <a:path w="7918" h="508" extrusionOk="0">
                  <a:moveTo>
                    <a:pt x="1" y="1"/>
                  </a:moveTo>
                  <a:cubicBezTo>
                    <a:pt x="1" y="286"/>
                    <a:pt x="191" y="507"/>
                    <a:pt x="476" y="507"/>
                  </a:cubicBezTo>
                  <a:lnTo>
                    <a:pt x="7443" y="507"/>
                  </a:lnTo>
                  <a:cubicBezTo>
                    <a:pt x="7728" y="507"/>
                    <a:pt x="7918" y="286"/>
                    <a:pt x="791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3231723" y="1669005"/>
              <a:ext cx="50371" cy="4070"/>
            </a:xfrm>
            <a:custGeom>
              <a:avLst/>
              <a:gdLst/>
              <a:ahLst/>
              <a:cxnLst/>
              <a:rect l="l" t="t" r="r" b="b"/>
              <a:pathLst>
                <a:path w="1584" h="128" extrusionOk="0">
                  <a:moveTo>
                    <a:pt x="0" y="0"/>
                  </a:moveTo>
                  <a:cubicBezTo>
                    <a:pt x="0" y="64"/>
                    <a:pt x="32" y="127"/>
                    <a:pt x="127" y="127"/>
                  </a:cubicBezTo>
                  <a:lnTo>
                    <a:pt x="1457" y="127"/>
                  </a:lnTo>
                  <a:cubicBezTo>
                    <a:pt x="1520" y="127"/>
                    <a:pt x="1584" y="64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3464340" y="1246033"/>
              <a:ext cx="227624" cy="142019"/>
            </a:xfrm>
            <a:custGeom>
              <a:avLst/>
              <a:gdLst/>
              <a:ahLst/>
              <a:cxnLst/>
              <a:rect l="l" t="t" r="r" b="b"/>
              <a:pathLst>
                <a:path w="7158" h="4466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466"/>
                  </a:lnTo>
                  <a:lnTo>
                    <a:pt x="7158" y="4466"/>
                  </a:lnTo>
                  <a:lnTo>
                    <a:pt x="7158" y="190"/>
                  </a:lnTo>
                  <a:cubicBezTo>
                    <a:pt x="7158" y="95"/>
                    <a:pt x="7063" y="0"/>
                    <a:pt x="69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3475439" y="1256113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3450253" y="1387034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0"/>
                  </a:moveTo>
                  <a:cubicBezTo>
                    <a:pt x="0" y="253"/>
                    <a:pt x="222" y="475"/>
                    <a:pt x="475" y="475"/>
                  </a:cubicBezTo>
                  <a:lnTo>
                    <a:pt x="7474" y="475"/>
                  </a:lnTo>
                  <a:cubicBezTo>
                    <a:pt x="7728" y="475"/>
                    <a:pt x="7949" y="285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3548928" y="1387034"/>
              <a:ext cx="50403" cy="4039"/>
            </a:xfrm>
            <a:custGeom>
              <a:avLst/>
              <a:gdLst/>
              <a:ahLst/>
              <a:cxnLst/>
              <a:rect l="l" t="t" r="r" b="b"/>
              <a:pathLst>
                <a:path w="1585" h="127" extrusionOk="0">
                  <a:moveTo>
                    <a:pt x="1" y="0"/>
                  </a:moveTo>
                  <a:cubicBezTo>
                    <a:pt x="1" y="63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63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3464340" y="1800911"/>
              <a:ext cx="227624" cy="143036"/>
            </a:xfrm>
            <a:custGeom>
              <a:avLst/>
              <a:gdLst/>
              <a:ahLst/>
              <a:cxnLst/>
              <a:rect l="l" t="t" r="r" b="b"/>
              <a:pathLst>
                <a:path w="7158" h="449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498"/>
                  </a:lnTo>
                  <a:lnTo>
                    <a:pt x="7158" y="4498"/>
                  </a:lnTo>
                  <a:lnTo>
                    <a:pt x="7158" y="191"/>
                  </a:lnTo>
                  <a:cubicBezTo>
                    <a:pt x="7158" y="96"/>
                    <a:pt x="7063" y="1"/>
                    <a:pt x="69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3475439" y="1810992"/>
              <a:ext cx="205460" cy="123893"/>
            </a:xfrm>
            <a:custGeom>
              <a:avLst/>
              <a:gdLst/>
              <a:ahLst/>
              <a:cxnLst/>
              <a:rect l="l" t="t" r="r" b="b"/>
              <a:pathLst>
                <a:path w="6461" h="3896" extrusionOk="0">
                  <a:moveTo>
                    <a:pt x="0" y="1"/>
                  </a:moveTo>
                  <a:lnTo>
                    <a:pt x="0" y="3896"/>
                  </a:lnTo>
                  <a:lnTo>
                    <a:pt x="6461" y="3896"/>
                  </a:lnTo>
                  <a:lnTo>
                    <a:pt x="6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3450253" y="1941912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1"/>
                  </a:moveTo>
                  <a:cubicBezTo>
                    <a:pt x="0" y="286"/>
                    <a:pt x="222" y="476"/>
                    <a:pt x="475" y="476"/>
                  </a:cubicBezTo>
                  <a:lnTo>
                    <a:pt x="7474" y="476"/>
                  </a:lnTo>
                  <a:cubicBezTo>
                    <a:pt x="7728" y="476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3548928" y="1941912"/>
              <a:ext cx="50403" cy="4070"/>
            </a:xfrm>
            <a:custGeom>
              <a:avLst/>
              <a:gdLst/>
              <a:ahLst/>
              <a:cxnLst/>
              <a:rect l="l" t="t" r="r" b="b"/>
              <a:pathLst>
                <a:path w="1585" h="128" extrusionOk="0">
                  <a:moveTo>
                    <a:pt x="1" y="1"/>
                  </a:moveTo>
                  <a:cubicBezTo>
                    <a:pt x="1" y="96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96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3515697" y="1424272"/>
              <a:ext cx="121889" cy="68529"/>
            </a:xfrm>
            <a:custGeom>
              <a:avLst/>
              <a:gdLst/>
              <a:ahLst/>
              <a:cxnLst/>
              <a:rect l="l" t="t" r="r" b="b"/>
              <a:pathLst>
                <a:path w="3833" h="2155" extrusionOk="0">
                  <a:moveTo>
                    <a:pt x="1901" y="1"/>
                  </a:moveTo>
                  <a:cubicBezTo>
                    <a:pt x="1173" y="1"/>
                    <a:pt x="476" y="318"/>
                    <a:pt x="1" y="856"/>
                  </a:cubicBezTo>
                  <a:lnTo>
                    <a:pt x="254" y="1109"/>
                  </a:lnTo>
                  <a:cubicBezTo>
                    <a:pt x="666" y="634"/>
                    <a:pt x="1268" y="381"/>
                    <a:pt x="1901" y="381"/>
                  </a:cubicBezTo>
                  <a:cubicBezTo>
                    <a:pt x="2534" y="381"/>
                    <a:pt x="3136" y="634"/>
                    <a:pt x="3548" y="1109"/>
                  </a:cubicBezTo>
                  <a:lnTo>
                    <a:pt x="3833" y="856"/>
                  </a:lnTo>
                  <a:cubicBezTo>
                    <a:pt x="3326" y="318"/>
                    <a:pt x="2629" y="1"/>
                    <a:pt x="1901" y="1"/>
                  </a:cubicBezTo>
                  <a:close/>
                  <a:moveTo>
                    <a:pt x="1901" y="761"/>
                  </a:moveTo>
                  <a:cubicBezTo>
                    <a:pt x="1394" y="761"/>
                    <a:pt x="888" y="983"/>
                    <a:pt x="507" y="1394"/>
                  </a:cubicBezTo>
                  <a:lnTo>
                    <a:pt x="793" y="1648"/>
                  </a:lnTo>
                  <a:cubicBezTo>
                    <a:pt x="1078" y="1331"/>
                    <a:pt x="1489" y="1141"/>
                    <a:pt x="1901" y="1141"/>
                  </a:cubicBezTo>
                  <a:cubicBezTo>
                    <a:pt x="2344" y="1141"/>
                    <a:pt x="2756" y="1331"/>
                    <a:pt x="3009" y="1648"/>
                  </a:cubicBezTo>
                  <a:lnTo>
                    <a:pt x="3294" y="1394"/>
                  </a:lnTo>
                  <a:cubicBezTo>
                    <a:pt x="2946" y="983"/>
                    <a:pt x="2439" y="761"/>
                    <a:pt x="1901" y="761"/>
                  </a:cubicBezTo>
                  <a:close/>
                  <a:moveTo>
                    <a:pt x="1901" y="1521"/>
                  </a:moveTo>
                  <a:cubicBezTo>
                    <a:pt x="1584" y="1521"/>
                    <a:pt x="1268" y="1648"/>
                    <a:pt x="1046" y="1933"/>
                  </a:cubicBezTo>
                  <a:lnTo>
                    <a:pt x="1331" y="2154"/>
                  </a:lnTo>
                  <a:cubicBezTo>
                    <a:pt x="1473" y="1980"/>
                    <a:pt x="1695" y="1893"/>
                    <a:pt x="1917" y="1893"/>
                  </a:cubicBezTo>
                  <a:cubicBezTo>
                    <a:pt x="2138" y="1893"/>
                    <a:pt x="2360" y="1980"/>
                    <a:pt x="2503" y="2154"/>
                  </a:cubicBezTo>
                  <a:lnTo>
                    <a:pt x="2788" y="1933"/>
                  </a:lnTo>
                  <a:cubicBezTo>
                    <a:pt x="2566" y="1648"/>
                    <a:pt x="2249" y="1521"/>
                    <a:pt x="1901" y="152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3515697" y="1726404"/>
              <a:ext cx="121889" cy="68497"/>
            </a:xfrm>
            <a:custGeom>
              <a:avLst/>
              <a:gdLst/>
              <a:ahLst/>
              <a:cxnLst/>
              <a:rect l="l" t="t" r="r" b="b"/>
              <a:pathLst>
                <a:path w="3833" h="2154" extrusionOk="0">
                  <a:moveTo>
                    <a:pt x="1331" y="0"/>
                  </a:moveTo>
                  <a:lnTo>
                    <a:pt x="1046" y="254"/>
                  </a:lnTo>
                  <a:cubicBezTo>
                    <a:pt x="1268" y="507"/>
                    <a:pt x="1584" y="666"/>
                    <a:pt x="1901" y="666"/>
                  </a:cubicBezTo>
                  <a:cubicBezTo>
                    <a:pt x="2249" y="666"/>
                    <a:pt x="2566" y="507"/>
                    <a:pt x="2788" y="254"/>
                  </a:cubicBezTo>
                  <a:lnTo>
                    <a:pt x="2471" y="0"/>
                  </a:lnTo>
                  <a:cubicBezTo>
                    <a:pt x="2328" y="175"/>
                    <a:pt x="2115" y="262"/>
                    <a:pt x="1901" y="262"/>
                  </a:cubicBezTo>
                  <a:cubicBezTo>
                    <a:pt x="1687" y="262"/>
                    <a:pt x="1473" y="175"/>
                    <a:pt x="1331" y="0"/>
                  </a:cubicBezTo>
                  <a:close/>
                  <a:moveTo>
                    <a:pt x="793" y="539"/>
                  </a:moveTo>
                  <a:lnTo>
                    <a:pt x="507" y="792"/>
                  </a:lnTo>
                  <a:cubicBezTo>
                    <a:pt x="888" y="1172"/>
                    <a:pt x="1394" y="1394"/>
                    <a:pt x="1901" y="1394"/>
                  </a:cubicBezTo>
                  <a:cubicBezTo>
                    <a:pt x="2439" y="1394"/>
                    <a:pt x="2946" y="1172"/>
                    <a:pt x="3294" y="792"/>
                  </a:cubicBezTo>
                  <a:lnTo>
                    <a:pt x="3041" y="539"/>
                  </a:lnTo>
                  <a:cubicBezTo>
                    <a:pt x="2724" y="856"/>
                    <a:pt x="2344" y="1014"/>
                    <a:pt x="1901" y="1014"/>
                  </a:cubicBezTo>
                  <a:cubicBezTo>
                    <a:pt x="1489" y="1014"/>
                    <a:pt x="1078" y="856"/>
                    <a:pt x="793" y="539"/>
                  </a:cubicBezTo>
                  <a:close/>
                  <a:moveTo>
                    <a:pt x="254" y="1077"/>
                  </a:moveTo>
                  <a:lnTo>
                    <a:pt x="1" y="1331"/>
                  </a:lnTo>
                  <a:cubicBezTo>
                    <a:pt x="476" y="1837"/>
                    <a:pt x="1173" y="2154"/>
                    <a:pt x="1901" y="2154"/>
                  </a:cubicBezTo>
                  <a:cubicBezTo>
                    <a:pt x="2629" y="2154"/>
                    <a:pt x="3326" y="1837"/>
                    <a:pt x="3833" y="1331"/>
                  </a:cubicBezTo>
                  <a:lnTo>
                    <a:pt x="3548" y="1077"/>
                  </a:lnTo>
                  <a:cubicBezTo>
                    <a:pt x="3136" y="1521"/>
                    <a:pt x="2534" y="1774"/>
                    <a:pt x="1901" y="1774"/>
                  </a:cubicBezTo>
                  <a:cubicBezTo>
                    <a:pt x="1268" y="1774"/>
                    <a:pt x="698" y="1521"/>
                    <a:pt x="254" y="1077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3692951" y="1548165"/>
              <a:ext cx="68529" cy="122875"/>
            </a:xfrm>
            <a:custGeom>
              <a:avLst/>
              <a:gdLst/>
              <a:ahLst/>
              <a:cxnLst/>
              <a:rect l="l" t="t" r="r" b="b"/>
              <a:pathLst>
                <a:path w="2155" h="3864" extrusionOk="0">
                  <a:moveTo>
                    <a:pt x="254" y="1077"/>
                  </a:moveTo>
                  <a:lnTo>
                    <a:pt x="1" y="1362"/>
                  </a:lnTo>
                  <a:cubicBezTo>
                    <a:pt x="349" y="1647"/>
                    <a:pt x="349" y="2217"/>
                    <a:pt x="1" y="2502"/>
                  </a:cubicBezTo>
                  <a:lnTo>
                    <a:pt x="254" y="2819"/>
                  </a:lnTo>
                  <a:cubicBezTo>
                    <a:pt x="507" y="2597"/>
                    <a:pt x="666" y="2280"/>
                    <a:pt x="666" y="1932"/>
                  </a:cubicBezTo>
                  <a:cubicBezTo>
                    <a:pt x="666" y="1615"/>
                    <a:pt x="507" y="1299"/>
                    <a:pt x="254" y="1077"/>
                  </a:cubicBezTo>
                  <a:close/>
                  <a:moveTo>
                    <a:pt x="792" y="538"/>
                  </a:moveTo>
                  <a:lnTo>
                    <a:pt x="539" y="823"/>
                  </a:lnTo>
                  <a:cubicBezTo>
                    <a:pt x="856" y="1109"/>
                    <a:pt x="1046" y="1520"/>
                    <a:pt x="1046" y="1932"/>
                  </a:cubicBezTo>
                  <a:cubicBezTo>
                    <a:pt x="1046" y="2375"/>
                    <a:pt x="856" y="2755"/>
                    <a:pt x="539" y="3040"/>
                  </a:cubicBezTo>
                  <a:lnTo>
                    <a:pt x="792" y="3325"/>
                  </a:lnTo>
                  <a:cubicBezTo>
                    <a:pt x="1172" y="2977"/>
                    <a:pt x="1394" y="2470"/>
                    <a:pt x="1394" y="1932"/>
                  </a:cubicBezTo>
                  <a:cubicBezTo>
                    <a:pt x="1394" y="1394"/>
                    <a:pt x="1172" y="887"/>
                    <a:pt x="792" y="538"/>
                  </a:cubicBezTo>
                  <a:close/>
                  <a:moveTo>
                    <a:pt x="1331" y="0"/>
                  </a:moveTo>
                  <a:lnTo>
                    <a:pt x="1077" y="285"/>
                  </a:lnTo>
                  <a:cubicBezTo>
                    <a:pt x="1521" y="697"/>
                    <a:pt x="1774" y="1299"/>
                    <a:pt x="1774" y="1932"/>
                  </a:cubicBezTo>
                  <a:cubicBezTo>
                    <a:pt x="1774" y="2565"/>
                    <a:pt x="1521" y="3167"/>
                    <a:pt x="1077" y="3579"/>
                  </a:cubicBezTo>
                  <a:lnTo>
                    <a:pt x="1331" y="3864"/>
                  </a:lnTo>
                  <a:cubicBezTo>
                    <a:pt x="1869" y="3357"/>
                    <a:pt x="2154" y="2660"/>
                    <a:pt x="2154" y="1932"/>
                  </a:cubicBezTo>
                  <a:cubicBezTo>
                    <a:pt x="2154" y="1204"/>
                    <a:pt x="1869" y="507"/>
                    <a:pt x="13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3390819" y="1549150"/>
              <a:ext cx="68529" cy="121889"/>
            </a:xfrm>
            <a:custGeom>
              <a:avLst/>
              <a:gdLst/>
              <a:ahLst/>
              <a:cxnLst/>
              <a:rect l="l" t="t" r="r" b="b"/>
              <a:pathLst>
                <a:path w="2155" h="3833" extrusionOk="0">
                  <a:moveTo>
                    <a:pt x="1933" y="1046"/>
                  </a:moveTo>
                  <a:cubicBezTo>
                    <a:pt x="1679" y="1236"/>
                    <a:pt x="1521" y="1553"/>
                    <a:pt x="1521" y="1901"/>
                  </a:cubicBezTo>
                  <a:cubicBezTo>
                    <a:pt x="1521" y="2249"/>
                    <a:pt x="1648" y="2566"/>
                    <a:pt x="1933" y="2756"/>
                  </a:cubicBezTo>
                  <a:lnTo>
                    <a:pt x="2154" y="2471"/>
                  </a:lnTo>
                  <a:cubicBezTo>
                    <a:pt x="1806" y="2186"/>
                    <a:pt x="1806" y="1616"/>
                    <a:pt x="2154" y="1331"/>
                  </a:cubicBezTo>
                  <a:lnTo>
                    <a:pt x="1933" y="1046"/>
                  </a:lnTo>
                  <a:close/>
                  <a:moveTo>
                    <a:pt x="1394" y="507"/>
                  </a:moveTo>
                  <a:cubicBezTo>
                    <a:pt x="983" y="887"/>
                    <a:pt x="761" y="1394"/>
                    <a:pt x="761" y="1901"/>
                  </a:cubicBezTo>
                  <a:cubicBezTo>
                    <a:pt x="761" y="2439"/>
                    <a:pt x="983" y="2946"/>
                    <a:pt x="1394" y="3294"/>
                  </a:cubicBezTo>
                  <a:lnTo>
                    <a:pt x="1648" y="3009"/>
                  </a:lnTo>
                  <a:cubicBezTo>
                    <a:pt x="1331" y="2724"/>
                    <a:pt x="1141" y="2344"/>
                    <a:pt x="1141" y="1901"/>
                  </a:cubicBezTo>
                  <a:cubicBezTo>
                    <a:pt x="1141" y="1489"/>
                    <a:pt x="1331" y="1078"/>
                    <a:pt x="1648" y="792"/>
                  </a:cubicBezTo>
                  <a:lnTo>
                    <a:pt x="1394" y="507"/>
                  </a:lnTo>
                  <a:close/>
                  <a:moveTo>
                    <a:pt x="856" y="1"/>
                  </a:moveTo>
                  <a:cubicBezTo>
                    <a:pt x="318" y="476"/>
                    <a:pt x="1" y="1173"/>
                    <a:pt x="1" y="1901"/>
                  </a:cubicBezTo>
                  <a:cubicBezTo>
                    <a:pt x="1" y="2629"/>
                    <a:pt x="318" y="3326"/>
                    <a:pt x="856" y="3833"/>
                  </a:cubicBezTo>
                  <a:lnTo>
                    <a:pt x="1109" y="3548"/>
                  </a:lnTo>
                  <a:cubicBezTo>
                    <a:pt x="634" y="3136"/>
                    <a:pt x="381" y="2534"/>
                    <a:pt x="381" y="1901"/>
                  </a:cubicBezTo>
                  <a:cubicBezTo>
                    <a:pt x="381" y="1268"/>
                    <a:pt x="634" y="697"/>
                    <a:pt x="1109" y="254"/>
                  </a:cubicBezTo>
                  <a:lnTo>
                    <a:pt x="85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6" name="Google Shape;3806;p37"/>
          <p:cNvGrpSpPr/>
          <p:nvPr/>
        </p:nvGrpSpPr>
        <p:grpSpPr>
          <a:xfrm>
            <a:off x="6879375" y="1239325"/>
            <a:ext cx="810711" cy="783162"/>
            <a:chOff x="6855174" y="1186599"/>
            <a:chExt cx="859077" cy="829885"/>
          </a:xfrm>
        </p:grpSpPr>
        <p:sp>
          <p:nvSpPr>
            <p:cNvPr id="3807" name="Google Shape;3807;p37"/>
            <p:cNvSpPr/>
            <p:nvPr/>
          </p:nvSpPr>
          <p:spPr>
            <a:xfrm>
              <a:off x="6999197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7142201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6999197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6855174" y="1436356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8994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6998179" y="1519958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6855174" y="1519958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7142201" y="1437373"/>
              <a:ext cx="286041" cy="166187"/>
            </a:xfrm>
            <a:custGeom>
              <a:avLst/>
              <a:gdLst/>
              <a:ahLst/>
              <a:cxnLst/>
              <a:rect l="l" t="t" r="r" b="b"/>
              <a:pathLst>
                <a:path w="8995" h="5226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7285206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7142201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6997161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98" y="1"/>
                  </a:moveTo>
                  <a:lnTo>
                    <a:pt x="1" y="2598"/>
                  </a:lnTo>
                  <a:lnTo>
                    <a:pt x="4529" y="5194"/>
                  </a:lnTo>
                  <a:lnTo>
                    <a:pt x="8995" y="2598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7140166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32" y="2597"/>
                  </a:lnTo>
                  <a:lnTo>
                    <a:pt x="1" y="7886"/>
                  </a:lnTo>
                  <a:lnTo>
                    <a:pt x="4498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6997161" y="1765677"/>
              <a:ext cx="144054" cy="250807"/>
            </a:xfrm>
            <a:custGeom>
              <a:avLst/>
              <a:gdLst/>
              <a:ahLst/>
              <a:cxnLst/>
              <a:rect l="l" t="t" r="r" b="b"/>
              <a:pathLst>
                <a:path w="4530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7280150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66" y="1"/>
                  </a:moveTo>
                  <a:lnTo>
                    <a:pt x="1" y="2598"/>
                  </a:lnTo>
                  <a:lnTo>
                    <a:pt x="4498" y="5194"/>
                  </a:lnTo>
                  <a:lnTo>
                    <a:pt x="8995" y="2598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7423154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1" y="2597"/>
                  </a:lnTo>
                  <a:lnTo>
                    <a:pt x="1" y="7886"/>
                  </a:lnTo>
                  <a:lnTo>
                    <a:pt x="4466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7280150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498" y="7886"/>
                  </a:lnTo>
                  <a:lnTo>
                    <a:pt x="4498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7427193" y="1437373"/>
              <a:ext cx="287059" cy="166187"/>
            </a:xfrm>
            <a:custGeom>
              <a:avLst/>
              <a:gdLst/>
              <a:ahLst/>
              <a:cxnLst/>
              <a:rect l="l" t="t" r="r" b="b"/>
              <a:pathLst>
                <a:path w="9027" h="5226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9026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7570197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4529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7427193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7284188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598"/>
                  </a:lnTo>
                  <a:lnTo>
                    <a:pt x="4529" y="5226"/>
                  </a:lnTo>
                  <a:lnTo>
                    <a:pt x="8994" y="259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7427193" y="1269183"/>
              <a:ext cx="143036" cy="251824"/>
            </a:xfrm>
            <a:custGeom>
              <a:avLst/>
              <a:gdLst/>
              <a:ahLst/>
              <a:cxnLst/>
              <a:rect l="l" t="t" r="r" b="b"/>
              <a:pathLst>
                <a:path w="4498" h="7919" extrusionOk="0">
                  <a:moveTo>
                    <a:pt x="4497" y="1"/>
                  </a:moveTo>
                  <a:lnTo>
                    <a:pt x="32" y="2629"/>
                  </a:lnTo>
                  <a:lnTo>
                    <a:pt x="0" y="7918"/>
                  </a:lnTo>
                  <a:lnTo>
                    <a:pt x="4497" y="5290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7284188" y="1269183"/>
              <a:ext cx="144054" cy="251824"/>
            </a:xfrm>
            <a:custGeom>
              <a:avLst/>
              <a:gdLst/>
              <a:ahLst/>
              <a:cxnLst/>
              <a:rect l="l" t="t" r="r" b="b"/>
              <a:pathLst>
                <a:path w="4530" h="7919" extrusionOk="0">
                  <a:moveTo>
                    <a:pt x="0" y="1"/>
                  </a:moveTo>
                  <a:lnTo>
                    <a:pt x="0" y="5290"/>
                  </a:lnTo>
                  <a:lnTo>
                    <a:pt x="4529" y="7918"/>
                  </a:lnTo>
                  <a:lnTo>
                    <a:pt x="4529" y="26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8" name="Google Shape;3828;p37"/>
          <p:cNvGrpSpPr/>
          <p:nvPr/>
        </p:nvGrpSpPr>
        <p:grpSpPr>
          <a:xfrm>
            <a:off x="1542857" y="3479728"/>
            <a:ext cx="508577" cy="593165"/>
            <a:chOff x="1542857" y="3479728"/>
            <a:chExt cx="508577" cy="593165"/>
          </a:xfrm>
        </p:grpSpPr>
        <p:sp>
          <p:nvSpPr>
            <p:cNvPr id="3829" name="Google Shape;3829;p37"/>
            <p:cNvSpPr/>
            <p:nvPr/>
          </p:nvSpPr>
          <p:spPr>
            <a:xfrm>
              <a:off x="1542857" y="3479728"/>
              <a:ext cx="508577" cy="294086"/>
            </a:xfrm>
            <a:custGeom>
              <a:avLst/>
              <a:gdLst/>
              <a:ahLst/>
              <a:cxnLst/>
              <a:rect l="l" t="t" r="r" b="b"/>
              <a:pathLst>
                <a:path w="15993" h="9248" extrusionOk="0">
                  <a:moveTo>
                    <a:pt x="7949" y="0"/>
                  </a:moveTo>
                  <a:lnTo>
                    <a:pt x="0" y="4624"/>
                  </a:lnTo>
                  <a:lnTo>
                    <a:pt x="8012" y="9247"/>
                  </a:lnTo>
                  <a:lnTo>
                    <a:pt x="15993" y="4624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796621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8013" y="1"/>
                  </a:moveTo>
                  <a:lnTo>
                    <a:pt x="32" y="4624"/>
                  </a:lnTo>
                  <a:lnTo>
                    <a:pt x="1" y="14030"/>
                  </a:lnTo>
                  <a:lnTo>
                    <a:pt x="7981" y="9406"/>
                  </a:lnTo>
                  <a:lnTo>
                    <a:pt x="8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1542857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0" y="1"/>
                  </a:moveTo>
                  <a:lnTo>
                    <a:pt x="0" y="9406"/>
                  </a:lnTo>
                  <a:lnTo>
                    <a:pt x="8012" y="14030"/>
                  </a:lnTo>
                  <a:lnTo>
                    <a:pt x="8012" y="46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2" name="Google Shape;3832;p37"/>
          <p:cNvGrpSpPr/>
          <p:nvPr/>
        </p:nvGrpSpPr>
        <p:grpSpPr>
          <a:xfrm>
            <a:off x="4945743" y="3391102"/>
            <a:ext cx="991015" cy="770419"/>
            <a:chOff x="4945743" y="3391102"/>
            <a:chExt cx="991015" cy="770419"/>
          </a:xfrm>
        </p:grpSpPr>
        <p:sp>
          <p:nvSpPr>
            <p:cNvPr id="3833" name="Google Shape;3833;p37"/>
            <p:cNvSpPr/>
            <p:nvPr/>
          </p:nvSpPr>
          <p:spPr>
            <a:xfrm>
              <a:off x="5409006" y="3571344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286" y="1"/>
                  </a:moveTo>
                  <a:lnTo>
                    <a:pt x="286" y="1458"/>
                  </a:lnTo>
                  <a:lnTo>
                    <a:pt x="1" y="1458"/>
                  </a:lnTo>
                  <a:lnTo>
                    <a:pt x="476" y="2313"/>
                  </a:lnTo>
                  <a:lnTo>
                    <a:pt x="982" y="1458"/>
                  </a:lnTo>
                  <a:lnTo>
                    <a:pt x="729" y="14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409006" y="3900665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476" y="1"/>
                  </a:moveTo>
                  <a:lnTo>
                    <a:pt x="1" y="856"/>
                  </a:lnTo>
                  <a:lnTo>
                    <a:pt x="254" y="856"/>
                  </a:lnTo>
                  <a:lnTo>
                    <a:pt x="254" y="2312"/>
                  </a:lnTo>
                  <a:lnTo>
                    <a:pt x="697" y="2312"/>
                  </a:lnTo>
                  <a:lnTo>
                    <a:pt x="697" y="856"/>
                  </a:lnTo>
                  <a:lnTo>
                    <a:pt x="982" y="85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5331477" y="3669034"/>
              <a:ext cx="190355" cy="110823"/>
            </a:xfrm>
            <a:custGeom>
              <a:avLst/>
              <a:gdLst/>
              <a:ahLst/>
              <a:cxnLst/>
              <a:rect l="l" t="t" r="r" b="b"/>
              <a:pathLst>
                <a:path w="5986" h="3485" extrusionOk="0">
                  <a:moveTo>
                    <a:pt x="3009" y="1"/>
                  </a:moveTo>
                  <a:lnTo>
                    <a:pt x="0" y="1743"/>
                  </a:lnTo>
                  <a:lnTo>
                    <a:pt x="3009" y="3484"/>
                  </a:lnTo>
                  <a:lnTo>
                    <a:pt x="5986" y="1743"/>
                  </a:lnTo>
                  <a:lnTo>
                    <a:pt x="3009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5427132" y="3724429"/>
              <a:ext cx="94700" cy="167204"/>
            </a:xfrm>
            <a:custGeom>
              <a:avLst/>
              <a:gdLst/>
              <a:ahLst/>
              <a:cxnLst/>
              <a:rect l="l" t="t" r="r" b="b"/>
              <a:pathLst>
                <a:path w="2978" h="5258" extrusionOk="0">
                  <a:moveTo>
                    <a:pt x="2978" y="1"/>
                  </a:moveTo>
                  <a:lnTo>
                    <a:pt x="1" y="1742"/>
                  </a:lnTo>
                  <a:lnTo>
                    <a:pt x="1" y="5258"/>
                  </a:lnTo>
                  <a:lnTo>
                    <a:pt x="2978" y="351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5331477" y="3724429"/>
              <a:ext cx="95686" cy="167204"/>
            </a:xfrm>
            <a:custGeom>
              <a:avLst/>
              <a:gdLst/>
              <a:ahLst/>
              <a:cxnLst/>
              <a:rect l="l" t="t" r="r" b="b"/>
              <a:pathLst>
                <a:path w="3009" h="5258" extrusionOk="0">
                  <a:moveTo>
                    <a:pt x="0" y="1"/>
                  </a:moveTo>
                  <a:lnTo>
                    <a:pt x="0" y="3516"/>
                  </a:lnTo>
                  <a:lnTo>
                    <a:pt x="3009" y="5258"/>
                  </a:lnTo>
                  <a:lnTo>
                    <a:pt x="3009" y="17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5677907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2" y="1"/>
                  </a:moveTo>
                  <a:cubicBezTo>
                    <a:pt x="95" y="1"/>
                    <a:pt x="0" y="64"/>
                    <a:pt x="0" y="191"/>
                  </a:cubicBezTo>
                  <a:lnTo>
                    <a:pt x="0" y="4846"/>
                  </a:lnTo>
                  <a:lnTo>
                    <a:pt x="7759" y="4846"/>
                  </a:lnTo>
                  <a:lnTo>
                    <a:pt x="7759" y="191"/>
                  </a:lnTo>
                  <a:cubicBezTo>
                    <a:pt x="7759" y="64"/>
                    <a:pt x="7664" y="1"/>
                    <a:pt x="756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689991" y="3706303"/>
              <a:ext cx="223586" cy="133973"/>
            </a:xfrm>
            <a:custGeom>
              <a:avLst/>
              <a:gdLst/>
              <a:ahLst/>
              <a:cxnLst/>
              <a:rect l="l" t="t" r="r" b="b"/>
              <a:pathLst>
                <a:path w="7031" h="4213" extrusionOk="0">
                  <a:moveTo>
                    <a:pt x="0" y="1"/>
                  </a:moveTo>
                  <a:lnTo>
                    <a:pt x="0" y="4212"/>
                  </a:lnTo>
                  <a:lnTo>
                    <a:pt x="7031" y="4212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5662802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0" y="1"/>
                  </a:moveTo>
                  <a:cubicBezTo>
                    <a:pt x="0" y="286"/>
                    <a:pt x="222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4" y="286"/>
                    <a:pt x="86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770540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1" y="1"/>
                  </a:moveTo>
                  <a:cubicBezTo>
                    <a:pt x="1" y="96"/>
                    <a:pt x="33" y="159"/>
                    <a:pt x="128" y="159"/>
                  </a:cubicBezTo>
                  <a:lnTo>
                    <a:pt x="1553" y="159"/>
                  </a:lnTo>
                  <a:cubicBezTo>
                    <a:pt x="1648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4960848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3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1"/>
                  </a:lnTo>
                  <a:cubicBezTo>
                    <a:pt x="7760" y="64"/>
                    <a:pt x="7665" y="1"/>
                    <a:pt x="7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4972932" y="3706303"/>
              <a:ext cx="222600" cy="133973"/>
            </a:xfrm>
            <a:custGeom>
              <a:avLst/>
              <a:gdLst/>
              <a:ahLst/>
              <a:cxnLst/>
              <a:rect l="l" t="t" r="r" b="b"/>
              <a:pathLst>
                <a:path w="7000" h="4213" extrusionOk="0">
                  <a:moveTo>
                    <a:pt x="1" y="1"/>
                  </a:moveTo>
                  <a:lnTo>
                    <a:pt x="1" y="4212"/>
                  </a:lnTo>
                  <a:lnTo>
                    <a:pt x="7000" y="4212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4945743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1" y="1"/>
                  </a:moveTo>
                  <a:cubicBezTo>
                    <a:pt x="1" y="286"/>
                    <a:pt x="223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5" y="286"/>
                    <a:pt x="8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53514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0" y="1"/>
                  </a:moveTo>
                  <a:cubicBezTo>
                    <a:pt x="0" y="96"/>
                    <a:pt x="32" y="159"/>
                    <a:pt x="127" y="159"/>
                  </a:cubicBezTo>
                  <a:lnTo>
                    <a:pt x="1552" y="159"/>
                  </a:lnTo>
                  <a:cubicBezTo>
                    <a:pt x="1647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305274" y="3391102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0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317358" y="3402168"/>
              <a:ext cx="223618" cy="132956"/>
            </a:xfrm>
            <a:custGeom>
              <a:avLst/>
              <a:gdLst/>
              <a:ahLst/>
              <a:cxnLst/>
              <a:rect l="l" t="t" r="r" b="b"/>
              <a:pathLst>
                <a:path w="7032" h="4181" extrusionOk="0">
                  <a:moveTo>
                    <a:pt x="1" y="1"/>
                  </a:moveTo>
                  <a:lnTo>
                    <a:pt x="1" y="4181"/>
                  </a:lnTo>
                  <a:lnTo>
                    <a:pt x="7031" y="4181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290169" y="3543169"/>
              <a:ext cx="273957" cy="17140"/>
            </a:xfrm>
            <a:custGeom>
              <a:avLst/>
              <a:gdLst/>
              <a:ahLst/>
              <a:cxnLst/>
              <a:rect l="l" t="t" r="r" b="b"/>
              <a:pathLst>
                <a:path w="8615" h="539" extrusionOk="0">
                  <a:moveTo>
                    <a:pt x="1" y="0"/>
                  </a:moveTo>
                  <a:cubicBezTo>
                    <a:pt x="1" y="317"/>
                    <a:pt x="222" y="539"/>
                    <a:pt x="507" y="539"/>
                  </a:cubicBezTo>
                  <a:lnTo>
                    <a:pt x="8076" y="539"/>
                  </a:lnTo>
                  <a:cubicBezTo>
                    <a:pt x="8361" y="539"/>
                    <a:pt x="8615" y="317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397939" y="3544155"/>
              <a:ext cx="54410" cy="4070"/>
            </a:xfrm>
            <a:custGeom>
              <a:avLst/>
              <a:gdLst/>
              <a:ahLst/>
              <a:cxnLst/>
              <a:rect l="l" t="t" r="r" b="b"/>
              <a:pathLst>
                <a:path w="1711" h="128" extrusionOk="0">
                  <a:moveTo>
                    <a:pt x="0" y="1"/>
                  </a:moveTo>
                  <a:cubicBezTo>
                    <a:pt x="0" y="64"/>
                    <a:pt x="32" y="128"/>
                    <a:pt x="127" y="128"/>
                  </a:cubicBezTo>
                  <a:lnTo>
                    <a:pt x="1552" y="128"/>
                  </a:lnTo>
                  <a:cubicBezTo>
                    <a:pt x="1647" y="128"/>
                    <a:pt x="1710" y="64"/>
                    <a:pt x="1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305274" y="3992313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222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317358" y="4003379"/>
              <a:ext cx="223618" cy="133973"/>
            </a:xfrm>
            <a:custGeom>
              <a:avLst/>
              <a:gdLst/>
              <a:ahLst/>
              <a:cxnLst/>
              <a:rect l="l" t="t" r="r" b="b"/>
              <a:pathLst>
                <a:path w="7032" h="4213" extrusionOk="0">
                  <a:moveTo>
                    <a:pt x="1" y="1"/>
                  </a:moveTo>
                  <a:lnTo>
                    <a:pt x="1" y="4213"/>
                  </a:lnTo>
                  <a:lnTo>
                    <a:pt x="7031" y="4213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290169" y="4145398"/>
              <a:ext cx="273957" cy="16123"/>
            </a:xfrm>
            <a:custGeom>
              <a:avLst/>
              <a:gdLst/>
              <a:ahLst/>
              <a:cxnLst/>
              <a:rect l="l" t="t" r="r" b="b"/>
              <a:pathLst>
                <a:path w="8615" h="507" extrusionOk="0">
                  <a:moveTo>
                    <a:pt x="1" y="0"/>
                  </a:moveTo>
                  <a:cubicBezTo>
                    <a:pt x="1" y="285"/>
                    <a:pt x="222" y="507"/>
                    <a:pt x="507" y="507"/>
                  </a:cubicBezTo>
                  <a:lnTo>
                    <a:pt x="8076" y="507"/>
                  </a:lnTo>
                  <a:cubicBezTo>
                    <a:pt x="8361" y="507"/>
                    <a:pt x="8615" y="285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397939" y="4145398"/>
              <a:ext cx="54410" cy="4039"/>
            </a:xfrm>
            <a:custGeom>
              <a:avLst/>
              <a:gdLst/>
              <a:ahLst/>
              <a:cxnLst/>
              <a:rect l="l" t="t" r="r" b="b"/>
              <a:pathLst>
                <a:path w="1711" h="127" extrusionOk="0">
                  <a:moveTo>
                    <a:pt x="0" y="0"/>
                  </a:moveTo>
                  <a:cubicBezTo>
                    <a:pt x="0" y="63"/>
                    <a:pt x="32" y="127"/>
                    <a:pt x="127" y="127"/>
                  </a:cubicBezTo>
                  <a:lnTo>
                    <a:pt x="1552" y="127"/>
                  </a:lnTo>
                  <a:cubicBezTo>
                    <a:pt x="1647" y="127"/>
                    <a:pt x="1710" y="63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380799" y="3433396"/>
              <a:ext cx="104781" cy="69515"/>
            </a:xfrm>
            <a:custGeom>
              <a:avLst/>
              <a:gdLst/>
              <a:ahLst/>
              <a:cxnLst/>
              <a:rect l="l" t="t" r="r" b="b"/>
              <a:pathLst>
                <a:path w="3295" h="2186" extrusionOk="0">
                  <a:moveTo>
                    <a:pt x="3104" y="0"/>
                  </a:moveTo>
                  <a:lnTo>
                    <a:pt x="1046" y="1805"/>
                  </a:lnTo>
                  <a:lnTo>
                    <a:pt x="223" y="919"/>
                  </a:lnTo>
                  <a:lnTo>
                    <a:pt x="1" y="1140"/>
                  </a:lnTo>
                  <a:lnTo>
                    <a:pt x="1046" y="2185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749393" y="3740552"/>
              <a:ext cx="103763" cy="70532"/>
            </a:xfrm>
            <a:custGeom>
              <a:avLst/>
              <a:gdLst/>
              <a:ahLst/>
              <a:cxnLst/>
              <a:rect l="l" t="t" r="r" b="b"/>
              <a:pathLst>
                <a:path w="3263" h="2218" extrusionOk="0">
                  <a:moveTo>
                    <a:pt x="3073" y="0"/>
                  </a:moveTo>
                  <a:lnTo>
                    <a:pt x="1046" y="1805"/>
                  </a:lnTo>
                  <a:lnTo>
                    <a:pt x="191" y="950"/>
                  </a:lnTo>
                  <a:lnTo>
                    <a:pt x="1" y="1140"/>
                  </a:lnTo>
                  <a:lnTo>
                    <a:pt x="1014" y="2217"/>
                  </a:lnTo>
                  <a:lnTo>
                    <a:pt x="3263" y="22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033384" y="3740552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104" y="0"/>
                  </a:moveTo>
                  <a:lnTo>
                    <a:pt x="1045" y="1805"/>
                  </a:lnTo>
                  <a:lnTo>
                    <a:pt x="222" y="950"/>
                  </a:lnTo>
                  <a:lnTo>
                    <a:pt x="0" y="1140"/>
                  </a:lnTo>
                  <a:lnTo>
                    <a:pt x="1045" y="2217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5379813" y="4037628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072" y="1"/>
                  </a:moveTo>
                  <a:lnTo>
                    <a:pt x="1045" y="1806"/>
                  </a:lnTo>
                  <a:lnTo>
                    <a:pt x="222" y="919"/>
                  </a:lnTo>
                  <a:lnTo>
                    <a:pt x="0" y="1141"/>
                  </a:lnTo>
                  <a:lnTo>
                    <a:pt x="1014" y="2217"/>
                  </a:lnTo>
                  <a:lnTo>
                    <a:pt x="3294" y="22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5553028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855" y="1"/>
                  </a:moveTo>
                  <a:lnTo>
                    <a:pt x="0" y="508"/>
                  </a:lnTo>
                  <a:lnTo>
                    <a:pt x="855" y="983"/>
                  </a:lnTo>
                  <a:lnTo>
                    <a:pt x="855" y="729"/>
                  </a:lnTo>
                  <a:lnTo>
                    <a:pt x="2312" y="729"/>
                  </a:lnTo>
                  <a:lnTo>
                    <a:pt x="2312" y="286"/>
                  </a:lnTo>
                  <a:lnTo>
                    <a:pt x="855" y="286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5222690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1458" y="1"/>
                  </a:moveTo>
                  <a:lnTo>
                    <a:pt x="1458" y="286"/>
                  </a:lnTo>
                  <a:lnTo>
                    <a:pt x="1" y="286"/>
                  </a:lnTo>
                  <a:lnTo>
                    <a:pt x="1" y="729"/>
                  </a:lnTo>
                  <a:lnTo>
                    <a:pt x="1458" y="729"/>
                  </a:lnTo>
                  <a:lnTo>
                    <a:pt x="1458" y="983"/>
                  </a:lnTo>
                  <a:lnTo>
                    <a:pt x="2313" y="508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0" name="Google Shape;3860;p37"/>
          <p:cNvGrpSpPr/>
          <p:nvPr/>
        </p:nvGrpSpPr>
        <p:grpSpPr>
          <a:xfrm>
            <a:off x="7665884" y="3253630"/>
            <a:ext cx="1015151" cy="895297"/>
            <a:chOff x="7665884" y="3253630"/>
            <a:chExt cx="1015151" cy="895297"/>
          </a:xfrm>
        </p:grpSpPr>
        <p:sp>
          <p:nvSpPr>
            <p:cNvPr id="3861" name="Google Shape;3861;p37"/>
            <p:cNvSpPr/>
            <p:nvPr/>
          </p:nvSpPr>
          <p:spPr>
            <a:xfrm>
              <a:off x="7665884" y="3253630"/>
              <a:ext cx="1015151" cy="895297"/>
            </a:xfrm>
            <a:custGeom>
              <a:avLst/>
              <a:gdLst/>
              <a:ahLst/>
              <a:cxnLst/>
              <a:rect l="l" t="t" r="r" b="b"/>
              <a:pathLst>
                <a:path w="31923" h="28154" extrusionOk="0">
                  <a:moveTo>
                    <a:pt x="15961" y="0"/>
                  </a:moveTo>
                  <a:cubicBezTo>
                    <a:pt x="14208" y="0"/>
                    <a:pt x="12427" y="331"/>
                    <a:pt x="10704" y="1030"/>
                  </a:cubicBezTo>
                  <a:cubicBezTo>
                    <a:pt x="3484" y="3911"/>
                    <a:pt x="0" y="12114"/>
                    <a:pt x="2882" y="19334"/>
                  </a:cubicBezTo>
                  <a:cubicBezTo>
                    <a:pt x="5097" y="24824"/>
                    <a:pt x="10370" y="28154"/>
                    <a:pt x="15930" y="28154"/>
                  </a:cubicBezTo>
                  <a:cubicBezTo>
                    <a:pt x="17683" y="28154"/>
                    <a:pt x="19464" y="27823"/>
                    <a:pt x="21187" y="27125"/>
                  </a:cubicBezTo>
                  <a:cubicBezTo>
                    <a:pt x="28407" y="24243"/>
                    <a:pt x="31922" y="16041"/>
                    <a:pt x="29009" y="8820"/>
                  </a:cubicBezTo>
                  <a:cubicBezTo>
                    <a:pt x="26794" y="3330"/>
                    <a:pt x="21521" y="0"/>
                    <a:pt x="159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8013299" y="3951036"/>
              <a:ext cx="315265" cy="21179"/>
            </a:xfrm>
            <a:custGeom>
              <a:avLst/>
              <a:gdLst/>
              <a:ahLst/>
              <a:cxnLst/>
              <a:rect l="l" t="t" r="r" b="b"/>
              <a:pathLst>
                <a:path w="9914" h="666" extrusionOk="0">
                  <a:moveTo>
                    <a:pt x="1" y="0"/>
                  </a:moveTo>
                  <a:lnTo>
                    <a:pt x="1" y="665"/>
                  </a:lnTo>
                  <a:lnTo>
                    <a:pt x="9913" y="665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8086820" y="3848290"/>
              <a:ext cx="168222" cy="102778"/>
            </a:xfrm>
            <a:custGeom>
              <a:avLst/>
              <a:gdLst/>
              <a:ahLst/>
              <a:cxnLst/>
              <a:rect l="l" t="t" r="r" b="b"/>
              <a:pathLst>
                <a:path w="5290" h="3232" extrusionOk="0">
                  <a:moveTo>
                    <a:pt x="1" y="1"/>
                  </a:moveTo>
                  <a:lnTo>
                    <a:pt x="1" y="3231"/>
                  </a:lnTo>
                  <a:lnTo>
                    <a:pt x="5289" y="3231"/>
                  </a:lnTo>
                  <a:lnTo>
                    <a:pt x="52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8081796" y="3844284"/>
              <a:ext cx="178271" cy="110791"/>
            </a:xfrm>
            <a:custGeom>
              <a:avLst/>
              <a:gdLst/>
              <a:ahLst/>
              <a:cxnLst/>
              <a:rect l="l" t="t" r="r" b="b"/>
              <a:pathLst>
                <a:path w="5606" h="3484" extrusionOk="0">
                  <a:moveTo>
                    <a:pt x="159" y="0"/>
                  </a:moveTo>
                  <a:cubicBezTo>
                    <a:pt x="64" y="0"/>
                    <a:pt x="0" y="32"/>
                    <a:pt x="0" y="127"/>
                  </a:cubicBezTo>
                  <a:lnTo>
                    <a:pt x="0" y="3357"/>
                  </a:lnTo>
                  <a:cubicBezTo>
                    <a:pt x="0" y="3420"/>
                    <a:pt x="64" y="3484"/>
                    <a:pt x="159" y="3484"/>
                  </a:cubicBezTo>
                  <a:lnTo>
                    <a:pt x="5447" y="3484"/>
                  </a:lnTo>
                  <a:cubicBezTo>
                    <a:pt x="5542" y="3484"/>
                    <a:pt x="5606" y="3420"/>
                    <a:pt x="5606" y="3357"/>
                  </a:cubicBezTo>
                  <a:lnTo>
                    <a:pt x="5606" y="127"/>
                  </a:lnTo>
                  <a:cubicBezTo>
                    <a:pt x="5606" y="32"/>
                    <a:pt x="5542" y="0"/>
                    <a:pt x="544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7840084" y="3477693"/>
              <a:ext cx="661694" cy="397818"/>
            </a:xfrm>
            <a:custGeom>
              <a:avLst/>
              <a:gdLst/>
              <a:ahLst/>
              <a:cxnLst/>
              <a:rect l="l" t="t" r="r" b="b"/>
              <a:pathLst>
                <a:path w="20808" h="12510" extrusionOk="0">
                  <a:moveTo>
                    <a:pt x="888" y="1"/>
                  </a:moveTo>
                  <a:cubicBezTo>
                    <a:pt x="412" y="1"/>
                    <a:pt x="1" y="381"/>
                    <a:pt x="1" y="856"/>
                  </a:cubicBezTo>
                  <a:lnTo>
                    <a:pt x="1" y="11655"/>
                  </a:lnTo>
                  <a:cubicBezTo>
                    <a:pt x="1" y="12130"/>
                    <a:pt x="412" y="12510"/>
                    <a:pt x="888" y="12510"/>
                  </a:cubicBezTo>
                  <a:lnTo>
                    <a:pt x="19921" y="12510"/>
                  </a:lnTo>
                  <a:cubicBezTo>
                    <a:pt x="20427" y="12510"/>
                    <a:pt x="20807" y="12130"/>
                    <a:pt x="20807" y="11655"/>
                  </a:cubicBezTo>
                  <a:lnTo>
                    <a:pt x="20807" y="856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8008274" y="3946998"/>
              <a:ext cx="325314" cy="29224"/>
            </a:xfrm>
            <a:custGeom>
              <a:avLst/>
              <a:gdLst/>
              <a:ahLst/>
              <a:cxnLst/>
              <a:rect l="l" t="t" r="r" b="b"/>
              <a:pathLst>
                <a:path w="10230" h="919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92"/>
                  </a:lnTo>
                  <a:cubicBezTo>
                    <a:pt x="1" y="887"/>
                    <a:pt x="64" y="919"/>
                    <a:pt x="127" y="919"/>
                  </a:cubicBezTo>
                  <a:lnTo>
                    <a:pt x="10071" y="919"/>
                  </a:lnTo>
                  <a:cubicBezTo>
                    <a:pt x="10166" y="919"/>
                    <a:pt x="10230" y="855"/>
                    <a:pt x="10230" y="792"/>
                  </a:cubicBezTo>
                  <a:lnTo>
                    <a:pt x="10230" y="127"/>
                  </a:lnTo>
                  <a:cubicBezTo>
                    <a:pt x="10230" y="64"/>
                    <a:pt x="10166" y="0"/>
                    <a:pt x="100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20047" y="507"/>
                  </a:moveTo>
                  <a:cubicBezTo>
                    <a:pt x="20332" y="507"/>
                    <a:pt x="20553" y="728"/>
                    <a:pt x="20553" y="982"/>
                  </a:cubicBezTo>
                  <a:lnTo>
                    <a:pt x="20553" y="11781"/>
                  </a:lnTo>
                  <a:cubicBezTo>
                    <a:pt x="20553" y="12034"/>
                    <a:pt x="20332" y="12256"/>
                    <a:pt x="20047" y="12256"/>
                  </a:cubicBezTo>
                  <a:lnTo>
                    <a:pt x="1014" y="12256"/>
                  </a:lnTo>
                  <a:cubicBezTo>
                    <a:pt x="728" y="12256"/>
                    <a:pt x="507" y="12034"/>
                    <a:pt x="507" y="11781"/>
                  </a:cubicBezTo>
                  <a:lnTo>
                    <a:pt x="507" y="982"/>
                  </a:lnTo>
                  <a:cubicBezTo>
                    <a:pt x="507" y="728"/>
                    <a:pt x="760" y="507"/>
                    <a:pt x="1014" y="507"/>
                  </a:cubicBezTo>
                  <a:close/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7836077" y="3803993"/>
              <a:ext cx="669740" cy="75557"/>
            </a:xfrm>
            <a:custGeom>
              <a:avLst/>
              <a:gdLst/>
              <a:ahLst/>
              <a:cxnLst/>
              <a:rect l="l" t="t" r="r" b="b"/>
              <a:pathLst>
                <a:path w="21061" h="2376" extrusionOk="0">
                  <a:moveTo>
                    <a:pt x="0" y="0"/>
                  </a:moveTo>
                  <a:lnTo>
                    <a:pt x="0" y="1394"/>
                  </a:lnTo>
                  <a:cubicBezTo>
                    <a:pt x="0" y="1932"/>
                    <a:pt x="443" y="2376"/>
                    <a:pt x="1014" y="2376"/>
                  </a:cubicBezTo>
                  <a:lnTo>
                    <a:pt x="20047" y="2376"/>
                  </a:lnTo>
                  <a:cubicBezTo>
                    <a:pt x="20617" y="2376"/>
                    <a:pt x="21060" y="1932"/>
                    <a:pt x="21060" y="1394"/>
                  </a:cubicBezTo>
                  <a:lnTo>
                    <a:pt x="2106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8152296" y="3824122"/>
              <a:ext cx="38287" cy="38319"/>
            </a:xfrm>
            <a:custGeom>
              <a:avLst/>
              <a:gdLst/>
              <a:ahLst/>
              <a:cxnLst/>
              <a:rect l="l" t="t" r="r" b="b"/>
              <a:pathLst>
                <a:path w="1204" h="1205" extrusionOk="0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204" y="919"/>
                    <a:pt x="1204" y="602"/>
                  </a:cubicBezTo>
                  <a:cubicBezTo>
                    <a:pt x="1204" y="254"/>
                    <a:pt x="919" y="1"/>
                    <a:pt x="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7957935" y="3620698"/>
              <a:ext cx="93683" cy="83634"/>
            </a:xfrm>
            <a:custGeom>
              <a:avLst/>
              <a:gdLst/>
              <a:ahLst/>
              <a:cxnLst/>
              <a:rect l="l" t="t" r="r" b="b"/>
              <a:pathLst>
                <a:path w="2946" h="2630" extrusionOk="0">
                  <a:moveTo>
                    <a:pt x="1457" y="602"/>
                  </a:moveTo>
                  <a:lnTo>
                    <a:pt x="1869" y="1616"/>
                  </a:lnTo>
                  <a:lnTo>
                    <a:pt x="1045" y="1616"/>
                  </a:lnTo>
                  <a:lnTo>
                    <a:pt x="1457" y="602"/>
                  </a:lnTo>
                  <a:close/>
                  <a:moveTo>
                    <a:pt x="1172" y="1"/>
                  </a:moveTo>
                  <a:lnTo>
                    <a:pt x="0" y="2629"/>
                  </a:lnTo>
                  <a:lnTo>
                    <a:pt x="633" y="2629"/>
                  </a:lnTo>
                  <a:lnTo>
                    <a:pt x="855" y="2059"/>
                  </a:lnTo>
                  <a:lnTo>
                    <a:pt x="2059" y="2059"/>
                  </a:lnTo>
                  <a:lnTo>
                    <a:pt x="2312" y="2629"/>
                  </a:lnTo>
                  <a:lnTo>
                    <a:pt x="2945" y="2629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8317434" y="3537127"/>
              <a:ext cx="75589" cy="82585"/>
            </a:xfrm>
            <a:custGeom>
              <a:avLst/>
              <a:gdLst/>
              <a:ahLst/>
              <a:cxnLst/>
              <a:rect l="l" t="t" r="r" b="b"/>
              <a:pathLst>
                <a:path w="2377" h="2597" extrusionOk="0">
                  <a:moveTo>
                    <a:pt x="1204" y="444"/>
                  </a:moveTo>
                  <a:cubicBezTo>
                    <a:pt x="1489" y="444"/>
                    <a:pt x="1648" y="539"/>
                    <a:pt x="1648" y="760"/>
                  </a:cubicBezTo>
                  <a:cubicBezTo>
                    <a:pt x="1648" y="950"/>
                    <a:pt x="1489" y="1045"/>
                    <a:pt x="1204" y="1045"/>
                  </a:cubicBezTo>
                  <a:lnTo>
                    <a:pt x="603" y="1045"/>
                  </a:lnTo>
                  <a:lnTo>
                    <a:pt x="603" y="444"/>
                  </a:lnTo>
                  <a:close/>
                  <a:moveTo>
                    <a:pt x="1299" y="1489"/>
                  </a:moveTo>
                  <a:cubicBezTo>
                    <a:pt x="1616" y="1489"/>
                    <a:pt x="1774" y="1615"/>
                    <a:pt x="1774" y="1837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3" y="2154"/>
                  </a:lnTo>
                  <a:lnTo>
                    <a:pt x="603" y="1489"/>
                  </a:lnTo>
                  <a:close/>
                  <a:moveTo>
                    <a:pt x="1" y="0"/>
                  </a:moveTo>
                  <a:lnTo>
                    <a:pt x="1" y="2597"/>
                  </a:lnTo>
                  <a:lnTo>
                    <a:pt x="1331" y="2597"/>
                  </a:lnTo>
                  <a:cubicBezTo>
                    <a:pt x="2028" y="2597"/>
                    <a:pt x="2376" y="2344"/>
                    <a:pt x="2376" y="1869"/>
                  </a:cubicBezTo>
                  <a:cubicBezTo>
                    <a:pt x="2376" y="1552"/>
                    <a:pt x="2218" y="1330"/>
                    <a:pt x="1901" y="1235"/>
                  </a:cubicBezTo>
                  <a:cubicBezTo>
                    <a:pt x="2123" y="1140"/>
                    <a:pt x="2249" y="919"/>
                    <a:pt x="2249" y="665"/>
                  </a:cubicBezTo>
                  <a:cubicBezTo>
                    <a:pt x="2249" y="254"/>
                    <a:pt x="1933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8082813" y="3634817"/>
              <a:ext cx="181292" cy="88627"/>
            </a:xfrm>
            <a:custGeom>
              <a:avLst/>
              <a:gdLst/>
              <a:ahLst/>
              <a:cxnLst/>
              <a:rect l="l" t="t" r="r" b="b"/>
              <a:pathLst>
                <a:path w="5701" h="2787" extrusionOk="0">
                  <a:moveTo>
                    <a:pt x="3294" y="0"/>
                  </a:moveTo>
                  <a:lnTo>
                    <a:pt x="3294" y="728"/>
                  </a:lnTo>
                  <a:lnTo>
                    <a:pt x="0" y="728"/>
                  </a:lnTo>
                  <a:lnTo>
                    <a:pt x="0" y="1995"/>
                  </a:lnTo>
                  <a:lnTo>
                    <a:pt x="3294" y="1995"/>
                  </a:lnTo>
                  <a:lnTo>
                    <a:pt x="3294" y="2787"/>
                  </a:lnTo>
                  <a:lnTo>
                    <a:pt x="5700" y="1393"/>
                  </a:lnTo>
                  <a:lnTo>
                    <a:pt x="329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8291262" y="36478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1"/>
                  </a:moveTo>
                  <a:cubicBezTo>
                    <a:pt x="602" y="1"/>
                    <a:pt x="1" y="634"/>
                    <a:pt x="1" y="1394"/>
                  </a:cubicBezTo>
                  <a:cubicBezTo>
                    <a:pt x="1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1"/>
                    <a:pt x="136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8284203" y="36478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94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54"/>
                    <a:pt x="634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8290245" y="3653929"/>
              <a:ext cx="76574" cy="76574"/>
            </a:xfrm>
            <a:custGeom>
              <a:avLst/>
              <a:gdLst/>
              <a:ahLst/>
              <a:cxnLst/>
              <a:rect l="l" t="t" r="r" b="b"/>
              <a:pathLst>
                <a:path w="2408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cubicBezTo>
                    <a:pt x="1869" y="2408"/>
                    <a:pt x="2408" y="1869"/>
                    <a:pt x="2408" y="1204"/>
                  </a:cubicBezTo>
                  <a:cubicBezTo>
                    <a:pt x="2408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834061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34"/>
                    <a:pt x="0" y="1394"/>
                  </a:cubicBezTo>
                  <a:cubicBezTo>
                    <a:pt x="0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833355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02" y="0"/>
                    <a:pt x="1" y="634"/>
                    <a:pt x="1" y="1394"/>
                  </a:cubicBezTo>
                  <a:cubicBezTo>
                    <a:pt x="1" y="2154"/>
                    <a:pt x="602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8338581" y="3734510"/>
              <a:ext cx="77592" cy="76574"/>
            </a:xfrm>
            <a:custGeom>
              <a:avLst/>
              <a:gdLst/>
              <a:ahLst/>
              <a:cxnLst/>
              <a:rect l="l" t="t" r="r" b="b"/>
              <a:pathLst>
                <a:path w="2440" h="2408" extrusionOk="0">
                  <a:moveTo>
                    <a:pt x="1236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869"/>
                    <a:pt x="539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0" name="Google Shape;3880;p37"/>
          <p:cNvGrpSpPr/>
          <p:nvPr/>
        </p:nvGrpSpPr>
        <p:grpSpPr>
          <a:xfrm>
            <a:off x="457205" y="1154099"/>
            <a:ext cx="985959" cy="895265"/>
            <a:chOff x="457205" y="1154099"/>
            <a:chExt cx="985959" cy="895265"/>
          </a:xfrm>
        </p:grpSpPr>
        <p:sp>
          <p:nvSpPr>
            <p:cNvPr id="3881" name="Google Shape;3881;p37"/>
            <p:cNvSpPr/>
            <p:nvPr/>
          </p:nvSpPr>
          <p:spPr>
            <a:xfrm>
              <a:off x="457205" y="1154099"/>
              <a:ext cx="985959" cy="895265"/>
            </a:xfrm>
            <a:custGeom>
              <a:avLst/>
              <a:gdLst/>
              <a:ahLst/>
              <a:cxnLst/>
              <a:rect l="l" t="t" r="r" b="b"/>
              <a:pathLst>
                <a:path w="31005" h="28153" extrusionOk="0">
                  <a:moveTo>
                    <a:pt x="15523" y="1"/>
                  </a:moveTo>
                  <a:cubicBezTo>
                    <a:pt x="9153" y="1"/>
                    <a:pt x="3380" y="4337"/>
                    <a:pt x="1838" y="10777"/>
                  </a:cubicBezTo>
                  <a:cubicBezTo>
                    <a:pt x="1" y="18346"/>
                    <a:pt x="4656" y="25946"/>
                    <a:pt x="12225" y="27752"/>
                  </a:cubicBezTo>
                  <a:cubicBezTo>
                    <a:pt x="13341" y="28022"/>
                    <a:pt x="14458" y="28152"/>
                    <a:pt x="15557" y="28152"/>
                  </a:cubicBezTo>
                  <a:cubicBezTo>
                    <a:pt x="21909" y="28152"/>
                    <a:pt x="27661" y="23817"/>
                    <a:pt x="29200" y="17364"/>
                  </a:cubicBezTo>
                  <a:cubicBezTo>
                    <a:pt x="31005" y="9795"/>
                    <a:pt x="26381" y="2195"/>
                    <a:pt x="18812" y="390"/>
                  </a:cubicBezTo>
                  <a:cubicBezTo>
                    <a:pt x="17710" y="127"/>
                    <a:pt x="16608" y="1"/>
                    <a:pt x="155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790565" y="1851282"/>
              <a:ext cx="316251" cy="22196"/>
            </a:xfrm>
            <a:custGeom>
              <a:avLst/>
              <a:gdLst/>
              <a:ahLst/>
              <a:cxnLst/>
              <a:rect l="l" t="t" r="r" b="b"/>
              <a:pathLst>
                <a:path w="9945" h="698" extrusionOk="0">
                  <a:moveTo>
                    <a:pt x="0" y="0"/>
                  </a:moveTo>
                  <a:lnTo>
                    <a:pt x="0" y="697"/>
                  </a:lnTo>
                  <a:lnTo>
                    <a:pt x="9944" y="697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864086" y="1748568"/>
              <a:ext cx="169208" cy="102746"/>
            </a:xfrm>
            <a:custGeom>
              <a:avLst/>
              <a:gdLst/>
              <a:ahLst/>
              <a:cxnLst/>
              <a:rect l="l" t="t" r="r" b="b"/>
              <a:pathLst>
                <a:path w="5321" h="3231" extrusionOk="0">
                  <a:moveTo>
                    <a:pt x="0" y="0"/>
                  </a:moveTo>
                  <a:lnTo>
                    <a:pt x="0" y="3230"/>
                  </a:lnTo>
                  <a:lnTo>
                    <a:pt x="5321" y="323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860048" y="1744530"/>
              <a:ext cx="177285" cy="110823"/>
            </a:xfrm>
            <a:custGeom>
              <a:avLst/>
              <a:gdLst/>
              <a:ahLst/>
              <a:cxnLst/>
              <a:rect l="l" t="t" r="r" b="b"/>
              <a:pathLst>
                <a:path w="5575" h="3485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3357"/>
                  </a:lnTo>
                  <a:cubicBezTo>
                    <a:pt x="0" y="3421"/>
                    <a:pt x="64" y="3484"/>
                    <a:pt x="127" y="3484"/>
                  </a:cubicBezTo>
                  <a:lnTo>
                    <a:pt x="5448" y="3484"/>
                  </a:lnTo>
                  <a:cubicBezTo>
                    <a:pt x="5511" y="3484"/>
                    <a:pt x="5574" y="3421"/>
                    <a:pt x="5574" y="3357"/>
                  </a:cubicBezTo>
                  <a:lnTo>
                    <a:pt x="5574" y="127"/>
                  </a:lnTo>
                  <a:cubicBezTo>
                    <a:pt x="5574" y="64"/>
                    <a:pt x="5511" y="1"/>
                    <a:pt x="544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618336" y="1378957"/>
              <a:ext cx="661694" cy="396832"/>
            </a:xfrm>
            <a:custGeom>
              <a:avLst/>
              <a:gdLst/>
              <a:ahLst/>
              <a:cxnLst/>
              <a:rect l="l" t="t" r="r" b="b"/>
              <a:pathLst>
                <a:path w="20808" h="12479" extrusionOk="0">
                  <a:moveTo>
                    <a:pt x="888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11623"/>
                  </a:lnTo>
                  <a:cubicBezTo>
                    <a:pt x="1" y="12098"/>
                    <a:pt x="381" y="12478"/>
                    <a:pt x="888" y="12478"/>
                  </a:cubicBezTo>
                  <a:lnTo>
                    <a:pt x="19921" y="12478"/>
                  </a:lnTo>
                  <a:cubicBezTo>
                    <a:pt x="20396" y="12478"/>
                    <a:pt x="20807" y="12098"/>
                    <a:pt x="20807" y="11623"/>
                  </a:cubicBezTo>
                  <a:lnTo>
                    <a:pt x="20807" y="824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786526" y="1847244"/>
              <a:ext cx="324328" cy="30242"/>
            </a:xfrm>
            <a:custGeom>
              <a:avLst/>
              <a:gdLst/>
              <a:ahLst/>
              <a:cxnLst/>
              <a:rect l="l" t="t" r="r" b="b"/>
              <a:pathLst>
                <a:path w="10199" h="951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824"/>
                  </a:lnTo>
                  <a:cubicBezTo>
                    <a:pt x="1" y="887"/>
                    <a:pt x="64" y="951"/>
                    <a:pt x="127" y="951"/>
                  </a:cubicBezTo>
                  <a:lnTo>
                    <a:pt x="10071" y="951"/>
                  </a:lnTo>
                  <a:cubicBezTo>
                    <a:pt x="10135" y="951"/>
                    <a:pt x="10198" y="887"/>
                    <a:pt x="10198" y="824"/>
                  </a:cubicBezTo>
                  <a:lnTo>
                    <a:pt x="10198" y="127"/>
                  </a:lnTo>
                  <a:cubicBezTo>
                    <a:pt x="10198" y="64"/>
                    <a:pt x="10135" y="1"/>
                    <a:pt x="100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20079" y="475"/>
                  </a:moveTo>
                  <a:cubicBezTo>
                    <a:pt x="20332" y="475"/>
                    <a:pt x="20554" y="697"/>
                    <a:pt x="20554" y="950"/>
                  </a:cubicBezTo>
                  <a:lnTo>
                    <a:pt x="20554" y="11749"/>
                  </a:lnTo>
                  <a:cubicBezTo>
                    <a:pt x="20554" y="12034"/>
                    <a:pt x="20332" y="12224"/>
                    <a:pt x="20079" y="12224"/>
                  </a:cubicBezTo>
                  <a:lnTo>
                    <a:pt x="1046" y="12224"/>
                  </a:lnTo>
                  <a:cubicBezTo>
                    <a:pt x="761" y="12224"/>
                    <a:pt x="539" y="12034"/>
                    <a:pt x="539" y="11749"/>
                  </a:cubicBezTo>
                  <a:lnTo>
                    <a:pt x="539" y="950"/>
                  </a:lnTo>
                  <a:cubicBezTo>
                    <a:pt x="539" y="697"/>
                    <a:pt x="761" y="475"/>
                    <a:pt x="1046" y="475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613311" y="1704239"/>
              <a:ext cx="670757" cy="75557"/>
            </a:xfrm>
            <a:custGeom>
              <a:avLst/>
              <a:gdLst/>
              <a:ahLst/>
              <a:cxnLst/>
              <a:rect l="l" t="t" r="r" b="b"/>
              <a:pathLst>
                <a:path w="21093" h="2376" extrusionOk="0">
                  <a:moveTo>
                    <a:pt x="1" y="1"/>
                  </a:moveTo>
                  <a:lnTo>
                    <a:pt x="1" y="1394"/>
                  </a:lnTo>
                  <a:cubicBezTo>
                    <a:pt x="1" y="1933"/>
                    <a:pt x="476" y="2376"/>
                    <a:pt x="1046" y="2376"/>
                  </a:cubicBezTo>
                  <a:lnTo>
                    <a:pt x="20079" y="2376"/>
                  </a:lnTo>
                  <a:cubicBezTo>
                    <a:pt x="20617" y="2376"/>
                    <a:pt x="21092" y="1933"/>
                    <a:pt x="21092" y="1394"/>
                  </a:cubicBezTo>
                  <a:lnTo>
                    <a:pt x="2109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930548" y="1724400"/>
              <a:ext cx="37301" cy="38287"/>
            </a:xfrm>
            <a:custGeom>
              <a:avLst/>
              <a:gdLst/>
              <a:ahLst/>
              <a:cxnLst/>
              <a:rect l="l" t="t" r="r" b="b"/>
              <a:pathLst>
                <a:path w="1173" h="1204" extrusionOk="0"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172" y="950"/>
                    <a:pt x="1172" y="602"/>
                  </a:cubicBezTo>
                  <a:cubicBezTo>
                    <a:pt x="1172" y="285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33166" y="1435370"/>
              <a:ext cx="92665" cy="83602"/>
            </a:xfrm>
            <a:custGeom>
              <a:avLst/>
              <a:gdLst/>
              <a:ahLst/>
              <a:cxnLst/>
              <a:rect l="l" t="t" r="r" b="b"/>
              <a:pathLst>
                <a:path w="2914" h="2629" extrusionOk="0">
                  <a:moveTo>
                    <a:pt x="1457" y="602"/>
                  </a:moveTo>
                  <a:lnTo>
                    <a:pt x="1869" y="1615"/>
                  </a:lnTo>
                  <a:lnTo>
                    <a:pt x="1045" y="1615"/>
                  </a:lnTo>
                  <a:lnTo>
                    <a:pt x="1457" y="602"/>
                  </a:lnTo>
                  <a:close/>
                  <a:moveTo>
                    <a:pt x="1140" y="0"/>
                  </a:moveTo>
                  <a:lnTo>
                    <a:pt x="0" y="2629"/>
                  </a:lnTo>
                  <a:lnTo>
                    <a:pt x="602" y="2629"/>
                  </a:lnTo>
                  <a:lnTo>
                    <a:pt x="824" y="2059"/>
                  </a:lnTo>
                  <a:lnTo>
                    <a:pt x="2059" y="2059"/>
                  </a:lnTo>
                  <a:lnTo>
                    <a:pt x="2280" y="2629"/>
                  </a:lnTo>
                  <a:lnTo>
                    <a:pt x="2914" y="262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1081598" y="1537066"/>
              <a:ext cx="75557" cy="83634"/>
            </a:xfrm>
            <a:custGeom>
              <a:avLst/>
              <a:gdLst/>
              <a:ahLst/>
              <a:cxnLst/>
              <a:rect l="l" t="t" r="r" b="b"/>
              <a:pathLst>
                <a:path w="2376" h="2630" extrusionOk="0">
                  <a:moveTo>
                    <a:pt x="1204" y="476"/>
                  </a:moveTo>
                  <a:cubicBezTo>
                    <a:pt x="1489" y="476"/>
                    <a:pt x="1647" y="571"/>
                    <a:pt x="1647" y="761"/>
                  </a:cubicBezTo>
                  <a:cubicBezTo>
                    <a:pt x="1647" y="982"/>
                    <a:pt x="1489" y="1077"/>
                    <a:pt x="1204" y="1077"/>
                  </a:cubicBezTo>
                  <a:lnTo>
                    <a:pt x="602" y="1077"/>
                  </a:lnTo>
                  <a:lnTo>
                    <a:pt x="602" y="476"/>
                  </a:lnTo>
                  <a:close/>
                  <a:moveTo>
                    <a:pt x="1299" y="1521"/>
                  </a:moveTo>
                  <a:cubicBezTo>
                    <a:pt x="1616" y="1521"/>
                    <a:pt x="1774" y="1616"/>
                    <a:pt x="1774" y="1838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2" y="2154"/>
                  </a:lnTo>
                  <a:lnTo>
                    <a:pt x="602" y="1521"/>
                  </a:lnTo>
                  <a:close/>
                  <a:moveTo>
                    <a:pt x="1" y="1"/>
                  </a:moveTo>
                  <a:lnTo>
                    <a:pt x="1" y="2629"/>
                  </a:lnTo>
                  <a:lnTo>
                    <a:pt x="1331" y="2629"/>
                  </a:lnTo>
                  <a:cubicBezTo>
                    <a:pt x="2027" y="2629"/>
                    <a:pt x="2376" y="2344"/>
                    <a:pt x="2376" y="1901"/>
                  </a:cubicBezTo>
                  <a:cubicBezTo>
                    <a:pt x="2376" y="1584"/>
                    <a:pt x="2186" y="1362"/>
                    <a:pt x="1901" y="1267"/>
                  </a:cubicBezTo>
                  <a:cubicBezTo>
                    <a:pt x="2122" y="1141"/>
                    <a:pt x="2249" y="951"/>
                    <a:pt x="2249" y="697"/>
                  </a:cubicBezTo>
                  <a:cubicBezTo>
                    <a:pt x="2249" y="286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879191" y="1540087"/>
              <a:ext cx="181292" cy="89676"/>
            </a:xfrm>
            <a:custGeom>
              <a:avLst/>
              <a:gdLst/>
              <a:ahLst/>
              <a:cxnLst/>
              <a:rect l="l" t="t" r="r" b="b"/>
              <a:pathLst>
                <a:path w="5701" h="2820" extrusionOk="0">
                  <a:moveTo>
                    <a:pt x="3294" y="1"/>
                  </a:moveTo>
                  <a:lnTo>
                    <a:pt x="3294" y="761"/>
                  </a:lnTo>
                  <a:lnTo>
                    <a:pt x="0" y="761"/>
                  </a:lnTo>
                  <a:lnTo>
                    <a:pt x="0" y="2028"/>
                  </a:lnTo>
                  <a:lnTo>
                    <a:pt x="3294" y="2028"/>
                  </a:lnTo>
                  <a:lnTo>
                    <a:pt x="3294" y="2819"/>
                  </a:lnTo>
                  <a:lnTo>
                    <a:pt x="5701" y="1394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71504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02"/>
                    <a:pt x="0" y="1362"/>
                  </a:cubicBezTo>
                  <a:cubicBezTo>
                    <a:pt x="0" y="2122"/>
                    <a:pt x="602" y="2755"/>
                    <a:pt x="1362" y="2755"/>
                  </a:cubicBezTo>
                  <a:cubicBezTo>
                    <a:pt x="2122" y="2755"/>
                    <a:pt x="2755" y="2122"/>
                    <a:pt x="2755" y="1362"/>
                  </a:cubicBezTo>
                  <a:cubicBezTo>
                    <a:pt x="2755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70798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34" y="0"/>
                    <a:pt x="0" y="602"/>
                    <a:pt x="0" y="1362"/>
                  </a:cubicBezTo>
                  <a:cubicBezTo>
                    <a:pt x="0" y="2122"/>
                    <a:pt x="634" y="2755"/>
                    <a:pt x="1394" y="2755"/>
                  </a:cubicBezTo>
                  <a:cubicBezTo>
                    <a:pt x="2154" y="2755"/>
                    <a:pt x="2756" y="2122"/>
                    <a:pt x="2756" y="1362"/>
                  </a:cubicBezTo>
                  <a:cubicBezTo>
                    <a:pt x="2756" y="602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714022" y="1559231"/>
              <a:ext cx="76574" cy="77560"/>
            </a:xfrm>
            <a:custGeom>
              <a:avLst/>
              <a:gdLst/>
              <a:ahLst/>
              <a:cxnLst/>
              <a:rect l="l" t="t" r="r" b="b"/>
              <a:pathLst>
                <a:path w="2408" h="2439" extrusionOk="0">
                  <a:moveTo>
                    <a:pt x="1204" y="0"/>
                  </a:moveTo>
                  <a:cubicBezTo>
                    <a:pt x="539" y="0"/>
                    <a:pt x="0" y="539"/>
                    <a:pt x="0" y="1204"/>
                  </a:cubicBezTo>
                  <a:cubicBezTo>
                    <a:pt x="0" y="1869"/>
                    <a:pt x="539" y="2439"/>
                    <a:pt x="1204" y="2439"/>
                  </a:cubicBezTo>
                  <a:cubicBezTo>
                    <a:pt x="1869" y="2439"/>
                    <a:pt x="2407" y="1869"/>
                    <a:pt x="2407" y="1204"/>
                  </a:cubicBezTo>
                  <a:cubicBezTo>
                    <a:pt x="2407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764361" y="15400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63" y="1"/>
                  </a:moveTo>
                  <a:cubicBezTo>
                    <a:pt x="603" y="1"/>
                    <a:pt x="1" y="602"/>
                    <a:pt x="1" y="1363"/>
                  </a:cubicBezTo>
                  <a:cubicBezTo>
                    <a:pt x="1" y="2123"/>
                    <a:pt x="603" y="2756"/>
                    <a:pt x="1363" y="2756"/>
                  </a:cubicBezTo>
                  <a:cubicBezTo>
                    <a:pt x="2123" y="2756"/>
                    <a:pt x="2756" y="2123"/>
                    <a:pt x="2756" y="1363"/>
                  </a:cubicBezTo>
                  <a:cubicBezTo>
                    <a:pt x="2756" y="602"/>
                    <a:pt x="2123" y="1"/>
                    <a:pt x="136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757334" y="15400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1"/>
                  </a:moveTo>
                  <a:cubicBezTo>
                    <a:pt x="634" y="1"/>
                    <a:pt x="0" y="602"/>
                    <a:pt x="0" y="1363"/>
                  </a:cubicBezTo>
                  <a:cubicBezTo>
                    <a:pt x="0" y="2123"/>
                    <a:pt x="634" y="2756"/>
                    <a:pt x="1394" y="2756"/>
                  </a:cubicBezTo>
                  <a:cubicBezTo>
                    <a:pt x="2154" y="2756"/>
                    <a:pt x="2755" y="2123"/>
                    <a:pt x="2755" y="1363"/>
                  </a:cubicBezTo>
                  <a:cubicBezTo>
                    <a:pt x="2755" y="602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763376" y="1545144"/>
              <a:ext cx="76574" cy="76543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204" y="0"/>
                  </a:moveTo>
                  <a:cubicBezTo>
                    <a:pt x="539" y="0"/>
                    <a:pt x="0" y="538"/>
                    <a:pt x="0" y="1204"/>
                  </a:cubicBezTo>
                  <a:cubicBezTo>
                    <a:pt x="0" y="1869"/>
                    <a:pt x="539" y="2407"/>
                    <a:pt x="1204" y="2407"/>
                  </a:cubicBezTo>
                  <a:cubicBezTo>
                    <a:pt x="1869" y="2407"/>
                    <a:pt x="2407" y="1869"/>
                    <a:pt x="2407" y="1204"/>
                  </a:cubicBezTo>
                  <a:cubicBezTo>
                    <a:pt x="2407" y="538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0" name="Google Shape;3900;p37"/>
          <p:cNvSpPr/>
          <p:nvPr/>
        </p:nvSpPr>
        <p:spPr>
          <a:xfrm>
            <a:off x="783505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1" y="1"/>
                </a:moveTo>
                <a:cubicBezTo>
                  <a:pt x="4037" y="1"/>
                  <a:pt x="2870" y="437"/>
                  <a:pt x="1964" y="1312"/>
                </a:cubicBezTo>
                <a:cubicBezTo>
                  <a:pt x="64" y="3086"/>
                  <a:pt x="1" y="6063"/>
                  <a:pt x="1806" y="7931"/>
                </a:cubicBezTo>
                <a:cubicBezTo>
                  <a:pt x="2719" y="8910"/>
                  <a:pt x="3951" y="9401"/>
                  <a:pt x="5187" y="9401"/>
                </a:cubicBezTo>
                <a:cubicBezTo>
                  <a:pt x="6351" y="9401"/>
                  <a:pt x="7518" y="8965"/>
                  <a:pt x="8425" y="8090"/>
                </a:cubicBezTo>
                <a:cubicBezTo>
                  <a:pt x="10325" y="6316"/>
                  <a:pt x="10388" y="3339"/>
                  <a:pt x="8583" y="1471"/>
                </a:cubicBezTo>
                <a:cubicBezTo>
                  <a:pt x="7670" y="492"/>
                  <a:pt x="6437" y="1"/>
                  <a:pt x="520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37"/>
          <p:cNvSpPr/>
          <p:nvPr/>
        </p:nvSpPr>
        <p:spPr>
          <a:xfrm>
            <a:off x="1631452" y="3020441"/>
            <a:ext cx="330370" cy="298856"/>
          </a:xfrm>
          <a:custGeom>
            <a:avLst/>
            <a:gdLst/>
            <a:ahLst/>
            <a:cxnLst/>
            <a:rect l="l" t="t" r="r" b="b"/>
            <a:pathLst>
              <a:path w="10389" h="9398" extrusionOk="0">
                <a:moveTo>
                  <a:pt x="5185" y="0"/>
                </a:moveTo>
                <a:cubicBezTo>
                  <a:pt x="4027" y="0"/>
                  <a:pt x="2866" y="429"/>
                  <a:pt x="1964" y="1300"/>
                </a:cubicBezTo>
                <a:cubicBezTo>
                  <a:pt x="64" y="3106"/>
                  <a:pt x="1" y="6051"/>
                  <a:pt x="1806" y="7951"/>
                </a:cubicBezTo>
                <a:cubicBezTo>
                  <a:pt x="2720" y="8914"/>
                  <a:pt x="3953" y="9397"/>
                  <a:pt x="5189" y="9397"/>
                </a:cubicBezTo>
                <a:cubicBezTo>
                  <a:pt x="6353" y="9397"/>
                  <a:pt x="7519" y="8969"/>
                  <a:pt x="8425" y="8109"/>
                </a:cubicBezTo>
                <a:cubicBezTo>
                  <a:pt x="10325" y="6304"/>
                  <a:pt x="10388" y="3327"/>
                  <a:pt x="8583" y="1459"/>
                </a:cubicBezTo>
                <a:cubicBezTo>
                  <a:pt x="7666" y="492"/>
                  <a:pt x="6427" y="0"/>
                  <a:pt x="518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37"/>
          <p:cNvSpPr/>
          <p:nvPr/>
        </p:nvSpPr>
        <p:spPr>
          <a:xfrm>
            <a:off x="5260977" y="3020823"/>
            <a:ext cx="330338" cy="298475"/>
          </a:xfrm>
          <a:custGeom>
            <a:avLst/>
            <a:gdLst/>
            <a:ahLst/>
            <a:cxnLst/>
            <a:rect l="l" t="t" r="r" b="b"/>
            <a:pathLst>
              <a:path w="10388" h="9386" extrusionOk="0">
                <a:moveTo>
                  <a:pt x="5195" y="1"/>
                </a:moveTo>
                <a:cubicBezTo>
                  <a:pt x="4027" y="1"/>
                  <a:pt x="2853" y="429"/>
                  <a:pt x="1932" y="1288"/>
                </a:cubicBezTo>
                <a:cubicBezTo>
                  <a:pt x="64" y="3094"/>
                  <a:pt x="0" y="6070"/>
                  <a:pt x="1774" y="7939"/>
                </a:cubicBezTo>
                <a:cubicBezTo>
                  <a:pt x="2704" y="8902"/>
                  <a:pt x="3945" y="9385"/>
                  <a:pt x="5185" y="9385"/>
                </a:cubicBezTo>
                <a:cubicBezTo>
                  <a:pt x="6352" y="9385"/>
                  <a:pt x="7518" y="8957"/>
                  <a:pt x="8424" y="8097"/>
                </a:cubicBezTo>
                <a:cubicBezTo>
                  <a:pt x="10293" y="6292"/>
                  <a:pt x="10388" y="3315"/>
                  <a:pt x="8583" y="1447"/>
                </a:cubicBezTo>
                <a:cubicBezTo>
                  <a:pt x="7669" y="484"/>
                  <a:pt x="6436" y="1"/>
                  <a:pt x="51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37"/>
          <p:cNvSpPr/>
          <p:nvPr/>
        </p:nvSpPr>
        <p:spPr>
          <a:xfrm>
            <a:off x="3424050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5" y="1"/>
                </a:moveTo>
                <a:cubicBezTo>
                  <a:pt x="4038" y="1"/>
                  <a:pt x="2871" y="437"/>
                  <a:pt x="1964" y="1312"/>
                </a:cubicBezTo>
                <a:cubicBezTo>
                  <a:pt x="96" y="3086"/>
                  <a:pt x="1" y="6063"/>
                  <a:pt x="1806" y="7931"/>
                </a:cubicBezTo>
                <a:cubicBezTo>
                  <a:pt x="2719" y="8910"/>
                  <a:pt x="3952" y="9401"/>
                  <a:pt x="5192" y="9401"/>
                </a:cubicBezTo>
                <a:cubicBezTo>
                  <a:pt x="6360" y="9401"/>
                  <a:pt x="7535" y="8965"/>
                  <a:pt x="8457" y="8090"/>
                </a:cubicBezTo>
                <a:cubicBezTo>
                  <a:pt x="10325" y="6316"/>
                  <a:pt x="10388" y="3339"/>
                  <a:pt x="8615" y="1471"/>
                </a:cubicBezTo>
                <a:cubicBezTo>
                  <a:pt x="7685" y="492"/>
                  <a:pt x="6445" y="1"/>
                  <a:pt x="520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37"/>
          <p:cNvSpPr/>
          <p:nvPr/>
        </p:nvSpPr>
        <p:spPr>
          <a:xfrm>
            <a:off x="7120037" y="906600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57" y="0"/>
                </a:moveTo>
                <a:cubicBezTo>
                  <a:pt x="3995" y="0"/>
                  <a:pt x="2834" y="429"/>
                  <a:pt x="1932" y="1300"/>
                </a:cubicBezTo>
                <a:cubicBezTo>
                  <a:pt x="64" y="3074"/>
                  <a:pt x="0" y="6051"/>
                  <a:pt x="1774" y="7951"/>
                </a:cubicBezTo>
                <a:cubicBezTo>
                  <a:pt x="2704" y="8914"/>
                  <a:pt x="3945" y="9397"/>
                  <a:pt x="5185" y="9397"/>
                </a:cubicBezTo>
                <a:cubicBezTo>
                  <a:pt x="6352" y="9397"/>
                  <a:pt x="7519" y="8969"/>
                  <a:pt x="8424" y="8109"/>
                </a:cubicBezTo>
                <a:cubicBezTo>
                  <a:pt x="10293" y="6304"/>
                  <a:pt x="10356" y="3327"/>
                  <a:pt x="8583" y="1459"/>
                </a:cubicBezTo>
                <a:cubicBezTo>
                  <a:pt x="7649" y="492"/>
                  <a:pt x="6402" y="0"/>
                  <a:pt x="515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5" name="Google Shape;3905;p37"/>
          <p:cNvSpPr/>
          <p:nvPr/>
        </p:nvSpPr>
        <p:spPr>
          <a:xfrm>
            <a:off x="8014316" y="3020823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71" y="1"/>
                </a:moveTo>
                <a:cubicBezTo>
                  <a:pt x="4004" y="1"/>
                  <a:pt x="2838" y="429"/>
                  <a:pt x="1932" y="1288"/>
                </a:cubicBezTo>
                <a:cubicBezTo>
                  <a:pt x="64" y="3094"/>
                  <a:pt x="1" y="6070"/>
                  <a:pt x="1774" y="7939"/>
                </a:cubicBezTo>
                <a:cubicBezTo>
                  <a:pt x="2708" y="8905"/>
                  <a:pt x="3955" y="9397"/>
                  <a:pt x="5200" y="9397"/>
                </a:cubicBezTo>
                <a:cubicBezTo>
                  <a:pt x="6362" y="9397"/>
                  <a:pt x="7522" y="8969"/>
                  <a:pt x="8425" y="8097"/>
                </a:cubicBezTo>
                <a:cubicBezTo>
                  <a:pt x="10293" y="6324"/>
                  <a:pt x="10356" y="3347"/>
                  <a:pt x="8583" y="1447"/>
                </a:cubicBezTo>
                <a:cubicBezTo>
                  <a:pt x="7653" y="484"/>
                  <a:pt x="6412" y="1"/>
                  <a:pt x="517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6" name="Google Shape;3906;p37"/>
          <p:cNvSpPr/>
          <p:nvPr/>
        </p:nvSpPr>
        <p:spPr>
          <a:xfrm>
            <a:off x="898303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1" y="1"/>
                </a:moveTo>
                <a:lnTo>
                  <a:pt x="1" y="11845"/>
                </a:lnTo>
                <a:lnTo>
                  <a:pt x="191" y="11845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7" name="Google Shape;3907;p37"/>
          <p:cNvSpPr/>
          <p:nvPr/>
        </p:nvSpPr>
        <p:spPr>
          <a:xfrm>
            <a:off x="876170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9" y="0"/>
                </a:moveTo>
                <a:lnTo>
                  <a:pt x="0" y="127"/>
                </a:lnTo>
                <a:lnTo>
                  <a:pt x="792" y="1014"/>
                </a:lnTo>
                <a:lnTo>
                  <a:pt x="1615" y="127"/>
                </a:lnTo>
                <a:lnTo>
                  <a:pt x="1457" y="0"/>
                </a:lnTo>
                <a:lnTo>
                  <a:pt x="792" y="729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37"/>
          <p:cNvSpPr/>
          <p:nvPr/>
        </p:nvSpPr>
        <p:spPr>
          <a:xfrm>
            <a:off x="268889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0" y="0"/>
                </a:moveTo>
                <a:lnTo>
                  <a:pt x="0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37"/>
          <p:cNvSpPr/>
          <p:nvPr/>
        </p:nvSpPr>
        <p:spPr>
          <a:xfrm>
            <a:off x="2665747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823" y="1"/>
                </a:moveTo>
                <a:lnTo>
                  <a:pt x="0" y="887"/>
                </a:lnTo>
                <a:lnTo>
                  <a:pt x="158" y="1014"/>
                </a:lnTo>
                <a:lnTo>
                  <a:pt x="823" y="317"/>
                </a:lnTo>
                <a:lnTo>
                  <a:pt x="1489" y="1014"/>
                </a:lnTo>
                <a:lnTo>
                  <a:pt x="1615" y="887"/>
                </a:lnTo>
                <a:lnTo>
                  <a:pt x="82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37"/>
          <p:cNvSpPr/>
          <p:nvPr/>
        </p:nvSpPr>
        <p:spPr>
          <a:xfrm>
            <a:off x="4484516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0" y="1"/>
                </a:moveTo>
                <a:lnTo>
                  <a:pt x="0" y="11845"/>
                </a:lnTo>
                <a:lnTo>
                  <a:pt x="190" y="11845"/>
                </a:lnTo>
                <a:lnTo>
                  <a:pt x="19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1" name="Google Shape;3911;p37"/>
          <p:cNvSpPr/>
          <p:nvPr/>
        </p:nvSpPr>
        <p:spPr>
          <a:xfrm>
            <a:off x="4461366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8" y="0"/>
                </a:moveTo>
                <a:lnTo>
                  <a:pt x="0" y="127"/>
                </a:lnTo>
                <a:lnTo>
                  <a:pt x="823" y="1014"/>
                </a:lnTo>
                <a:lnTo>
                  <a:pt x="1615" y="127"/>
                </a:lnTo>
                <a:lnTo>
                  <a:pt x="1488" y="0"/>
                </a:lnTo>
                <a:lnTo>
                  <a:pt x="823" y="729"/>
                </a:lnTo>
                <a:lnTo>
                  <a:pt x="158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2" name="Google Shape;3912;p37"/>
          <p:cNvSpPr/>
          <p:nvPr/>
        </p:nvSpPr>
        <p:spPr>
          <a:xfrm>
            <a:off x="8175447" y="2558228"/>
            <a:ext cx="6074" cy="375685"/>
          </a:xfrm>
          <a:custGeom>
            <a:avLst/>
            <a:gdLst/>
            <a:ahLst/>
            <a:cxnLst/>
            <a:rect l="l" t="t" r="r" b="b"/>
            <a:pathLst>
              <a:path w="191" h="11814" extrusionOk="0">
                <a:moveTo>
                  <a:pt x="1" y="1"/>
                </a:moveTo>
                <a:lnTo>
                  <a:pt x="1" y="11813"/>
                </a:lnTo>
                <a:lnTo>
                  <a:pt x="191" y="11813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3" name="Google Shape;3913;p37"/>
          <p:cNvSpPr/>
          <p:nvPr/>
        </p:nvSpPr>
        <p:spPr>
          <a:xfrm>
            <a:off x="8153282" y="2909713"/>
            <a:ext cx="51389" cy="31259"/>
          </a:xfrm>
          <a:custGeom>
            <a:avLst/>
            <a:gdLst/>
            <a:ahLst/>
            <a:cxnLst/>
            <a:rect l="l" t="t" r="r" b="b"/>
            <a:pathLst>
              <a:path w="1616" h="983" extrusionOk="0">
                <a:moveTo>
                  <a:pt x="159" y="0"/>
                </a:moveTo>
                <a:lnTo>
                  <a:pt x="1" y="127"/>
                </a:lnTo>
                <a:lnTo>
                  <a:pt x="793" y="982"/>
                </a:lnTo>
                <a:lnTo>
                  <a:pt x="1616" y="127"/>
                </a:lnTo>
                <a:lnTo>
                  <a:pt x="1458" y="0"/>
                </a:lnTo>
                <a:lnTo>
                  <a:pt x="793" y="697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4" name="Google Shape;3914;p37"/>
          <p:cNvSpPr/>
          <p:nvPr/>
        </p:nvSpPr>
        <p:spPr>
          <a:xfrm>
            <a:off x="633953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1" y="0"/>
                </a:moveTo>
                <a:lnTo>
                  <a:pt x="1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5" name="Google Shape;3915;p37"/>
          <p:cNvSpPr/>
          <p:nvPr/>
        </p:nvSpPr>
        <p:spPr>
          <a:xfrm>
            <a:off x="6317405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792" y="1"/>
                </a:moveTo>
                <a:lnTo>
                  <a:pt x="0" y="887"/>
                </a:lnTo>
                <a:lnTo>
                  <a:pt x="127" y="1014"/>
                </a:lnTo>
                <a:lnTo>
                  <a:pt x="792" y="317"/>
                </a:lnTo>
                <a:lnTo>
                  <a:pt x="1457" y="1014"/>
                </a:lnTo>
                <a:lnTo>
                  <a:pt x="1615" y="887"/>
                </a:lnTo>
                <a:lnTo>
                  <a:pt x="79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6" name="Google Shape;3916;p37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17" name="Google Shape;3917;p37"/>
          <p:cNvSpPr txBox="1"/>
          <p:nvPr/>
        </p:nvSpPr>
        <p:spPr>
          <a:xfrm>
            <a:off x="299172" y="2056366"/>
            <a:ext cx="1205400" cy="5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8" name="Google Shape;3918;p37"/>
          <p:cNvSpPr txBox="1"/>
          <p:nvPr/>
        </p:nvSpPr>
        <p:spPr>
          <a:xfrm>
            <a:off x="1194438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9" name="Google Shape;3919;p37"/>
          <p:cNvSpPr txBox="1"/>
          <p:nvPr/>
        </p:nvSpPr>
        <p:spPr>
          <a:xfrm>
            <a:off x="2986538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0" name="Google Shape;3920;p37"/>
          <p:cNvSpPr txBox="1"/>
          <p:nvPr/>
        </p:nvSpPr>
        <p:spPr>
          <a:xfrm>
            <a:off x="6682013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Mercury is the closest planet of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1" name="Google Shape;3921;p37"/>
          <p:cNvSpPr txBox="1"/>
          <p:nvPr/>
        </p:nvSpPr>
        <p:spPr>
          <a:xfrm>
            <a:off x="48234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2" name="Google Shape;3922;p37"/>
          <p:cNvSpPr txBox="1"/>
          <p:nvPr/>
        </p:nvSpPr>
        <p:spPr>
          <a:xfrm>
            <a:off x="75707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3987635" y="939260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3987635" y="1729771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6" name="Google Shape;3936;p38"/>
          <p:cNvSpPr/>
          <p:nvPr/>
        </p:nvSpPr>
        <p:spPr>
          <a:xfrm>
            <a:off x="3987635" y="3310793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7" name="Google Shape;3937;p38"/>
          <p:cNvSpPr/>
          <p:nvPr/>
        </p:nvSpPr>
        <p:spPr>
          <a:xfrm>
            <a:off x="3987635" y="3310793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76265" y="408993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5" name="Google Shape;3945;p38"/>
          <p:cNvSpPr/>
          <p:nvPr/>
        </p:nvSpPr>
        <p:spPr>
          <a:xfrm>
            <a:off x="2878436" y="301592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0"/>
                </a:moveTo>
                <a:cubicBezTo>
                  <a:pt x="919" y="0"/>
                  <a:pt x="0" y="918"/>
                  <a:pt x="0" y="2027"/>
                </a:cubicBezTo>
                <a:cubicBezTo>
                  <a:pt x="0" y="3167"/>
                  <a:pt x="919" y="4085"/>
                  <a:pt x="2027" y="4085"/>
                </a:cubicBezTo>
                <a:cubicBezTo>
                  <a:pt x="3167" y="4085"/>
                  <a:pt x="4086" y="3167"/>
                  <a:pt x="4086" y="2027"/>
                </a:cubicBezTo>
                <a:cubicBezTo>
                  <a:pt x="4086" y="918"/>
                  <a:pt x="3167" y="0"/>
                  <a:pt x="2027" y="0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2878436" y="3266293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2944663" y="1458687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2944663" y="3327358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0" name="Google Shape;3950;p38"/>
          <p:cNvSpPr/>
          <p:nvPr/>
        </p:nvSpPr>
        <p:spPr>
          <a:xfrm>
            <a:off x="2944663" y="3075911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0" y="1"/>
                </a:moveTo>
                <a:lnTo>
                  <a:pt x="0" y="381"/>
                </a:lnTo>
                <a:lnTo>
                  <a:pt x="10863" y="381"/>
                </a:lnTo>
                <a:lnTo>
                  <a:pt x="28692" y="15297"/>
                </a:lnTo>
                <a:lnTo>
                  <a:pt x="28851" y="14949"/>
                </a:lnTo>
                <a:lnTo>
                  <a:pt x="10958" y="33"/>
                </a:lnTo>
                <a:lnTo>
                  <a:pt x="109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avLst/>
            <a:gdLst/>
            <a:ahLst/>
            <a:cxnLst/>
            <a:rect l="l" t="t" r="r" b="b"/>
            <a:pathLst>
              <a:path w="28756" h="381" extrusionOk="0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2" name="Google Shape;4442;p38"/>
          <p:cNvSpPr txBox="1"/>
          <p:nvPr/>
        </p:nvSpPr>
        <p:spPr>
          <a:xfrm>
            <a:off x="4710925" y="939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4710925" y="1223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4" name="Google Shape;4444;p38"/>
          <p:cNvSpPr txBox="1"/>
          <p:nvPr/>
        </p:nvSpPr>
        <p:spPr>
          <a:xfrm>
            <a:off x="4710925" y="1729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5" name="Google Shape;4445;p38"/>
          <p:cNvSpPr txBox="1"/>
          <p:nvPr/>
        </p:nvSpPr>
        <p:spPr>
          <a:xfrm>
            <a:off x="4710925" y="2013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6" name="Google Shape;4446;p38"/>
          <p:cNvSpPr txBox="1"/>
          <p:nvPr/>
        </p:nvSpPr>
        <p:spPr>
          <a:xfrm>
            <a:off x="4710925" y="2520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7" name="Google Shape;4447;p38"/>
          <p:cNvSpPr txBox="1"/>
          <p:nvPr/>
        </p:nvSpPr>
        <p:spPr>
          <a:xfrm>
            <a:off x="4710925" y="2804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8" name="Google Shape;4448;p38"/>
          <p:cNvSpPr txBox="1"/>
          <p:nvPr/>
        </p:nvSpPr>
        <p:spPr>
          <a:xfrm>
            <a:off x="4710925" y="3310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5" y="4101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51" name="Google Shape;4451;p38"/>
          <p:cNvSpPr txBox="1"/>
          <p:nvPr/>
        </p:nvSpPr>
        <p:spPr>
          <a:xfrm>
            <a:off x="4710925" y="4385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39"/>
          <p:cNvSpPr/>
          <p:nvPr/>
        </p:nvSpPr>
        <p:spPr>
          <a:xfrm>
            <a:off x="2534417" y="2066186"/>
            <a:ext cx="1718710" cy="632600"/>
          </a:xfrm>
          <a:custGeom>
            <a:avLst/>
            <a:gdLst/>
            <a:ahLst/>
            <a:cxnLst/>
            <a:rect l="l" t="t" r="r" b="b"/>
            <a:pathLst>
              <a:path w="52572" h="19350" extrusionOk="0">
                <a:moveTo>
                  <a:pt x="52191" y="0"/>
                </a:moveTo>
                <a:lnTo>
                  <a:pt x="52191" y="6366"/>
                </a:lnTo>
                <a:cubicBezTo>
                  <a:pt x="52191" y="6967"/>
                  <a:pt x="51685" y="7442"/>
                  <a:pt x="51115" y="7442"/>
                </a:cubicBezTo>
                <a:lnTo>
                  <a:pt x="1458" y="7442"/>
                </a:lnTo>
                <a:cubicBezTo>
                  <a:pt x="634" y="7442"/>
                  <a:pt x="1" y="8076"/>
                  <a:pt x="1" y="8868"/>
                </a:cubicBezTo>
                <a:lnTo>
                  <a:pt x="1" y="19350"/>
                </a:lnTo>
                <a:lnTo>
                  <a:pt x="381" y="19350"/>
                </a:lnTo>
                <a:lnTo>
                  <a:pt x="381" y="8868"/>
                </a:lnTo>
                <a:cubicBezTo>
                  <a:pt x="381" y="8298"/>
                  <a:pt x="856" y="7823"/>
                  <a:pt x="1458" y="7823"/>
                </a:cubicBezTo>
                <a:lnTo>
                  <a:pt x="51115" y="7823"/>
                </a:lnTo>
                <a:cubicBezTo>
                  <a:pt x="51906" y="7823"/>
                  <a:pt x="52571" y="7157"/>
                  <a:pt x="52571" y="6366"/>
                </a:cubicBezTo>
                <a:lnTo>
                  <a:pt x="5257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7" name="Google Shape;4457;p39"/>
          <p:cNvSpPr/>
          <p:nvPr/>
        </p:nvSpPr>
        <p:spPr>
          <a:xfrm>
            <a:off x="4826685" y="2066186"/>
            <a:ext cx="1767357" cy="632600"/>
          </a:xfrm>
          <a:custGeom>
            <a:avLst/>
            <a:gdLst/>
            <a:ahLst/>
            <a:cxnLst/>
            <a:rect l="l" t="t" r="r" b="b"/>
            <a:pathLst>
              <a:path w="54060" h="19350" extrusionOk="0">
                <a:moveTo>
                  <a:pt x="0" y="0"/>
                </a:moveTo>
                <a:lnTo>
                  <a:pt x="0" y="6366"/>
                </a:lnTo>
                <a:cubicBezTo>
                  <a:pt x="0" y="7157"/>
                  <a:pt x="665" y="7823"/>
                  <a:pt x="1457" y="7823"/>
                </a:cubicBezTo>
                <a:lnTo>
                  <a:pt x="52602" y="7823"/>
                </a:lnTo>
                <a:cubicBezTo>
                  <a:pt x="53204" y="7823"/>
                  <a:pt x="53679" y="8298"/>
                  <a:pt x="53679" y="8868"/>
                </a:cubicBezTo>
                <a:lnTo>
                  <a:pt x="53679" y="19350"/>
                </a:lnTo>
                <a:lnTo>
                  <a:pt x="54059" y="19350"/>
                </a:lnTo>
                <a:lnTo>
                  <a:pt x="54059" y="8868"/>
                </a:lnTo>
                <a:cubicBezTo>
                  <a:pt x="54059" y="8076"/>
                  <a:pt x="53426" y="7442"/>
                  <a:pt x="52602" y="7442"/>
                </a:cubicBezTo>
                <a:lnTo>
                  <a:pt x="1457" y="7442"/>
                </a:lnTo>
                <a:cubicBezTo>
                  <a:pt x="887" y="7442"/>
                  <a:pt x="412" y="6967"/>
                  <a:pt x="412" y="6366"/>
                </a:cubicBezTo>
                <a:lnTo>
                  <a:pt x="41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8" name="Google Shape;4458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9" name="Google Shape;4459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0" name="Google Shape;4460;p39"/>
          <p:cNvSpPr/>
          <p:nvPr/>
        </p:nvSpPr>
        <p:spPr>
          <a:xfrm>
            <a:off x="3896943" y="2171783"/>
            <a:ext cx="567378" cy="527003"/>
          </a:xfrm>
          <a:custGeom>
            <a:avLst/>
            <a:gdLst/>
            <a:ahLst/>
            <a:cxnLst/>
            <a:rect l="l" t="t" r="r" b="b"/>
            <a:pathLst>
              <a:path w="17355" h="16120" extrusionOk="0">
                <a:moveTo>
                  <a:pt x="16975" y="1"/>
                </a:moveTo>
                <a:lnTo>
                  <a:pt x="16975" y="7411"/>
                </a:lnTo>
                <a:cubicBezTo>
                  <a:pt x="16975" y="8013"/>
                  <a:pt x="16500" y="8488"/>
                  <a:pt x="15898" y="8488"/>
                </a:cubicBezTo>
                <a:lnTo>
                  <a:pt x="1425" y="8488"/>
                </a:lnTo>
                <a:cubicBezTo>
                  <a:pt x="634" y="8488"/>
                  <a:pt x="0" y="9121"/>
                  <a:pt x="0" y="9945"/>
                </a:cubicBezTo>
                <a:lnTo>
                  <a:pt x="0" y="16120"/>
                </a:lnTo>
                <a:lnTo>
                  <a:pt x="380" y="16120"/>
                </a:lnTo>
                <a:lnTo>
                  <a:pt x="380" y="9945"/>
                </a:lnTo>
                <a:cubicBezTo>
                  <a:pt x="380" y="9343"/>
                  <a:pt x="855" y="8868"/>
                  <a:pt x="1425" y="8868"/>
                </a:cubicBezTo>
                <a:lnTo>
                  <a:pt x="15898" y="8868"/>
                </a:lnTo>
                <a:cubicBezTo>
                  <a:pt x="16690" y="8868"/>
                  <a:pt x="17355" y="8234"/>
                  <a:pt x="17355" y="7411"/>
                </a:cubicBezTo>
                <a:lnTo>
                  <a:pt x="17355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1" name="Google Shape;4461;p39"/>
          <p:cNvSpPr/>
          <p:nvPr/>
        </p:nvSpPr>
        <p:spPr>
          <a:xfrm>
            <a:off x="3853462" y="2649061"/>
            <a:ext cx="98372" cy="98404"/>
          </a:xfrm>
          <a:custGeom>
            <a:avLst/>
            <a:gdLst/>
            <a:ahLst/>
            <a:cxnLst/>
            <a:rect l="l" t="t" r="r" b="b"/>
            <a:pathLst>
              <a:path w="3009" h="3010" extrusionOk="0">
                <a:moveTo>
                  <a:pt x="1520" y="1"/>
                </a:moveTo>
                <a:cubicBezTo>
                  <a:pt x="665" y="1"/>
                  <a:pt x="0" y="666"/>
                  <a:pt x="0" y="1521"/>
                </a:cubicBezTo>
                <a:cubicBezTo>
                  <a:pt x="0" y="2344"/>
                  <a:pt x="665" y="3009"/>
                  <a:pt x="1520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0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2" name="Google Shape;4462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3" name="Google Shape;4463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4" name="Google Shape;4464;p39"/>
          <p:cNvSpPr/>
          <p:nvPr/>
        </p:nvSpPr>
        <p:spPr>
          <a:xfrm>
            <a:off x="5021641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1" y="1"/>
                </a:moveTo>
                <a:lnTo>
                  <a:pt x="1" y="4118"/>
                </a:lnTo>
                <a:cubicBezTo>
                  <a:pt x="1" y="4909"/>
                  <a:pt x="666" y="5574"/>
                  <a:pt x="1457" y="5574"/>
                </a:cubicBezTo>
                <a:lnTo>
                  <a:pt x="88896" y="5574"/>
                </a:lnTo>
                <a:cubicBezTo>
                  <a:pt x="89497" y="5574"/>
                  <a:pt x="89972" y="6050"/>
                  <a:pt x="89972" y="6620"/>
                </a:cubicBezTo>
                <a:lnTo>
                  <a:pt x="89972" y="22264"/>
                </a:lnTo>
                <a:lnTo>
                  <a:pt x="90352" y="22264"/>
                </a:lnTo>
                <a:lnTo>
                  <a:pt x="90352" y="6620"/>
                </a:lnTo>
                <a:cubicBezTo>
                  <a:pt x="90352" y="5828"/>
                  <a:pt x="89719" y="5194"/>
                  <a:pt x="88927" y="5194"/>
                </a:cubicBezTo>
                <a:lnTo>
                  <a:pt x="1457" y="5194"/>
                </a:lnTo>
                <a:cubicBezTo>
                  <a:pt x="856" y="5194"/>
                  <a:pt x="381" y="4688"/>
                  <a:pt x="381" y="4118"/>
                </a:cubicBezTo>
                <a:lnTo>
                  <a:pt x="381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5" name="Google Shape;4465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6" name="Google Shape;4466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7" name="Google Shape;4467;p39"/>
          <p:cNvSpPr/>
          <p:nvPr/>
        </p:nvSpPr>
        <p:spPr>
          <a:xfrm>
            <a:off x="1156108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89973" y="1"/>
                </a:moveTo>
                <a:lnTo>
                  <a:pt x="89973" y="4118"/>
                </a:lnTo>
                <a:cubicBezTo>
                  <a:pt x="89973" y="4688"/>
                  <a:pt x="89497" y="5194"/>
                  <a:pt x="88896" y="5194"/>
                </a:cubicBezTo>
                <a:lnTo>
                  <a:pt x="1426" y="5194"/>
                </a:lnTo>
                <a:cubicBezTo>
                  <a:pt x="634" y="5194"/>
                  <a:pt x="1" y="5828"/>
                  <a:pt x="1" y="6620"/>
                </a:cubicBezTo>
                <a:lnTo>
                  <a:pt x="1" y="22264"/>
                </a:lnTo>
                <a:lnTo>
                  <a:pt x="381" y="22264"/>
                </a:lnTo>
                <a:lnTo>
                  <a:pt x="381" y="6620"/>
                </a:lnTo>
                <a:cubicBezTo>
                  <a:pt x="381" y="6050"/>
                  <a:pt x="856" y="5574"/>
                  <a:pt x="1426" y="5574"/>
                </a:cubicBezTo>
                <a:lnTo>
                  <a:pt x="88896" y="5574"/>
                </a:lnTo>
                <a:cubicBezTo>
                  <a:pt x="89688" y="5574"/>
                  <a:pt x="90353" y="4909"/>
                  <a:pt x="90353" y="4118"/>
                </a:cubicBezTo>
                <a:lnTo>
                  <a:pt x="9035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8" name="Google Shape;4468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9" name="Google Shape;4469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0" name="Google Shape;4470;p39"/>
          <p:cNvSpPr/>
          <p:nvPr/>
        </p:nvSpPr>
        <p:spPr>
          <a:xfrm>
            <a:off x="4678620" y="2171783"/>
            <a:ext cx="567411" cy="527003"/>
          </a:xfrm>
          <a:custGeom>
            <a:avLst/>
            <a:gdLst/>
            <a:ahLst/>
            <a:cxnLst/>
            <a:rect l="l" t="t" r="r" b="b"/>
            <a:pathLst>
              <a:path w="17356" h="16120" extrusionOk="0">
                <a:moveTo>
                  <a:pt x="0" y="1"/>
                </a:moveTo>
                <a:lnTo>
                  <a:pt x="0" y="7411"/>
                </a:lnTo>
                <a:cubicBezTo>
                  <a:pt x="0" y="8234"/>
                  <a:pt x="666" y="8868"/>
                  <a:pt x="1457" y="8868"/>
                </a:cubicBezTo>
                <a:lnTo>
                  <a:pt x="15898" y="8868"/>
                </a:lnTo>
                <a:cubicBezTo>
                  <a:pt x="16500" y="8868"/>
                  <a:pt x="16975" y="9343"/>
                  <a:pt x="16975" y="9945"/>
                </a:cubicBezTo>
                <a:lnTo>
                  <a:pt x="16975" y="16120"/>
                </a:lnTo>
                <a:lnTo>
                  <a:pt x="17355" y="16120"/>
                </a:lnTo>
                <a:lnTo>
                  <a:pt x="17355" y="9945"/>
                </a:lnTo>
                <a:cubicBezTo>
                  <a:pt x="17355" y="9121"/>
                  <a:pt x="16722" y="8488"/>
                  <a:pt x="15898" y="8488"/>
                </a:cubicBezTo>
                <a:lnTo>
                  <a:pt x="1457" y="8488"/>
                </a:lnTo>
                <a:cubicBezTo>
                  <a:pt x="856" y="8488"/>
                  <a:pt x="380" y="8013"/>
                  <a:pt x="380" y="7411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1" name="Google Shape;4471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DC8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2" name="Google Shape;4472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3" name="Google Shape;4473;p39"/>
          <p:cNvSpPr/>
          <p:nvPr/>
        </p:nvSpPr>
        <p:spPr>
          <a:xfrm>
            <a:off x="3733349" y="411455"/>
            <a:ext cx="1614127" cy="899992"/>
          </a:xfrm>
          <a:custGeom>
            <a:avLst/>
            <a:gdLst/>
            <a:ahLst/>
            <a:cxnLst/>
            <a:rect l="l" t="t" r="r" b="b"/>
            <a:pathLst>
              <a:path w="49373" h="27529" extrusionOk="0">
                <a:moveTo>
                  <a:pt x="24671" y="0"/>
                </a:moveTo>
                <a:cubicBezTo>
                  <a:pt x="23578" y="0"/>
                  <a:pt x="22486" y="278"/>
                  <a:pt x="21504" y="832"/>
                </a:cubicBezTo>
                <a:lnTo>
                  <a:pt x="3168" y="11441"/>
                </a:lnTo>
                <a:cubicBezTo>
                  <a:pt x="1204" y="12581"/>
                  <a:pt x="1" y="14671"/>
                  <a:pt x="1" y="16920"/>
                </a:cubicBezTo>
                <a:lnTo>
                  <a:pt x="1" y="27529"/>
                </a:lnTo>
                <a:lnTo>
                  <a:pt x="381" y="27529"/>
                </a:lnTo>
                <a:lnTo>
                  <a:pt x="381" y="16920"/>
                </a:lnTo>
                <a:cubicBezTo>
                  <a:pt x="381" y="14798"/>
                  <a:pt x="1521" y="12834"/>
                  <a:pt x="3358" y="11789"/>
                </a:cubicBezTo>
                <a:lnTo>
                  <a:pt x="21694" y="1180"/>
                </a:lnTo>
                <a:cubicBezTo>
                  <a:pt x="22612" y="658"/>
                  <a:pt x="23642" y="396"/>
                  <a:pt x="24671" y="396"/>
                </a:cubicBezTo>
                <a:cubicBezTo>
                  <a:pt x="25700" y="396"/>
                  <a:pt x="26729" y="658"/>
                  <a:pt x="27648" y="1180"/>
                </a:cubicBezTo>
                <a:lnTo>
                  <a:pt x="46016" y="11789"/>
                </a:lnTo>
                <a:cubicBezTo>
                  <a:pt x="47821" y="12834"/>
                  <a:pt x="48961" y="14798"/>
                  <a:pt x="48961" y="16920"/>
                </a:cubicBezTo>
                <a:lnTo>
                  <a:pt x="48961" y="27529"/>
                </a:lnTo>
                <a:lnTo>
                  <a:pt x="49373" y="27529"/>
                </a:lnTo>
                <a:lnTo>
                  <a:pt x="49373" y="16920"/>
                </a:lnTo>
                <a:cubicBezTo>
                  <a:pt x="49373" y="14671"/>
                  <a:pt x="48138" y="12581"/>
                  <a:pt x="46206" y="11441"/>
                </a:cubicBezTo>
                <a:lnTo>
                  <a:pt x="27838" y="832"/>
                </a:lnTo>
                <a:cubicBezTo>
                  <a:pt x="26856" y="278"/>
                  <a:pt x="25763" y="0"/>
                  <a:pt x="24671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4" name="Google Shape;4474;p39"/>
          <p:cNvSpPr/>
          <p:nvPr/>
        </p:nvSpPr>
        <p:spPr>
          <a:xfrm>
            <a:off x="3701245" y="1311414"/>
            <a:ext cx="1677289" cy="930788"/>
          </a:xfrm>
          <a:custGeom>
            <a:avLst/>
            <a:gdLst/>
            <a:ahLst/>
            <a:cxnLst/>
            <a:rect l="l" t="t" r="r" b="b"/>
            <a:pathLst>
              <a:path w="51305" h="28471" extrusionOk="0">
                <a:moveTo>
                  <a:pt x="1" y="1"/>
                </a:moveTo>
                <a:lnTo>
                  <a:pt x="1" y="10610"/>
                </a:lnTo>
                <a:cubicBezTo>
                  <a:pt x="1" y="13175"/>
                  <a:pt x="1394" y="15613"/>
                  <a:pt x="3643" y="16912"/>
                </a:cubicBezTo>
                <a:lnTo>
                  <a:pt x="22011" y="27521"/>
                </a:lnTo>
                <a:cubicBezTo>
                  <a:pt x="23119" y="28154"/>
                  <a:pt x="24386" y="28471"/>
                  <a:pt x="25653" y="28471"/>
                </a:cubicBezTo>
                <a:cubicBezTo>
                  <a:pt x="26920" y="28471"/>
                  <a:pt x="28186" y="28154"/>
                  <a:pt x="29295" y="27521"/>
                </a:cubicBezTo>
                <a:lnTo>
                  <a:pt x="47663" y="16912"/>
                </a:lnTo>
                <a:cubicBezTo>
                  <a:pt x="49911" y="15613"/>
                  <a:pt x="51305" y="13207"/>
                  <a:pt x="51305" y="10610"/>
                </a:cubicBezTo>
                <a:lnTo>
                  <a:pt x="51305" y="1"/>
                </a:lnTo>
                <a:lnTo>
                  <a:pt x="48993" y="1"/>
                </a:lnTo>
                <a:lnTo>
                  <a:pt x="48993" y="10610"/>
                </a:lnTo>
                <a:cubicBezTo>
                  <a:pt x="48993" y="12383"/>
                  <a:pt x="48043" y="14030"/>
                  <a:pt x="46491" y="14917"/>
                </a:cubicBezTo>
                <a:lnTo>
                  <a:pt x="28155" y="25494"/>
                </a:lnTo>
                <a:cubicBezTo>
                  <a:pt x="27379" y="25937"/>
                  <a:pt x="26516" y="26159"/>
                  <a:pt x="25657" y="26159"/>
                </a:cubicBezTo>
                <a:cubicBezTo>
                  <a:pt x="24798" y="26159"/>
                  <a:pt x="23943" y="25937"/>
                  <a:pt x="23183" y="25494"/>
                </a:cubicBezTo>
                <a:lnTo>
                  <a:pt x="4815" y="14917"/>
                </a:lnTo>
                <a:cubicBezTo>
                  <a:pt x="3263" y="14030"/>
                  <a:pt x="2313" y="12383"/>
                  <a:pt x="2313" y="10610"/>
                </a:cubicBezTo>
                <a:lnTo>
                  <a:pt x="231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5" name="Google Shape;4475;p39"/>
          <p:cNvSpPr/>
          <p:nvPr/>
        </p:nvSpPr>
        <p:spPr>
          <a:xfrm>
            <a:off x="3831721" y="524048"/>
            <a:ext cx="1417416" cy="1574275"/>
          </a:xfrm>
          <a:custGeom>
            <a:avLst/>
            <a:gdLst/>
            <a:ahLst/>
            <a:cxnLst/>
            <a:rect l="l" t="t" r="r" b="b"/>
            <a:pathLst>
              <a:path w="43356" h="48154" extrusionOk="0">
                <a:moveTo>
                  <a:pt x="21662" y="0"/>
                </a:moveTo>
                <a:cubicBezTo>
                  <a:pt x="20601" y="0"/>
                  <a:pt x="19540" y="270"/>
                  <a:pt x="18590" y="808"/>
                </a:cubicBezTo>
                <a:lnTo>
                  <a:pt x="3040" y="9802"/>
                </a:lnTo>
                <a:cubicBezTo>
                  <a:pt x="1140" y="10879"/>
                  <a:pt x="0" y="12906"/>
                  <a:pt x="0" y="15091"/>
                </a:cubicBezTo>
                <a:lnTo>
                  <a:pt x="0" y="33047"/>
                </a:lnTo>
                <a:cubicBezTo>
                  <a:pt x="0" y="35232"/>
                  <a:pt x="1140" y="37259"/>
                  <a:pt x="3040" y="38367"/>
                </a:cubicBezTo>
                <a:lnTo>
                  <a:pt x="18590" y="47330"/>
                </a:lnTo>
                <a:cubicBezTo>
                  <a:pt x="19065" y="47615"/>
                  <a:pt x="19572" y="47805"/>
                  <a:pt x="20078" y="47963"/>
                </a:cubicBezTo>
                <a:cubicBezTo>
                  <a:pt x="20205" y="47995"/>
                  <a:pt x="20332" y="48026"/>
                  <a:pt x="20490" y="48058"/>
                </a:cubicBezTo>
                <a:cubicBezTo>
                  <a:pt x="20743" y="48090"/>
                  <a:pt x="20997" y="48121"/>
                  <a:pt x="21250" y="48153"/>
                </a:cubicBezTo>
                <a:lnTo>
                  <a:pt x="22074" y="48153"/>
                </a:lnTo>
                <a:cubicBezTo>
                  <a:pt x="22327" y="48121"/>
                  <a:pt x="22580" y="48090"/>
                  <a:pt x="22834" y="48058"/>
                </a:cubicBezTo>
                <a:cubicBezTo>
                  <a:pt x="22992" y="48026"/>
                  <a:pt x="23119" y="47995"/>
                  <a:pt x="23245" y="47963"/>
                </a:cubicBezTo>
                <a:cubicBezTo>
                  <a:pt x="23752" y="47805"/>
                  <a:pt x="24259" y="47615"/>
                  <a:pt x="24734" y="47330"/>
                </a:cubicBezTo>
                <a:lnTo>
                  <a:pt x="40283" y="38367"/>
                </a:lnTo>
                <a:cubicBezTo>
                  <a:pt x="42183" y="37259"/>
                  <a:pt x="43323" y="35232"/>
                  <a:pt x="43323" y="33047"/>
                </a:cubicBezTo>
                <a:lnTo>
                  <a:pt x="43323" y="15091"/>
                </a:lnTo>
                <a:cubicBezTo>
                  <a:pt x="43355" y="12906"/>
                  <a:pt x="42183" y="10879"/>
                  <a:pt x="40283" y="9802"/>
                </a:cubicBezTo>
                <a:lnTo>
                  <a:pt x="24734" y="808"/>
                </a:lnTo>
                <a:cubicBezTo>
                  <a:pt x="23784" y="270"/>
                  <a:pt x="22723" y="0"/>
                  <a:pt x="2166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476" name="Google Shape;4476;p39"/>
          <p:cNvGrpSpPr/>
          <p:nvPr/>
        </p:nvGrpSpPr>
        <p:grpSpPr>
          <a:xfrm>
            <a:off x="630151" y="2816806"/>
            <a:ext cx="1071627" cy="1168920"/>
            <a:chOff x="660451" y="2816806"/>
            <a:chExt cx="1071627" cy="1168920"/>
          </a:xfrm>
        </p:grpSpPr>
        <p:sp>
          <p:nvSpPr>
            <p:cNvPr id="4477" name="Google Shape;4477;p39"/>
            <p:cNvSpPr/>
            <p:nvPr/>
          </p:nvSpPr>
          <p:spPr>
            <a:xfrm>
              <a:off x="691509" y="2816806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5424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36" y="7791"/>
                  </a:lnTo>
                  <a:cubicBezTo>
                    <a:pt x="888" y="7981"/>
                    <a:pt x="603" y="8297"/>
                    <a:pt x="349" y="8678"/>
                  </a:cubicBezTo>
                  <a:cubicBezTo>
                    <a:pt x="128" y="9089"/>
                    <a:pt x="1" y="9501"/>
                    <a:pt x="1" y="9881"/>
                  </a:cubicBezTo>
                  <a:lnTo>
                    <a:pt x="1" y="17386"/>
                  </a:lnTo>
                  <a:lnTo>
                    <a:pt x="381" y="17386"/>
                  </a:lnTo>
                  <a:lnTo>
                    <a:pt x="381" y="9881"/>
                  </a:lnTo>
                  <a:cubicBezTo>
                    <a:pt x="381" y="9564"/>
                    <a:pt x="508" y="9216"/>
                    <a:pt x="698" y="8868"/>
                  </a:cubicBezTo>
                  <a:cubicBezTo>
                    <a:pt x="888" y="8551"/>
                    <a:pt x="1141" y="8266"/>
                    <a:pt x="1426" y="8139"/>
                  </a:cubicBezTo>
                  <a:lnTo>
                    <a:pt x="14410" y="602"/>
                  </a:lnTo>
                  <a:cubicBezTo>
                    <a:pt x="14695" y="475"/>
                    <a:pt x="15044" y="380"/>
                    <a:pt x="15424" y="380"/>
                  </a:cubicBezTo>
                  <a:cubicBezTo>
                    <a:pt x="15804" y="380"/>
                    <a:pt x="16184" y="475"/>
                    <a:pt x="16437" y="602"/>
                  </a:cubicBezTo>
                  <a:lnTo>
                    <a:pt x="29453" y="8139"/>
                  </a:lnTo>
                  <a:cubicBezTo>
                    <a:pt x="29706" y="8266"/>
                    <a:pt x="29960" y="8551"/>
                    <a:pt x="30150" y="8868"/>
                  </a:cubicBezTo>
                  <a:cubicBezTo>
                    <a:pt x="30372" y="9216"/>
                    <a:pt x="30467" y="9564"/>
                    <a:pt x="30467" y="9881"/>
                  </a:cubicBezTo>
                  <a:lnTo>
                    <a:pt x="30467" y="17386"/>
                  </a:lnTo>
                  <a:lnTo>
                    <a:pt x="30847" y="17386"/>
                  </a:lnTo>
                  <a:lnTo>
                    <a:pt x="30847" y="9881"/>
                  </a:lnTo>
                  <a:cubicBezTo>
                    <a:pt x="30847" y="9501"/>
                    <a:pt x="30720" y="9089"/>
                    <a:pt x="30498" y="8678"/>
                  </a:cubicBezTo>
                  <a:cubicBezTo>
                    <a:pt x="30277" y="8297"/>
                    <a:pt x="29960" y="7981"/>
                    <a:pt x="29643" y="7791"/>
                  </a:cubicBezTo>
                  <a:lnTo>
                    <a:pt x="16659" y="285"/>
                  </a:lnTo>
                  <a:cubicBezTo>
                    <a:pt x="16310" y="95"/>
                    <a:pt x="15899" y="0"/>
                    <a:pt x="154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39"/>
            <p:cNvSpPr/>
            <p:nvPr/>
          </p:nvSpPr>
          <p:spPr>
            <a:xfrm>
              <a:off x="660451" y="3385198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59" y="8646"/>
                    <a:pt x="476" y="9184"/>
                  </a:cubicBezTo>
                  <a:cubicBezTo>
                    <a:pt x="793" y="9723"/>
                    <a:pt x="1204" y="10166"/>
                    <a:pt x="1679" y="10451"/>
                  </a:cubicBezTo>
                  <a:lnTo>
                    <a:pt x="14695" y="17957"/>
                  </a:lnTo>
                  <a:cubicBezTo>
                    <a:pt x="15170" y="18210"/>
                    <a:pt x="15772" y="18368"/>
                    <a:pt x="16374" y="18368"/>
                  </a:cubicBezTo>
                  <a:cubicBezTo>
                    <a:pt x="17007" y="18368"/>
                    <a:pt x="17609" y="18210"/>
                    <a:pt x="18084" y="17957"/>
                  </a:cubicBezTo>
                  <a:lnTo>
                    <a:pt x="31068" y="10451"/>
                  </a:lnTo>
                  <a:cubicBezTo>
                    <a:pt x="31543" y="10166"/>
                    <a:pt x="31987" y="9723"/>
                    <a:pt x="32272" y="9184"/>
                  </a:cubicBezTo>
                  <a:cubicBezTo>
                    <a:pt x="32588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633"/>
                    <a:pt x="30403" y="7823"/>
                    <a:pt x="30276" y="8044"/>
                  </a:cubicBezTo>
                  <a:cubicBezTo>
                    <a:pt x="30150" y="8234"/>
                    <a:pt x="29991" y="8393"/>
                    <a:pt x="29928" y="8456"/>
                  </a:cubicBezTo>
                  <a:lnTo>
                    <a:pt x="16912" y="15930"/>
                  </a:lnTo>
                  <a:cubicBezTo>
                    <a:pt x="16817" y="15993"/>
                    <a:pt x="16627" y="16057"/>
                    <a:pt x="16374" y="16057"/>
                  </a:cubicBezTo>
                  <a:cubicBezTo>
                    <a:pt x="16120" y="16057"/>
                    <a:pt x="15930" y="15993"/>
                    <a:pt x="15835" y="15930"/>
                  </a:cubicBezTo>
                  <a:lnTo>
                    <a:pt x="2851" y="8456"/>
                  </a:lnTo>
                  <a:cubicBezTo>
                    <a:pt x="2756" y="8393"/>
                    <a:pt x="2598" y="8266"/>
                    <a:pt x="2471" y="8044"/>
                  </a:cubicBezTo>
                  <a:cubicBezTo>
                    <a:pt x="2344" y="7823"/>
                    <a:pt x="2313" y="7633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39"/>
            <p:cNvSpPr/>
            <p:nvPr/>
          </p:nvSpPr>
          <p:spPr>
            <a:xfrm>
              <a:off x="799198" y="2942607"/>
              <a:ext cx="794134" cy="884953"/>
            </a:xfrm>
            <a:custGeom>
              <a:avLst/>
              <a:gdLst/>
              <a:ahLst/>
              <a:cxnLst/>
              <a:rect l="l" t="t" r="r" b="b"/>
              <a:pathLst>
                <a:path w="24291" h="27069" extrusionOk="0">
                  <a:moveTo>
                    <a:pt x="12130" y="0"/>
                  </a:moveTo>
                  <a:cubicBezTo>
                    <a:pt x="11615" y="0"/>
                    <a:pt x="11100" y="111"/>
                    <a:pt x="10705" y="333"/>
                  </a:cubicBezTo>
                  <a:lnTo>
                    <a:pt x="1394" y="5716"/>
                  </a:lnTo>
                  <a:cubicBezTo>
                    <a:pt x="634" y="6160"/>
                    <a:pt x="0" y="7268"/>
                    <a:pt x="0" y="8186"/>
                  </a:cubicBezTo>
                  <a:lnTo>
                    <a:pt x="0" y="18922"/>
                  </a:lnTo>
                  <a:cubicBezTo>
                    <a:pt x="0" y="19366"/>
                    <a:pt x="159" y="19872"/>
                    <a:pt x="412" y="20316"/>
                  </a:cubicBezTo>
                  <a:cubicBezTo>
                    <a:pt x="666" y="20759"/>
                    <a:pt x="1014" y="21139"/>
                    <a:pt x="1394" y="21361"/>
                  </a:cubicBezTo>
                  <a:lnTo>
                    <a:pt x="10705" y="26744"/>
                  </a:lnTo>
                  <a:cubicBezTo>
                    <a:pt x="10800" y="26808"/>
                    <a:pt x="10926" y="26839"/>
                    <a:pt x="11021" y="26871"/>
                  </a:cubicBezTo>
                  <a:cubicBezTo>
                    <a:pt x="11148" y="26934"/>
                    <a:pt x="11275" y="26966"/>
                    <a:pt x="11370" y="26998"/>
                  </a:cubicBezTo>
                  <a:cubicBezTo>
                    <a:pt x="11607" y="27045"/>
                    <a:pt x="11868" y="27069"/>
                    <a:pt x="12130" y="27069"/>
                  </a:cubicBezTo>
                  <a:cubicBezTo>
                    <a:pt x="12391" y="27069"/>
                    <a:pt x="12652" y="27045"/>
                    <a:pt x="12890" y="26998"/>
                  </a:cubicBezTo>
                  <a:cubicBezTo>
                    <a:pt x="13080" y="26934"/>
                    <a:pt x="13238" y="26903"/>
                    <a:pt x="13396" y="26808"/>
                  </a:cubicBezTo>
                  <a:cubicBezTo>
                    <a:pt x="13428" y="26776"/>
                    <a:pt x="13491" y="26776"/>
                    <a:pt x="13555" y="26744"/>
                  </a:cubicBezTo>
                  <a:lnTo>
                    <a:pt x="22866" y="21361"/>
                  </a:lnTo>
                  <a:cubicBezTo>
                    <a:pt x="23246" y="21139"/>
                    <a:pt x="23594" y="20759"/>
                    <a:pt x="23847" y="20316"/>
                  </a:cubicBezTo>
                  <a:cubicBezTo>
                    <a:pt x="24132" y="19872"/>
                    <a:pt x="24291" y="19366"/>
                    <a:pt x="24291" y="18922"/>
                  </a:cubicBezTo>
                  <a:lnTo>
                    <a:pt x="24291" y="8186"/>
                  </a:lnTo>
                  <a:cubicBezTo>
                    <a:pt x="24291" y="7268"/>
                    <a:pt x="23626" y="6160"/>
                    <a:pt x="22866" y="5716"/>
                  </a:cubicBezTo>
                  <a:lnTo>
                    <a:pt x="13555" y="333"/>
                  </a:lnTo>
                  <a:cubicBezTo>
                    <a:pt x="13159" y="111"/>
                    <a:pt x="12644" y="0"/>
                    <a:pt x="121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39"/>
            <p:cNvSpPr/>
            <p:nvPr/>
          </p:nvSpPr>
          <p:spPr>
            <a:xfrm>
              <a:off x="1146032" y="3210228"/>
              <a:ext cx="271282" cy="272329"/>
            </a:xfrm>
            <a:custGeom>
              <a:avLst/>
              <a:gdLst/>
              <a:ahLst/>
              <a:cxnLst/>
              <a:rect l="l" t="t" r="r" b="b"/>
              <a:pathLst>
                <a:path w="8298" h="8330" extrusionOk="0">
                  <a:moveTo>
                    <a:pt x="4149" y="412"/>
                  </a:moveTo>
                  <a:cubicBezTo>
                    <a:pt x="5163" y="412"/>
                    <a:pt x="6081" y="824"/>
                    <a:pt x="6809" y="1521"/>
                  </a:cubicBezTo>
                  <a:cubicBezTo>
                    <a:pt x="7506" y="2217"/>
                    <a:pt x="7918" y="3167"/>
                    <a:pt x="7918" y="4181"/>
                  </a:cubicBezTo>
                  <a:cubicBezTo>
                    <a:pt x="7918" y="5162"/>
                    <a:pt x="7506" y="6113"/>
                    <a:pt x="6809" y="6809"/>
                  </a:cubicBezTo>
                  <a:cubicBezTo>
                    <a:pt x="6113" y="7538"/>
                    <a:pt x="5163" y="7918"/>
                    <a:pt x="4149" y="7918"/>
                  </a:cubicBezTo>
                  <a:cubicBezTo>
                    <a:pt x="3168" y="7918"/>
                    <a:pt x="2217" y="7538"/>
                    <a:pt x="1521" y="6809"/>
                  </a:cubicBezTo>
                  <a:cubicBezTo>
                    <a:pt x="792" y="6113"/>
                    <a:pt x="412" y="5162"/>
                    <a:pt x="412" y="4181"/>
                  </a:cubicBezTo>
                  <a:cubicBezTo>
                    <a:pt x="412" y="3167"/>
                    <a:pt x="792" y="2249"/>
                    <a:pt x="1489" y="1521"/>
                  </a:cubicBezTo>
                  <a:cubicBezTo>
                    <a:pt x="2217" y="824"/>
                    <a:pt x="3168" y="412"/>
                    <a:pt x="4149" y="412"/>
                  </a:cubicBezTo>
                  <a:close/>
                  <a:moveTo>
                    <a:pt x="4149" y="0"/>
                  </a:moveTo>
                  <a:cubicBezTo>
                    <a:pt x="3041" y="0"/>
                    <a:pt x="1996" y="444"/>
                    <a:pt x="1204" y="1236"/>
                  </a:cubicBezTo>
                  <a:cubicBezTo>
                    <a:pt x="444" y="2027"/>
                    <a:pt x="1" y="3072"/>
                    <a:pt x="1" y="4181"/>
                  </a:cubicBezTo>
                  <a:cubicBezTo>
                    <a:pt x="1" y="5289"/>
                    <a:pt x="444" y="6334"/>
                    <a:pt x="1204" y="7126"/>
                  </a:cubicBezTo>
                  <a:cubicBezTo>
                    <a:pt x="1996" y="7886"/>
                    <a:pt x="3041" y="8329"/>
                    <a:pt x="4149" y="8329"/>
                  </a:cubicBezTo>
                  <a:cubicBezTo>
                    <a:pt x="5258" y="8329"/>
                    <a:pt x="6303" y="7886"/>
                    <a:pt x="7094" y="7126"/>
                  </a:cubicBezTo>
                  <a:cubicBezTo>
                    <a:pt x="7886" y="6334"/>
                    <a:pt x="8298" y="5289"/>
                    <a:pt x="8298" y="4181"/>
                  </a:cubicBezTo>
                  <a:cubicBezTo>
                    <a:pt x="8298" y="3072"/>
                    <a:pt x="7886" y="2027"/>
                    <a:pt x="7094" y="1236"/>
                  </a:cubicBezTo>
                  <a:cubicBezTo>
                    <a:pt x="6303" y="444"/>
                    <a:pt x="5258" y="0"/>
                    <a:pt x="4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39"/>
            <p:cNvSpPr/>
            <p:nvPr/>
          </p:nvSpPr>
          <p:spPr>
            <a:xfrm>
              <a:off x="1176077" y="3250603"/>
              <a:ext cx="176016" cy="165686"/>
            </a:xfrm>
            <a:custGeom>
              <a:avLst/>
              <a:gdLst/>
              <a:ahLst/>
              <a:cxnLst/>
              <a:rect l="l" t="t" r="r" b="b"/>
              <a:pathLst>
                <a:path w="5384" h="5068" extrusionOk="0">
                  <a:moveTo>
                    <a:pt x="3246" y="1"/>
                  </a:moveTo>
                  <a:cubicBezTo>
                    <a:pt x="2494" y="1"/>
                    <a:pt x="1742" y="286"/>
                    <a:pt x="1172" y="856"/>
                  </a:cubicBezTo>
                  <a:cubicBezTo>
                    <a:pt x="32" y="1996"/>
                    <a:pt x="0" y="3864"/>
                    <a:pt x="1140" y="5004"/>
                  </a:cubicBezTo>
                  <a:cubicBezTo>
                    <a:pt x="1172" y="5036"/>
                    <a:pt x="1235" y="5068"/>
                    <a:pt x="1298" y="5068"/>
                  </a:cubicBezTo>
                  <a:cubicBezTo>
                    <a:pt x="1425" y="5068"/>
                    <a:pt x="1520" y="4973"/>
                    <a:pt x="1520" y="4878"/>
                  </a:cubicBezTo>
                  <a:cubicBezTo>
                    <a:pt x="1520" y="4814"/>
                    <a:pt x="1488" y="4751"/>
                    <a:pt x="1457" y="4719"/>
                  </a:cubicBezTo>
                  <a:cubicBezTo>
                    <a:pt x="475" y="3737"/>
                    <a:pt x="443" y="2122"/>
                    <a:pt x="1457" y="1141"/>
                  </a:cubicBezTo>
                  <a:cubicBezTo>
                    <a:pt x="1948" y="650"/>
                    <a:pt x="2589" y="404"/>
                    <a:pt x="3230" y="404"/>
                  </a:cubicBezTo>
                  <a:cubicBezTo>
                    <a:pt x="3872" y="404"/>
                    <a:pt x="4513" y="650"/>
                    <a:pt x="5004" y="1141"/>
                  </a:cubicBezTo>
                  <a:cubicBezTo>
                    <a:pt x="5035" y="1172"/>
                    <a:pt x="5099" y="1204"/>
                    <a:pt x="5162" y="1204"/>
                  </a:cubicBezTo>
                  <a:cubicBezTo>
                    <a:pt x="5289" y="1204"/>
                    <a:pt x="5384" y="1109"/>
                    <a:pt x="5384" y="1014"/>
                  </a:cubicBezTo>
                  <a:cubicBezTo>
                    <a:pt x="5384" y="951"/>
                    <a:pt x="5352" y="887"/>
                    <a:pt x="5320" y="856"/>
                  </a:cubicBezTo>
                  <a:cubicBezTo>
                    <a:pt x="4750" y="286"/>
                    <a:pt x="3998" y="1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39"/>
            <p:cNvSpPr/>
            <p:nvPr/>
          </p:nvSpPr>
          <p:spPr>
            <a:xfrm>
              <a:off x="1249569" y="3469054"/>
              <a:ext cx="65254" cy="187426"/>
            </a:xfrm>
            <a:custGeom>
              <a:avLst/>
              <a:gdLst/>
              <a:ahLst/>
              <a:cxnLst/>
              <a:rect l="l" t="t" r="r" b="b"/>
              <a:pathLst>
                <a:path w="1996" h="5733" extrusionOk="0">
                  <a:moveTo>
                    <a:pt x="444" y="1"/>
                  </a:moveTo>
                  <a:cubicBezTo>
                    <a:pt x="317" y="1"/>
                    <a:pt x="222" y="96"/>
                    <a:pt x="222" y="191"/>
                  </a:cubicBezTo>
                  <a:lnTo>
                    <a:pt x="32" y="4751"/>
                  </a:lnTo>
                  <a:cubicBezTo>
                    <a:pt x="1" y="5004"/>
                    <a:pt x="96" y="5258"/>
                    <a:pt x="286" y="5448"/>
                  </a:cubicBezTo>
                  <a:cubicBezTo>
                    <a:pt x="476" y="5638"/>
                    <a:pt x="729" y="5733"/>
                    <a:pt x="982" y="5733"/>
                  </a:cubicBezTo>
                  <a:cubicBezTo>
                    <a:pt x="1267" y="5733"/>
                    <a:pt x="1552" y="5606"/>
                    <a:pt x="1711" y="5416"/>
                  </a:cubicBezTo>
                  <a:cubicBezTo>
                    <a:pt x="1901" y="5226"/>
                    <a:pt x="1996" y="5004"/>
                    <a:pt x="1964" y="4751"/>
                  </a:cubicBezTo>
                  <a:lnTo>
                    <a:pt x="1742" y="191"/>
                  </a:lnTo>
                  <a:cubicBezTo>
                    <a:pt x="1742" y="96"/>
                    <a:pt x="1647" y="1"/>
                    <a:pt x="1521" y="1"/>
                  </a:cubicBezTo>
                  <a:cubicBezTo>
                    <a:pt x="1426" y="1"/>
                    <a:pt x="1331" y="96"/>
                    <a:pt x="1331" y="222"/>
                  </a:cubicBezTo>
                  <a:lnTo>
                    <a:pt x="1552" y="4783"/>
                  </a:lnTo>
                  <a:cubicBezTo>
                    <a:pt x="1552" y="4909"/>
                    <a:pt x="1521" y="5036"/>
                    <a:pt x="1426" y="5131"/>
                  </a:cubicBezTo>
                  <a:cubicBezTo>
                    <a:pt x="1324" y="5250"/>
                    <a:pt x="1149" y="5314"/>
                    <a:pt x="975" y="5314"/>
                  </a:cubicBezTo>
                  <a:cubicBezTo>
                    <a:pt x="824" y="5314"/>
                    <a:pt x="674" y="5266"/>
                    <a:pt x="571" y="5163"/>
                  </a:cubicBezTo>
                  <a:cubicBezTo>
                    <a:pt x="476" y="5036"/>
                    <a:pt x="412" y="4909"/>
                    <a:pt x="444" y="4783"/>
                  </a:cubicBezTo>
                  <a:lnTo>
                    <a:pt x="634" y="222"/>
                  </a:ln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39"/>
            <p:cNvSpPr/>
            <p:nvPr/>
          </p:nvSpPr>
          <p:spPr>
            <a:xfrm>
              <a:off x="1273370" y="3616072"/>
              <a:ext cx="16608" cy="15562"/>
            </a:xfrm>
            <a:custGeom>
              <a:avLst/>
              <a:gdLst/>
              <a:ahLst/>
              <a:cxnLst/>
              <a:rect l="l" t="t" r="r" b="b"/>
              <a:pathLst>
                <a:path w="508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cubicBezTo>
                    <a:pt x="413" y="476"/>
                    <a:pt x="508" y="381"/>
                    <a:pt x="508" y="254"/>
                  </a:cubicBezTo>
                  <a:cubicBezTo>
                    <a:pt x="508" y="96"/>
                    <a:pt x="381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39"/>
            <p:cNvSpPr/>
            <p:nvPr/>
          </p:nvSpPr>
          <p:spPr>
            <a:xfrm>
              <a:off x="974168" y="3146020"/>
              <a:ext cx="289917" cy="427651"/>
            </a:xfrm>
            <a:custGeom>
              <a:avLst/>
              <a:gdLst/>
              <a:ahLst/>
              <a:cxnLst/>
              <a:rect l="l" t="t" r="r" b="b"/>
              <a:pathLst>
                <a:path w="8868" h="13081" extrusionOk="0">
                  <a:moveTo>
                    <a:pt x="4814" y="1933"/>
                  </a:moveTo>
                  <a:cubicBezTo>
                    <a:pt x="3357" y="1933"/>
                    <a:pt x="2186" y="3104"/>
                    <a:pt x="2186" y="4530"/>
                  </a:cubicBezTo>
                  <a:cubicBezTo>
                    <a:pt x="2186" y="5955"/>
                    <a:pt x="3357" y="7126"/>
                    <a:pt x="4814" y="7126"/>
                  </a:cubicBezTo>
                  <a:cubicBezTo>
                    <a:pt x="5068" y="7126"/>
                    <a:pt x="5321" y="7095"/>
                    <a:pt x="5574" y="7031"/>
                  </a:cubicBezTo>
                  <a:cubicBezTo>
                    <a:pt x="5701" y="7000"/>
                    <a:pt x="5764" y="6873"/>
                    <a:pt x="5701" y="6778"/>
                  </a:cubicBezTo>
                  <a:cubicBezTo>
                    <a:pt x="5675" y="6673"/>
                    <a:pt x="5605" y="6612"/>
                    <a:pt x="5510" y="6612"/>
                  </a:cubicBezTo>
                  <a:cubicBezTo>
                    <a:pt x="5490" y="6612"/>
                    <a:pt x="5469" y="6614"/>
                    <a:pt x="5448" y="6620"/>
                  </a:cubicBezTo>
                  <a:cubicBezTo>
                    <a:pt x="5258" y="6715"/>
                    <a:pt x="5036" y="6746"/>
                    <a:pt x="4814" y="6746"/>
                  </a:cubicBezTo>
                  <a:cubicBezTo>
                    <a:pt x="3579" y="6746"/>
                    <a:pt x="2597" y="5733"/>
                    <a:pt x="2597" y="4530"/>
                  </a:cubicBezTo>
                  <a:cubicBezTo>
                    <a:pt x="2597" y="3326"/>
                    <a:pt x="3579" y="2344"/>
                    <a:pt x="4814" y="2344"/>
                  </a:cubicBezTo>
                  <a:cubicBezTo>
                    <a:pt x="5543" y="2344"/>
                    <a:pt x="6208" y="2693"/>
                    <a:pt x="6619" y="3295"/>
                  </a:cubicBezTo>
                  <a:cubicBezTo>
                    <a:pt x="6660" y="3356"/>
                    <a:pt x="6728" y="3391"/>
                    <a:pt x="6796" y="3391"/>
                  </a:cubicBezTo>
                  <a:cubicBezTo>
                    <a:pt x="6833" y="3391"/>
                    <a:pt x="6871" y="3380"/>
                    <a:pt x="6904" y="3358"/>
                  </a:cubicBezTo>
                  <a:cubicBezTo>
                    <a:pt x="6999" y="3295"/>
                    <a:pt x="7031" y="3168"/>
                    <a:pt x="6968" y="3073"/>
                  </a:cubicBezTo>
                  <a:cubicBezTo>
                    <a:pt x="6493" y="2344"/>
                    <a:pt x="5669" y="1933"/>
                    <a:pt x="4814" y="1933"/>
                  </a:cubicBezTo>
                  <a:close/>
                  <a:moveTo>
                    <a:pt x="4814" y="1"/>
                  </a:moveTo>
                  <a:cubicBezTo>
                    <a:pt x="2154" y="1"/>
                    <a:pt x="1" y="2154"/>
                    <a:pt x="1" y="4815"/>
                  </a:cubicBezTo>
                  <a:cubicBezTo>
                    <a:pt x="1" y="4846"/>
                    <a:pt x="1" y="4878"/>
                    <a:pt x="1" y="4878"/>
                  </a:cubicBezTo>
                  <a:cubicBezTo>
                    <a:pt x="32" y="8235"/>
                    <a:pt x="3611" y="12288"/>
                    <a:pt x="4688" y="13049"/>
                  </a:cubicBezTo>
                  <a:cubicBezTo>
                    <a:pt x="4719" y="13049"/>
                    <a:pt x="4783" y="13080"/>
                    <a:pt x="4814" y="13080"/>
                  </a:cubicBezTo>
                  <a:cubicBezTo>
                    <a:pt x="4846" y="13080"/>
                    <a:pt x="4878" y="13049"/>
                    <a:pt x="4909" y="13049"/>
                  </a:cubicBezTo>
                  <a:cubicBezTo>
                    <a:pt x="5448" y="12669"/>
                    <a:pt x="6683" y="11402"/>
                    <a:pt x="7759" y="9755"/>
                  </a:cubicBezTo>
                  <a:cubicBezTo>
                    <a:pt x="7823" y="9660"/>
                    <a:pt x="7791" y="9533"/>
                    <a:pt x="7696" y="9470"/>
                  </a:cubicBezTo>
                  <a:cubicBezTo>
                    <a:pt x="7662" y="9448"/>
                    <a:pt x="7625" y="9437"/>
                    <a:pt x="7587" y="9437"/>
                  </a:cubicBezTo>
                  <a:cubicBezTo>
                    <a:pt x="7519" y="9437"/>
                    <a:pt x="7452" y="9472"/>
                    <a:pt x="7411" y="9533"/>
                  </a:cubicBezTo>
                  <a:cubicBezTo>
                    <a:pt x="6461" y="10990"/>
                    <a:pt x="5353" y="12162"/>
                    <a:pt x="4814" y="12605"/>
                  </a:cubicBezTo>
                  <a:cubicBezTo>
                    <a:pt x="3737" y="11750"/>
                    <a:pt x="444" y="7982"/>
                    <a:pt x="412" y="4846"/>
                  </a:cubicBezTo>
                  <a:lnTo>
                    <a:pt x="412" y="4815"/>
                  </a:lnTo>
                  <a:cubicBezTo>
                    <a:pt x="412" y="2376"/>
                    <a:pt x="2376" y="413"/>
                    <a:pt x="4814" y="413"/>
                  </a:cubicBezTo>
                  <a:cubicBezTo>
                    <a:pt x="6271" y="413"/>
                    <a:pt x="7664" y="1141"/>
                    <a:pt x="8488" y="2376"/>
                  </a:cubicBezTo>
                  <a:cubicBezTo>
                    <a:pt x="8508" y="2437"/>
                    <a:pt x="8568" y="2472"/>
                    <a:pt x="8634" y="2472"/>
                  </a:cubicBezTo>
                  <a:cubicBezTo>
                    <a:pt x="8670" y="2472"/>
                    <a:pt x="8708" y="2462"/>
                    <a:pt x="8741" y="2439"/>
                  </a:cubicBezTo>
                  <a:cubicBezTo>
                    <a:pt x="8836" y="2376"/>
                    <a:pt x="8868" y="2249"/>
                    <a:pt x="8805" y="2154"/>
                  </a:cubicBezTo>
                  <a:cubicBezTo>
                    <a:pt x="7918" y="793"/>
                    <a:pt x="6429" y="1"/>
                    <a:pt x="4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5" name="Google Shape;4485;p39"/>
          <p:cNvGrpSpPr/>
          <p:nvPr/>
        </p:nvGrpSpPr>
        <p:grpSpPr>
          <a:xfrm>
            <a:off x="7442260" y="2804383"/>
            <a:ext cx="1071627" cy="1168920"/>
            <a:chOff x="7411910" y="2804383"/>
            <a:chExt cx="1071627" cy="1168920"/>
          </a:xfrm>
        </p:grpSpPr>
        <p:sp>
          <p:nvSpPr>
            <p:cNvPr id="4486" name="Google Shape;4486;p39"/>
            <p:cNvSpPr/>
            <p:nvPr/>
          </p:nvSpPr>
          <p:spPr>
            <a:xfrm>
              <a:off x="7442967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603" y="9089"/>
                    <a:pt x="888" y="9406"/>
                    <a:pt x="1236" y="9596"/>
                  </a:cubicBezTo>
                  <a:lnTo>
                    <a:pt x="14220" y="17101"/>
                  </a:lnTo>
                  <a:cubicBezTo>
                    <a:pt x="14537" y="17291"/>
                    <a:pt x="14980" y="17386"/>
                    <a:pt x="15424" y="17386"/>
                  </a:cubicBezTo>
                  <a:cubicBezTo>
                    <a:pt x="15899" y="17386"/>
                    <a:pt x="16310" y="17291"/>
                    <a:pt x="16627" y="17101"/>
                  </a:cubicBezTo>
                  <a:lnTo>
                    <a:pt x="29643" y="9596"/>
                  </a:lnTo>
                  <a:cubicBezTo>
                    <a:pt x="29960" y="9406"/>
                    <a:pt x="30277" y="9089"/>
                    <a:pt x="30498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67" y="0"/>
                  </a:lnTo>
                  <a:lnTo>
                    <a:pt x="30467" y="7506"/>
                  </a:lnTo>
                  <a:cubicBezTo>
                    <a:pt x="30467" y="7791"/>
                    <a:pt x="30372" y="8139"/>
                    <a:pt x="30150" y="8487"/>
                  </a:cubicBezTo>
                  <a:cubicBezTo>
                    <a:pt x="29960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4" y="16911"/>
                    <a:pt x="15804" y="17006"/>
                    <a:pt x="15424" y="17006"/>
                  </a:cubicBezTo>
                  <a:cubicBezTo>
                    <a:pt x="15044" y="17006"/>
                    <a:pt x="14695" y="16911"/>
                    <a:pt x="14410" y="16753"/>
                  </a:cubicBezTo>
                  <a:lnTo>
                    <a:pt x="1426" y="9247"/>
                  </a:lnTo>
                  <a:cubicBezTo>
                    <a:pt x="1141" y="9089"/>
                    <a:pt x="888" y="8836"/>
                    <a:pt x="698" y="8487"/>
                  </a:cubicBezTo>
                  <a:cubicBezTo>
                    <a:pt x="508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39"/>
            <p:cNvSpPr/>
            <p:nvPr/>
          </p:nvSpPr>
          <p:spPr>
            <a:xfrm>
              <a:off x="7411910" y="2804383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6374" y="0"/>
                  </a:moveTo>
                  <a:cubicBezTo>
                    <a:pt x="15772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3" y="8646"/>
                    <a:pt x="476" y="9184"/>
                  </a:cubicBezTo>
                  <a:cubicBezTo>
                    <a:pt x="159" y="9723"/>
                    <a:pt x="1" y="10293"/>
                    <a:pt x="1" y="10863"/>
                  </a:cubicBezTo>
                  <a:lnTo>
                    <a:pt x="1" y="18368"/>
                  </a:lnTo>
                  <a:lnTo>
                    <a:pt x="2313" y="18368"/>
                  </a:lnTo>
                  <a:lnTo>
                    <a:pt x="2313" y="10863"/>
                  </a:lnTo>
                  <a:cubicBezTo>
                    <a:pt x="2313" y="10736"/>
                    <a:pt x="2344" y="10546"/>
                    <a:pt x="2471" y="10324"/>
                  </a:cubicBezTo>
                  <a:cubicBezTo>
                    <a:pt x="2598" y="10103"/>
                    <a:pt x="2756" y="9976"/>
                    <a:pt x="2851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4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29991" y="9976"/>
                    <a:pt x="30150" y="10103"/>
                    <a:pt x="30276" y="10324"/>
                  </a:cubicBezTo>
                  <a:cubicBezTo>
                    <a:pt x="30403" y="10546"/>
                    <a:pt x="30435" y="10736"/>
                    <a:pt x="30435" y="10863"/>
                  </a:cubicBezTo>
                  <a:lnTo>
                    <a:pt x="30435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2" y="9184"/>
                  </a:cubicBezTo>
                  <a:cubicBezTo>
                    <a:pt x="31987" y="8646"/>
                    <a:pt x="31543" y="8202"/>
                    <a:pt x="31068" y="7917"/>
                  </a:cubicBezTo>
                  <a:lnTo>
                    <a:pt x="18052" y="412"/>
                  </a:lnTo>
                  <a:cubicBezTo>
                    <a:pt x="17609" y="159"/>
                    <a:pt x="17007" y="0"/>
                    <a:pt x="163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39"/>
            <p:cNvSpPr/>
            <p:nvPr/>
          </p:nvSpPr>
          <p:spPr>
            <a:xfrm>
              <a:off x="7550657" y="2962255"/>
              <a:ext cx="794134" cy="884201"/>
            </a:xfrm>
            <a:custGeom>
              <a:avLst/>
              <a:gdLst/>
              <a:ahLst/>
              <a:cxnLst/>
              <a:rect l="l" t="t" r="r" b="b"/>
              <a:pathLst>
                <a:path w="24291" h="27046" extrusionOk="0">
                  <a:moveTo>
                    <a:pt x="12130" y="1"/>
                  </a:moveTo>
                  <a:cubicBezTo>
                    <a:pt x="11615" y="1"/>
                    <a:pt x="11100" y="112"/>
                    <a:pt x="10705" y="333"/>
                  </a:cubicBezTo>
                  <a:lnTo>
                    <a:pt x="1426" y="5685"/>
                  </a:lnTo>
                  <a:cubicBezTo>
                    <a:pt x="919" y="5970"/>
                    <a:pt x="475" y="6509"/>
                    <a:pt x="222" y="7110"/>
                  </a:cubicBezTo>
                  <a:cubicBezTo>
                    <a:pt x="222" y="7142"/>
                    <a:pt x="222" y="7174"/>
                    <a:pt x="190" y="7205"/>
                  </a:cubicBezTo>
                  <a:cubicBezTo>
                    <a:pt x="64" y="7522"/>
                    <a:pt x="0" y="7839"/>
                    <a:pt x="0" y="8155"/>
                  </a:cubicBezTo>
                  <a:lnTo>
                    <a:pt x="0" y="18891"/>
                  </a:lnTo>
                  <a:cubicBezTo>
                    <a:pt x="0" y="19810"/>
                    <a:pt x="634" y="20886"/>
                    <a:pt x="1394" y="21361"/>
                  </a:cubicBezTo>
                  <a:lnTo>
                    <a:pt x="10705" y="26713"/>
                  </a:lnTo>
                  <a:cubicBezTo>
                    <a:pt x="11100" y="26935"/>
                    <a:pt x="11615" y="27046"/>
                    <a:pt x="12130" y="27046"/>
                  </a:cubicBezTo>
                  <a:cubicBezTo>
                    <a:pt x="12644" y="27046"/>
                    <a:pt x="13159" y="26935"/>
                    <a:pt x="13555" y="26713"/>
                  </a:cubicBezTo>
                  <a:lnTo>
                    <a:pt x="22866" y="21361"/>
                  </a:lnTo>
                  <a:cubicBezTo>
                    <a:pt x="23626" y="20886"/>
                    <a:pt x="24259" y="19810"/>
                    <a:pt x="24259" y="18891"/>
                  </a:cubicBezTo>
                  <a:lnTo>
                    <a:pt x="24259" y="8155"/>
                  </a:lnTo>
                  <a:cubicBezTo>
                    <a:pt x="24291" y="7237"/>
                    <a:pt x="23657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4" y="1"/>
                    <a:pt x="1213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39"/>
            <p:cNvSpPr/>
            <p:nvPr/>
          </p:nvSpPr>
          <p:spPr>
            <a:xfrm>
              <a:off x="8048661" y="3535845"/>
              <a:ext cx="77677" cy="76108"/>
            </a:xfrm>
            <a:custGeom>
              <a:avLst/>
              <a:gdLst/>
              <a:ahLst/>
              <a:cxnLst/>
              <a:rect l="l" t="t" r="r" b="b"/>
              <a:pathLst>
                <a:path w="2376" h="2328" extrusionOk="0">
                  <a:moveTo>
                    <a:pt x="238" y="0"/>
                  </a:moveTo>
                  <a:cubicBezTo>
                    <a:pt x="182" y="0"/>
                    <a:pt x="127" y="16"/>
                    <a:pt x="95" y="48"/>
                  </a:cubicBezTo>
                  <a:cubicBezTo>
                    <a:pt x="0" y="143"/>
                    <a:pt x="0" y="269"/>
                    <a:pt x="95" y="333"/>
                  </a:cubicBezTo>
                  <a:lnTo>
                    <a:pt x="2027" y="2265"/>
                  </a:lnTo>
                  <a:cubicBezTo>
                    <a:pt x="2059" y="2296"/>
                    <a:pt x="2122" y="2328"/>
                    <a:pt x="2154" y="2328"/>
                  </a:cubicBezTo>
                  <a:cubicBezTo>
                    <a:pt x="2217" y="2328"/>
                    <a:pt x="2280" y="2296"/>
                    <a:pt x="2312" y="2265"/>
                  </a:cubicBezTo>
                  <a:cubicBezTo>
                    <a:pt x="2375" y="2201"/>
                    <a:pt x="2375" y="2043"/>
                    <a:pt x="2312" y="1980"/>
                  </a:cubicBezTo>
                  <a:lnTo>
                    <a:pt x="380" y="48"/>
                  </a:lnTo>
                  <a:cubicBezTo>
                    <a:pt x="349" y="16"/>
                    <a:pt x="29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39"/>
            <p:cNvSpPr/>
            <p:nvPr/>
          </p:nvSpPr>
          <p:spPr>
            <a:xfrm>
              <a:off x="8053827" y="3186427"/>
              <a:ext cx="13502" cy="182228"/>
            </a:xfrm>
            <a:custGeom>
              <a:avLst/>
              <a:gdLst/>
              <a:ahLst/>
              <a:cxnLst/>
              <a:rect l="l" t="t" r="r" b="b"/>
              <a:pathLst>
                <a:path w="413" h="5574" extrusionOk="0"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5384"/>
                  </a:lnTo>
                  <a:cubicBezTo>
                    <a:pt x="1" y="5479"/>
                    <a:pt x="96" y="5574"/>
                    <a:pt x="191" y="5574"/>
                  </a:cubicBezTo>
                  <a:cubicBezTo>
                    <a:pt x="317" y="5574"/>
                    <a:pt x="412" y="5479"/>
                    <a:pt x="412" y="5384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39"/>
            <p:cNvSpPr/>
            <p:nvPr/>
          </p:nvSpPr>
          <p:spPr>
            <a:xfrm>
              <a:off x="7801212" y="3384152"/>
              <a:ext cx="108735" cy="13502"/>
            </a:xfrm>
            <a:custGeom>
              <a:avLst/>
              <a:gdLst/>
              <a:ahLst/>
              <a:cxnLst/>
              <a:rect l="l" t="t" r="r" b="b"/>
              <a:pathLst>
                <a:path w="33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136" y="412"/>
                  </a:lnTo>
                  <a:cubicBezTo>
                    <a:pt x="3231" y="412"/>
                    <a:pt x="3326" y="317"/>
                    <a:pt x="3326" y="222"/>
                  </a:cubicBezTo>
                  <a:cubicBezTo>
                    <a:pt x="3326" y="96"/>
                    <a:pt x="3231" y="1"/>
                    <a:pt x="3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39"/>
            <p:cNvSpPr/>
            <p:nvPr/>
          </p:nvSpPr>
          <p:spPr>
            <a:xfrm>
              <a:off x="7801212" y="3427633"/>
              <a:ext cx="82843" cy="13502"/>
            </a:xfrm>
            <a:custGeom>
              <a:avLst/>
              <a:gdLst/>
              <a:ahLst/>
              <a:cxnLst/>
              <a:rect l="l" t="t" r="r" b="b"/>
              <a:pathLst>
                <a:path w="2534" h="41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2312" y="413"/>
                  </a:lnTo>
                  <a:cubicBezTo>
                    <a:pt x="2439" y="413"/>
                    <a:pt x="2534" y="318"/>
                    <a:pt x="2534" y="191"/>
                  </a:cubicBezTo>
                  <a:cubicBezTo>
                    <a:pt x="2534" y="64"/>
                    <a:pt x="2439" y="1"/>
                    <a:pt x="2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39"/>
            <p:cNvSpPr/>
            <p:nvPr/>
          </p:nvSpPr>
          <p:spPr>
            <a:xfrm>
              <a:off x="7801212" y="3470100"/>
              <a:ext cx="76631" cy="13469"/>
            </a:xfrm>
            <a:custGeom>
              <a:avLst/>
              <a:gdLst/>
              <a:ahLst/>
              <a:cxnLst/>
              <a:rect l="l" t="t" r="r" b="b"/>
              <a:pathLst>
                <a:path w="2344" h="412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2154" y="412"/>
                  </a:lnTo>
                  <a:cubicBezTo>
                    <a:pt x="2249" y="412"/>
                    <a:pt x="2344" y="317"/>
                    <a:pt x="2344" y="190"/>
                  </a:cubicBez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39"/>
            <p:cNvSpPr/>
            <p:nvPr/>
          </p:nvSpPr>
          <p:spPr>
            <a:xfrm>
              <a:off x="7866433" y="3355186"/>
              <a:ext cx="224696" cy="224696"/>
            </a:xfrm>
            <a:custGeom>
              <a:avLst/>
              <a:gdLst/>
              <a:ahLst/>
              <a:cxnLst/>
              <a:rect l="l" t="t" r="r" b="b"/>
              <a:pathLst>
                <a:path w="6873" h="6873" extrusionOk="0">
                  <a:moveTo>
                    <a:pt x="3452" y="412"/>
                  </a:moveTo>
                  <a:cubicBezTo>
                    <a:pt x="5099" y="412"/>
                    <a:pt x="6461" y="1774"/>
                    <a:pt x="6461" y="3452"/>
                  </a:cubicBezTo>
                  <a:cubicBezTo>
                    <a:pt x="6461" y="5099"/>
                    <a:pt x="5099" y="6461"/>
                    <a:pt x="3452" y="6461"/>
                  </a:cubicBezTo>
                  <a:cubicBezTo>
                    <a:pt x="1774" y="6461"/>
                    <a:pt x="412" y="5099"/>
                    <a:pt x="412" y="3452"/>
                  </a:cubicBezTo>
                  <a:cubicBezTo>
                    <a:pt x="412" y="1774"/>
                    <a:pt x="1774" y="412"/>
                    <a:pt x="3452" y="412"/>
                  </a:cubicBezTo>
                  <a:close/>
                  <a:moveTo>
                    <a:pt x="3452" y="0"/>
                  </a:moveTo>
                  <a:cubicBezTo>
                    <a:pt x="1552" y="0"/>
                    <a:pt x="1" y="1552"/>
                    <a:pt x="1" y="3452"/>
                  </a:cubicBezTo>
                  <a:cubicBezTo>
                    <a:pt x="1" y="5320"/>
                    <a:pt x="1552" y="6872"/>
                    <a:pt x="3452" y="6872"/>
                  </a:cubicBezTo>
                  <a:cubicBezTo>
                    <a:pt x="5353" y="6872"/>
                    <a:pt x="6873" y="5352"/>
                    <a:pt x="6873" y="3452"/>
                  </a:cubicBezTo>
                  <a:cubicBezTo>
                    <a:pt x="6873" y="1552"/>
                    <a:pt x="5321" y="0"/>
                    <a:pt x="3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39"/>
            <p:cNvSpPr/>
            <p:nvPr/>
          </p:nvSpPr>
          <p:spPr>
            <a:xfrm>
              <a:off x="7980334" y="3184335"/>
              <a:ext cx="17621" cy="17654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253" y="1"/>
                  </a:moveTo>
                  <a:cubicBezTo>
                    <a:pt x="127" y="1"/>
                    <a:pt x="0" y="127"/>
                    <a:pt x="0" y="254"/>
                  </a:cubicBezTo>
                  <a:cubicBezTo>
                    <a:pt x="0" y="412"/>
                    <a:pt x="127" y="539"/>
                    <a:pt x="253" y="539"/>
                  </a:cubicBezTo>
                  <a:cubicBezTo>
                    <a:pt x="412" y="539"/>
                    <a:pt x="539" y="412"/>
                    <a:pt x="539" y="254"/>
                  </a:cubicBezTo>
                  <a:cubicBezTo>
                    <a:pt x="539" y="127"/>
                    <a:pt x="412" y="1"/>
                    <a:pt x="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39"/>
            <p:cNvSpPr/>
            <p:nvPr/>
          </p:nvSpPr>
          <p:spPr>
            <a:xfrm>
              <a:off x="7908868" y="3184335"/>
              <a:ext cx="17654" cy="17654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28" y="1"/>
                    <a:pt x="1" y="127"/>
                    <a:pt x="1" y="254"/>
                  </a:cubicBezTo>
                  <a:cubicBezTo>
                    <a:pt x="1" y="412"/>
                    <a:pt x="128" y="539"/>
                    <a:pt x="286" y="539"/>
                  </a:cubicBezTo>
                  <a:cubicBezTo>
                    <a:pt x="413" y="539"/>
                    <a:pt x="539" y="412"/>
                    <a:pt x="539" y="254"/>
                  </a:cubicBezTo>
                  <a:cubicBezTo>
                    <a:pt x="539" y="127"/>
                    <a:pt x="413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39"/>
            <p:cNvSpPr/>
            <p:nvPr/>
          </p:nvSpPr>
          <p:spPr>
            <a:xfrm>
              <a:off x="7838481" y="3184335"/>
              <a:ext cx="16608" cy="17654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412"/>
                    <a:pt x="95" y="539"/>
                    <a:pt x="254" y="539"/>
                  </a:cubicBezTo>
                  <a:cubicBezTo>
                    <a:pt x="380" y="539"/>
                    <a:pt x="507" y="412"/>
                    <a:pt x="507" y="254"/>
                  </a:cubicBezTo>
                  <a:cubicBezTo>
                    <a:pt x="507" y="127"/>
                    <a:pt x="380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39"/>
            <p:cNvSpPr/>
            <p:nvPr/>
          </p:nvSpPr>
          <p:spPr>
            <a:xfrm>
              <a:off x="7769108" y="3165700"/>
              <a:ext cx="297175" cy="54923"/>
            </a:xfrm>
            <a:custGeom>
              <a:avLst/>
              <a:gdLst/>
              <a:ahLst/>
              <a:cxnLst/>
              <a:rect l="l" t="t" r="r" b="b"/>
              <a:pathLst>
                <a:path w="9090" h="1680" extrusionOk="0">
                  <a:moveTo>
                    <a:pt x="8266" y="412"/>
                  </a:moveTo>
                  <a:cubicBezTo>
                    <a:pt x="8488" y="412"/>
                    <a:pt x="8710" y="602"/>
                    <a:pt x="8710" y="824"/>
                  </a:cubicBezTo>
                  <a:cubicBezTo>
                    <a:pt x="8710" y="1077"/>
                    <a:pt x="8488" y="1267"/>
                    <a:pt x="8266" y="1267"/>
                  </a:cubicBezTo>
                  <a:lnTo>
                    <a:pt x="856" y="1267"/>
                  </a:lnTo>
                  <a:cubicBezTo>
                    <a:pt x="602" y="1267"/>
                    <a:pt x="412" y="1077"/>
                    <a:pt x="412" y="824"/>
                  </a:cubicBezTo>
                  <a:cubicBezTo>
                    <a:pt x="412" y="602"/>
                    <a:pt x="602" y="412"/>
                    <a:pt x="856" y="412"/>
                  </a:cubicBezTo>
                  <a:close/>
                  <a:moveTo>
                    <a:pt x="856" y="1"/>
                  </a:moveTo>
                  <a:cubicBezTo>
                    <a:pt x="381" y="1"/>
                    <a:pt x="1" y="381"/>
                    <a:pt x="1" y="824"/>
                  </a:cubicBezTo>
                  <a:cubicBezTo>
                    <a:pt x="1" y="1299"/>
                    <a:pt x="381" y="1679"/>
                    <a:pt x="856" y="1679"/>
                  </a:cubicBezTo>
                  <a:lnTo>
                    <a:pt x="8266" y="1679"/>
                  </a:lnTo>
                  <a:cubicBezTo>
                    <a:pt x="8710" y="1679"/>
                    <a:pt x="9090" y="1299"/>
                    <a:pt x="9090" y="824"/>
                  </a:cubicBezTo>
                  <a:cubicBezTo>
                    <a:pt x="9090" y="381"/>
                    <a:pt x="8710" y="1"/>
                    <a:pt x="8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39"/>
            <p:cNvSpPr/>
            <p:nvPr/>
          </p:nvSpPr>
          <p:spPr>
            <a:xfrm>
              <a:off x="7769108" y="3186427"/>
              <a:ext cx="153262" cy="372727"/>
            </a:xfrm>
            <a:custGeom>
              <a:avLst/>
              <a:gdLst/>
              <a:ahLst/>
              <a:cxnLst/>
              <a:rect l="l" t="t" r="r" b="b"/>
              <a:pathLst>
                <a:path w="4688" h="1140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0102"/>
                  </a:lnTo>
                  <a:cubicBezTo>
                    <a:pt x="1" y="10831"/>
                    <a:pt x="571" y="11401"/>
                    <a:pt x="1267" y="11401"/>
                  </a:cubicBezTo>
                  <a:lnTo>
                    <a:pt x="4466" y="11401"/>
                  </a:lnTo>
                  <a:cubicBezTo>
                    <a:pt x="4593" y="11401"/>
                    <a:pt x="4688" y="11306"/>
                    <a:pt x="4688" y="11179"/>
                  </a:cubicBezTo>
                  <a:cubicBezTo>
                    <a:pt x="4688" y="11084"/>
                    <a:pt x="4593" y="10989"/>
                    <a:pt x="4466" y="10989"/>
                  </a:cubicBezTo>
                  <a:lnTo>
                    <a:pt x="1267" y="10989"/>
                  </a:lnTo>
                  <a:cubicBezTo>
                    <a:pt x="792" y="10989"/>
                    <a:pt x="412" y="10577"/>
                    <a:pt x="412" y="10102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39"/>
            <p:cNvSpPr/>
            <p:nvPr/>
          </p:nvSpPr>
          <p:spPr>
            <a:xfrm>
              <a:off x="7801212" y="3255768"/>
              <a:ext cx="232967" cy="13502"/>
            </a:xfrm>
            <a:custGeom>
              <a:avLst/>
              <a:gdLst/>
              <a:ahLst/>
              <a:cxnLst/>
              <a:rect l="l" t="t" r="r" b="b"/>
              <a:pathLst>
                <a:path w="71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3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6936" y="413"/>
                  </a:lnTo>
                  <a:cubicBezTo>
                    <a:pt x="7031" y="413"/>
                    <a:pt x="7126" y="318"/>
                    <a:pt x="7126" y="223"/>
                  </a:cubicBezTo>
                  <a:cubicBezTo>
                    <a:pt x="7126" y="96"/>
                    <a:pt x="7031" y="1"/>
                    <a:pt x="6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39"/>
            <p:cNvSpPr/>
            <p:nvPr/>
          </p:nvSpPr>
          <p:spPr>
            <a:xfrm>
              <a:off x="7801212" y="3298236"/>
              <a:ext cx="194684" cy="13469"/>
            </a:xfrm>
            <a:custGeom>
              <a:avLst/>
              <a:gdLst/>
              <a:ahLst/>
              <a:cxnLst/>
              <a:rect l="l" t="t" r="r" b="b"/>
              <a:pathLst>
                <a:path w="5955" h="412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12"/>
                    <a:pt x="222" y="412"/>
                  </a:cubicBezTo>
                  <a:lnTo>
                    <a:pt x="5732" y="412"/>
                  </a:lnTo>
                  <a:cubicBezTo>
                    <a:pt x="5859" y="412"/>
                    <a:pt x="5954" y="349"/>
                    <a:pt x="5954" y="222"/>
                  </a:cubicBezTo>
                  <a:cubicBezTo>
                    <a:pt x="5954" y="95"/>
                    <a:pt x="5859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39"/>
            <p:cNvSpPr/>
            <p:nvPr/>
          </p:nvSpPr>
          <p:spPr>
            <a:xfrm>
              <a:off x="7801212" y="3341717"/>
              <a:ext cx="123218" cy="13502"/>
            </a:xfrm>
            <a:custGeom>
              <a:avLst/>
              <a:gdLst/>
              <a:ahLst/>
              <a:cxnLst/>
              <a:rect l="l" t="t" r="r" b="b"/>
              <a:pathLst>
                <a:path w="3769" h="413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579" y="412"/>
                  </a:lnTo>
                  <a:cubicBezTo>
                    <a:pt x="3674" y="412"/>
                    <a:pt x="3769" y="317"/>
                    <a:pt x="3769" y="190"/>
                  </a:cubicBezTo>
                  <a:cubicBezTo>
                    <a:pt x="3769" y="95"/>
                    <a:pt x="3674" y="0"/>
                    <a:pt x="3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3" name="Google Shape;4503;p39"/>
          <p:cNvGrpSpPr/>
          <p:nvPr/>
        </p:nvGrpSpPr>
        <p:grpSpPr>
          <a:xfrm>
            <a:off x="6080662" y="2835441"/>
            <a:ext cx="1070581" cy="1168920"/>
            <a:chOff x="6061840" y="2835441"/>
            <a:chExt cx="1070581" cy="1168920"/>
          </a:xfrm>
        </p:grpSpPr>
        <p:sp>
          <p:nvSpPr>
            <p:cNvPr id="4504" name="Google Shape;4504;p39"/>
            <p:cNvSpPr/>
            <p:nvPr/>
          </p:nvSpPr>
          <p:spPr>
            <a:xfrm>
              <a:off x="6092898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04" y="7791"/>
                  </a:lnTo>
                  <a:cubicBezTo>
                    <a:pt x="887" y="7981"/>
                    <a:pt x="570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0" y="17418"/>
                  </a:lnTo>
                  <a:lnTo>
                    <a:pt x="380" y="9913"/>
                  </a:lnTo>
                  <a:cubicBezTo>
                    <a:pt x="380" y="9596"/>
                    <a:pt x="507" y="9248"/>
                    <a:pt x="697" y="8899"/>
                  </a:cubicBezTo>
                  <a:cubicBezTo>
                    <a:pt x="887" y="8551"/>
                    <a:pt x="1141" y="8298"/>
                    <a:pt x="1394" y="8139"/>
                  </a:cubicBezTo>
                  <a:lnTo>
                    <a:pt x="14410" y="634"/>
                  </a:lnTo>
                  <a:cubicBezTo>
                    <a:pt x="14663" y="475"/>
                    <a:pt x="15043" y="380"/>
                    <a:pt x="15423" y="380"/>
                  </a:cubicBezTo>
                  <a:cubicBezTo>
                    <a:pt x="15803" y="380"/>
                    <a:pt x="16183" y="475"/>
                    <a:pt x="16437" y="634"/>
                  </a:cubicBezTo>
                  <a:lnTo>
                    <a:pt x="29453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66" y="9596"/>
                    <a:pt x="30466" y="9913"/>
                  </a:cubicBezTo>
                  <a:lnTo>
                    <a:pt x="30466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76" y="8298"/>
                    <a:pt x="29959" y="7981"/>
                    <a:pt x="29643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39"/>
            <p:cNvSpPr/>
            <p:nvPr/>
          </p:nvSpPr>
          <p:spPr>
            <a:xfrm>
              <a:off x="6061840" y="3404879"/>
              <a:ext cx="1070581" cy="599482"/>
            </a:xfrm>
            <a:custGeom>
              <a:avLst/>
              <a:gdLst/>
              <a:ahLst/>
              <a:cxnLst/>
              <a:rect l="l" t="t" r="r" b="b"/>
              <a:pathLst>
                <a:path w="32747" h="18337" extrusionOk="0">
                  <a:moveTo>
                    <a:pt x="0" y="0"/>
                  </a:moveTo>
                  <a:lnTo>
                    <a:pt x="0" y="7506"/>
                  </a:lnTo>
                  <a:cubicBezTo>
                    <a:pt x="0" y="8044"/>
                    <a:pt x="159" y="8646"/>
                    <a:pt x="475" y="9184"/>
                  </a:cubicBezTo>
                  <a:cubicBezTo>
                    <a:pt x="792" y="9723"/>
                    <a:pt x="1204" y="10166"/>
                    <a:pt x="1679" y="10419"/>
                  </a:cubicBezTo>
                  <a:lnTo>
                    <a:pt x="14695" y="17925"/>
                  </a:lnTo>
                  <a:cubicBezTo>
                    <a:pt x="15138" y="18210"/>
                    <a:pt x="15740" y="18336"/>
                    <a:pt x="16373" y="18336"/>
                  </a:cubicBezTo>
                  <a:cubicBezTo>
                    <a:pt x="17007" y="18336"/>
                    <a:pt x="17608" y="18210"/>
                    <a:pt x="18052" y="17925"/>
                  </a:cubicBezTo>
                  <a:lnTo>
                    <a:pt x="31068" y="10419"/>
                  </a:lnTo>
                  <a:cubicBezTo>
                    <a:pt x="31543" y="10134"/>
                    <a:pt x="31954" y="9691"/>
                    <a:pt x="32271" y="9152"/>
                  </a:cubicBezTo>
                  <a:cubicBezTo>
                    <a:pt x="32588" y="8646"/>
                    <a:pt x="32746" y="8044"/>
                    <a:pt x="32746" y="7506"/>
                  </a:cubicBezTo>
                  <a:lnTo>
                    <a:pt x="32746" y="0"/>
                  </a:lnTo>
                  <a:lnTo>
                    <a:pt x="30434" y="0"/>
                  </a:lnTo>
                  <a:lnTo>
                    <a:pt x="30434" y="7506"/>
                  </a:lnTo>
                  <a:cubicBezTo>
                    <a:pt x="30434" y="7601"/>
                    <a:pt x="30403" y="7791"/>
                    <a:pt x="30276" y="8012"/>
                  </a:cubicBezTo>
                  <a:cubicBezTo>
                    <a:pt x="30149" y="8234"/>
                    <a:pt x="29991" y="8361"/>
                    <a:pt x="29896" y="8424"/>
                  </a:cubicBezTo>
                  <a:lnTo>
                    <a:pt x="16912" y="15930"/>
                  </a:lnTo>
                  <a:cubicBezTo>
                    <a:pt x="16817" y="15961"/>
                    <a:pt x="16627" y="16025"/>
                    <a:pt x="16373" y="16025"/>
                  </a:cubicBezTo>
                  <a:cubicBezTo>
                    <a:pt x="16120" y="16025"/>
                    <a:pt x="15930" y="15961"/>
                    <a:pt x="15835" y="15930"/>
                  </a:cubicBezTo>
                  <a:lnTo>
                    <a:pt x="2851" y="8424"/>
                  </a:lnTo>
                  <a:cubicBezTo>
                    <a:pt x="2756" y="8361"/>
                    <a:pt x="2597" y="8234"/>
                    <a:pt x="2471" y="8012"/>
                  </a:cubicBezTo>
                  <a:cubicBezTo>
                    <a:pt x="2344" y="7791"/>
                    <a:pt x="2312" y="7601"/>
                    <a:pt x="2312" y="7506"/>
                  </a:cubicBezTo>
                  <a:lnTo>
                    <a:pt x="231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39"/>
            <p:cNvSpPr/>
            <p:nvPr/>
          </p:nvSpPr>
          <p:spPr>
            <a:xfrm>
              <a:off x="6200554" y="2962255"/>
              <a:ext cx="793120" cy="884757"/>
            </a:xfrm>
            <a:custGeom>
              <a:avLst/>
              <a:gdLst/>
              <a:ahLst/>
              <a:cxnLst/>
              <a:rect l="l" t="t" r="r" b="b"/>
              <a:pathLst>
                <a:path w="24260" h="27063" extrusionOk="0">
                  <a:moveTo>
                    <a:pt x="12130" y="1"/>
                  </a:moveTo>
                  <a:cubicBezTo>
                    <a:pt x="11616" y="1"/>
                    <a:pt x="11101" y="112"/>
                    <a:pt x="10705" y="333"/>
                  </a:cubicBezTo>
                  <a:lnTo>
                    <a:pt x="1394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335"/>
                    <a:pt x="159" y="19841"/>
                    <a:pt x="413" y="20285"/>
                  </a:cubicBezTo>
                  <a:cubicBezTo>
                    <a:pt x="666" y="20728"/>
                    <a:pt x="1014" y="21140"/>
                    <a:pt x="1394" y="21361"/>
                  </a:cubicBezTo>
                  <a:lnTo>
                    <a:pt x="10705" y="26713"/>
                  </a:lnTo>
                  <a:cubicBezTo>
                    <a:pt x="11102" y="26943"/>
                    <a:pt x="11610" y="27063"/>
                    <a:pt x="12119" y="27063"/>
                  </a:cubicBezTo>
                  <a:cubicBezTo>
                    <a:pt x="12381" y="27063"/>
                    <a:pt x="12643" y="27031"/>
                    <a:pt x="12890" y="26967"/>
                  </a:cubicBezTo>
                  <a:cubicBezTo>
                    <a:pt x="13017" y="26935"/>
                    <a:pt x="13112" y="26903"/>
                    <a:pt x="13239" y="26872"/>
                  </a:cubicBezTo>
                  <a:cubicBezTo>
                    <a:pt x="13334" y="26808"/>
                    <a:pt x="13460" y="26777"/>
                    <a:pt x="13555" y="26713"/>
                  </a:cubicBezTo>
                  <a:lnTo>
                    <a:pt x="22866" y="21361"/>
                  </a:lnTo>
                  <a:cubicBezTo>
                    <a:pt x="23246" y="21140"/>
                    <a:pt x="23594" y="20728"/>
                    <a:pt x="23848" y="20285"/>
                  </a:cubicBezTo>
                  <a:cubicBezTo>
                    <a:pt x="24101" y="19841"/>
                    <a:pt x="24260" y="19335"/>
                    <a:pt x="24260" y="18891"/>
                  </a:cubicBezTo>
                  <a:lnTo>
                    <a:pt x="24260" y="8155"/>
                  </a:lnTo>
                  <a:cubicBezTo>
                    <a:pt x="24260" y="7237"/>
                    <a:pt x="23626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39"/>
            <p:cNvSpPr/>
            <p:nvPr/>
          </p:nvSpPr>
          <p:spPr>
            <a:xfrm>
              <a:off x="6419038" y="3237134"/>
              <a:ext cx="13469" cy="365502"/>
            </a:xfrm>
            <a:custGeom>
              <a:avLst/>
              <a:gdLst/>
              <a:ahLst/>
              <a:cxnLst/>
              <a:rect l="l" t="t" r="r" b="b"/>
              <a:pathLst>
                <a:path w="412" h="11180" extrusionOk="0">
                  <a:moveTo>
                    <a:pt x="190" y="1"/>
                  </a:moveTo>
                  <a:cubicBezTo>
                    <a:pt x="64" y="1"/>
                    <a:pt x="0" y="96"/>
                    <a:pt x="0" y="222"/>
                  </a:cubicBezTo>
                  <a:lnTo>
                    <a:pt x="0" y="10990"/>
                  </a:lnTo>
                  <a:cubicBezTo>
                    <a:pt x="0" y="11085"/>
                    <a:pt x="95" y="11180"/>
                    <a:pt x="190" y="11180"/>
                  </a:cubicBezTo>
                  <a:cubicBezTo>
                    <a:pt x="317" y="11180"/>
                    <a:pt x="380" y="11117"/>
                    <a:pt x="412" y="10990"/>
                  </a:cubicBezTo>
                  <a:lnTo>
                    <a:pt x="412" y="222"/>
                  </a:lnTo>
                  <a:cubicBezTo>
                    <a:pt x="412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39"/>
            <p:cNvSpPr/>
            <p:nvPr/>
          </p:nvSpPr>
          <p:spPr>
            <a:xfrm>
              <a:off x="6375557" y="3237134"/>
              <a:ext cx="110795" cy="365502"/>
            </a:xfrm>
            <a:custGeom>
              <a:avLst/>
              <a:gdLst/>
              <a:ahLst/>
              <a:cxnLst/>
              <a:rect l="l" t="t" r="r" b="b"/>
              <a:pathLst>
                <a:path w="3389" h="11180" extrusionOk="0">
                  <a:moveTo>
                    <a:pt x="950" y="1"/>
                  </a:moveTo>
                  <a:cubicBezTo>
                    <a:pt x="443" y="1"/>
                    <a:pt x="0" y="444"/>
                    <a:pt x="0" y="951"/>
                  </a:cubicBezTo>
                  <a:lnTo>
                    <a:pt x="0" y="10230"/>
                  </a:lnTo>
                  <a:cubicBezTo>
                    <a:pt x="0" y="10768"/>
                    <a:pt x="443" y="11180"/>
                    <a:pt x="950" y="11180"/>
                  </a:cubicBezTo>
                  <a:lnTo>
                    <a:pt x="3167" y="11180"/>
                  </a:lnTo>
                  <a:cubicBezTo>
                    <a:pt x="3294" y="11180"/>
                    <a:pt x="3389" y="11117"/>
                    <a:pt x="3389" y="10990"/>
                  </a:cubicBezTo>
                  <a:cubicBezTo>
                    <a:pt x="3389" y="10895"/>
                    <a:pt x="3294" y="10800"/>
                    <a:pt x="3167" y="10800"/>
                  </a:cubicBezTo>
                  <a:lnTo>
                    <a:pt x="950" y="10800"/>
                  </a:lnTo>
                  <a:cubicBezTo>
                    <a:pt x="665" y="10800"/>
                    <a:pt x="412" y="10547"/>
                    <a:pt x="412" y="10262"/>
                  </a:cubicBezTo>
                  <a:lnTo>
                    <a:pt x="412" y="951"/>
                  </a:lnTo>
                  <a:cubicBezTo>
                    <a:pt x="412" y="666"/>
                    <a:pt x="665" y="413"/>
                    <a:pt x="950" y="413"/>
                  </a:cubicBezTo>
                  <a:lnTo>
                    <a:pt x="3167" y="413"/>
                  </a:lnTo>
                  <a:cubicBezTo>
                    <a:pt x="3294" y="413"/>
                    <a:pt x="3389" y="317"/>
                    <a:pt x="3389" y="222"/>
                  </a:cubicBezTo>
                  <a:cubicBezTo>
                    <a:pt x="3389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39"/>
            <p:cNvSpPr/>
            <p:nvPr/>
          </p:nvSpPr>
          <p:spPr>
            <a:xfrm>
              <a:off x="6450096" y="3237134"/>
              <a:ext cx="170851" cy="365502"/>
            </a:xfrm>
            <a:custGeom>
              <a:avLst/>
              <a:gdLst/>
              <a:ahLst/>
              <a:cxnLst/>
              <a:rect l="l" t="t" r="r" b="b"/>
              <a:pathLst>
                <a:path w="5226" h="11180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7"/>
                    <a:pt x="95" y="413"/>
                    <a:pt x="222" y="413"/>
                  </a:cubicBezTo>
                  <a:lnTo>
                    <a:pt x="4276" y="413"/>
                  </a:lnTo>
                  <a:cubicBezTo>
                    <a:pt x="4592" y="413"/>
                    <a:pt x="4814" y="666"/>
                    <a:pt x="4814" y="951"/>
                  </a:cubicBezTo>
                  <a:lnTo>
                    <a:pt x="4814" y="10230"/>
                  </a:lnTo>
                  <a:cubicBezTo>
                    <a:pt x="4814" y="10547"/>
                    <a:pt x="4592" y="10768"/>
                    <a:pt x="4276" y="10768"/>
                  </a:cubicBezTo>
                  <a:lnTo>
                    <a:pt x="222" y="10768"/>
                  </a:lnTo>
                  <a:cubicBezTo>
                    <a:pt x="95" y="10768"/>
                    <a:pt x="0" y="10863"/>
                    <a:pt x="0" y="10990"/>
                  </a:cubicBezTo>
                  <a:cubicBezTo>
                    <a:pt x="0" y="11085"/>
                    <a:pt x="95" y="11180"/>
                    <a:pt x="222" y="11180"/>
                  </a:cubicBezTo>
                  <a:lnTo>
                    <a:pt x="4276" y="11180"/>
                  </a:lnTo>
                  <a:cubicBezTo>
                    <a:pt x="4814" y="11180"/>
                    <a:pt x="5226" y="10768"/>
                    <a:pt x="5226" y="10230"/>
                  </a:cubicBezTo>
                  <a:lnTo>
                    <a:pt x="5226" y="951"/>
                  </a:lnTo>
                  <a:cubicBezTo>
                    <a:pt x="5226" y="413"/>
                    <a:pt x="4814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39"/>
            <p:cNvSpPr/>
            <p:nvPr/>
          </p:nvSpPr>
          <p:spPr>
            <a:xfrm>
              <a:off x="6460427" y="3265086"/>
              <a:ext cx="13502" cy="310644"/>
            </a:xfrm>
            <a:custGeom>
              <a:avLst/>
              <a:gdLst/>
              <a:ahLst/>
              <a:cxnLst/>
              <a:rect l="l" t="t" r="r" b="b"/>
              <a:pathLst>
                <a:path w="413" h="950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80"/>
                  </a:lnTo>
                  <a:cubicBezTo>
                    <a:pt x="1" y="9407"/>
                    <a:pt x="96" y="9502"/>
                    <a:pt x="191" y="9502"/>
                  </a:cubicBezTo>
                  <a:cubicBezTo>
                    <a:pt x="318" y="9502"/>
                    <a:pt x="413" y="9407"/>
                    <a:pt x="413" y="9280"/>
                  </a:cubicBezTo>
                  <a:lnTo>
                    <a:pt x="413" y="191"/>
                  </a:lnTo>
                  <a:cubicBezTo>
                    <a:pt x="413" y="96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39"/>
            <p:cNvSpPr/>
            <p:nvPr/>
          </p:nvSpPr>
          <p:spPr>
            <a:xfrm>
              <a:off x="6607445" y="3295130"/>
              <a:ext cx="211259" cy="88041"/>
            </a:xfrm>
            <a:custGeom>
              <a:avLst/>
              <a:gdLst/>
              <a:ahLst/>
              <a:cxnLst/>
              <a:rect l="l" t="t" r="r" b="b"/>
              <a:pathLst>
                <a:path w="6462" h="2693" extrusionOk="0">
                  <a:moveTo>
                    <a:pt x="2883" y="412"/>
                  </a:moveTo>
                  <a:cubicBezTo>
                    <a:pt x="4846" y="412"/>
                    <a:pt x="6050" y="950"/>
                    <a:pt x="6050" y="1330"/>
                  </a:cubicBezTo>
                  <a:cubicBezTo>
                    <a:pt x="6050" y="1742"/>
                    <a:pt x="4846" y="2280"/>
                    <a:pt x="2883" y="2280"/>
                  </a:cubicBezTo>
                  <a:cubicBezTo>
                    <a:pt x="1933" y="2280"/>
                    <a:pt x="1046" y="2154"/>
                    <a:pt x="413" y="1900"/>
                  </a:cubicBezTo>
                  <a:lnTo>
                    <a:pt x="413" y="792"/>
                  </a:lnTo>
                  <a:cubicBezTo>
                    <a:pt x="1046" y="539"/>
                    <a:pt x="1933" y="412"/>
                    <a:pt x="2883" y="412"/>
                  </a:cubicBezTo>
                  <a:close/>
                  <a:moveTo>
                    <a:pt x="2883" y="0"/>
                  </a:moveTo>
                  <a:cubicBezTo>
                    <a:pt x="1806" y="0"/>
                    <a:pt x="793" y="159"/>
                    <a:pt x="128" y="444"/>
                  </a:cubicBezTo>
                  <a:cubicBezTo>
                    <a:pt x="64" y="475"/>
                    <a:pt x="1" y="570"/>
                    <a:pt x="1" y="634"/>
                  </a:cubicBezTo>
                  <a:lnTo>
                    <a:pt x="1" y="2027"/>
                  </a:lnTo>
                  <a:cubicBezTo>
                    <a:pt x="1" y="2122"/>
                    <a:pt x="64" y="2185"/>
                    <a:pt x="128" y="2217"/>
                  </a:cubicBezTo>
                  <a:cubicBezTo>
                    <a:pt x="793" y="2502"/>
                    <a:pt x="1806" y="2692"/>
                    <a:pt x="2883" y="2692"/>
                  </a:cubicBezTo>
                  <a:cubicBezTo>
                    <a:pt x="4625" y="2692"/>
                    <a:pt x="6461" y="2217"/>
                    <a:pt x="6461" y="1330"/>
                  </a:cubicBezTo>
                  <a:cubicBezTo>
                    <a:pt x="6461" y="475"/>
                    <a:pt x="4625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39"/>
            <p:cNvSpPr/>
            <p:nvPr/>
          </p:nvSpPr>
          <p:spPr>
            <a:xfrm>
              <a:off x="6607445" y="3393469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1"/>
                  </a:moveTo>
                  <a:cubicBezTo>
                    <a:pt x="6145" y="1"/>
                    <a:pt x="6050" y="96"/>
                    <a:pt x="6050" y="191"/>
                  </a:cubicBezTo>
                  <a:cubicBezTo>
                    <a:pt x="6050" y="413"/>
                    <a:pt x="5638" y="729"/>
                    <a:pt x="4751" y="951"/>
                  </a:cubicBezTo>
                  <a:cubicBezTo>
                    <a:pt x="4213" y="1078"/>
                    <a:pt x="3548" y="1141"/>
                    <a:pt x="2883" y="1141"/>
                  </a:cubicBezTo>
                  <a:cubicBezTo>
                    <a:pt x="2186" y="1141"/>
                    <a:pt x="1553" y="1078"/>
                    <a:pt x="983" y="951"/>
                  </a:cubicBezTo>
                  <a:cubicBezTo>
                    <a:pt x="729" y="888"/>
                    <a:pt x="476" y="793"/>
                    <a:pt x="286" y="729"/>
                  </a:cubicBezTo>
                  <a:cubicBezTo>
                    <a:pt x="259" y="712"/>
                    <a:pt x="230" y="704"/>
                    <a:pt x="202" y="704"/>
                  </a:cubicBezTo>
                  <a:cubicBezTo>
                    <a:pt x="128" y="704"/>
                    <a:pt x="55" y="756"/>
                    <a:pt x="33" y="824"/>
                  </a:cubicBezTo>
                  <a:cubicBezTo>
                    <a:pt x="1" y="919"/>
                    <a:pt x="33" y="1046"/>
                    <a:pt x="128" y="1078"/>
                  </a:cubicBezTo>
                  <a:cubicBezTo>
                    <a:pt x="349" y="1173"/>
                    <a:pt x="603" y="1268"/>
                    <a:pt x="919" y="1331"/>
                  </a:cubicBezTo>
                  <a:cubicBezTo>
                    <a:pt x="1489" y="1489"/>
                    <a:pt x="2154" y="1553"/>
                    <a:pt x="2883" y="1553"/>
                  </a:cubicBezTo>
                  <a:cubicBezTo>
                    <a:pt x="3611" y="1553"/>
                    <a:pt x="4276" y="1489"/>
                    <a:pt x="4878" y="1331"/>
                  </a:cubicBezTo>
                  <a:cubicBezTo>
                    <a:pt x="5891" y="1109"/>
                    <a:pt x="6461" y="698"/>
                    <a:pt x="6461" y="191"/>
                  </a:cubicBezTo>
                  <a:cubicBezTo>
                    <a:pt x="6461" y="96"/>
                    <a:pt x="6366" y="1"/>
                    <a:pt x="6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39"/>
            <p:cNvSpPr/>
            <p:nvPr/>
          </p:nvSpPr>
          <p:spPr>
            <a:xfrm>
              <a:off x="6606432" y="3454571"/>
              <a:ext cx="212272" cy="50771"/>
            </a:xfrm>
            <a:custGeom>
              <a:avLst/>
              <a:gdLst/>
              <a:ahLst/>
              <a:cxnLst/>
              <a:rect l="l" t="t" r="r" b="b"/>
              <a:pathLst>
                <a:path w="6493" h="1553" extrusionOk="0">
                  <a:moveTo>
                    <a:pt x="6271" y="0"/>
                  </a:moveTo>
                  <a:cubicBezTo>
                    <a:pt x="6176" y="0"/>
                    <a:pt x="6081" y="95"/>
                    <a:pt x="6081" y="222"/>
                  </a:cubicBezTo>
                  <a:cubicBezTo>
                    <a:pt x="6081" y="444"/>
                    <a:pt x="5669" y="729"/>
                    <a:pt x="4782" y="950"/>
                  </a:cubicBezTo>
                  <a:cubicBezTo>
                    <a:pt x="4244" y="1077"/>
                    <a:pt x="3579" y="1140"/>
                    <a:pt x="2914" y="1140"/>
                  </a:cubicBezTo>
                  <a:cubicBezTo>
                    <a:pt x="2217" y="1140"/>
                    <a:pt x="1584" y="1077"/>
                    <a:pt x="1014" y="950"/>
                  </a:cubicBezTo>
                  <a:cubicBezTo>
                    <a:pt x="760" y="887"/>
                    <a:pt x="539" y="824"/>
                    <a:pt x="317" y="729"/>
                  </a:cubicBezTo>
                  <a:cubicBezTo>
                    <a:pt x="290" y="711"/>
                    <a:pt x="261" y="703"/>
                    <a:pt x="233" y="703"/>
                  </a:cubicBezTo>
                  <a:cubicBezTo>
                    <a:pt x="159" y="703"/>
                    <a:pt x="86" y="755"/>
                    <a:pt x="64" y="824"/>
                  </a:cubicBezTo>
                  <a:cubicBezTo>
                    <a:pt x="0" y="919"/>
                    <a:pt x="64" y="1045"/>
                    <a:pt x="159" y="1109"/>
                  </a:cubicBezTo>
                  <a:cubicBezTo>
                    <a:pt x="380" y="1204"/>
                    <a:pt x="634" y="1267"/>
                    <a:pt x="950" y="1362"/>
                  </a:cubicBezTo>
                  <a:cubicBezTo>
                    <a:pt x="1520" y="1489"/>
                    <a:pt x="2185" y="1552"/>
                    <a:pt x="2914" y="1552"/>
                  </a:cubicBezTo>
                  <a:cubicBezTo>
                    <a:pt x="3642" y="1552"/>
                    <a:pt x="4307" y="1489"/>
                    <a:pt x="4909" y="1362"/>
                  </a:cubicBezTo>
                  <a:cubicBezTo>
                    <a:pt x="5922" y="1109"/>
                    <a:pt x="6492" y="697"/>
                    <a:pt x="6492" y="222"/>
                  </a:cubicBezTo>
                  <a:cubicBezTo>
                    <a:pt x="6492" y="95"/>
                    <a:pt x="6397" y="0"/>
                    <a:pt x="6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39"/>
            <p:cNvSpPr/>
            <p:nvPr/>
          </p:nvSpPr>
          <p:spPr>
            <a:xfrm>
              <a:off x="6607445" y="3516687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0"/>
                  </a:moveTo>
                  <a:cubicBezTo>
                    <a:pt x="6145" y="0"/>
                    <a:pt x="6050" y="95"/>
                    <a:pt x="6050" y="190"/>
                  </a:cubicBezTo>
                  <a:cubicBezTo>
                    <a:pt x="6050" y="570"/>
                    <a:pt x="4846" y="1140"/>
                    <a:pt x="2883" y="1140"/>
                  </a:cubicBezTo>
                  <a:cubicBezTo>
                    <a:pt x="1869" y="1140"/>
                    <a:pt x="919" y="982"/>
                    <a:pt x="318" y="697"/>
                  </a:cubicBezTo>
                  <a:cubicBezTo>
                    <a:pt x="286" y="689"/>
                    <a:pt x="256" y="685"/>
                    <a:pt x="229" y="685"/>
                  </a:cubicBezTo>
                  <a:cubicBezTo>
                    <a:pt x="145" y="685"/>
                    <a:pt x="80" y="721"/>
                    <a:pt x="33" y="792"/>
                  </a:cubicBezTo>
                  <a:cubicBezTo>
                    <a:pt x="1" y="919"/>
                    <a:pt x="33" y="1014"/>
                    <a:pt x="128" y="1077"/>
                  </a:cubicBezTo>
                  <a:cubicBezTo>
                    <a:pt x="793" y="1362"/>
                    <a:pt x="1806" y="1552"/>
                    <a:pt x="2883" y="1552"/>
                  </a:cubicBezTo>
                  <a:cubicBezTo>
                    <a:pt x="4625" y="1552"/>
                    <a:pt x="6461" y="1077"/>
                    <a:pt x="6461" y="190"/>
                  </a:cubicBezTo>
                  <a:cubicBezTo>
                    <a:pt x="6461" y="64"/>
                    <a:pt x="6366" y="0"/>
                    <a:pt x="6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39"/>
            <p:cNvSpPr/>
            <p:nvPr/>
          </p:nvSpPr>
          <p:spPr>
            <a:xfrm>
              <a:off x="6805202" y="3332399"/>
              <a:ext cx="13502" cy="196743"/>
            </a:xfrm>
            <a:custGeom>
              <a:avLst/>
              <a:gdLst/>
              <a:ahLst/>
              <a:cxnLst/>
              <a:rect l="l" t="t" r="r" b="b"/>
              <a:pathLst>
                <a:path w="413" h="6018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5827"/>
                  </a:lnTo>
                  <a:cubicBezTo>
                    <a:pt x="1" y="5954"/>
                    <a:pt x="96" y="6017"/>
                    <a:pt x="191" y="6017"/>
                  </a:cubicBezTo>
                  <a:cubicBezTo>
                    <a:pt x="317" y="6017"/>
                    <a:pt x="412" y="5954"/>
                    <a:pt x="412" y="5827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6" name="Google Shape;4516;p39"/>
          <p:cNvGrpSpPr/>
          <p:nvPr/>
        </p:nvGrpSpPr>
        <p:grpSpPr>
          <a:xfrm>
            <a:off x="4718050" y="2804383"/>
            <a:ext cx="1071595" cy="1168920"/>
            <a:chOff x="4710724" y="2804383"/>
            <a:chExt cx="1071595" cy="1168920"/>
          </a:xfrm>
        </p:grpSpPr>
        <p:sp>
          <p:nvSpPr>
            <p:cNvPr id="4517" name="Google Shape;4517;p39"/>
            <p:cNvSpPr/>
            <p:nvPr/>
          </p:nvSpPr>
          <p:spPr>
            <a:xfrm>
              <a:off x="4742796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571" y="9089"/>
                    <a:pt x="888" y="9406"/>
                    <a:pt x="1204" y="9596"/>
                  </a:cubicBezTo>
                  <a:lnTo>
                    <a:pt x="14220" y="17101"/>
                  </a:lnTo>
                  <a:cubicBezTo>
                    <a:pt x="14537" y="17291"/>
                    <a:pt x="14949" y="17386"/>
                    <a:pt x="15424" y="17386"/>
                  </a:cubicBezTo>
                  <a:cubicBezTo>
                    <a:pt x="15867" y="17386"/>
                    <a:pt x="16311" y="17291"/>
                    <a:pt x="16627" y="17101"/>
                  </a:cubicBezTo>
                  <a:lnTo>
                    <a:pt x="29612" y="9596"/>
                  </a:lnTo>
                  <a:cubicBezTo>
                    <a:pt x="29960" y="9406"/>
                    <a:pt x="30245" y="9089"/>
                    <a:pt x="30467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791"/>
                    <a:pt x="30340" y="8139"/>
                    <a:pt x="30150" y="8487"/>
                  </a:cubicBezTo>
                  <a:cubicBezTo>
                    <a:pt x="29960" y="8836"/>
                    <a:pt x="29707" y="9089"/>
                    <a:pt x="29422" y="9247"/>
                  </a:cubicBezTo>
                  <a:lnTo>
                    <a:pt x="16437" y="16753"/>
                  </a:lnTo>
                  <a:cubicBezTo>
                    <a:pt x="16152" y="16911"/>
                    <a:pt x="15804" y="17006"/>
                    <a:pt x="15424" y="17006"/>
                  </a:cubicBezTo>
                  <a:cubicBezTo>
                    <a:pt x="15012" y="17006"/>
                    <a:pt x="14664" y="16911"/>
                    <a:pt x="14410" y="16753"/>
                  </a:cubicBezTo>
                  <a:lnTo>
                    <a:pt x="1394" y="9247"/>
                  </a:lnTo>
                  <a:cubicBezTo>
                    <a:pt x="1141" y="9089"/>
                    <a:pt x="888" y="8836"/>
                    <a:pt x="666" y="8487"/>
                  </a:cubicBezTo>
                  <a:cubicBezTo>
                    <a:pt x="476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39"/>
            <p:cNvSpPr/>
            <p:nvPr/>
          </p:nvSpPr>
          <p:spPr>
            <a:xfrm>
              <a:off x="4710724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405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710" y="7917"/>
                  </a:lnTo>
                  <a:cubicBezTo>
                    <a:pt x="1235" y="8202"/>
                    <a:pt x="792" y="8646"/>
                    <a:pt x="507" y="9184"/>
                  </a:cubicBezTo>
                  <a:cubicBezTo>
                    <a:pt x="190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75" y="10546"/>
                    <a:pt x="2502" y="10324"/>
                  </a:cubicBezTo>
                  <a:cubicBezTo>
                    <a:pt x="2629" y="10103"/>
                    <a:pt x="2787" y="9976"/>
                    <a:pt x="2850" y="9913"/>
                  </a:cubicBezTo>
                  <a:lnTo>
                    <a:pt x="15866" y="2407"/>
                  </a:lnTo>
                  <a:cubicBezTo>
                    <a:pt x="15961" y="2375"/>
                    <a:pt x="16151" y="2312"/>
                    <a:pt x="16405" y="2312"/>
                  </a:cubicBezTo>
                  <a:cubicBezTo>
                    <a:pt x="16658" y="2312"/>
                    <a:pt x="16848" y="2375"/>
                    <a:pt x="16943" y="2407"/>
                  </a:cubicBezTo>
                  <a:lnTo>
                    <a:pt x="29927" y="9913"/>
                  </a:lnTo>
                  <a:cubicBezTo>
                    <a:pt x="30022" y="9976"/>
                    <a:pt x="30181" y="10103"/>
                    <a:pt x="30308" y="10324"/>
                  </a:cubicBezTo>
                  <a:cubicBezTo>
                    <a:pt x="30434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619" y="9723"/>
                    <a:pt x="32303" y="9184"/>
                  </a:cubicBezTo>
                  <a:cubicBezTo>
                    <a:pt x="31986" y="8646"/>
                    <a:pt x="31543" y="8202"/>
                    <a:pt x="31099" y="7917"/>
                  </a:cubicBezTo>
                  <a:lnTo>
                    <a:pt x="18083" y="412"/>
                  </a:lnTo>
                  <a:cubicBezTo>
                    <a:pt x="17608" y="159"/>
                    <a:pt x="17006" y="0"/>
                    <a:pt x="164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39"/>
            <p:cNvSpPr/>
            <p:nvPr/>
          </p:nvSpPr>
          <p:spPr>
            <a:xfrm>
              <a:off x="4849439" y="2962255"/>
              <a:ext cx="794166" cy="884201"/>
            </a:xfrm>
            <a:custGeom>
              <a:avLst/>
              <a:gdLst/>
              <a:ahLst/>
              <a:cxnLst/>
              <a:rect l="l" t="t" r="r" b="b"/>
              <a:pathLst>
                <a:path w="24292" h="27046" extrusionOk="0">
                  <a:moveTo>
                    <a:pt x="12162" y="1"/>
                  </a:moveTo>
                  <a:cubicBezTo>
                    <a:pt x="11647" y="1"/>
                    <a:pt x="11133" y="112"/>
                    <a:pt x="10737" y="333"/>
                  </a:cubicBezTo>
                  <a:lnTo>
                    <a:pt x="1426" y="5685"/>
                  </a:lnTo>
                  <a:cubicBezTo>
                    <a:pt x="951" y="5970"/>
                    <a:pt x="508" y="6509"/>
                    <a:pt x="254" y="7110"/>
                  </a:cubicBezTo>
                  <a:cubicBezTo>
                    <a:pt x="254" y="7142"/>
                    <a:pt x="223" y="7174"/>
                    <a:pt x="223" y="7205"/>
                  </a:cubicBezTo>
                  <a:cubicBezTo>
                    <a:pt x="96" y="7522"/>
                    <a:pt x="1" y="7839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10737" y="26713"/>
                  </a:lnTo>
                  <a:cubicBezTo>
                    <a:pt x="11133" y="26935"/>
                    <a:pt x="11647" y="27046"/>
                    <a:pt x="12158" y="27046"/>
                  </a:cubicBezTo>
                  <a:cubicBezTo>
                    <a:pt x="12668" y="27046"/>
                    <a:pt x="13175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87" y="333"/>
                  </a:lnTo>
                  <a:cubicBezTo>
                    <a:pt x="13191" y="112"/>
                    <a:pt x="12676" y="1"/>
                    <a:pt x="12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39"/>
            <p:cNvSpPr/>
            <p:nvPr/>
          </p:nvSpPr>
          <p:spPr>
            <a:xfrm>
              <a:off x="5095875" y="3147066"/>
              <a:ext cx="302340" cy="483522"/>
            </a:xfrm>
            <a:custGeom>
              <a:avLst/>
              <a:gdLst/>
              <a:ahLst/>
              <a:cxnLst/>
              <a:rect l="l" t="t" r="r" b="b"/>
              <a:pathLst>
                <a:path w="9248" h="14790" extrusionOk="0">
                  <a:moveTo>
                    <a:pt x="7601" y="412"/>
                  </a:moveTo>
                  <a:cubicBezTo>
                    <a:pt x="8266" y="412"/>
                    <a:pt x="8836" y="982"/>
                    <a:pt x="8836" y="1679"/>
                  </a:cubicBezTo>
                  <a:lnTo>
                    <a:pt x="8836" y="13112"/>
                  </a:lnTo>
                  <a:cubicBezTo>
                    <a:pt x="8836" y="13808"/>
                    <a:pt x="8266" y="14378"/>
                    <a:pt x="7601" y="14378"/>
                  </a:cubicBezTo>
                  <a:lnTo>
                    <a:pt x="1647" y="14378"/>
                  </a:lnTo>
                  <a:cubicBezTo>
                    <a:pt x="950" y="14378"/>
                    <a:pt x="380" y="13808"/>
                    <a:pt x="380" y="13112"/>
                  </a:cubicBezTo>
                  <a:lnTo>
                    <a:pt x="380" y="1679"/>
                  </a:lnTo>
                  <a:cubicBezTo>
                    <a:pt x="380" y="982"/>
                    <a:pt x="950" y="412"/>
                    <a:pt x="1647" y="412"/>
                  </a:cubicBezTo>
                  <a:close/>
                  <a:moveTo>
                    <a:pt x="1647" y="1"/>
                  </a:moveTo>
                  <a:cubicBezTo>
                    <a:pt x="728" y="1"/>
                    <a:pt x="0" y="761"/>
                    <a:pt x="0" y="1679"/>
                  </a:cubicBezTo>
                  <a:lnTo>
                    <a:pt x="0" y="13112"/>
                  </a:lnTo>
                  <a:cubicBezTo>
                    <a:pt x="0" y="14030"/>
                    <a:pt x="728" y="14790"/>
                    <a:pt x="1647" y="14790"/>
                  </a:cubicBezTo>
                  <a:lnTo>
                    <a:pt x="7601" y="14790"/>
                  </a:lnTo>
                  <a:cubicBezTo>
                    <a:pt x="8519" y="14790"/>
                    <a:pt x="9247" y="14030"/>
                    <a:pt x="9247" y="13112"/>
                  </a:cubicBezTo>
                  <a:lnTo>
                    <a:pt x="9247" y="1679"/>
                  </a:lnTo>
                  <a:cubicBezTo>
                    <a:pt x="9247" y="761"/>
                    <a:pt x="8519" y="1"/>
                    <a:pt x="7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39"/>
            <p:cNvSpPr/>
            <p:nvPr/>
          </p:nvSpPr>
          <p:spPr>
            <a:xfrm>
              <a:off x="5094829" y="3204016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222"/>
                  </a:cubicBezTo>
                  <a:cubicBezTo>
                    <a:pt x="9279" y="95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39"/>
            <p:cNvSpPr/>
            <p:nvPr/>
          </p:nvSpPr>
          <p:spPr>
            <a:xfrm>
              <a:off x="5094829" y="3557062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6"/>
                    <a:pt x="0" y="191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191"/>
                  </a:cubicBezTo>
                  <a:cubicBezTo>
                    <a:pt x="9279" y="96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39"/>
            <p:cNvSpPr/>
            <p:nvPr/>
          </p:nvSpPr>
          <p:spPr>
            <a:xfrm>
              <a:off x="5207683" y="3585014"/>
              <a:ext cx="78724" cy="13502"/>
            </a:xfrm>
            <a:custGeom>
              <a:avLst/>
              <a:gdLst/>
              <a:ahLst/>
              <a:cxnLst/>
              <a:rect l="l" t="t" r="r" b="b"/>
              <a:pathLst>
                <a:path w="2408" h="413" extrusionOk="0"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2186" y="412"/>
                  </a:lnTo>
                  <a:cubicBezTo>
                    <a:pt x="2312" y="412"/>
                    <a:pt x="2407" y="317"/>
                    <a:pt x="2407" y="222"/>
                  </a:cubicBezTo>
                  <a:cubicBezTo>
                    <a:pt x="2407" y="96"/>
                    <a:pt x="2312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39"/>
            <p:cNvSpPr/>
            <p:nvPr/>
          </p:nvSpPr>
          <p:spPr>
            <a:xfrm>
              <a:off x="5156944" y="3175018"/>
              <a:ext cx="17621" cy="16608"/>
            </a:xfrm>
            <a:custGeom>
              <a:avLst/>
              <a:gdLst/>
              <a:ahLst/>
              <a:cxnLst/>
              <a:rect l="l" t="t" r="r" b="b"/>
              <a:pathLst>
                <a:path w="539" h="508" extrusionOk="0">
                  <a:moveTo>
                    <a:pt x="254" y="1"/>
                  </a:moveTo>
                  <a:cubicBezTo>
                    <a:pt x="127" y="1"/>
                    <a:pt x="1" y="96"/>
                    <a:pt x="1" y="254"/>
                  </a:cubicBezTo>
                  <a:cubicBezTo>
                    <a:pt x="1" y="381"/>
                    <a:pt x="127" y="507"/>
                    <a:pt x="254" y="507"/>
                  </a:cubicBezTo>
                  <a:cubicBezTo>
                    <a:pt x="412" y="507"/>
                    <a:pt x="539" y="381"/>
                    <a:pt x="539" y="254"/>
                  </a:cubicBezTo>
                  <a:cubicBezTo>
                    <a:pt x="539" y="96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39"/>
            <p:cNvSpPr/>
            <p:nvPr/>
          </p:nvSpPr>
          <p:spPr>
            <a:xfrm>
              <a:off x="5137264" y="3279601"/>
              <a:ext cx="218517" cy="218484"/>
            </a:xfrm>
            <a:custGeom>
              <a:avLst/>
              <a:gdLst/>
              <a:ahLst/>
              <a:cxnLst/>
              <a:rect l="l" t="t" r="r" b="b"/>
              <a:pathLst>
                <a:path w="6684" h="6683" extrusionOk="0">
                  <a:moveTo>
                    <a:pt x="3358" y="412"/>
                  </a:moveTo>
                  <a:cubicBezTo>
                    <a:pt x="4973" y="412"/>
                    <a:pt x="6271" y="1710"/>
                    <a:pt x="6271" y="3325"/>
                  </a:cubicBezTo>
                  <a:cubicBezTo>
                    <a:pt x="6271" y="4941"/>
                    <a:pt x="4973" y="6271"/>
                    <a:pt x="3358" y="6271"/>
                  </a:cubicBezTo>
                  <a:cubicBezTo>
                    <a:pt x="1743" y="6271"/>
                    <a:pt x="413" y="4941"/>
                    <a:pt x="413" y="3325"/>
                  </a:cubicBezTo>
                  <a:cubicBezTo>
                    <a:pt x="413" y="1710"/>
                    <a:pt x="1743" y="412"/>
                    <a:pt x="3358" y="412"/>
                  </a:cubicBezTo>
                  <a:close/>
                  <a:moveTo>
                    <a:pt x="3358" y="0"/>
                  </a:moveTo>
                  <a:cubicBezTo>
                    <a:pt x="1521" y="0"/>
                    <a:pt x="1" y="1489"/>
                    <a:pt x="1" y="3325"/>
                  </a:cubicBezTo>
                  <a:cubicBezTo>
                    <a:pt x="1" y="5194"/>
                    <a:pt x="1521" y="6682"/>
                    <a:pt x="3358" y="6682"/>
                  </a:cubicBezTo>
                  <a:cubicBezTo>
                    <a:pt x="5195" y="6682"/>
                    <a:pt x="6683" y="5162"/>
                    <a:pt x="6683" y="3325"/>
                  </a:cubicBezTo>
                  <a:cubicBezTo>
                    <a:pt x="6683" y="1489"/>
                    <a:pt x="5195" y="0"/>
                    <a:pt x="3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39"/>
            <p:cNvSpPr/>
            <p:nvPr/>
          </p:nvSpPr>
          <p:spPr>
            <a:xfrm>
              <a:off x="5202518" y="3330340"/>
              <a:ext cx="86995" cy="101478"/>
            </a:xfrm>
            <a:custGeom>
              <a:avLst/>
              <a:gdLst/>
              <a:ahLst/>
              <a:cxnLst/>
              <a:rect l="l" t="t" r="r" b="b"/>
              <a:pathLst>
                <a:path w="2661" h="3104" extrusionOk="0">
                  <a:moveTo>
                    <a:pt x="1330" y="412"/>
                  </a:moveTo>
                  <a:cubicBezTo>
                    <a:pt x="1868" y="412"/>
                    <a:pt x="2249" y="823"/>
                    <a:pt x="2249" y="1393"/>
                  </a:cubicBezTo>
                  <a:cubicBezTo>
                    <a:pt x="2249" y="2090"/>
                    <a:pt x="1710" y="2692"/>
                    <a:pt x="1330" y="2692"/>
                  </a:cubicBezTo>
                  <a:cubicBezTo>
                    <a:pt x="855" y="2692"/>
                    <a:pt x="380" y="2027"/>
                    <a:pt x="380" y="1393"/>
                  </a:cubicBezTo>
                  <a:cubicBezTo>
                    <a:pt x="380" y="823"/>
                    <a:pt x="760" y="412"/>
                    <a:pt x="1330" y="412"/>
                  </a:cubicBezTo>
                  <a:close/>
                  <a:moveTo>
                    <a:pt x="1330" y="0"/>
                  </a:moveTo>
                  <a:cubicBezTo>
                    <a:pt x="538" y="0"/>
                    <a:pt x="0" y="602"/>
                    <a:pt x="0" y="1393"/>
                  </a:cubicBezTo>
                  <a:cubicBezTo>
                    <a:pt x="0" y="2280"/>
                    <a:pt x="633" y="3104"/>
                    <a:pt x="1330" y="3104"/>
                  </a:cubicBezTo>
                  <a:cubicBezTo>
                    <a:pt x="1995" y="3104"/>
                    <a:pt x="2660" y="2248"/>
                    <a:pt x="2660" y="1393"/>
                  </a:cubicBezTo>
                  <a:cubicBezTo>
                    <a:pt x="2660" y="602"/>
                    <a:pt x="2090" y="0"/>
                    <a:pt x="1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39"/>
            <p:cNvSpPr/>
            <p:nvPr/>
          </p:nvSpPr>
          <p:spPr>
            <a:xfrm>
              <a:off x="5174533" y="3401381"/>
              <a:ext cx="51818" cy="81175"/>
            </a:xfrm>
            <a:custGeom>
              <a:avLst/>
              <a:gdLst/>
              <a:ahLst/>
              <a:cxnLst/>
              <a:rect l="l" t="t" r="r" b="b"/>
              <a:pathLst>
                <a:path w="1585" h="2483" extrusionOk="0">
                  <a:moveTo>
                    <a:pt x="1352" y="1"/>
                  </a:moveTo>
                  <a:cubicBezTo>
                    <a:pt x="1326" y="1"/>
                    <a:pt x="1298" y="5"/>
                    <a:pt x="1268" y="12"/>
                  </a:cubicBezTo>
                  <a:cubicBezTo>
                    <a:pt x="1046" y="107"/>
                    <a:pt x="824" y="234"/>
                    <a:pt x="603" y="392"/>
                  </a:cubicBezTo>
                  <a:cubicBezTo>
                    <a:pt x="191" y="709"/>
                    <a:pt x="1" y="1279"/>
                    <a:pt x="128" y="1786"/>
                  </a:cubicBezTo>
                  <a:lnTo>
                    <a:pt x="128" y="1849"/>
                  </a:lnTo>
                  <a:cubicBezTo>
                    <a:pt x="159" y="2039"/>
                    <a:pt x="254" y="2229"/>
                    <a:pt x="413" y="2387"/>
                  </a:cubicBezTo>
                  <a:cubicBezTo>
                    <a:pt x="444" y="2451"/>
                    <a:pt x="508" y="2482"/>
                    <a:pt x="571" y="2482"/>
                  </a:cubicBezTo>
                  <a:cubicBezTo>
                    <a:pt x="698" y="2482"/>
                    <a:pt x="761" y="2387"/>
                    <a:pt x="761" y="2292"/>
                  </a:cubicBezTo>
                  <a:cubicBezTo>
                    <a:pt x="761" y="2229"/>
                    <a:pt x="761" y="2197"/>
                    <a:pt x="729" y="2166"/>
                  </a:cubicBezTo>
                  <a:cubicBezTo>
                    <a:pt x="634" y="2039"/>
                    <a:pt x="539" y="1912"/>
                    <a:pt x="508" y="1754"/>
                  </a:cubicBezTo>
                  <a:lnTo>
                    <a:pt x="508" y="1691"/>
                  </a:lnTo>
                  <a:cubicBezTo>
                    <a:pt x="413" y="1342"/>
                    <a:pt x="539" y="931"/>
                    <a:pt x="856" y="709"/>
                  </a:cubicBezTo>
                  <a:cubicBezTo>
                    <a:pt x="1046" y="582"/>
                    <a:pt x="1236" y="456"/>
                    <a:pt x="1426" y="392"/>
                  </a:cubicBezTo>
                  <a:cubicBezTo>
                    <a:pt x="1521" y="361"/>
                    <a:pt x="1584" y="234"/>
                    <a:pt x="1553" y="139"/>
                  </a:cubicBezTo>
                  <a:cubicBezTo>
                    <a:pt x="1504" y="42"/>
                    <a:pt x="1437" y="1"/>
                    <a:pt x="1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39"/>
            <p:cNvSpPr/>
            <p:nvPr/>
          </p:nvSpPr>
          <p:spPr>
            <a:xfrm>
              <a:off x="5265647" y="3400531"/>
              <a:ext cx="52831" cy="82025"/>
            </a:xfrm>
            <a:custGeom>
              <a:avLst/>
              <a:gdLst/>
              <a:ahLst/>
              <a:cxnLst/>
              <a:rect l="l" t="t" r="r" b="b"/>
              <a:pathLst>
                <a:path w="1616" h="2509" extrusionOk="0">
                  <a:moveTo>
                    <a:pt x="235" y="0"/>
                  </a:moveTo>
                  <a:cubicBezTo>
                    <a:pt x="120" y="0"/>
                    <a:pt x="1" y="86"/>
                    <a:pt x="1" y="197"/>
                  </a:cubicBezTo>
                  <a:cubicBezTo>
                    <a:pt x="1" y="292"/>
                    <a:pt x="64" y="387"/>
                    <a:pt x="128" y="418"/>
                  </a:cubicBezTo>
                  <a:cubicBezTo>
                    <a:pt x="349" y="482"/>
                    <a:pt x="539" y="608"/>
                    <a:pt x="698" y="735"/>
                  </a:cubicBezTo>
                  <a:lnTo>
                    <a:pt x="793" y="798"/>
                  </a:lnTo>
                  <a:cubicBezTo>
                    <a:pt x="1046" y="988"/>
                    <a:pt x="1173" y="1337"/>
                    <a:pt x="1141" y="1653"/>
                  </a:cubicBezTo>
                  <a:cubicBezTo>
                    <a:pt x="1141" y="1843"/>
                    <a:pt x="1046" y="2002"/>
                    <a:pt x="919" y="2160"/>
                  </a:cubicBezTo>
                  <a:cubicBezTo>
                    <a:pt x="856" y="2255"/>
                    <a:pt x="888" y="2382"/>
                    <a:pt x="951" y="2445"/>
                  </a:cubicBezTo>
                  <a:cubicBezTo>
                    <a:pt x="1014" y="2477"/>
                    <a:pt x="1046" y="2508"/>
                    <a:pt x="1078" y="2508"/>
                  </a:cubicBezTo>
                  <a:cubicBezTo>
                    <a:pt x="1141" y="2508"/>
                    <a:pt x="1204" y="2477"/>
                    <a:pt x="1236" y="2413"/>
                  </a:cubicBezTo>
                  <a:cubicBezTo>
                    <a:pt x="1426" y="2223"/>
                    <a:pt x="1521" y="1970"/>
                    <a:pt x="1553" y="1717"/>
                  </a:cubicBezTo>
                  <a:cubicBezTo>
                    <a:pt x="1616" y="1242"/>
                    <a:pt x="1426" y="767"/>
                    <a:pt x="1046" y="482"/>
                  </a:cubicBezTo>
                  <a:lnTo>
                    <a:pt x="951" y="418"/>
                  </a:lnTo>
                  <a:cubicBezTo>
                    <a:pt x="761" y="228"/>
                    <a:pt x="539" y="101"/>
                    <a:pt x="286" y="6"/>
                  </a:cubicBezTo>
                  <a:cubicBezTo>
                    <a:pt x="269" y="2"/>
                    <a:pt x="252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9" name="Google Shape;4529;p39"/>
          <p:cNvGrpSpPr/>
          <p:nvPr/>
        </p:nvGrpSpPr>
        <p:grpSpPr>
          <a:xfrm>
            <a:off x="1992795" y="2804383"/>
            <a:ext cx="1071595" cy="1168920"/>
            <a:chOff x="2010553" y="2804383"/>
            <a:chExt cx="1071595" cy="1168920"/>
          </a:xfrm>
        </p:grpSpPr>
        <p:sp>
          <p:nvSpPr>
            <p:cNvPr id="4530" name="Google Shape;4530;p39"/>
            <p:cNvSpPr/>
            <p:nvPr/>
          </p:nvSpPr>
          <p:spPr>
            <a:xfrm>
              <a:off x="2041611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0" y="0"/>
                  </a:moveTo>
                  <a:lnTo>
                    <a:pt x="0" y="7474"/>
                  </a:lnTo>
                  <a:cubicBezTo>
                    <a:pt x="0" y="7854"/>
                    <a:pt x="127" y="8297"/>
                    <a:pt x="349" y="8677"/>
                  </a:cubicBezTo>
                  <a:cubicBezTo>
                    <a:pt x="602" y="9089"/>
                    <a:pt x="887" y="9406"/>
                    <a:pt x="1235" y="9596"/>
                  </a:cubicBezTo>
                  <a:lnTo>
                    <a:pt x="14220" y="17101"/>
                  </a:lnTo>
                  <a:cubicBezTo>
                    <a:pt x="14536" y="17291"/>
                    <a:pt x="14980" y="17386"/>
                    <a:pt x="15423" y="17386"/>
                  </a:cubicBezTo>
                  <a:cubicBezTo>
                    <a:pt x="15898" y="17386"/>
                    <a:pt x="16310" y="17291"/>
                    <a:pt x="16658" y="17101"/>
                  </a:cubicBezTo>
                  <a:lnTo>
                    <a:pt x="29643" y="9596"/>
                  </a:lnTo>
                  <a:cubicBezTo>
                    <a:pt x="29959" y="9406"/>
                    <a:pt x="30276" y="9089"/>
                    <a:pt x="30498" y="8677"/>
                  </a:cubicBezTo>
                  <a:cubicBezTo>
                    <a:pt x="30719" y="8297"/>
                    <a:pt x="30846" y="7854"/>
                    <a:pt x="30846" y="7506"/>
                  </a:cubicBezTo>
                  <a:lnTo>
                    <a:pt x="30846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791"/>
                    <a:pt x="30371" y="8139"/>
                    <a:pt x="30149" y="8487"/>
                  </a:cubicBezTo>
                  <a:cubicBezTo>
                    <a:pt x="29959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3" y="16911"/>
                    <a:pt x="15803" y="17006"/>
                    <a:pt x="15423" y="17006"/>
                  </a:cubicBezTo>
                  <a:cubicBezTo>
                    <a:pt x="15043" y="17006"/>
                    <a:pt x="14695" y="16911"/>
                    <a:pt x="14410" y="16753"/>
                  </a:cubicBezTo>
                  <a:lnTo>
                    <a:pt x="1425" y="9247"/>
                  </a:lnTo>
                  <a:cubicBezTo>
                    <a:pt x="1140" y="9089"/>
                    <a:pt x="887" y="8836"/>
                    <a:pt x="697" y="8487"/>
                  </a:cubicBezTo>
                  <a:cubicBezTo>
                    <a:pt x="507" y="8171"/>
                    <a:pt x="380" y="7791"/>
                    <a:pt x="380" y="7506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39"/>
            <p:cNvSpPr/>
            <p:nvPr/>
          </p:nvSpPr>
          <p:spPr>
            <a:xfrm>
              <a:off x="2010553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373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2" y="8646"/>
                    <a:pt x="475" y="9184"/>
                  </a:cubicBezTo>
                  <a:cubicBezTo>
                    <a:pt x="159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44" y="10546"/>
                    <a:pt x="2470" y="10324"/>
                  </a:cubicBezTo>
                  <a:cubicBezTo>
                    <a:pt x="2597" y="10103"/>
                    <a:pt x="2755" y="9976"/>
                    <a:pt x="2850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3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30023" y="9976"/>
                    <a:pt x="30149" y="10103"/>
                    <a:pt x="30276" y="10324"/>
                  </a:cubicBezTo>
                  <a:cubicBezTo>
                    <a:pt x="30403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1" y="9184"/>
                  </a:cubicBezTo>
                  <a:cubicBezTo>
                    <a:pt x="31986" y="8646"/>
                    <a:pt x="31543" y="8202"/>
                    <a:pt x="31068" y="7917"/>
                  </a:cubicBezTo>
                  <a:lnTo>
                    <a:pt x="18083" y="412"/>
                  </a:lnTo>
                  <a:cubicBezTo>
                    <a:pt x="17608" y="159"/>
                    <a:pt x="17007" y="0"/>
                    <a:pt x="163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39"/>
            <p:cNvSpPr/>
            <p:nvPr/>
          </p:nvSpPr>
          <p:spPr>
            <a:xfrm>
              <a:off x="2149267" y="2962255"/>
              <a:ext cx="794166" cy="884724"/>
            </a:xfrm>
            <a:custGeom>
              <a:avLst/>
              <a:gdLst/>
              <a:ahLst/>
              <a:cxnLst/>
              <a:rect l="l" t="t" r="r" b="b"/>
              <a:pathLst>
                <a:path w="24292" h="27062" extrusionOk="0">
                  <a:moveTo>
                    <a:pt x="12134" y="1"/>
                  </a:moveTo>
                  <a:cubicBezTo>
                    <a:pt x="11623" y="1"/>
                    <a:pt x="11117" y="112"/>
                    <a:pt x="10737" y="333"/>
                  </a:cubicBezTo>
                  <a:lnTo>
                    <a:pt x="1426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7316" y="24750"/>
                  </a:lnTo>
                  <a:lnTo>
                    <a:pt x="10705" y="26713"/>
                  </a:lnTo>
                  <a:cubicBezTo>
                    <a:pt x="11022" y="26903"/>
                    <a:pt x="11370" y="26998"/>
                    <a:pt x="11750" y="27030"/>
                  </a:cubicBezTo>
                  <a:cubicBezTo>
                    <a:pt x="11890" y="27051"/>
                    <a:pt x="12032" y="27061"/>
                    <a:pt x="12173" y="27061"/>
                  </a:cubicBezTo>
                  <a:cubicBezTo>
                    <a:pt x="12670" y="27061"/>
                    <a:pt x="13161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39"/>
            <p:cNvSpPr/>
            <p:nvPr/>
          </p:nvSpPr>
          <p:spPr>
            <a:xfrm>
              <a:off x="2308708" y="3241253"/>
              <a:ext cx="452497" cy="217471"/>
            </a:xfrm>
            <a:custGeom>
              <a:avLst/>
              <a:gdLst/>
              <a:ahLst/>
              <a:cxnLst/>
              <a:rect l="l" t="t" r="r" b="b"/>
              <a:pathLst>
                <a:path w="13841" h="6652" extrusionOk="0">
                  <a:moveTo>
                    <a:pt x="13583" y="0"/>
                  </a:moveTo>
                  <a:cubicBezTo>
                    <a:pt x="13509" y="0"/>
                    <a:pt x="13449" y="35"/>
                    <a:pt x="13429" y="96"/>
                  </a:cubicBezTo>
                  <a:lnTo>
                    <a:pt x="11338" y="3992"/>
                  </a:lnTo>
                  <a:lnTo>
                    <a:pt x="10262" y="3517"/>
                  </a:lnTo>
                  <a:cubicBezTo>
                    <a:pt x="10198" y="3517"/>
                    <a:pt x="10135" y="3517"/>
                    <a:pt x="10072" y="3548"/>
                  </a:cubicBezTo>
                  <a:lnTo>
                    <a:pt x="8362" y="4625"/>
                  </a:lnTo>
                  <a:lnTo>
                    <a:pt x="7285" y="3200"/>
                  </a:lnTo>
                  <a:cubicBezTo>
                    <a:pt x="7262" y="3154"/>
                    <a:pt x="7222" y="3124"/>
                    <a:pt x="7164" y="3124"/>
                  </a:cubicBezTo>
                  <a:cubicBezTo>
                    <a:pt x="7143" y="3124"/>
                    <a:pt x="7120" y="3128"/>
                    <a:pt x="7095" y="3137"/>
                  </a:cubicBezTo>
                  <a:cubicBezTo>
                    <a:pt x="7032" y="3137"/>
                    <a:pt x="6968" y="3168"/>
                    <a:pt x="6936" y="3232"/>
                  </a:cubicBezTo>
                  <a:lnTo>
                    <a:pt x="5511" y="6240"/>
                  </a:lnTo>
                  <a:lnTo>
                    <a:pt x="191" y="6240"/>
                  </a:lnTo>
                  <a:cubicBezTo>
                    <a:pt x="96" y="6240"/>
                    <a:pt x="1" y="6335"/>
                    <a:pt x="1" y="6462"/>
                  </a:cubicBezTo>
                  <a:cubicBezTo>
                    <a:pt x="1" y="6557"/>
                    <a:pt x="96" y="6652"/>
                    <a:pt x="191" y="6652"/>
                  </a:cubicBezTo>
                  <a:lnTo>
                    <a:pt x="5638" y="6652"/>
                  </a:lnTo>
                  <a:cubicBezTo>
                    <a:pt x="5701" y="6652"/>
                    <a:pt x="5796" y="6620"/>
                    <a:pt x="5828" y="6525"/>
                  </a:cubicBezTo>
                  <a:lnTo>
                    <a:pt x="7158" y="3707"/>
                  </a:lnTo>
                  <a:lnTo>
                    <a:pt x="8140" y="5005"/>
                  </a:lnTo>
                  <a:cubicBezTo>
                    <a:pt x="8181" y="5067"/>
                    <a:pt x="8248" y="5101"/>
                    <a:pt x="8308" y="5101"/>
                  </a:cubicBezTo>
                  <a:cubicBezTo>
                    <a:pt x="8340" y="5101"/>
                    <a:pt x="8371" y="5091"/>
                    <a:pt x="8393" y="5069"/>
                  </a:cubicBezTo>
                  <a:lnTo>
                    <a:pt x="10198" y="3960"/>
                  </a:lnTo>
                  <a:lnTo>
                    <a:pt x="11338" y="4435"/>
                  </a:lnTo>
                  <a:cubicBezTo>
                    <a:pt x="11362" y="4443"/>
                    <a:pt x="11388" y="4447"/>
                    <a:pt x="11414" y="4447"/>
                  </a:cubicBezTo>
                  <a:cubicBezTo>
                    <a:pt x="11491" y="4447"/>
                    <a:pt x="11568" y="4411"/>
                    <a:pt x="11592" y="4340"/>
                  </a:cubicBezTo>
                  <a:lnTo>
                    <a:pt x="13777" y="287"/>
                  </a:lnTo>
                  <a:cubicBezTo>
                    <a:pt x="13840" y="191"/>
                    <a:pt x="13809" y="65"/>
                    <a:pt x="13714" y="33"/>
                  </a:cubicBezTo>
                  <a:cubicBezTo>
                    <a:pt x="13669" y="11"/>
                    <a:pt x="13624" y="0"/>
                    <a:pt x="13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39"/>
            <p:cNvSpPr/>
            <p:nvPr/>
          </p:nvSpPr>
          <p:spPr>
            <a:xfrm>
              <a:off x="2305603" y="3214380"/>
              <a:ext cx="480449" cy="311658"/>
            </a:xfrm>
            <a:custGeom>
              <a:avLst/>
              <a:gdLst/>
              <a:ahLst/>
              <a:cxnLst/>
              <a:rect l="l" t="t" r="r" b="b"/>
              <a:pathLst>
                <a:path w="14696" h="9533" extrusionOk="0">
                  <a:moveTo>
                    <a:pt x="14315" y="380"/>
                  </a:moveTo>
                  <a:lnTo>
                    <a:pt x="14315" y="9121"/>
                  </a:lnTo>
                  <a:lnTo>
                    <a:pt x="413" y="9152"/>
                  </a:lnTo>
                  <a:lnTo>
                    <a:pt x="413" y="412"/>
                  </a:lnTo>
                  <a:lnTo>
                    <a:pt x="14315" y="380"/>
                  </a:lnTo>
                  <a:close/>
                  <a:moveTo>
                    <a:pt x="413" y="0"/>
                  </a:moveTo>
                  <a:cubicBezTo>
                    <a:pt x="191" y="0"/>
                    <a:pt x="1" y="158"/>
                    <a:pt x="1" y="380"/>
                  </a:cubicBezTo>
                  <a:lnTo>
                    <a:pt x="1" y="9121"/>
                  </a:lnTo>
                  <a:cubicBezTo>
                    <a:pt x="1" y="9374"/>
                    <a:pt x="191" y="9532"/>
                    <a:pt x="413" y="9532"/>
                  </a:cubicBezTo>
                  <a:lnTo>
                    <a:pt x="14315" y="9532"/>
                  </a:lnTo>
                  <a:cubicBezTo>
                    <a:pt x="14537" y="9532"/>
                    <a:pt x="14695" y="9374"/>
                    <a:pt x="14695" y="9121"/>
                  </a:cubicBezTo>
                  <a:lnTo>
                    <a:pt x="14695" y="380"/>
                  </a:lnTo>
                  <a:cubicBezTo>
                    <a:pt x="14695" y="158"/>
                    <a:pt x="14537" y="0"/>
                    <a:pt x="14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39"/>
            <p:cNvSpPr/>
            <p:nvPr/>
          </p:nvSpPr>
          <p:spPr>
            <a:xfrm>
              <a:off x="2539616" y="3493247"/>
              <a:ext cx="13469" cy="13110"/>
            </a:xfrm>
            <a:custGeom>
              <a:avLst/>
              <a:gdLst/>
              <a:ahLst/>
              <a:cxnLst/>
              <a:rect l="l" t="t" r="r" b="b"/>
              <a:pathLst>
                <a:path w="412" h="401" extrusionOk="0">
                  <a:moveTo>
                    <a:pt x="201" y="1"/>
                  </a:moveTo>
                  <a:cubicBezTo>
                    <a:pt x="98" y="1"/>
                    <a:pt x="0" y="86"/>
                    <a:pt x="0" y="211"/>
                  </a:cubicBezTo>
                  <a:cubicBezTo>
                    <a:pt x="0" y="306"/>
                    <a:pt x="64" y="369"/>
                    <a:pt x="159" y="401"/>
                  </a:cubicBezTo>
                  <a:lnTo>
                    <a:pt x="190" y="401"/>
                  </a:lnTo>
                  <a:cubicBezTo>
                    <a:pt x="254" y="401"/>
                    <a:pt x="317" y="401"/>
                    <a:pt x="349" y="369"/>
                  </a:cubicBezTo>
                  <a:cubicBezTo>
                    <a:pt x="380" y="306"/>
                    <a:pt x="412" y="274"/>
                    <a:pt x="412" y="211"/>
                  </a:cubicBezTo>
                  <a:cubicBezTo>
                    <a:pt x="412" y="147"/>
                    <a:pt x="349" y="52"/>
                    <a:pt x="285" y="21"/>
                  </a:cubicBezTo>
                  <a:cubicBezTo>
                    <a:pt x="258" y="7"/>
                    <a:pt x="23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39"/>
            <p:cNvSpPr/>
            <p:nvPr/>
          </p:nvSpPr>
          <p:spPr>
            <a:xfrm>
              <a:off x="2308708" y="3474220"/>
              <a:ext cx="475284" cy="13502"/>
            </a:xfrm>
            <a:custGeom>
              <a:avLst/>
              <a:gdLst/>
              <a:ahLst/>
              <a:cxnLst/>
              <a:rect l="l" t="t" r="r" b="b"/>
              <a:pathLst>
                <a:path w="1453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14315" y="413"/>
                  </a:lnTo>
                  <a:cubicBezTo>
                    <a:pt x="14442" y="413"/>
                    <a:pt x="14537" y="318"/>
                    <a:pt x="14537" y="191"/>
                  </a:cubicBezTo>
                  <a:cubicBezTo>
                    <a:pt x="14537" y="96"/>
                    <a:pt x="14442" y="1"/>
                    <a:pt x="14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39"/>
            <p:cNvSpPr/>
            <p:nvPr/>
          </p:nvSpPr>
          <p:spPr>
            <a:xfrm>
              <a:off x="2572733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222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39"/>
            <p:cNvSpPr/>
            <p:nvPr/>
          </p:nvSpPr>
          <p:spPr>
            <a:xfrm>
              <a:off x="2506465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191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39"/>
            <p:cNvSpPr/>
            <p:nvPr/>
          </p:nvSpPr>
          <p:spPr>
            <a:xfrm>
              <a:off x="2419503" y="3549805"/>
              <a:ext cx="253694" cy="13502"/>
            </a:xfrm>
            <a:custGeom>
              <a:avLst/>
              <a:gdLst/>
              <a:ahLst/>
              <a:cxnLst/>
              <a:rect l="l" t="t" r="r" b="b"/>
              <a:pathLst>
                <a:path w="7760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7538" y="413"/>
                  </a:lnTo>
                  <a:cubicBezTo>
                    <a:pt x="7664" y="413"/>
                    <a:pt x="7759" y="318"/>
                    <a:pt x="7759" y="222"/>
                  </a:cubicBezTo>
                  <a:cubicBezTo>
                    <a:pt x="7759" y="96"/>
                    <a:pt x="7664" y="1"/>
                    <a:pt x="7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39"/>
            <p:cNvSpPr/>
            <p:nvPr/>
          </p:nvSpPr>
          <p:spPr>
            <a:xfrm>
              <a:off x="2364645" y="3259037"/>
              <a:ext cx="141853" cy="139662"/>
            </a:xfrm>
            <a:custGeom>
              <a:avLst/>
              <a:gdLst/>
              <a:ahLst/>
              <a:cxnLst/>
              <a:rect l="l" t="t" r="r" b="b"/>
              <a:pathLst>
                <a:path w="4339" h="4272" extrusionOk="0">
                  <a:moveTo>
                    <a:pt x="2136" y="0"/>
                  </a:moveTo>
                  <a:cubicBezTo>
                    <a:pt x="2025" y="0"/>
                    <a:pt x="1915" y="9"/>
                    <a:pt x="1805" y="28"/>
                  </a:cubicBezTo>
                  <a:cubicBezTo>
                    <a:pt x="1710" y="28"/>
                    <a:pt x="1615" y="154"/>
                    <a:pt x="1647" y="249"/>
                  </a:cubicBezTo>
                  <a:cubicBezTo>
                    <a:pt x="1679" y="376"/>
                    <a:pt x="1774" y="439"/>
                    <a:pt x="1869" y="439"/>
                  </a:cubicBezTo>
                  <a:cubicBezTo>
                    <a:pt x="1974" y="418"/>
                    <a:pt x="2079" y="408"/>
                    <a:pt x="2183" y="408"/>
                  </a:cubicBezTo>
                  <a:cubicBezTo>
                    <a:pt x="2548" y="408"/>
                    <a:pt x="2896" y="534"/>
                    <a:pt x="3167" y="756"/>
                  </a:cubicBezTo>
                  <a:cubicBezTo>
                    <a:pt x="3547" y="1041"/>
                    <a:pt x="3800" y="1421"/>
                    <a:pt x="3864" y="1896"/>
                  </a:cubicBezTo>
                  <a:cubicBezTo>
                    <a:pt x="3927" y="2339"/>
                    <a:pt x="3800" y="2814"/>
                    <a:pt x="3515" y="3163"/>
                  </a:cubicBezTo>
                  <a:cubicBezTo>
                    <a:pt x="3177" y="3615"/>
                    <a:pt x="2659" y="3854"/>
                    <a:pt x="2135" y="3854"/>
                  </a:cubicBezTo>
                  <a:cubicBezTo>
                    <a:pt x="1777" y="3854"/>
                    <a:pt x="1417" y="3742"/>
                    <a:pt x="1109" y="3511"/>
                  </a:cubicBezTo>
                  <a:cubicBezTo>
                    <a:pt x="728" y="3226"/>
                    <a:pt x="475" y="2814"/>
                    <a:pt x="412" y="2339"/>
                  </a:cubicBezTo>
                  <a:cubicBezTo>
                    <a:pt x="412" y="2257"/>
                    <a:pt x="341" y="2175"/>
                    <a:pt x="239" y="2175"/>
                  </a:cubicBezTo>
                  <a:cubicBezTo>
                    <a:pt x="223" y="2175"/>
                    <a:pt x="207" y="2177"/>
                    <a:pt x="190" y="2181"/>
                  </a:cubicBezTo>
                  <a:cubicBezTo>
                    <a:pt x="63" y="2181"/>
                    <a:pt x="0" y="2276"/>
                    <a:pt x="0" y="2403"/>
                  </a:cubicBezTo>
                  <a:cubicBezTo>
                    <a:pt x="95" y="2973"/>
                    <a:pt x="380" y="3479"/>
                    <a:pt x="855" y="3828"/>
                  </a:cubicBezTo>
                  <a:cubicBezTo>
                    <a:pt x="1235" y="4144"/>
                    <a:pt x="1679" y="4271"/>
                    <a:pt x="2122" y="4271"/>
                  </a:cubicBezTo>
                  <a:cubicBezTo>
                    <a:pt x="2787" y="4271"/>
                    <a:pt x="3420" y="3986"/>
                    <a:pt x="3832" y="3416"/>
                  </a:cubicBezTo>
                  <a:cubicBezTo>
                    <a:pt x="4180" y="2973"/>
                    <a:pt x="4339" y="2403"/>
                    <a:pt x="4244" y="1833"/>
                  </a:cubicBezTo>
                  <a:cubicBezTo>
                    <a:pt x="4180" y="1263"/>
                    <a:pt x="3895" y="788"/>
                    <a:pt x="3420" y="439"/>
                  </a:cubicBezTo>
                  <a:cubicBezTo>
                    <a:pt x="3062" y="158"/>
                    <a:pt x="2601" y="0"/>
                    <a:pt x="2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39"/>
            <p:cNvSpPr/>
            <p:nvPr/>
          </p:nvSpPr>
          <p:spPr>
            <a:xfrm>
              <a:off x="2346011" y="3244195"/>
              <a:ext cx="90101" cy="95495"/>
            </a:xfrm>
            <a:custGeom>
              <a:avLst/>
              <a:gdLst/>
              <a:ahLst/>
              <a:cxnLst/>
              <a:rect l="l" t="t" r="r" b="b"/>
              <a:pathLst>
                <a:path w="2756" h="2921" extrusionOk="0">
                  <a:moveTo>
                    <a:pt x="2027" y="450"/>
                  </a:moveTo>
                  <a:lnTo>
                    <a:pt x="2312" y="2287"/>
                  </a:lnTo>
                  <a:lnTo>
                    <a:pt x="443" y="2508"/>
                  </a:lnTo>
                  <a:cubicBezTo>
                    <a:pt x="443" y="2033"/>
                    <a:pt x="602" y="1590"/>
                    <a:pt x="887" y="1210"/>
                  </a:cubicBezTo>
                  <a:cubicBezTo>
                    <a:pt x="1172" y="830"/>
                    <a:pt x="1552" y="545"/>
                    <a:pt x="2027" y="450"/>
                  </a:cubicBezTo>
                  <a:close/>
                  <a:moveTo>
                    <a:pt x="2193" y="0"/>
                  </a:moveTo>
                  <a:cubicBezTo>
                    <a:pt x="2180" y="0"/>
                    <a:pt x="2166" y="2"/>
                    <a:pt x="2154" y="6"/>
                  </a:cubicBezTo>
                  <a:cubicBezTo>
                    <a:pt x="1520" y="101"/>
                    <a:pt x="950" y="450"/>
                    <a:pt x="538" y="957"/>
                  </a:cubicBezTo>
                  <a:cubicBezTo>
                    <a:pt x="158" y="1463"/>
                    <a:pt x="0" y="2097"/>
                    <a:pt x="63" y="2762"/>
                  </a:cubicBezTo>
                  <a:cubicBezTo>
                    <a:pt x="95" y="2857"/>
                    <a:pt x="158" y="2920"/>
                    <a:pt x="285" y="2920"/>
                  </a:cubicBezTo>
                  <a:lnTo>
                    <a:pt x="2565" y="2667"/>
                  </a:lnTo>
                  <a:cubicBezTo>
                    <a:pt x="2629" y="2667"/>
                    <a:pt x="2692" y="2635"/>
                    <a:pt x="2724" y="2603"/>
                  </a:cubicBezTo>
                  <a:cubicBezTo>
                    <a:pt x="2755" y="2540"/>
                    <a:pt x="2755" y="2477"/>
                    <a:pt x="2755" y="2445"/>
                  </a:cubicBezTo>
                  <a:lnTo>
                    <a:pt x="2375" y="165"/>
                  </a:lnTo>
                  <a:cubicBezTo>
                    <a:pt x="2375" y="83"/>
                    <a:pt x="2280" y="0"/>
                    <a:pt x="2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2" name="Google Shape;4542;p39"/>
          <p:cNvGrpSpPr/>
          <p:nvPr/>
        </p:nvGrpSpPr>
        <p:grpSpPr>
          <a:xfrm>
            <a:off x="3355406" y="2835441"/>
            <a:ext cx="1071627" cy="1168920"/>
            <a:chOff x="3360622" y="2835441"/>
            <a:chExt cx="1071627" cy="1168920"/>
          </a:xfrm>
        </p:grpSpPr>
        <p:sp>
          <p:nvSpPr>
            <p:cNvPr id="4543" name="Google Shape;4543;p39"/>
            <p:cNvSpPr/>
            <p:nvPr/>
          </p:nvSpPr>
          <p:spPr>
            <a:xfrm>
              <a:off x="3392726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48" y="0"/>
                    <a:pt x="14537" y="95"/>
                    <a:pt x="14188" y="285"/>
                  </a:cubicBezTo>
                  <a:lnTo>
                    <a:pt x="1204" y="7791"/>
                  </a:lnTo>
                  <a:cubicBezTo>
                    <a:pt x="856" y="7981"/>
                    <a:pt x="571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1" y="17418"/>
                  </a:lnTo>
                  <a:lnTo>
                    <a:pt x="381" y="9913"/>
                  </a:lnTo>
                  <a:cubicBezTo>
                    <a:pt x="381" y="9596"/>
                    <a:pt x="476" y="9248"/>
                    <a:pt x="666" y="8899"/>
                  </a:cubicBezTo>
                  <a:cubicBezTo>
                    <a:pt x="856" y="8551"/>
                    <a:pt x="1109" y="8298"/>
                    <a:pt x="1394" y="8139"/>
                  </a:cubicBezTo>
                  <a:lnTo>
                    <a:pt x="14378" y="634"/>
                  </a:lnTo>
                  <a:cubicBezTo>
                    <a:pt x="14663" y="475"/>
                    <a:pt x="15012" y="380"/>
                    <a:pt x="15423" y="380"/>
                  </a:cubicBezTo>
                  <a:cubicBezTo>
                    <a:pt x="15803" y="380"/>
                    <a:pt x="16152" y="475"/>
                    <a:pt x="16437" y="634"/>
                  </a:cubicBezTo>
                  <a:lnTo>
                    <a:pt x="29421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34" y="9596"/>
                    <a:pt x="30434" y="9913"/>
                  </a:cubicBezTo>
                  <a:lnTo>
                    <a:pt x="30434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44" y="8298"/>
                    <a:pt x="29959" y="7981"/>
                    <a:pt x="29611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39"/>
            <p:cNvSpPr/>
            <p:nvPr/>
          </p:nvSpPr>
          <p:spPr>
            <a:xfrm>
              <a:off x="3360622" y="3404879"/>
              <a:ext cx="1071627" cy="599482"/>
            </a:xfrm>
            <a:custGeom>
              <a:avLst/>
              <a:gdLst/>
              <a:ahLst/>
              <a:cxnLst/>
              <a:rect l="l" t="t" r="r" b="b"/>
              <a:pathLst>
                <a:path w="32779" h="18337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91" y="8646"/>
                    <a:pt x="476" y="9184"/>
                  </a:cubicBezTo>
                  <a:cubicBezTo>
                    <a:pt x="792" y="9723"/>
                    <a:pt x="1236" y="10166"/>
                    <a:pt x="1711" y="10419"/>
                  </a:cubicBezTo>
                  <a:lnTo>
                    <a:pt x="14695" y="17925"/>
                  </a:lnTo>
                  <a:cubicBezTo>
                    <a:pt x="15170" y="18210"/>
                    <a:pt x="15772" y="18336"/>
                    <a:pt x="16374" y="18336"/>
                  </a:cubicBezTo>
                  <a:cubicBezTo>
                    <a:pt x="17007" y="18336"/>
                    <a:pt x="17609" y="18210"/>
                    <a:pt x="18084" y="17925"/>
                  </a:cubicBezTo>
                  <a:lnTo>
                    <a:pt x="31100" y="10419"/>
                  </a:lnTo>
                  <a:cubicBezTo>
                    <a:pt x="31543" y="10134"/>
                    <a:pt x="31987" y="9691"/>
                    <a:pt x="32303" y="9152"/>
                  </a:cubicBezTo>
                  <a:cubicBezTo>
                    <a:pt x="32620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601"/>
                    <a:pt x="30403" y="7791"/>
                    <a:pt x="30276" y="8012"/>
                  </a:cubicBezTo>
                  <a:cubicBezTo>
                    <a:pt x="30150" y="8234"/>
                    <a:pt x="30023" y="8361"/>
                    <a:pt x="29928" y="8424"/>
                  </a:cubicBezTo>
                  <a:lnTo>
                    <a:pt x="16912" y="15930"/>
                  </a:lnTo>
                  <a:cubicBezTo>
                    <a:pt x="16849" y="15961"/>
                    <a:pt x="16627" y="16025"/>
                    <a:pt x="16374" y="16025"/>
                  </a:cubicBezTo>
                  <a:cubicBezTo>
                    <a:pt x="16120" y="16025"/>
                    <a:pt x="15930" y="15961"/>
                    <a:pt x="15867" y="15930"/>
                  </a:cubicBezTo>
                  <a:lnTo>
                    <a:pt x="2851" y="8424"/>
                  </a:lnTo>
                  <a:cubicBezTo>
                    <a:pt x="2756" y="8361"/>
                    <a:pt x="2629" y="8234"/>
                    <a:pt x="2503" y="8012"/>
                  </a:cubicBezTo>
                  <a:cubicBezTo>
                    <a:pt x="2376" y="7791"/>
                    <a:pt x="2313" y="7601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39"/>
            <p:cNvSpPr/>
            <p:nvPr/>
          </p:nvSpPr>
          <p:spPr>
            <a:xfrm>
              <a:off x="3499369" y="2962255"/>
              <a:ext cx="794134" cy="884724"/>
            </a:xfrm>
            <a:custGeom>
              <a:avLst/>
              <a:gdLst/>
              <a:ahLst/>
              <a:cxnLst/>
              <a:rect l="l" t="t" r="r" b="b"/>
              <a:pathLst>
                <a:path w="24291" h="27062" extrusionOk="0">
                  <a:moveTo>
                    <a:pt x="12145" y="1"/>
                  </a:moveTo>
                  <a:cubicBezTo>
                    <a:pt x="11631" y="1"/>
                    <a:pt x="11116" y="112"/>
                    <a:pt x="10736" y="333"/>
                  </a:cubicBezTo>
                  <a:lnTo>
                    <a:pt x="1426" y="5685"/>
                  </a:lnTo>
                  <a:cubicBezTo>
                    <a:pt x="634" y="6160"/>
                    <a:pt x="0" y="7237"/>
                    <a:pt x="0" y="8155"/>
                  </a:cubicBezTo>
                  <a:lnTo>
                    <a:pt x="0" y="18891"/>
                  </a:lnTo>
                  <a:cubicBezTo>
                    <a:pt x="0" y="19335"/>
                    <a:pt x="159" y="19841"/>
                    <a:pt x="412" y="20285"/>
                  </a:cubicBezTo>
                  <a:cubicBezTo>
                    <a:pt x="665" y="20728"/>
                    <a:pt x="1045" y="21140"/>
                    <a:pt x="1426" y="21361"/>
                  </a:cubicBezTo>
                  <a:lnTo>
                    <a:pt x="10736" y="26713"/>
                  </a:lnTo>
                  <a:cubicBezTo>
                    <a:pt x="10831" y="26777"/>
                    <a:pt x="10926" y="26840"/>
                    <a:pt x="11053" y="26872"/>
                  </a:cubicBezTo>
                  <a:cubicBezTo>
                    <a:pt x="11148" y="26903"/>
                    <a:pt x="11275" y="26935"/>
                    <a:pt x="11401" y="26967"/>
                  </a:cubicBezTo>
                  <a:cubicBezTo>
                    <a:pt x="11639" y="27030"/>
                    <a:pt x="11892" y="27062"/>
                    <a:pt x="12145" y="27062"/>
                  </a:cubicBezTo>
                  <a:cubicBezTo>
                    <a:pt x="12399" y="27062"/>
                    <a:pt x="12652" y="27030"/>
                    <a:pt x="12890" y="26967"/>
                  </a:cubicBezTo>
                  <a:cubicBezTo>
                    <a:pt x="13080" y="26935"/>
                    <a:pt x="13238" y="26872"/>
                    <a:pt x="13396" y="26808"/>
                  </a:cubicBezTo>
                  <a:cubicBezTo>
                    <a:pt x="13460" y="26777"/>
                    <a:pt x="13523" y="26745"/>
                    <a:pt x="13555" y="26713"/>
                  </a:cubicBezTo>
                  <a:lnTo>
                    <a:pt x="22865" y="21361"/>
                  </a:lnTo>
                  <a:cubicBezTo>
                    <a:pt x="23277" y="21140"/>
                    <a:pt x="23626" y="20728"/>
                    <a:pt x="23879" y="20285"/>
                  </a:cubicBezTo>
                  <a:cubicBezTo>
                    <a:pt x="24132" y="19841"/>
                    <a:pt x="24291" y="19335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7" y="6160"/>
                    <a:pt x="22865" y="5685"/>
                  </a:cubicBezTo>
                  <a:lnTo>
                    <a:pt x="13555" y="333"/>
                  </a:lnTo>
                  <a:cubicBezTo>
                    <a:pt x="13175" y="112"/>
                    <a:pt x="12660" y="1"/>
                    <a:pt x="121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39"/>
            <p:cNvSpPr/>
            <p:nvPr/>
          </p:nvSpPr>
          <p:spPr>
            <a:xfrm>
              <a:off x="3671234" y="3213333"/>
              <a:ext cx="450405" cy="297175"/>
            </a:xfrm>
            <a:custGeom>
              <a:avLst/>
              <a:gdLst/>
              <a:ahLst/>
              <a:cxnLst/>
              <a:rect l="l" t="t" r="r" b="b"/>
              <a:pathLst>
                <a:path w="13777" h="9090" extrusionOk="0">
                  <a:moveTo>
                    <a:pt x="1679" y="0"/>
                  </a:moveTo>
                  <a:cubicBezTo>
                    <a:pt x="761" y="0"/>
                    <a:pt x="0" y="760"/>
                    <a:pt x="0" y="1679"/>
                  </a:cubicBezTo>
                  <a:lnTo>
                    <a:pt x="0" y="7443"/>
                  </a:lnTo>
                  <a:cubicBezTo>
                    <a:pt x="0" y="8361"/>
                    <a:pt x="761" y="9089"/>
                    <a:pt x="1679" y="9089"/>
                  </a:cubicBezTo>
                  <a:lnTo>
                    <a:pt x="5543" y="9089"/>
                  </a:lnTo>
                  <a:cubicBezTo>
                    <a:pt x="5638" y="9089"/>
                    <a:pt x="5733" y="8994"/>
                    <a:pt x="5733" y="8899"/>
                  </a:cubicBezTo>
                  <a:cubicBezTo>
                    <a:pt x="5733" y="8773"/>
                    <a:pt x="5638" y="8678"/>
                    <a:pt x="5543" y="8678"/>
                  </a:cubicBezTo>
                  <a:lnTo>
                    <a:pt x="1679" y="8678"/>
                  </a:lnTo>
                  <a:cubicBezTo>
                    <a:pt x="982" y="8678"/>
                    <a:pt x="412" y="8139"/>
                    <a:pt x="412" y="7443"/>
                  </a:cubicBezTo>
                  <a:lnTo>
                    <a:pt x="412" y="1679"/>
                  </a:lnTo>
                  <a:cubicBezTo>
                    <a:pt x="412" y="982"/>
                    <a:pt x="982" y="412"/>
                    <a:pt x="1679" y="412"/>
                  </a:cubicBezTo>
                  <a:lnTo>
                    <a:pt x="12098" y="412"/>
                  </a:lnTo>
                  <a:cubicBezTo>
                    <a:pt x="12795" y="412"/>
                    <a:pt x="13365" y="982"/>
                    <a:pt x="13365" y="1679"/>
                  </a:cubicBezTo>
                  <a:lnTo>
                    <a:pt x="13365" y="7443"/>
                  </a:lnTo>
                  <a:cubicBezTo>
                    <a:pt x="13365" y="8139"/>
                    <a:pt x="12795" y="8678"/>
                    <a:pt x="12098" y="8678"/>
                  </a:cubicBezTo>
                  <a:lnTo>
                    <a:pt x="8234" y="8678"/>
                  </a:lnTo>
                  <a:cubicBezTo>
                    <a:pt x="8139" y="8678"/>
                    <a:pt x="8044" y="8773"/>
                    <a:pt x="8044" y="8899"/>
                  </a:cubicBezTo>
                  <a:cubicBezTo>
                    <a:pt x="8044" y="8994"/>
                    <a:pt x="8139" y="9089"/>
                    <a:pt x="8234" y="9089"/>
                  </a:cubicBezTo>
                  <a:lnTo>
                    <a:pt x="12098" y="9089"/>
                  </a:lnTo>
                  <a:cubicBezTo>
                    <a:pt x="13016" y="9089"/>
                    <a:pt x="13777" y="8361"/>
                    <a:pt x="13777" y="7443"/>
                  </a:cubicBezTo>
                  <a:lnTo>
                    <a:pt x="13777" y="1679"/>
                  </a:lnTo>
                  <a:cubicBezTo>
                    <a:pt x="13777" y="760"/>
                    <a:pt x="13016" y="0"/>
                    <a:pt x="121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39"/>
            <p:cNvSpPr/>
            <p:nvPr/>
          </p:nvSpPr>
          <p:spPr>
            <a:xfrm>
              <a:off x="3845158" y="3497235"/>
              <a:ext cx="103570" cy="130247"/>
            </a:xfrm>
            <a:custGeom>
              <a:avLst/>
              <a:gdLst/>
              <a:ahLst/>
              <a:cxnLst/>
              <a:rect l="l" t="t" r="r" b="b"/>
              <a:pathLst>
                <a:path w="3168" h="3984" extrusionOk="0">
                  <a:moveTo>
                    <a:pt x="240" y="1"/>
                  </a:moveTo>
                  <a:cubicBezTo>
                    <a:pt x="212" y="1"/>
                    <a:pt x="185" y="8"/>
                    <a:pt x="159" y="25"/>
                  </a:cubicBezTo>
                  <a:cubicBezTo>
                    <a:pt x="33" y="57"/>
                    <a:pt x="1" y="184"/>
                    <a:pt x="33" y="279"/>
                  </a:cubicBezTo>
                  <a:lnTo>
                    <a:pt x="1363" y="3857"/>
                  </a:lnTo>
                  <a:cubicBezTo>
                    <a:pt x="1394" y="3921"/>
                    <a:pt x="1489" y="3984"/>
                    <a:pt x="1553" y="3984"/>
                  </a:cubicBezTo>
                  <a:cubicBezTo>
                    <a:pt x="1648" y="3984"/>
                    <a:pt x="1743" y="3921"/>
                    <a:pt x="1774" y="3857"/>
                  </a:cubicBezTo>
                  <a:lnTo>
                    <a:pt x="3104" y="279"/>
                  </a:lnTo>
                  <a:cubicBezTo>
                    <a:pt x="3168" y="184"/>
                    <a:pt x="3104" y="57"/>
                    <a:pt x="3009" y="25"/>
                  </a:cubicBezTo>
                  <a:cubicBezTo>
                    <a:pt x="2980" y="18"/>
                    <a:pt x="2951" y="14"/>
                    <a:pt x="2925" y="14"/>
                  </a:cubicBezTo>
                  <a:cubicBezTo>
                    <a:pt x="2840" y="14"/>
                    <a:pt x="2773" y="55"/>
                    <a:pt x="2724" y="152"/>
                  </a:cubicBezTo>
                  <a:lnTo>
                    <a:pt x="1584" y="3192"/>
                  </a:lnTo>
                  <a:lnTo>
                    <a:pt x="413" y="152"/>
                  </a:lnTo>
                  <a:cubicBezTo>
                    <a:pt x="389" y="59"/>
                    <a:pt x="315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39"/>
            <p:cNvSpPr/>
            <p:nvPr/>
          </p:nvSpPr>
          <p:spPr>
            <a:xfrm>
              <a:off x="3727138" y="3270284"/>
              <a:ext cx="314763" cy="13469"/>
            </a:xfrm>
            <a:custGeom>
              <a:avLst/>
              <a:gdLst/>
              <a:ahLst/>
              <a:cxnLst/>
              <a:rect l="l" t="t" r="r" b="b"/>
              <a:pathLst>
                <a:path w="9628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9438" y="412"/>
                  </a:lnTo>
                  <a:cubicBezTo>
                    <a:pt x="9565" y="412"/>
                    <a:pt x="9628" y="317"/>
                    <a:pt x="9628" y="222"/>
                  </a:cubicBezTo>
                  <a:cubicBezTo>
                    <a:pt x="9628" y="95"/>
                    <a:pt x="9533" y="0"/>
                    <a:pt x="9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39"/>
            <p:cNvSpPr/>
            <p:nvPr/>
          </p:nvSpPr>
          <p:spPr>
            <a:xfrm>
              <a:off x="3727138" y="3327234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190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39"/>
            <p:cNvSpPr/>
            <p:nvPr/>
          </p:nvSpPr>
          <p:spPr>
            <a:xfrm>
              <a:off x="3727138" y="3383138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222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39"/>
            <p:cNvSpPr/>
            <p:nvPr/>
          </p:nvSpPr>
          <p:spPr>
            <a:xfrm>
              <a:off x="3727138" y="3440056"/>
              <a:ext cx="314763" cy="13502"/>
            </a:xfrm>
            <a:custGeom>
              <a:avLst/>
              <a:gdLst/>
              <a:ahLst/>
              <a:cxnLst/>
              <a:rect l="l" t="t" r="r" b="b"/>
              <a:pathLst>
                <a:path w="962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9438" y="413"/>
                  </a:lnTo>
                  <a:cubicBezTo>
                    <a:pt x="9565" y="413"/>
                    <a:pt x="9628" y="318"/>
                    <a:pt x="9628" y="191"/>
                  </a:cubicBezTo>
                  <a:cubicBezTo>
                    <a:pt x="9628" y="96"/>
                    <a:pt x="9533" y="1"/>
                    <a:pt x="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2" name="Google Shape;4552;p39"/>
          <p:cNvSpPr txBox="1"/>
          <p:nvPr/>
        </p:nvSpPr>
        <p:spPr>
          <a:xfrm>
            <a:off x="45721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3" name="Google Shape;4553;p39"/>
          <p:cNvSpPr txBox="1"/>
          <p:nvPr/>
        </p:nvSpPr>
        <p:spPr>
          <a:xfrm>
            <a:off x="457200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4" name="Google Shape;4554;p39"/>
          <p:cNvSpPr txBox="1"/>
          <p:nvPr/>
        </p:nvSpPr>
        <p:spPr>
          <a:xfrm>
            <a:off x="181963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5" name="Google Shape;4555;p39"/>
          <p:cNvSpPr txBox="1"/>
          <p:nvPr/>
        </p:nvSpPr>
        <p:spPr>
          <a:xfrm>
            <a:off x="1819621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6" name="Google Shape;4556;p39"/>
          <p:cNvSpPr txBox="1"/>
          <p:nvPr/>
        </p:nvSpPr>
        <p:spPr>
          <a:xfrm>
            <a:off x="318205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7" name="Google Shape;4557;p39"/>
          <p:cNvSpPr txBox="1"/>
          <p:nvPr/>
        </p:nvSpPr>
        <p:spPr>
          <a:xfrm>
            <a:off x="3182042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8" name="Google Shape;4558;p39"/>
          <p:cNvSpPr txBox="1"/>
          <p:nvPr/>
        </p:nvSpPr>
        <p:spPr>
          <a:xfrm>
            <a:off x="590689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9" name="Google Shape;4559;p39"/>
          <p:cNvSpPr txBox="1"/>
          <p:nvPr/>
        </p:nvSpPr>
        <p:spPr>
          <a:xfrm>
            <a:off x="590688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0" name="Google Shape;4560;p39"/>
          <p:cNvSpPr txBox="1"/>
          <p:nvPr/>
        </p:nvSpPr>
        <p:spPr>
          <a:xfrm>
            <a:off x="726931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1" name="Google Shape;4561;p39"/>
          <p:cNvSpPr txBox="1"/>
          <p:nvPr/>
        </p:nvSpPr>
        <p:spPr>
          <a:xfrm>
            <a:off x="7269304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2" name="Google Shape;4562;p39"/>
          <p:cNvSpPr txBox="1"/>
          <p:nvPr/>
        </p:nvSpPr>
        <p:spPr>
          <a:xfrm>
            <a:off x="454447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3" name="Google Shape;4563;p39"/>
          <p:cNvSpPr txBox="1"/>
          <p:nvPr/>
        </p:nvSpPr>
        <p:spPr>
          <a:xfrm>
            <a:off x="454446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8" name="Google Shape;4568;p40"/>
          <p:cNvGrpSpPr/>
          <p:nvPr/>
        </p:nvGrpSpPr>
        <p:grpSpPr>
          <a:xfrm>
            <a:off x="6252125" y="1163825"/>
            <a:ext cx="71700" cy="1176650"/>
            <a:chOff x="1159825" y="2932050"/>
            <a:chExt cx="71700" cy="1176650"/>
          </a:xfrm>
        </p:grpSpPr>
        <p:cxnSp>
          <p:nvCxnSpPr>
            <p:cNvPr id="4569" name="Google Shape;4569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22283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0" name="Google Shape;4570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1" name="Google Shape;4571;p40"/>
          <p:cNvGrpSpPr/>
          <p:nvPr/>
        </p:nvGrpSpPr>
        <p:grpSpPr>
          <a:xfrm>
            <a:off x="4287550" y="1163825"/>
            <a:ext cx="71700" cy="1176650"/>
            <a:chOff x="1159825" y="2932050"/>
            <a:chExt cx="71700" cy="1176650"/>
          </a:xfrm>
        </p:grpSpPr>
        <p:cxnSp>
          <p:nvCxnSpPr>
            <p:cNvPr id="4572" name="Google Shape;4572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F2A36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3" name="Google Shape;4573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4" name="Google Shape;4574;p40"/>
          <p:cNvGrpSpPr/>
          <p:nvPr/>
        </p:nvGrpSpPr>
        <p:grpSpPr>
          <a:xfrm>
            <a:off x="3088050" y="2801550"/>
            <a:ext cx="71700" cy="1307150"/>
            <a:chOff x="1159825" y="2801550"/>
            <a:chExt cx="71700" cy="1307150"/>
          </a:xfrm>
        </p:grpSpPr>
        <p:cxnSp>
          <p:nvCxnSpPr>
            <p:cNvPr id="4575" name="Google Shape;4575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30475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6" name="Google Shape;4576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7" name="Google Shape;4577;p40"/>
          <p:cNvGrpSpPr/>
          <p:nvPr/>
        </p:nvGrpSpPr>
        <p:grpSpPr>
          <a:xfrm>
            <a:off x="1159825" y="2801550"/>
            <a:ext cx="71700" cy="1307150"/>
            <a:chOff x="1159825" y="2801550"/>
            <a:chExt cx="71700" cy="1307150"/>
          </a:xfrm>
        </p:grpSpPr>
        <p:cxnSp>
          <p:nvCxnSpPr>
            <p:cNvPr id="4578" name="Google Shape;4578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9" name="Google Shape;4579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0" name="Google Shape;4580;p40"/>
          <p:cNvGrpSpPr/>
          <p:nvPr/>
        </p:nvGrpSpPr>
        <p:grpSpPr>
          <a:xfrm>
            <a:off x="1044427" y="1047045"/>
            <a:ext cx="7055146" cy="2876780"/>
            <a:chOff x="1044427" y="1047045"/>
            <a:chExt cx="7055146" cy="2876780"/>
          </a:xfrm>
        </p:grpSpPr>
        <p:sp>
          <p:nvSpPr>
            <p:cNvPr id="4581" name="Google Shape;4581;p40"/>
            <p:cNvSpPr/>
            <p:nvPr/>
          </p:nvSpPr>
          <p:spPr>
            <a:xfrm>
              <a:off x="2448100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19730" y="0"/>
                  </a:moveTo>
                  <a:cubicBezTo>
                    <a:pt x="19730" y="5447"/>
                    <a:pt x="17513" y="10387"/>
                    <a:pt x="13935" y="13934"/>
                  </a:cubicBezTo>
                  <a:cubicBezTo>
                    <a:pt x="10388" y="17513"/>
                    <a:pt x="5447" y="19730"/>
                    <a:pt x="0" y="19730"/>
                  </a:cubicBezTo>
                  <a:lnTo>
                    <a:pt x="0" y="43545"/>
                  </a:lnTo>
                  <a:cubicBezTo>
                    <a:pt x="12034" y="43545"/>
                    <a:pt x="22897" y="38668"/>
                    <a:pt x="30782" y="30782"/>
                  </a:cubicBezTo>
                  <a:cubicBezTo>
                    <a:pt x="38668" y="22928"/>
                    <a:pt x="43545" y="12034"/>
                    <a:pt x="435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40"/>
            <p:cNvSpPr/>
            <p:nvPr/>
          </p:nvSpPr>
          <p:spPr>
            <a:xfrm>
              <a:off x="1044427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0" y="0"/>
                  </a:moveTo>
                  <a:cubicBezTo>
                    <a:pt x="0" y="12034"/>
                    <a:pt x="4877" y="22897"/>
                    <a:pt x="12731" y="30782"/>
                  </a:cubicBezTo>
                  <a:cubicBezTo>
                    <a:pt x="20617" y="38668"/>
                    <a:pt x="31511" y="43545"/>
                    <a:pt x="43545" y="43545"/>
                  </a:cubicBezTo>
                  <a:lnTo>
                    <a:pt x="43545" y="19730"/>
                  </a:lnTo>
                  <a:cubicBezTo>
                    <a:pt x="38098" y="19730"/>
                    <a:pt x="33158" y="17513"/>
                    <a:pt x="29579" y="13934"/>
                  </a:cubicBezTo>
                  <a:cubicBezTo>
                    <a:pt x="26032" y="10387"/>
                    <a:pt x="23815" y="5447"/>
                    <a:pt x="238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40"/>
            <p:cNvSpPr/>
            <p:nvPr/>
          </p:nvSpPr>
          <p:spPr>
            <a:xfrm>
              <a:off x="4487738" y="1047045"/>
              <a:ext cx="3611835" cy="908608"/>
            </a:xfrm>
            <a:custGeom>
              <a:avLst/>
              <a:gdLst/>
              <a:ahLst/>
              <a:cxnLst/>
              <a:rect l="l" t="t" r="r" b="b"/>
              <a:pathLst>
                <a:path w="112047" h="28187" extrusionOk="0">
                  <a:moveTo>
                    <a:pt x="101469" y="1"/>
                  </a:moveTo>
                  <a:lnTo>
                    <a:pt x="101469" y="2123"/>
                  </a:lnTo>
                  <a:lnTo>
                    <a:pt x="1" y="2123"/>
                  </a:lnTo>
                  <a:lnTo>
                    <a:pt x="1" y="25969"/>
                  </a:lnTo>
                  <a:lnTo>
                    <a:pt x="101469" y="25969"/>
                  </a:lnTo>
                  <a:lnTo>
                    <a:pt x="101469" y="28186"/>
                  </a:lnTo>
                  <a:lnTo>
                    <a:pt x="112046" y="14062"/>
                  </a:lnTo>
                  <a:lnTo>
                    <a:pt x="1014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40"/>
            <p:cNvSpPr/>
            <p:nvPr/>
          </p:nvSpPr>
          <p:spPr>
            <a:xfrm>
              <a:off x="3084064" y="1115448"/>
              <a:ext cx="1403705" cy="1404737"/>
            </a:xfrm>
            <a:custGeom>
              <a:avLst/>
              <a:gdLst/>
              <a:ahLst/>
              <a:cxnLst/>
              <a:rect l="l" t="t" r="r" b="b"/>
              <a:pathLst>
                <a:path w="43546" h="43578" extrusionOk="0">
                  <a:moveTo>
                    <a:pt x="43546" y="1"/>
                  </a:moveTo>
                  <a:cubicBezTo>
                    <a:pt x="31512" y="1"/>
                    <a:pt x="20649" y="4878"/>
                    <a:pt x="12764" y="12763"/>
                  </a:cubicBezTo>
                  <a:cubicBezTo>
                    <a:pt x="4878" y="20649"/>
                    <a:pt x="1" y="31543"/>
                    <a:pt x="1" y="43577"/>
                  </a:cubicBezTo>
                  <a:lnTo>
                    <a:pt x="23816" y="43577"/>
                  </a:lnTo>
                  <a:cubicBezTo>
                    <a:pt x="23816" y="38130"/>
                    <a:pt x="26033" y="33190"/>
                    <a:pt x="29612" y="29611"/>
                  </a:cubicBezTo>
                  <a:cubicBezTo>
                    <a:pt x="33158" y="26033"/>
                    <a:pt x="38099" y="23847"/>
                    <a:pt x="43546" y="23847"/>
                  </a:cubicBezTo>
                  <a:lnTo>
                    <a:pt x="4354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40"/>
            <p:cNvSpPr/>
            <p:nvPr/>
          </p:nvSpPr>
          <p:spPr>
            <a:xfrm>
              <a:off x="3608786" y="1697322"/>
              <a:ext cx="439008" cy="290985"/>
            </a:xfrm>
            <a:custGeom>
              <a:avLst/>
              <a:gdLst/>
              <a:ahLst/>
              <a:cxnLst/>
              <a:rect l="l" t="t" r="r" b="b"/>
              <a:pathLst>
                <a:path w="13619" h="9027" extrusionOk="0">
                  <a:moveTo>
                    <a:pt x="12162" y="1"/>
                  </a:moveTo>
                  <a:lnTo>
                    <a:pt x="10705" y="3453"/>
                  </a:lnTo>
                  <a:lnTo>
                    <a:pt x="11560" y="3073"/>
                  </a:lnTo>
                  <a:lnTo>
                    <a:pt x="11560" y="3073"/>
                  </a:lnTo>
                  <a:cubicBezTo>
                    <a:pt x="11180" y="5796"/>
                    <a:pt x="8837" y="7918"/>
                    <a:pt x="6050" y="7918"/>
                  </a:cubicBezTo>
                  <a:cubicBezTo>
                    <a:pt x="3421" y="7918"/>
                    <a:pt x="1236" y="6081"/>
                    <a:pt x="634" y="3675"/>
                  </a:cubicBezTo>
                  <a:lnTo>
                    <a:pt x="1" y="5195"/>
                  </a:lnTo>
                  <a:cubicBezTo>
                    <a:pt x="1046" y="7443"/>
                    <a:pt x="3358" y="9027"/>
                    <a:pt x="6050" y="9027"/>
                  </a:cubicBezTo>
                  <a:cubicBezTo>
                    <a:pt x="9470" y="9027"/>
                    <a:pt x="12320" y="6398"/>
                    <a:pt x="12700" y="3041"/>
                  </a:cubicBezTo>
                  <a:lnTo>
                    <a:pt x="13619" y="3453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40"/>
            <p:cNvSpPr/>
            <p:nvPr/>
          </p:nvSpPr>
          <p:spPr>
            <a:xfrm>
              <a:off x="3558789" y="1557487"/>
              <a:ext cx="440008" cy="290953"/>
            </a:xfrm>
            <a:custGeom>
              <a:avLst/>
              <a:gdLst/>
              <a:ahLst/>
              <a:cxnLst/>
              <a:rect l="l" t="t" r="r" b="b"/>
              <a:pathLst>
                <a:path w="13650" h="9026" extrusionOk="0">
                  <a:moveTo>
                    <a:pt x="7601" y="0"/>
                  </a:moveTo>
                  <a:cubicBezTo>
                    <a:pt x="4149" y="0"/>
                    <a:pt x="1299" y="2629"/>
                    <a:pt x="950" y="5954"/>
                  </a:cubicBezTo>
                  <a:lnTo>
                    <a:pt x="0" y="5574"/>
                  </a:lnTo>
                  <a:lnTo>
                    <a:pt x="1457" y="9026"/>
                  </a:lnTo>
                  <a:lnTo>
                    <a:pt x="2914" y="5574"/>
                  </a:lnTo>
                  <a:lnTo>
                    <a:pt x="2914" y="5574"/>
                  </a:lnTo>
                  <a:lnTo>
                    <a:pt x="2090" y="5922"/>
                  </a:lnTo>
                  <a:cubicBezTo>
                    <a:pt x="2439" y="3199"/>
                    <a:pt x="4782" y="1109"/>
                    <a:pt x="7601" y="1109"/>
                  </a:cubicBezTo>
                  <a:cubicBezTo>
                    <a:pt x="10198" y="1109"/>
                    <a:pt x="12383" y="2914"/>
                    <a:pt x="12984" y="5352"/>
                  </a:cubicBezTo>
                  <a:lnTo>
                    <a:pt x="13649" y="3832"/>
                  </a:lnTo>
                  <a:cubicBezTo>
                    <a:pt x="12573" y="1552"/>
                    <a:pt x="10261" y="0"/>
                    <a:pt x="76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40"/>
            <p:cNvSpPr/>
            <p:nvPr/>
          </p:nvSpPr>
          <p:spPr>
            <a:xfrm>
              <a:off x="3859929" y="1642200"/>
              <a:ext cx="57185" cy="44968"/>
            </a:xfrm>
            <a:custGeom>
              <a:avLst/>
              <a:gdLst/>
              <a:ahLst/>
              <a:cxnLst/>
              <a:rect l="l" t="t" r="r" b="b"/>
              <a:pathLst>
                <a:path w="1774" h="1395" extrusionOk="0">
                  <a:moveTo>
                    <a:pt x="0" y="1"/>
                  </a:moveTo>
                  <a:lnTo>
                    <a:pt x="0" y="1"/>
                  </a:lnTo>
                  <a:cubicBezTo>
                    <a:pt x="444" y="349"/>
                    <a:pt x="792" y="824"/>
                    <a:pt x="1077" y="1394"/>
                  </a:cubicBezTo>
                  <a:lnTo>
                    <a:pt x="1774" y="1394"/>
                  </a:lnTo>
                  <a:cubicBezTo>
                    <a:pt x="1299" y="793"/>
                    <a:pt x="697" y="318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40"/>
            <p:cNvSpPr/>
            <p:nvPr/>
          </p:nvSpPr>
          <p:spPr>
            <a:xfrm>
              <a:off x="3844617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0" y="1"/>
                  </a:moveTo>
                  <a:cubicBezTo>
                    <a:pt x="127" y="666"/>
                    <a:pt x="190" y="1426"/>
                    <a:pt x="190" y="2186"/>
                  </a:cubicBezTo>
                  <a:lnTo>
                    <a:pt x="1837" y="2186"/>
                  </a:lnTo>
                  <a:cubicBezTo>
                    <a:pt x="1837" y="1394"/>
                    <a:pt x="1647" y="634"/>
                    <a:pt x="13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40"/>
            <p:cNvSpPr/>
            <p:nvPr/>
          </p:nvSpPr>
          <p:spPr>
            <a:xfrm>
              <a:off x="3702719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475" y="1"/>
                  </a:moveTo>
                  <a:cubicBezTo>
                    <a:pt x="190" y="634"/>
                    <a:pt x="0" y="1363"/>
                    <a:pt x="0" y="2186"/>
                  </a:cubicBezTo>
                  <a:lnTo>
                    <a:pt x="1647" y="2186"/>
                  </a:lnTo>
                  <a:cubicBezTo>
                    <a:pt x="1647" y="1426"/>
                    <a:pt x="1711" y="666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3774184" y="1630982"/>
              <a:ext cx="59248" cy="56186"/>
            </a:xfrm>
            <a:custGeom>
              <a:avLst/>
              <a:gdLst/>
              <a:ahLst/>
              <a:cxnLst/>
              <a:rect l="l" t="t" r="r" b="b"/>
              <a:pathLst>
                <a:path w="1838" h="1743" extrusionOk="0">
                  <a:moveTo>
                    <a:pt x="919" y="0"/>
                  </a:moveTo>
                  <a:cubicBezTo>
                    <a:pt x="570" y="0"/>
                    <a:pt x="222" y="634"/>
                    <a:pt x="0" y="1742"/>
                  </a:cubicBezTo>
                  <a:lnTo>
                    <a:pt x="1837" y="1742"/>
                  </a:lnTo>
                  <a:cubicBezTo>
                    <a:pt x="1584" y="634"/>
                    <a:pt x="1235" y="0"/>
                    <a:pt x="91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3723123" y="1633013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869" y="1"/>
                  </a:moveTo>
                  <a:lnTo>
                    <a:pt x="1869" y="1"/>
                  </a:lnTo>
                  <a:cubicBezTo>
                    <a:pt x="1109" y="223"/>
                    <a:pt x="444" y="824"/>
                    <a:pt x="1" y="1679"/>
                  </a:cubicBezTo>
                  <a:lnTo>
                    <a:pt x="1268" y="1679"/>
                  </a:lnTo>
                  <a:cubicBezTo>
                    <a:pt x="1394" y="983"/>
                    <a:pt x="1616" y="381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3823181" y="1633013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0" y="1"/>
                  </a:moveTo>
                  <a:lnTo>
                    <a:pt x="0" y="1"/>
                  </a:lnTo>
                  <a:cubicBezTo>
                    <a:pt x="254" y="381"/>
                    <a:pt x="475" y="983"/>
                    <a:pt x="602" y="1679"/>
                  </a:cubicBezTo>
                  <a:lnTo>
                    <a:pt x="1869" y="1679"/>
                  </a:lnTo>
                  <a:cubicBezTo>
                    <a:pt x="1425" y="824"/>
                    <a:pt x="760" y="223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3765996" y="1697322"/>
              <a:ext cx="74560" cy="70498"/>
            </a:xfrm>
            <a:custGeom>
              <a:avLst/>
              <a:gdLst/>
              <a:ahLst/>
              <a:cxnLst/>
              <a:rect l="l" t="t" r="r" b="b"/>
              <a:pathLst>
                <a:path w="2313" h="2187" extrusionOk="0">
                  <a:moveTo>
                    <a:pt x="191" y="1"/>
                  </a:moveTo>
                  <a:cubicBezTo>
                    <a:pt x="64" y="603"/>
                    <a:pt x="1" y="1363"/>
                    <a:pt x="1" y="2186"/>
                  </a:cubicBezTo>
                  <a:lnTo>
                    <a:pt x="2313" y="2186"/>
                  </a:lnTo>
                  <a:cubicBezTo>
                    <a:pt x="2313" y="1363"/>
                    <a:pt x="2249" y="603"/>
                    <a:pt x="21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3765996" y="1777974"/>
              <a:ext cx="74560" cy="70466"/>
            </a:xfrm>
            <a:custGeom>
              <a:avLst/>
              <a:gdLst/>
              <a:ahLst/>
              <a:cxnLst/>
              <a:rect l="l" t="t" r="r" b="b"/>
              <a:pathLst>
                <a:path w="2313" h="2186" extrusionOk="0">
                  <a:moveTo>
                    <a:pt x="1" y="1"/>
                  </a:moveTo>
                  <a:cubicBezTo>
                    <a:pt x="1" y="824"/>
                    <a:pt x="64" y="1553"/>
                    <a:pt x="191" y="2186"/>
                  </a:cubicBezTo>
                  <a:lnTo>
                    <a:pt x="2123" y="2186"/>
                  </a:lnTo>
                  <a:cubicBezTo>
                    <a:pt x="2249" y="1553"/>
                    <a:pt x="2313" y="824"/>
                    <a:pt x="2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3823181" y="1857594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602" y="1"/>
                  </a:moveTo>
                  <a:cubicBezTo>
                    <a:pt x="475" y="729"/>
                    <a:pt x="254" y="1331"/>
                    <a:pt x="0" y="1679"/>
                  </a:cubicBezTo>
                  <a:cubicBezTo>
                    <a:pt x="760" y="1489"/>
                    <a:pt x="1425" y="856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3844617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190" y="1"/>
                  </a:moveTo>
                  <a:cubicBezTo>
                    <a:pt x="190" y="729"/>
                    <a:pt x="127" y="1521"/>
                    <a:pt x="0" y="2186"/>
                  </a:cubicBezTo>
                  <a:lnTo>
                    <a:pt x="1362" y="2186"/>
                  </a:lnTo>
                  <a:cubicBezTo>
                    <a:pt x="1647" y="1553"/>
                    <a:pt x="1837" y="793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3723123" y="1857594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" y="1"/>
                  </a:moveTo>
                  <a:cubicBezTo>
                    <a:pt x="444" y="856"/>
                    <a:pt x="1109" y="1489"/>
                    <a:pt x="1869" y="1679"/>
                  </a:cubicBezTo>
                  <a:cubicBezTo>
                    <a:pt x="1616" y="1331"/>
                    <a:pt x="1394" y="729"/>
                    <a:pt x="12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3702719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0" y="1"/>
                  </a:moveTo>
                  <a:cubicBezTo>
                    <a:pt x="32" y="793"/>
                    <a:pt x="190" y="1553"/>
                    <a:pt x="475" y="2186"/>
                  </a:cubicBezTo>
                  <a:lnTo>
                    <a:pt x="1837" y="2186"/>
                  </a:lnTo>
                  <a:cubicBezTo>
                    <a:pt x="1711" y="1521"/>
                    <a:pt x="1647" y="761"/>
                    <a:pt x="164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3774184" y="1857594"/>
              <a:ext cx="59248" cy="57217"/>
            </a:xfrm>
            <a:custGeom>
              <a:avLst/>
              <a:gdLst/>
              <a:ahLst/>
              <a:cxnLst/>
              <a:rect l="l" t="t" r="r" b="b"/>
              <a:pathLst>
                <a:path w="1838" h="1775" extrusionOk="0">
                  <a:moveTo>
                    <a:pt x="0" y="1"/>
                  </a:moveTo>
                  <a:cubicBezTo>
                    <a:pt x="222" y="1109"/>
                    <a:pt x="570" y="1774"/>
                    <a:pt x="919" y="1774"/>
                  </a:cubicBezTo>
                  <a:cubicBezTo>
                    <a:pt x="1235" y="1774"/>
                    <a:pt x="1584" y="1109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40"/>
            <p:cNvSpPr/>
            <p:nvPr/>
          </p:nvSpPr>
          <p:spPr>
            <a:xfrm>
              <a:off x="3898707" y="1697322"/>
              <a:ext cx="46999" cy="70498"/>
            </a:xfrm>
            <a:custGeom>
              <a:avLst/>
              <a:gdLst/>
              <a:ahLst/>
              <a:cxnLst/>
              <a:rect l="l" t="t" r="r" b="b"/>
              <a:pathLst>
                <a:path w="1458" h="2187" extrusionOk="0">
                  <a:moveTo>
                    <a:pt x="1" y="1"/>
                  </a:moveTo>
                  <a:cubicBezTo>
                    <a:pt x="286" y="634"/>
                    <a:pt x="444" y="1394"/>
                    <a:pt x="476" y="2186"/>
                  </a:cubicBezTo>
                  <a:lnTo>
                    <a:pt x="1458" y="2186"/>
                  </a:lnTo>
                  <a:cubicBezTo>
                    <a:pt x="1426" y="1394"/>
                    <a:pt x="1173" y="634"/>
                    <a:pt x="76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40"/>
            <p:cNvSpPr/>
            <p:nvPr/>
          </p:nvSpPr>
          <p:spPr>
            <a:xfrm>
              <a:off x="3898707" y="1777974"/>
              <a:ext cx="46999" cy="70466"/>
            </a:xfrm>
            <a:custGeom>
              <a:avLst/>
              <a:gdLst/>
              <a:ahLst/>
              <a:cxnLst/>
              <a:rect l="l" t="t" r="r" b="b"/>
              <a:pathLst>
                <a:path w="1458" h="2186" extrusionOk="0">
                  <a:moveTo>
                    <a:pt x="476" y="1"/>
                  </a:moveTo>
                  <a:cubicBezTo>
                    <a:pt x="444" y="793"/>
                    <a:pt x="286" y="1521"/>
                    <a:pt x="1" y="2186"/>
                  </a:cubicBezTo>
                  <a:lnTo>
                    <a:pt x="761" y="2186"/>
                  </a:lnTo>
                  <a:cubicBezTo>
                    <a:pt x="1173" y="1553"/>
                    <a:pt x="1426" y="793"/>
                    <a:pt x="145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3859929" y="1858626"/>
              <a:ext cx="57185" cy="43936"/>
            </a:xfrm>
            <a:custGeom>
              <a:avLst/>
              <a:gdLst/>
              <a:ahLst/>
              <a:cxnLst/>
              <a:rect l="l" t="t" r="r" b="b"/>
              <a:pathLst>
                <a:path w="1774" h="1363" extrusionOk="0">
                  <a:moveTo>
                    <a:pt x="1077" y="1"/>
                  </a:moveTo>
                  <a:cubicBezTo>
                    <a:pt x="792" y="539"/>
                    <a:pt x="444" y="1014"/>
                    <a:pt x="0" y="1362"/>
                  </a:cubicBezTo>
                  <a:lnTo>
                    <a:pt x="0" y="1362"/>
                  </a:lnTo>
                  <a:cubicBezTo>
                    <a:pt x="697" y="1077"/>
                    <a:pt x="1299" y="602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3689438" y="1857594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" y="1"/>
                  </a:moveTo>
                  <a:cubicBezTo>
                    <a:pt x="476" y="634"/>
                    <a:pt x="1077" y="1109"/>
                    <a:pt x="1774" y="1394"/>
                  </a:cubicBezTo>
                  <a:cubicBezTo>
                    <a:pt x="1331" y="1046"/>
                    <a:pt x="982" y="571"/>
                    <a:pt x="69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3689438" y="1642200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774" y="1"/>
                  </a:moveTo>
                  <a:cubicBezTo>
                    <a:pt x="1077" y="318"/>
                    <a:pt x="476" y="793"/>
                    <a:pt x="1" y="1394"/>
                  </a:cubicBezTo>
                  <a:lnTo>
                    <a:pt x="697" y="1394"/>
                  </a:lnTo>
                  <a:cubicBezTo>
                    <a:pt x="982" y="824"/>
                    <a:pt x="1331" y="349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3660878" y="1697322"/>
              <a:ext cx="46966" cy="70498"/>
            </a:xfrm>
            <a:custGeom>
              <a:avLst/>
              <a:gdLst/>
              <a:ahLst/>
              <a:cxnLst/>
              <a:rect l="l" t="t" r="r" b="b"/>
              <a:pathLst>
                <a:path w="1457" h="2187" extrusionOk="0">
                  <a:moveTo>
                    <a:pt x="697" y="1"/>
                  </a:moveTo>
                  <a:cubicBezTo>
                    <a:pt x="285" y="634"/>
                    <a:pt x="32" y="1394"/>
                    <a:pt x="0" y="2186"/>
                  </a:cubicBezTo>
                  <a:lnTo>
                    <a:pt x="982" y="2186"/>
                  </a:lnTo>
                  <a:cubicBezTo>
                    <a:pt x="1013" y="1394"/>
                    <a:pt x="1172" y="634"/>
                    <a:pt x="14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3660878" y="1777974"/>
              <a:ext cx="46966" cy="70466"/>
            </a:xfrm>
            <a:custGeom>
              <a:avLst/>
              <a:gdLst/>
              <a:ahLst/>
              <a:cxnLst/>
              <a:rect l="l" t="t" r="r" b="b"/>
              <a:pathLst>
                <a:path w="1457" h="2186" extrusionOk="0">
                  <a:moveTo>
                    <a:pt x="0" y="1"/>
                  </a:moveTo>
                  <a:cubicBezTo>
                    <a:pt x="32" y="793"/>
                    <a:pt x="285" y="1553"/>
                    <a:pt x="697" y="2186"/>
                  </a:cubicBezTo>
                  <a:lnTo>
                    <a:pt x="1457" y="2186"/>
                  </a:lnTo>
                  <a:cubicBezTo>
                    <a:pt x="1172" y="1521"/>
                    <a:pt x="1013" y="793"/>
                    <a:pt x="98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2911543" y="3017281"/>
              <a:ext cx="513536" cy="316515"/>
            </a:xfrm>
            <a:custGeom>
              <a:avLst/>
              <a:gdLst/>
              <a:ahLst/>
              <a:cxnLst/>
              <a:rect l="l" t="t" r="r" b="b"/>
              <a:pathLst>
                <a:path w="15931" h="9819" extrusionOk="0">
                  <a:moveTo>
                    <a:pt x="10863" y="1"/>
                  </a:moveTo>
                  <a:cubicBezTo>
                    <a:pt x="9913" y="1"/>
                    <a:pt x="9090" y="413"/>
                    <a:pt x="8488" y="1046"/>
                  </a:cubicBezTo>
                  <a:cubicBezTo>
                    <a:pt x="8045" y="666"/>
                    <a:pt x="7443" y="413"/>
                    <a:pt x="6778" y="413"/>
                  </a:cubicBezTo>
                  <a:cubicBezTo>
                    <a:pt x="5480" y="413"/>
                    <a:pt x="4435" y="1363"/>
                    <a:pt x="4245" y="2629"/>
                  </a:cubicBezTo>
                  <a:cubicBezTo>
                    <a:pt x="4086" y="2566"/>
                    <a:pt x="3896" y="2534"/>
                    <a:pt x="3675" y="2534"/>
                  </a:cubicBezTo>
                  <a:cubicBezTo>
                    <a:pt x="2598" y="2534"/>
                    <a:pt x="1679" y="3389"/>
                    <a:pt x="1616" y="4498"/>
                  </a:cubicBezTo>
                  <a:cubicBezTo>
                    <a:pt x="666" y="4910"/>
                    <a:pt x="1" y="5891"/>
                    <a:pt x="1" y="7031"/>
                  </a:cubicBezTo>
                  <a:cubicBezTo>
                    <a:pt x="1" y="8551"/>
                    <a:pt x="1236" y="9818"/>
                    <a:pt x="2788" y="9818"/>
                  </a:cubicBezTo>
                  <a:lnTo>
                    <a:pt x="5100" y="9818"/>
                  </a:lnTo>
                  <a:lnTo>
                    <a:pt x="3231" y="7570"/>
                  </a:lnTo>
                  <a:lnTo>
                    <a:pt x="5670" y="7570"/>
                  </a:lnTo>
                  <a:lnTo>
                    <a:pt x="5670" y="3959"/>
                  </a:lnTo>
                  <a:lnTo>
                    <a:pt x="10388" y="3959"/>
                  </a:lnTo>
                  <a:lnTo>
                    <a:pt x="10388" y="7570"/>
                  </a:lnTo>
                  <a:lnTo>
                    <a:pt x="12827" y="7570"/>
                  </a:lnTo>
                  <a:lnTo>
                    <a:pt x="10958" y="9818"/>
                  </a:lnTo>
                  <a:lnTo>
                    <a:pt x="13144" y="9818"/>
                  </a:lnTo>
                  <a:cubicBezTo>
                    <a:pt x="14664" y="9818"/>
                    <a:pt x="15930" y="8551"/>
                    <a:pt x="15930" y="7031"/>
                  </a:cubicBezTo>
                  <a:cubicBezTo>
                    <a:pt x="15930" y="5733"/>
                    <a:pt x="15044" y="4656"/>
                    <a:pt x="13904" y="4339"/>
                  </a:cubicBezTo>
                  <a:cubicBezTo>
                    <a:pt x="14030" y="3991"/>
                    <a:pt x="14094" y="3611"/>
                    <a:pt x="14094" y="3231"/>
                  </a:cubicBezTo>
                  <a:cubicBezTo>
                    <a:pt x="14094" y="1458"/>
                    <a:pt x="12637" y="1"/>
                    <a:pt x="108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3040193" y="3156117"/>
              <a:ext cx="260330" cy="272611"/>
            </a:xfrm>
            <a:custGeom>
              <a:avLst/>
              <a:gdLst/>
              <a:ahLst/>
              <a:cxnLst/>
              <a:rect l="l" t="t" r="r" b="b"/>
              <a:pathLst>
                <a:path w="8076" h="8457" extrusionOk="0">
                  <a:moveTo>
                    <a:pt x="2059" y="1"/>
                  </a:moveTo>
                  <a:lnTo>
                    <a:pt x="2059" y="3611"/>
                  </a:lnTo>
                  <a:lnTo>
                    <a:pt x="0" y="3611"/>
                  </a:lnTo>
                  <a:lnTo>
                    <a:pt x="4054" y="8456"/>
                  </a:lnTo>
                  <a:lnTo>
                    <a:pt x="8076" y="3611"/>
                  </a:lnTo>
                  <a:lnTo>
                    <a:pt x="6049" y="3611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3124906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317" y="98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3146342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507" y="159"/>
                    <a:pt x="507" y="191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2"/>
                    <a:pt x="571" y="824"/>
                    <a:pt x="571" y="856"/>
                  </a:cubicBezTo>
                  <a:cubicBezTo>
                    <a:pt x="571" y="887"/>
                    <a:pt x="539" y="919"/>
                    <a:pt x="507" y="951"/>
                  </a:cubicBezTo>
                  <a:cubicBezTo>
                    <a:pt x="507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222" y="951"/>
                    <a:pt x="191" y="951"/>
                  </a:cubicBezTo>
                  <a:cubicBezTo>
                    <a:pt x="159" y="919"/>
                    <a:pt x="159" y="887"/>
                    <a:pt x="127" y="856"/>
                  </a:cubicBezTo>
                  <a:cubicBezTo>
                    <a:pt x="127" y="824"/>
                    <a:pt x="127" y="792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91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64" y="951"/>
                    <a:pt x="64" y="982"/>
                    <a:pt x="96" y="1014"/>
                  </a:cubicBezTo>
                  <a:cubicBezTo>
                    <a:pt x="127" y="1046"/>
                    <a:pt x="191" y="1077"/>
                    <a:pt x="222" y="1077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7"/>
                  </a:cubicBezTo>
                  <a:cubicBezTo>
                    <a:pt x="539" y="1077"/>
                    <a:pt x="571" y="1046"/>
                    <a:pt x="603" y="1014"/>
                  </a:cubicBezTo>
                  <a:cubicBezTo>
                    <a:pt x="634" y="982"/>
                    <a:pt x="666" y="951"/>
                    <a:pt x="698" y="887"/>
                  </a:cubicBezTo>
                  <a:cubicBezTo>
                    <a:pt x="698" y="856"/>
                    <a:pt x="698" y="792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3177997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59" y="127"/>
                  </a:lnTo>
                  <a:lnTo>
                    <a:pt x="159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286" y="98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40"/>
            <p:cNvSpPr/>
            <p:nvPr/>
          </p:nvSpPr>
          <p:spPr>
            <a:xfrm>
              <a:off x="3199434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476" y="159"/>
                    <a:pt x="507" y="191"/>
                  </a:cubicBezTo>
                  <a:cubicBezTo>
                    <a:pt x="539" y="191"/>
                    <a:pt x="539" y="222"/>
                    <a:pt x="571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2"/>
                    <a:pt x="571" y="824"/>
                    <a:pt x="571" y="856"/>
                  </a:cubicBezTo>
                  <a:cubicBezTo>
                    <a:pt x="539" y="887"/>
                    <a:pt x="539" y="919"/>
                    <a:pt x="507" y="951"/>
                  </a:cubicBezTo>
                  <a:cubicBezTo>
                    <a:pt x="476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191" y="951"/>
                    <a:pt x="191" y="951"/>
                  </a:cubicBezTo>
                  <a:cubicBezTo>
                    <a:pt x="159" y="919"/>
                    <a:pt x="127" y="887"/>
                    <a:pt x="127" y="856"/>
                  </a:cubicBezTo>
                  <a:cubicBezTo>
                    <a:pt x="127" y="824"/>
                    <a:pt x="96" y="792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127" y="286"/>
                    <a:pt x="127" y="254"/>
                  </a:cubicBezTo>
                  <a:cubicBezTo>
                    <a:pt x="127" y="222"/>
                    <a:pt x="159" y="191"/>
                    <a:pt x="191" y="191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32" y="951"/>
                    <a:pt x="64" y="982"/>
                    <a:pt x="96" y="1014"/>
                  </a:cubicBezTo>
                  <a:cubicBezTo>
                    <a:pt x="127" y="1046"/>
                    <a:pt x="159" y="1077"/>
                    <a:pt x="222" y="1077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412" y="1109"/>
                    <a:pt x="444" y="1109"/>
                    <a:pt x="476" y="1077"/>
                  </a:cubicBezTo>
                  <a:cubicBezTo>
                    <a:pt x="539" y="1077"/>
                    <a:pt x="571" y="1046"/>
                    <a:pt x="602" y="1014"/>
                  </a:cubicBezTo>
                  <a:cubicBezTo>
                    <a:pt x="634" y="982"/>
                    <a:pt x="666" y="951"/>
                    <a:pt x="666" y="887"/>
                  </a:cubicBezTo>
                  <a:cubicBezTo>
                    <a:pt x="697" y="856"/>
                    <a:pt x="697" y="792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40"/>
            <p:cNvSpPr/>
            <p:nvPr/>
          </p:nvSpPr>
          <p:spPr>
            <a:xfrm>
              <a:off x="3124906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3149405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40"/>
            <p:cNvSpPr/>
            <p:nvPr/>
          </p:nvSpPr>
          <p:spPr>
            <a:xfrm>
              <a:off x="3170841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508" y="159"/>
                    <a:pt x="539" y="190"/>
                  </a:cubicBezTo>
                  <a:cubicBezTo>
                    <a:pt x="539" y="222"/>
                    <a:pt x="571" y="222"/>
                    <a:pt x="571" y="254"/>
                  </a:cubicBezTo>
                  <a:cubicBezTo>
                    <a:pt x="603" y="285"/>
                    <a:pt x="603" y="317"/>
                    <a:pt x="603" y="349"/>
                  </a:cubicBezTo>
                  <a:lnTo>
                    <a:pt x="603" y="792"/>
                  </a:lnTo>
                  <a:cubicBezTo>
                    <a:pt x="603" y="824"/>
                    <a:pt x="603" y="855"/>
                    <a:pt x="571" y="887"/>
                  </a:cubicBezTo>
                  <a:cubicBezTo>
                    <a:pt x="571" y="887"/>
                    <a:pt x="539" y="919"/>
                    <a:pt x="539" y="950"/>
                  </a:cubicBezTo>
                  <a:cubicBezTo>
                    <a:pt x="508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54" y="982"/>
                    <a:pt x="223" y="982"/>
                    <a:pt x="191" y="950"/>
                  </a:cubicBezTo>
                  <a:cubicBezTo>
                    <a:pt x="159" y="919"/>
                    <a:pt x="159" y="887"/>
                    <a:pt x="128" y="887"/>
                  </a:cubicBezTo>
                  <a:cubicBezTo>
                    <a:pt x="128" y="855"/>
                    <a:pt x="128" y="824"/>
                    <a:pt x="128" y="792"/>
                  </a:cubicBezTo>
                  <a:lnTo>
                    <a:pt x="128" y="349"/>
                  </a:lnTo>
                  <a:cubicBezTo>
                    <a:pt x="128" y="317"/>
                    <a:pt x="128" y="285"/>
                    <a:pt x="128" y="254"/>
                  </a:cubicBezTo>
                  <a:cubicBezTo>
                    <a:pt x="159" y="222"/>
                    <a:pt x="159" y="222"/>
                    <a:pt x="191" y="190"/>
                  </a:cubicBezTo>
                  <a:cubicBezTo>
                    <a:pt x="223" y="159"/>
                    <a:pt x="254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318" y="0"/>
                    <a:pt x="254" y="0"/>
                    <a:pt x="223" y="32"/>
                  </a:cubicBezTo>
                  <a:cubicBezTo>
                    <a:pt x="191" y="64"/>
                    <a:pt x="128" y="64"/>
                    <a:pt x="96" y="95"/>
                  </a:cubicBezTo>
                  <a:cubicBezTo>
                    <a:pt x="64" y="127"/>
                    <a:pt x="64" y="159"/>
                    <a:pt x="33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3" y="919"/>
                  </a:cubicBezTo>
                  <a:cubicBezTo>
                    <a:pt x="64" y="950"/>
                    <a:pt x="64" y="982"/>
                    <a:pt x="96" y="1014"/>
                  </a:cubicBezTo>
                  <a:cubicBezTo>
                    <a:pt x="128" y="1045"/>
                    <a:pt x="191" y="1077"/>
                    <a:pt x="223" y="1109"/>
                  </a:cubicBezTo>
                  <a:cubicBezTo>
                    <a:pt x="254" y="1109"/>
                    <a:pt x="318" y="1140"/>
                    <a:pt x="349" y="1140"/>
                  </a:cubicBezTo>
                  <a:cubicBezTo>
                    <a:pt x="413" y="1140"/>
                    <a:pt x="444" y="1109"/>
                    <a:pt x="508" y="1109"/>
                  </a:cubicBezTo>
                  <a:cubicBezTo>
                    <a:pt x="539" y="1077"/>
                    <a:pt x="571" y="1045"/>
                    <a:pt x="603" y="1014"/>
                  </a:cubicBezTo>
                  <a:cubicBezTo>
                    <a:pt x="634" y="982"/>
                    <a:pt x="666" y="950"/>
                    <a:pt x="698" y="919"/>
                  </a:cubicBezTo>
                  <a:cubicBezTo>
                    <a:pt x="698" y="887"/>
                    <a:pt x="698" y="824"/>
                    <a:pt x="698" y="792"/>
                  </a:cubicBezTo>
                  <a:lnTo>
                    <a:pt x="698" y="349"/>
                  </a:lnTo>
                  <a:cubicBezTo>
                    <a:pt x="698" y="317"/>
                    <a:pt x="698" y="254"/>
                    <a:pt x="698" y="222"/>
                  </a:cubicBezTo>
                  <a:cubicBezTo>
                    <a:pt x="666" y="190"/>
                    <a:pt x="634" y="127"/>
                    <a:pt x="603" y="95"/>
                  </a:cubicBezTo>
                  <a:cubicBezTo>
                    <a:pt x="571" y="64"/>
                    <a:pt x="539" y="64"/>
                    <a:pt x="508" y="32"/>
                  </a:cubicBezTo>
                  <a:cubicBezTo>
                    <a:pt x="444" y="0"/>
                    <a:pt x="41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40"/>
            <p:cNvSpPr/>
            <p:nvPr/>
          </p:nvSpPr>
          <p:spPr>
            <a:xfrm>
              <a:off x="3199434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476" y="159"/>
                    <a:pt x="507" y="190"/>
                  </a:cubicBezTo>
                  <a:cubicBezTo>
                    <a:pt x="539" y="222"/>
                    <a:pt x="539" y="222"/>
                    <a:pt x="571" y="254"/>
                  </a:cubicBezTo>
                  <a:cubicBezTo>
                    <a:pt x="571" y="285"/>
                    <a:pt x="571" y="317"/>
                    <a:pt x="571" y="349"/>
                  </a:cubicBezTo>
                  <a:lnTo>
                    <a:pt x="571" y="792"/>
                  </a:lnTo>
                  <a:cubicBezTo>
                    <a:pt x="571" y="824"/>
                    <a:pt x="571" y="855"/>
                    <a:pt x="571" y="887"/>
                  </a:cubicBezTo>
                  <a:cubicBezTo>
                    <a:pt x="539" y="887"/>
                    <a:pt x="539" y="919"/>
                    <a:pt x="507" y="950"/>
                  </a:cubicBezTo>
                  <a:cubicBezTo>
                    <a:pt x="476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22" y="982"/>
                    <a:pt x="191" y="982"/>
                    <a:pt x="191" y="950"/>
                  </a:cubicBezTo>
                  <a:cubicBezTo>
                    <a:pt x="159" y="919"/>
                    <a:pt x="127" y="887"/>
                    <a:pt x="127" y="887"/>
                  </a:cubicBezTo>
                  <a:cubicBezTo>
                    <a:pt x="127" y="855"/>
                    <a:pt x="96" y="824"/>
                    <a:pt x="96" y="792"/>
                  </a:cubicBezTo>
                  <a:lnTo>
                    <a:pt x="96" y="349"/>
                  </a:lnTo>
                  <a:cubicBezTo>
                    <a:pt x="96" y="317"/>
                    <a:pt x="127" y="285"/>
                    <a:pt x="127" y="254"/>
                  </a:cubicBezTo>
                  <a:cubicBezTo>
                    <a:pt x="127" y="222"/>
                    <a:pt x="159" y="222"/>
                    <a:pt x="191" y="190"/>
                  </a:cubicBezTo>
                  <a:cubicBezTo>
                    <a:pt x="191" y="159"/>
                    <a:pt x="222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cubicBezTo>
                    <a:pt x="159" y="64"/>
                    <a:pt x="127" y="64"/>
                    <a:pt x="96" y="95"/>
                  </a:cubicBezTo>
                  <a:cubicBezTo>
                    <a:pt x="64" y="127"/>
                    <a:pt x="32" y="159"/>
                    <a:pt x="32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2" y="919"/>
                  </a:cubicBezTo>
                  <a:cubicBezTo>
                    <a:pt x="32" y="950"/>
                    <a:pt x="64" y="982"/>
                    <a:pt x="96" y="1014"/>
                  </a:cubicBezTo>
                  <a:cubicBezTo>
                    <a:pt x="127" y="1045"/>
                    <a:pt x="159" y="1077"/>
                    <a:pt x="222" y="1109"/>
                  </a:cubicBezTo>
                  <a:cubicBezTo>
                    <a:pt x="254" y="1109"/>
                    <a:pt x="286" y="1140"/>
                    <a:pt x="349" y="1140"/>
                  </a:cubicBezTo>
                  <a:cubicBezTo>
                    <a:pt x="412" y="1140"/>
                    <a:pt x="444" y="1109"/>
                    <a:pt x="476" y="1109"/>
                  </a:cubicBezTo>
                  <a:cubicBezTo>
                    <a:pt x="539" y="1077"/>
                    <a:pt x="571" y="1045"/>
                    <a:pt x="602" y="1014"/>
                  </a:cubicBezTo>
                  <a:cubicBezTo>
                    <a:pt x="634" y="982"/>
                    <a:pt x="666" y="950"/>
                    <a:pt x="666" y="919"/>
                  </a:cubicBezTo>
                  <a:cubicBezTo>
                    <a:pt x="697" y="887"/>
                    <a:pt x="697" y="824"/>
                    <a:pt x="697" y="792"/>
                  </a:cubicBezTo>
                  <a:lnTo>
                    <a:pt x="697" y="349"/>
                  </a:lnTo>
                  <a:cubicBezTo>
                    <a:pt x="697" y="317"/>
                    <a:pt x="697" y="254"/>
                    <a:pt x="666" y="222"/>
                  </a:cubicBezTo>
                  <a:cubicBezTo>
                    <a:pt x="666" y="190"/>
                    <a:pt x="634" y="127"/>
                    <a:pt x="602" y="95"/>
                  </a:cubicBezTo>
                  <a:cubicBezTo>
                    <a:pt x="571" y="64"/>
                    <a:pt x="539" y="64"/>
                    <a:pt x="476" y="32"/>
                  </a:cubicBezTo>
                  <a:cubicBezTo>
                    <a:pt x="444" y="0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3124906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40"/>
            <p:cNvSpPr/>
            <p:nvPr/>
          </p:nvSpPr>
          <p:spPr>
            <a:xfrm>
              <a:off x="3146342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76" y="127"/>
                    <a:pt x="507" y="159"/>
                    <a:pt x="507" y="159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3"/>
                    <a:pt x="571" y="824"/>
                    <a:pt x="571" y="856"/>
                  </a:cubicBezTo>
                  <a:cubicBezTo>
                    <a:pt x="571" y="888"/>
                    <a:pt x="539" y="919"/>
                    <a:pt x="507" y="919"/>
                  </a:cubicBezTo>
                  <a:cubicBezTo>
                    <a:pt x="507" y="951"/>
                    <a:pt x="476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222" y="951"/>
                    <a:pt x="191" y="919"/>
                  </a:cubicBezTo>
                  <a:cubicBezTo>
                    <a:pt x="159" y="919"/>
                    <a:pt x="159" y="888"/>
                    <a:pt x="127" y="856"/>
                  </a:cubicBezTo>
                  <a:cubicBezTo>
                    <a:pt x="127" y="824"/>
                    <a:pt x="127" y="793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59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64" y="951"/>
                    <a:pt x="64" y="983"/>
                    <a:pt x="96" y="1014"/>
                  </a:cubicBezTo>
                  <a:cubicBezTo>
                    <a:pt x="127" y="1046"/>
                    <a:pt x="191" y="1078"/>
                    <a:pt x="222" y="1078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8"/>
                  </a:cubicBezTo>
                  <a:cubicBezTo>
                    <a:pt x="539" y="1078"/>
                    <a:pt x="571" y="1046"/>
                    <a:pt x="603" y="1014"/>
                  </a:cubicBezTo>
                  <a:cubicBezTo>
                    <a:pt x="634" y="983"/>
                    <a:pt x="666" y="951"/>
                    <a:pt x="698" y="888"/>
                  </a:cubicBezTo>
                  <a:cubicBezTo>
                    <a:pt x="698" y="856"/>
                    <a:pt x="698" y="824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40"/>
            <p:cNvSpPr/>
            <p:nvPr/>
          </p:nvSpPr>
          <p:spPr>
            <a:xfrm>
              <a:off x="3174935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44" y="127"/>
                    <a:pt x="476" y="159"/>
                    <a:pt x="507" y="159"/>
                  </a:cubicBezTo>
                  <a:cubicBezTo>
                    <a:pt x="539" y="191"/>
                    <a:pt x="539" y="222"/>
                    <a:pt x="539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3"/>
                    <a:pt x="571" y="824"/>
                    <a:pt x="539" y="856"/>
                  </a:cubicBezTo>
                  <a:cubicBezTo>
                    <a:pt x="539" y="888"/>
                    <a:pt x="539" y="919"/>
                    <a:pt x="507" y="919"/>
                  </a:cubicBezTo>
                  <a:cubicBezTo>
                    <a:pt x="476" y="951"/>
                    <a:pt x="444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191" y="951"/>
                    <a:pt x="159" y="919"/>
                  </a:cubicBezTo>
                  <a:cubicBezTo>
                    <a:pt x="159" y="919"/>
                    <a:pt x="127" y="888"/>
                    <a:pt x="127" y="856"/>
                  </a:cubicBezTo>
                  <a:cubicBezTo>
                    <a:pt x="96" y="824"/>
                    <a:pt x="96" y="793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96" y="286"/>
                    <a:pt x="127" y="254"/>
                  </a:cubicBezTo>
                  <a:cubicBezTo>
                    <a:pt x="127" y="222"/>
                    <a:pt x="159" y="191"/>
                    <a:pt x="159" y="159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191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32" y="951"/>
                    <a:pt x="64" y="983"/>
                    <a:pt x="96" y="1014"/>
                  </a:cubicBezTo>
                  <a:cubicBezTo>
                    <a:pt x="127" y="1046"/>
                    <a:pt x="159" y="1078"/>
                    <a:pt x="191" y="1078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381" y="1109"/>
                    <a:pt x="444" y="1109"/>
                    <a:pt x="476" y="1078"/>
                  </a:cubicBezTo>
                  <a:cubicBezTo>
                    <a:pt x="507" y="1078"/>
                    <a:pt x="571" y="1046"/>
                    <a:pt x="602" y="1014"/>
                  </a:cubicBezTo>
                  <a:cubicBezTo>
                    <a:pt x="634" y="983"/>
                    <a:pt x="634" y="951"/>
                    <a:pt x="666" y="888"/>
                  </a:cubicBezTo>
                  <a:cubicBezTo>
                    <a:pt x="697" y="856"/>
                    <a:pt x="697" y="824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3205558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1509933" y="3063216"/>
              <a:ext cx="455319" cy="294048"/>
            </a:xfrm>
            <a:custGeom>
              <a:avLst/>
              <a:gdLst/>
              <a:ahLst/>
              <a:cxnLst/>
              <a:rect l="l" t="t" r="r" b="b"/>
              <a:pathLst>
                <a:path w="14125" h="9122" extrusionOk="0">
                  <a:moveTo>
                    <a:pt x="0" y="1"/>
                  </a:moveTo>
                  <a:lnTo>
                    <a:pt x="0" y="9122"/>
                  </a:lnTo>
                  <a:lnTo>
                    <a:pt x="14125" y="9122"/>
                  </a:lnTo>
                  <a:lnTo>
                    <a:pt x="14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1443561" y="3374574"/>
              <a:ext cx="588063" cy="14345"/>
            </a:xfrm>
            <a:custGeom>
              <a:avLst/>
              <a:gdLst/>
              <a:ahLst/>
              <a:cxnLst/>
              <a:rect l="l" t="t" r="r" b="b"/>
              <a:pathLst>
                <a:path w="18243" h="445" extrusionOk="0">
                  <a:moveTo>
                    <a:pt x="1" y="1"/>
                  </a:moveTo>
                  <a:lnTo>
                    <a:pt x="1" y="444"/>
                  </a:lnTo>
                  <a:lnTo>
                    <a:pt x="18242" y="444"/>
                  </a:lnTo>
                  <a:lnTo>
                    <a:pt x="18242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1443561" y="3366418"/>
              <a:ext cx="588063" cy="8188"/>
            </a:xfrm>
            <a:custGeom>
              <a:avLst/>
              <a:gdLst/>
              <a:ahLst/>
              <a:cxnLst/>
              <a:rect l="l" t="t" r="r" b="b"/>
              <a:pathLst>
                <a:path w="18243" h="254" extrusionOk="0">
                  <a:moveTo>
                    <a:pt x="507" y="1"/>
                  </a:moveTo>
                  <a:lnTo>
                    <a:pt x="1" y="254"/>
                  </a:lnTo>
                  <a:lnTo>
                    <a:pt x="18242" y="254"/>
                  </a:lnTo>
                  <a:lnTo>
                    <a:pt x="17735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1443561" y="3388886"/>
              <a:ext cx="588063" cy="4094"/>
            </a:xfrm>
            <a:custGeom>
              <a:avLst/>
              <a:gdLst/>
              <a:ahLst/>
              <a:cxnLst/>
              <a:rect l="l" t="t" r="r" b="b"/>
              <a:pathLst>
                <a:path w="18243" h="127" extrusionOk="0">
                  <a:moveTo>
                    <a:pt x="1" y="0"/>
                  </a:moveTo>
                  <a:lnTo>
                    <a:pt x="507" y="127"/>
                  </a:lnTo>
                  <a:lnTo>
                    <a:pt x="17735" y="127"/>
                  </a:lnTo>
                  <a:lnTo>
                    <a:pt x="1824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1499714" y="3047904"/>
              <a:ext cx="474725" cy="321609"/>
            </a:xfrm>
            <a:custGeom>
              <a:avLst/>
              <a:gdLst/>
              <a:ahLst/>
              <a:cxnLst/>
              <a:rect l="l" t="t" r="r" b="b"/>
              <a:pathLst>
                <a:path w="14727" h="9977" extrusionOk="0">
                  <a:moveTo>
                    <a:pt x="14220" y="603"/>
                  </a:moveTo>
                  <a:lnTo>
                    <a:pt x="14220" y="9407"/>
                  </a:lnTo>
                  <a:lnTo>
                    <a:pt x="507" y="9407"/>
                  </a:lnTo>
                  <a:lnTo>
                    <a:pt x="507" y="603"/>
                  </a:lnTo>
                  <a:close/>
                  <a:moveTo>
                    <a:pt x="412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9977"/>
                  </a:lnTo>
                  <a:lnTo>
                    <a:pt x="14727" y="9977"/>
                  </a:lnTo>
                  <a:lnTo>
                    <a:pt x="14727" y="413"/>
                  </a:lnTo>
                  <a:cubicBezTo>
                    <a:pt x="14727" y="191"/>
                    <a:pt x="14568" y="1"/>
                    <a:pt x="143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1732483" y="3053029"/>
              <a:ext cx="10218" cy="10218"/>
            </a:xfrm>
            <a:custGeom>
              <a:avLst/>
              <a:gdLst/>
              <a:ahLst/>
              <a:cxnLst/>
              <a:rect l="l" t="t" r="r" b="b"/>
              <a:pathLst>
                <a:path w="317" h="317" extrusionOk="0">
                  <a:moveTo>
                    <a:pt x="158" y="0"/>
                  </a:moveTo>
                  <a:cubicBezTo>
                    <a:pt x="63" y="0"/>
                    <a:pt x="0" y="64"/>
                    <a:pt x="0" y="159"/>
                  </a:cubicBezTo>
                  <a:cubicBezTo>
                    <a:pt x="0" y="254"/>
                    <a:pt x="63" y="317"/>
                    <a:pt x="158" y="317"/>
                  </a:cubicBezTo>
                  <a:cubicBezTo>
                    <a:pt x="253" y="317"/>
                    <a:pt x="317" y="254"/>
                    <a:pt x="317" y="159"/>
                  </a:cubicBezTo>
                  <a:cubicBezTo>
                    <a:pt x="317" y="64"/>
                    <a:pt x="253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158649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70" y="2312"/>
                  </a:lnTo>
                  <a:lnTo>
                    <a:pt x="1077" y="2312"/>
                  </a:lnTo>
                  <a:lnTo>
                    <a:pt x="1521" y="571"/>
                  </a:lnTo>
                  <a:lnTo>
                    <a:pt x="1996" y="2312"/>
                  </a:lnTo>
                  <a:lnTo>
                    <a:pt x="2502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67" y="1"/>
                  </a:lnTo>
                  <a:lnTo>
                    <a:pt x="824" y="1584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1685517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39" y="2312"/>
                  </a:lnTo>
                  <a:lnTo>
                    <a:pt x="1045" y="2312"/>
                  </a:lnTo>
                  <a:lnTo>
                    <a:pt x="1520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186" y="1616"/>
                  </a:lnTo>
                  <a:lnTo>
                    <a:pt x="1805" y="1"/>
                  </a:lnTo>
                  <a:lnTo>
                    <a:pt x="1235" y="1"/>
                  </a:lnTo>
                  <a:lnTo>
                    <a:pt x="824" y="158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178351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1" y="1"/>
                  </a:moveTo>
                  <a:lnTo>
                    <a:pt x="539" y="2312"/>
                  </a:lnTo>
                  <a:lnTo>
                    <a:pt x="1046" y="2312"/>
                  </a:lnTo>
                  <a:lnTo>
                    <a:pt x="1521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36" y="1"/>
                  </a:lnTo>
                  <a:lnTo>
                    <a:pt x="824" y="1584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40"/>
            <p:cNvSpPr/>
            <p:nvPr/>
          </p:nvSpPr>
          <p:spPr>
            <a:xfrm>
              <a:off x="1882537" y="3235737"/>
              <a:ext cx="14312" cy="14345"/>
            </a:xfrm>
            <a:custGeom>
              <a:avLst/>
              <a:gdLst/>
              <a:ahLst/>
              <a:cxnLst/>
              <a:rect l="l" t="t" r="r" b="b"/>
              <a:pathLst>
                <a:path w="444" h="445" extrusionOk="0">
                  <a:moveTo>
                    <a:pt x="0" y="1"/>
                  </a:moveTo>
                  <a:lnTo>
                    <a:pt x="0" y="444"/>
                  </a:lnTo>
                  <a:lnTo>
                    <a:pt x="444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1" name="Google Shape;4631;p40"/>
            <p:cNvGrpSpPr/>
            <p:nvPr/>
          </p:nvGrpSpPr>
          <p:grpSpPr>
            <a:xfrm>
              <a:off x="6007496" y="1259410"/>
              <a:ext cx="267518" cy="470631"/>
              <a:chOff x="6159896" y="1259410"/>
              <a:chExt cx="267518" cy="470631"/>
            </a:xfrm>
          </p:grpSpPr>
          <p:sp>
            <p:nvSpPr>
              <p:cNvPr id="4632" name="Google Shape;4632;p40"/>
              <p:cNvSpPr/>
              <p:nvPr/>
            </p:nvSpPr>
            <p:spPr>
              <a:xfrm>
                <a:off x="6159896" y="1259410"/>
                <a:ext cx="267518" cy="470631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14600" extrusionOk="0">
                    <a:moveTo>
                      <a:pt x="7316" y="475"/>
                    </a:moveTo>
                    <a:cubicBezTo>
                      <a:pt x="7601" y="475"/>
                      <a:pt x="7823" y="665"/>
                      <a:pt x="7823" y="950"/>
                    </a:cubicBezTo>
                    <a:lnTo>
                      <a:pt x="7823" y="13649"/>
                    </a:lnTo>
                    <a:cubicBezTo>
                      <a:pt x="7823" y="13903"/>
                      <a:pt x="7601" y="14124"/>
                      <a:pt x="7316" y="14124"/>
                    </a:cubicBezTo>
                    <a:lnTo>
                      <a:pt x="951" y="14124"/>
                    </a:lnTo>
                    <a:cubicBezTo>
                      <a:pt x="698" y="14124"/>
                      <a:pt x="476" y="13903"/>
                      <a:pt x="476" y="13649"/>
                    </a:cubicBezTo>
                    <a:lnTo>
                      <a:pt x="476" y="950"/>
                    </a:lnTo>
                    <a:cubicBezTo>
                      <a:pt x="476" y="665"/>
                      <a:pt x="698" y="475"/>
                      <a:pt x="951" y="475"/>
                    </a:cubicBezTo>
                    <a:close/>
                    <a:moveTo>
                      <a:pt x="951" y="0"/>
                    </a:moveTo>
                    <a:cubicBezTo>
                      <a:pt x="444" y="0"/>
                      <a:pt x="1" y="412"/>
                      <a:pt x="1" y="950"/>
                    </a:cubicBezTo>
                    <a:lnTo>
                      <a:pt x="1" y="13649"/>
                    </a:lnTo>
                    <a:cubicBezTo>
                      <a:pt x="1" y="14188"/>
                      <a:pt x="444" y="14599"/>
                      <a:pt x="951" y="14599"/>
                    </a:cubicBezTo>
                    <a:lnTo>
                      <a:pt x="7316" y="14599"/>
                    </a:lnTo>
                    <a:cubicBezTo>
                      <a:pt x="7855" y="14599"/>
                      <a:pt x="8298" y="14188"/>
                      <a:pt x="8298" y="13649"/>
                    </a:cubicBezTo>
                    <a:lnTo>
                      <a:pt x="8298" y="950"/>
                    </a:lnTo>
                    <a:cubicBezTo>
                      <a:pt x="8298" y="412"/>
                      <a:pt x="7855" y="0"/>
                      <a:pt x="7316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40"/>
              <p:cNvSpPr/>
              <p:nvPr/>
            </p:nvSpPr>
            <p:spPr>
              <a:xfrm>
                <a:off x="6168084" y="1266533"/>
                <a:ext cx="251143" cy="456351"/>
              </a:xfrm>
              <a:custGeom>
                <a:avLst/>
                <a:gdLst/>
                <a:ahLst/>
                <a:cxnLst/>
                <a:rect l="l" t="t" r="r" b="b"/>
                <a:pathLst>
                  <a:path w="7791" h="14157" extrusionOk="0">
                    <a:moveTo>
                      <a:pt x="697" y="1"/>
                    </a:moveTo>
                    <a:cubicBezTo>
                      <a:pt x="317" y="1"/>
                      <a:pt x="0" y="317"/>
                      <a:pt x="0" y="729"/>
                    </a:cubicBezTo>
                    <a:lnTo>
                      <a:pt x="0" y="13428"/>
                    </a:lnTo>
                    <a:cubicBezTo>
                      <a:pt x="0" y="13840"/>
                      <a:pt x="317" y="14157"/>
                      <a:pt x="697" y="14157"/>
                    </a:cubicBezTo>
                    <a:lnTo>
                      <a:pt x="7062" y="14157"/>
                    </a:lnTo>
                    <a:cubicBezTo>
                      <a:pt x="7474" y="14157"/>
                      <a:pt x="7791" y="13840"/>
                      <a:pt x="7791" y="13428"/>
                    </a:cubicBezTo>
                    <a:lnTo>
                      <a:pt x="7791" y="729"/>
                    </a:lnTo>
                    <a:cubicBezTo>
                      <a:pt x="7791" y="349"/>
                      <a:pt x="7474" y="1"/>
                      <a:pt x="7062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40"/>
              <p:cNvSpPr/>
              <p:nvPr/>
            </p:nvSpPr>
            <p:spPr>
              <a:xfrm>
                <a:off x="6174208" y="1323718"/>
                <a:ext cx="238894" cy="327701"/>
              </a:xfrm>
              <a:custGeom>
                <a:avLst/>
                <a:gdLst/>
                <a:ahLst/>
                <a:cxnLst/>
                <a:rect l="l" t="t" r="r" b="b"/>
                <a:pathLst>
                  <a:path w="7411" h="10166" extrusionOk="0">
                    <a:moveTo>
                      <a:pt x="0" y="0"/>
                    </a:moveTo>
                    <a:lnTo>
                      <a:pt x="0" y="10166"/>
                    </a:lnTo>
                    <a:lnTo>
                      <a:pt x="7411" y="10166"/>
                    </a:lnTo>
                    <a:lnTo>
                      <a:pt x="7411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40"/>
              <p:cNvSpPr/>
              <p:nvPr/>
            </p:nvSpPr>
            <p:spPr>
              <a:xfrm>
                <a:off x="6283420" y="1296157"/>
                <a:ext cx="37812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1014" y="317"/>
                    </a:lnTo>
                    <a:cubicBezTo>
                      <a:pt x="1078" y="317"/>
                      <a:pt x="1173" y="253"/>
                      <a:pt x="1173" y="158"/>
                    </a:cubicBezTo>
                    <a:cubicBezTo>
                      <a:pt x="1173" y="63"/>
                      <a:pt x="1078" y="0"/>
                      <a:pt x="1014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40"/>
              <p:cNvSpPr/>
              <p:nvPr/>
            </p:nvSpPr>
            <p:spPr>
              <a:xfrm>
                <a:off x="6261984" y="1296157"/>
                <a:ext cx="16375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349" y="317"/>
                    </a:lnTo>
                    <a:cubicBezTo>
                      <a:pt x="444" y="317"/>
                      <a:pt x="507" y="253"/>
                      <a:pt x="507" y="158"/>
                    </a:cubicBezTo>
                    <a:cubicBezTo>
                      <a:pt x="507" y="63"/>
                      <a:pt x="444" y="0"/>
                      <a:pt x="349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40"/>
              <p:cNvSpPr/>
              <p:nvPr/>
            </p:nvSpPr>
            <p:spPr>
              <a:xfrm>
                <a:off x="6271171" y="1666699"/>
                <a:ext cx="44968" cy="44968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395" extrusionOk="0">
                    <a:moveTo>
                      <a:pt x="698" y="1"/>
                    </a:moveTo>
                    <a:cubicBezTo>
                      <a:pt x="318" y="1"/>
                      <a:pt x="1" y="318"/>
                      <a:pt x="1" y="698"/>
                    </a:cubicBezTo>
                    <a:cubicBezTo>
                      <a:pt x="1" y="1078"/>
                      <a:pt x="318" y="1394"/>
                      <a:pt x="698" y="1394"/>
                    </a:cubicBezTo>
                    <a:cubicBezTo>
                      <a:pt x="1078" y="1394"/>
                      <a:pt x="1394" y="1078"/>
                      <a:pt x="1394" y="698"/>
                    </a:cubicBezTo>
                    <a:cubicBezTo>
                      <a:pt x="1394" y="318"/>
                      <a:pt x="1078" y="1"/>
                      <a:pt x="69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40"/>
              <p:cNvSpPr/>
              <p:nvPr/>
            </p:nvSpPr>
            <p:spPr>
              <a:xfrm>
                <a:off x="6266078" y="1438411"/>
                <a:ext cx="82715" cy="93836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911" extrusionOk="0">
                    <a:moveTo>
                      <a:pt x="127" y="0"/>
                    </a:moveTo>
                    <a:cubicBezTo>
                      <a:pt x="57" y="0"/>
                      <a:pt x="0" y="74"/>
                      <a:pt x="0" y="147"/>
                    </a:cubicBezTo>
                    <a:lnTo>
                      <a:pt x="0" y="2776"/>
                    </a:lnTo>
                    <a:cubicBezTo>
                      <a:pt x="0" y="2854"/>
                      <a:pt x="65" y="2911"/>
                      <a:pt x="141" y="2911"/>
                    </a:cubicBezTo>
                    <a:cubicBezTo>
                      <a:pt x="157" y="2911"/>
                      <a:pt x="174" y="2908"/>
                      <a:pt x="190" y="2903"/>
                    </a:cubicBezTo>
                    <a:lnTo>
                      <a:pt x="2471" y="1573"/>
                    </a:lnTo>
                    <a:cubicBezTo>
                      <a:pt x="2566" y="1541"/>
                      <a:pt x="2566" y="1383"/>
                      <a:pt x="2471" y="1351"/>
                    </a:cubicBezTo>
                    <a:lnTo>
                      <a:pt x="190" y="21"/>
                    </a:lnTo>
                    <a:cubicBezTo>
                      <a:pt x="169" y="6"/>
                      <a:pt x="148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40"/>
              <p:cNvSpPr/>
              <p:nvPr/>
            </p:nvSpPr>
            <p:spPr>
              <a:xfrm>
                <a:off x="6201769" y="1394152"/>
                <a:ext cx="182772" cy="18277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fill="none" extrusionOk="0">
                    <a:moveTo>
                      <a:pt x="3484" y="380"/>
                    </a:moveTo>
                    <a:cubicBezTo>
                      <a:pt x="4877" y="729"/>
                      <a:pt x="5669" y="2122"/>
                      <a:pt x="5321" y="3484"/>
                    </a:cubicBezTo>
                    <a:cubicBezTo>
                      <a:pt x="4941" y="4846"/>
                      <a:pt x="3547" y="5669"/>
                      <a:pt x="2185" y="5321"/>
                    </a:cubicBezTo>
                    <a:cubicBezTo>
                      <a:pt x="824" y="4941"/>
                      <a:pt x="0" y="3547"/>
                      <a:pt x="380" y="2185"/>
                    </a:cubicBezTo>
                    <a:cubicBezTo>
                      <a:pt x="729" y="824"/>
                      <a:pt x="2122" y="0"/>
                      <a:pt x="3484" y="380"/>
                    </a:cubicBezTo>
                    <a:close/>
                  </a:path>
                </a:pathLst>
              </a:custGeom>
              <a:noFill/>
              <a:ln w="13450" cap="flat" cmpd="sng">
                <a:solidFill>
                  <a:srgbClr val="FFFFFF"/>
                </a:solidFill>
                <a:prstDash val="solid"/>
                <a:miter lim="316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40" name="Google Shape;4640;p40"/>
          <p:cNvSpPr txBox="1"/>
          <p:nvPr/>
        </p:nvSpPr>
        <p:spPr>
          <a:xfrm>
            <a:off x="4616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1" name="Google Shape;4641;p40"/>
          <p:cNvSpPr txBox="1"/>
          <p:nvPr/>
        </p:nvSpPr>
        <p:spPr>
          <a:xfrm>
            <a:off x="4038001" y="236482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2" name="Google Shape;4642;p40"/>
          <p:cNvSpPr txBox="1"/>
          <p:nvPr/>
        </p:nvSpPr>
        <p:spPr>
          <a:xfrm>
            <a:off x="4038001" y="264987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3" name="Google Shape;4643;p40"/>
          <p:cNvSpPr txBox="1"/>
          <p:nvPr/>
        </p:nvSpPr>
        <p:spPr>
          <a:xfrm>
            <a:off x="710250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4" name="Google Shape;4644;p40"/>
          <p:cNvSpPr txBox="1"/>
          <p:nvPr/>
        </p:nvSpPr>
        <p:spPr>
          <a:xfrm>
            <a:off x="710250" y="438139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5" name="Google Shape;4645;p40"/>
          <p:cNvSpPr txBox="1"/>
          <p:nvPr/>
        </p:nvSpPr>
        <p:spPr>
          <a:xfrm>
            <a:off x="6074425" y="2364826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6" name="Google Shape;4646;p40"/>
          <p:cNvSpPr txBox="1"/>
          <p:nvPr/>
        </p:nvSpPr>
        <p:spPr>
          <a:xfrm>
            <a:off x="6074425" y="2625525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7" name="Google Shape;4647;p40"/>
          <p:cNvSpPr txBox="1"/>
          <p:nvPr/>
        </p:nvSpPr>
        <p:spPr>
          <a:xfrm>
            <a:off x="2793625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8" name="Google Shape;4648;p40"/>
          <p:cNvSpPr txBox="1"/>
          <p:nvPr/>
        </p:nvSpPr>
        <p:spPr>
          <a:xfrm>
            <a:off x="2793625" y="438139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41"/>
          <p:cNvSpPr/>
          <p:nvPr/>
        </p:nvSpPr>
        <p:spPr>
          <a:xfrm>
            <a:off x="2395935" y="2910683"/>
            <a:ext cx="4353356" cy="1825926"/>
          </a:xfrm>
          <a:custGeom>
            <a:avLst/>
            <a:gdLst/>
            <a:ahLst/>
            <a:cxnLst/>
            <a:rect l="l" t="t" r="r" b="b"/>
            <a:pathLst>
              <a:path w="135608" h="56878" extrusionOk="0">
                <a:moveTo>
                  <a:pt x="67804" y="0"/>
                </a:moveTo>
                <a:lnTo>
                  <a:pt x="1" y="56877"/>
                </a:lnTo>
                <a:lnTo>
                  <a:pt x="135608" y="56877"/>
                </a:lnTo>
                <a:lnTo>
                  <a:pt x="67804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4" name="Google Shape;4654;p41"/>
          <p:cNvSpPr/>
          <p:nvPr/>
        </p:nvSpPr>
        <p:spPr>
          <a:xfrm>
            <a:off x="2395935" y="967840"/>
            <a:ext cx="4353356" cy="1826953"/>
          </a:xfrm>
          <a:custGeom>
            <a:avLst/>
            <a:gdLst/>
            <a:ahLst/>
            <a:cxnLst/>
            <a:rect l="l" t="t" r="r" b="b"/>
            <a:pathLst>
              <a:path w="135608" h="56910" extrusionOk="0">
                <a:moveTo>
                  <a:pt x="1" y="1"/>
                </a:moveTo>
                <a:lnTo>
                  <a:pt x="67804" y="56910"/>
                </a:lnTo>
                <a:lnTo>
                  <a:pt x="13560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5" name="Google Shape;4655;p41"/>
          <p:cNvSpPr/>
          <p:nvPr/>
        </p:nvSpPr>
        <p:spPr>
          <a:xfrm>
            <a:off x="4694602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68311" y="1"/>
                </a:moveTo>
                <a:lnTo>
                  <a:pt x="1" y="57321"/>
                </a:lnTo>
                <a:lnTo>
                  <a:pt x="124397" y="57321"/>
                </a:lnTo>
                <a:lnTo>
                  <a:pt x="12439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6" name="Google Shape;4656;p41"/>
          <p:cNvSpPr/>
          <p:nvPr/>
        </p:nvSpPr>
        <p:spPr>
          <a:xfrm>
            <a:off x="4694602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1" y="0"/>
                </a:moveTo>
                <a:lnTo>
                  <a:pt x="68311" y="57289"/>
                </a:lnTo>
                <a:lnTo>
                  <a:pt x="124397" y="57289"/>
                </a:lnTo>
                <a:lnTo>
                  <a:pt x="124397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7" name="Google Shape;4657;p41"/>
          <p:cNvSpPr/>
          <p:nvPr/>
        </p:nvSpPr>
        <p:spPr>
          <a:xfrm>
            <a:off x="457201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0" y="1"/>
                </a:moveTo>
                <a:lnTo>
                  <a:pt x="0" y="57321"/>
                </a:lnTo>
                <a:lnTo>
                  <a:pt x="124396" y="57321"/>
                </a:lnTo>
                <a:lnTo>
                  <a:pt x="560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8" name="Google Shape;4658;p41"/>
          <p:cNvSpPr/>
          <p:nvPr/>
        </p:nvSpPr>
        <p:spPr>
          <a:xfrm>
            <a:off x="457201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0" y="0"/>
                </a:moveTo>
                <a:lnTo>
                  <a:pt x="0" y="57289"/>
                </a:lnTo>
                <a:lnTo>
                  <a:pt x="56086" y="57289"/>
                </a:lnTo>
                <a:lnTo>
                  <a:pt x="124396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59" name="Google Shape;4659;p41"/>
          <p:cNvGrpSpPr/>
          <p:nvPr/>
        </p:nvGrpSpPr>
        <p:grpSpPr>
          <a:xfrm>
            <a:off x="4256418" y="1886493"/>
            <a:ext cx="632387" cy="518520"/>
            <a:chOff x="4171043" y="1106105"/>
            <a:chExt cx="632387" cy="518520"/>
          </a:xfrm>
        </p:grpSpPr>
        <p:sp>
          <p:nvSpPr>
            <p:cNvPr id="4660" name="Google Shape;4660;p41"/>
            <p:cNvSpPr/>
            <p:nvPr/>
          </p:nvSpPr>
          <p:spPr>
            <a:xfrm>
              <a:off x="4345905" y="1106105"/>
              <a:ext cx="457525" cy="497171"/>
            </a:xfrm>
            <a:custGeom>
              <a:avLst/>
              <a:gdLst/>
              <a:ahLst/>
              <a:cxnLst/>
              <a:rect l="l" t="t" r="r" b="b"/>
              <a:pathLst>
                <a:path w="14252" h="15487" extrusionOk="0">
                  <a:moveTo>
                    <a:pt x="7126" y="1"/>
                  </a:moveTo>
                  <a:cubicBezTo>
                    <a:pt x="7126" y="1"/>
                    <a:pt x="5381" y="3718"/>
                    <a:pt x="2252" y="3718"/>
                  </a:cubicBezTo>
                  <a:cubicBezTo>
                    <a:pt x="1880" y="3718"/>
                    <a:pt x="1488" y="3666"/>
                    <a:pt x="1077" y="3548"/>
                  </a:cubicBezTo>
                  <a:lnTo>
                    <a:pt x="1077" y="3548"/>
                  </a:lnTo>
                  <a:cubicBezTo>
                    <a:pt x="1077" y="3548"/>
                    <a:pt x="0" y="12985"/>
                    <a:pt x="7126" y="15487"/>
                  </a:cubicBezTo>
                  <a:cubicBezTo>
                    <a:pt x="14251" y="12985"/>
                    <a:pt x="13143" y="3548"/>
                    <a:pt x="13143" y="3548"/>
                  </a:cubicBezTo>
                  <a:lnTo>
                    <a:pt x="13143" y="3548"/>
                  </a:lnTo>
                  <a:cubicBezTo>
                    <a:pt x="12732" y="3666"/>
                    <a:pt x="12340" y="3718"/>
                    <a:pt x="11968" y="3718"/>
                  </a:cubicBezTo>
                  <a:cubicBezTo>
                    <a:pt x="8845" y="3718"/>
                    <a:pt x="7126" y="1"/>
                    <a:pt x="71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4398778" y="1149829"/>
              <a:ext cx="350752" cy="429050"/>
            </a:xfrm>
            <a:custGeom>
              <a:avLst/>
              <a:gdLst/>
              <a:ahLst/>
              <a:cxnLst/>
              <a:rect l="l" t="t" r="r" b="b"/>
              <a:pathLst>
                <a:path w="10926" h="13365" extrusionOk="0">
                  <a:moveTo>
                    <a:pt x="5479" y="1"/>
                  </a:moveTo>
                  <a:cubicBezTo>
                    <a:pt x="4624" y="1267"/>
                    <a:pt x="2977" y="3041"/>
                    <a:pt x="570" y="3041"/>
                  </a:cubicBezTo>
                  <a:lnTo>
                    <a:pt x="63" y="3041"/>
                  </a:lnTo>
                  <a:cubicBezTo>
                    <a:pt x="0" y="5258"/>
                    <a:pt x="317" y="11401"/>
                    <a:pt x="5479" y="13365"/>
                  </a:cubicBezTo>
                  <a:cubicBezTo>
                    <a:pt x="10609" y="11401"/>
                    <a:pt x="10926" y="5258"/>
                    <a:pt x="10863" y="3041"/>
                  </a:cubicBezTo>
                  <a:lnTo>
                    <a:pt x="10356" y="3041"/>
                  </a:lnTo>
                  <a:cubicBezTo>
                    <a:pt x="7949" y="3041"/>
                    <a:pt x="6302" y="1267"/>
                    <a:pt x="547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4592934" y="1438559"/>
              <a:ext cx="186098" cy="186066"/>
            </a:xfrm>
            <a:custGeom>
              <a:avLst/>
              <a:gdLst/>
              <a:ahLst/>
              <a:cxnLst/>
              <a:rect l="l" t="t" r="r" b="b"/>
              <a:pathLst>
                <a:path w="5797" h="5796" extrusionOk="0">
                  <a:moveTo>
                    <a:pt x="2883" y="0"/>
                  </a:moveTo>
                  <a:cubicBezTo>
                    <a:pt x="1299" y="0"/>
                    <a:pt x="1" y="1299"/>
                    <a:pt x="1" y="2914"/>
                  </a:cubicBezTo>
                  <a:cubicBezTo>
                    <a:pt x="1" y="4497"/>
                    <a:pt x="1299" y="5796"/>
                    <a:pt x="2883" y="5796"/>
                  </a:cubicBezTo>
                  <a:cubicBezTo>
                    <a:pt x="4498" y="5796"/>
                    <a:pt x="5796" y="4497"/>
                    <a:pt x="5796" y="2914"/>
                  </a:cubicBezTo>
                  <a:cubicBezTo>
                    <a:pt x="5796" y="1299"/>
                    <a:pt x="4498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4625485" y="1487354"/>
              <a:ext cx="123049" cy="88474"/>
            </a:xfrm>
            <a:custGeom>
              <a:avLst/>
              <a:gdLst/>
              <a:ahLst/>
              <a:cxnLst/>
              <a:rect l="l" t="t" r="r" b="b"/>
              <a:pathLst>
                <a:path w="3833" h="2756" extrusionOk="0">
                  <a:moveTo>
                    <a:pt x="3832" y="1"/>
                  </a:moveTo>
                  <a:lnTo>
                    <a:pt x="1742" y="1647"/>
                  </a:lnTo>
                  <a:lnTo>
                    <a:pt x="0" y="856"/>
                  </a:lnTo>
                  <a:lnTo>
                    <a:pt x="0" y="856"/>
                  </a:lnTo>
                  <a:lnTo>
                    <a:pt x="1742" y="2756"/>
                  </a:lnTo>
                  <a:lnTo>
                    <a:pt x="38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4410977" y="1364338"/>
              <a:ext cx="165745" cy="214541"/>
            </a:xfrm>
            <a:custGeom>
              <a:avLst/>
              <a:gdLst/>
              <a:ahLst/>
              <a:cxnLst/>
              <a:rect l="l" t="t" r="r" b="b"/>
              <a:pathLst>
                <a:path w="5163" h="6683" extrusionOk="0">
                  <a:moveTo>
                    <a:pt x="0" y="1"/>
                  </a:moveTo>
                  <a:cubicBezTo>
                    <a:pt x="538" y="2534"/>
                    <a:pt x="1837" y="5448"/>
                    <a:pt x="5099" y="6683"/>
                  </a:cubicBezTo>
                  <a:cubicBezTo>
                    <a:pt x="5099" y="6683"/>
                    <a:pt x="5130" y="6683"/>
                    <a:pt x="5162" y="6651"/>
                  </a:cubicBezTo>
                  <a:lnTo>
                    <a:pt x="5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4573929" y="1149829"/>
              <a:ext cx="174605" cy="217591"/>
            </a:xfrm>
            <a:custGeom>
              <a:avLst/>
              <a:gdLst/>
              <a:ahLst/>
              <a:cxnLst/>
              <a:rect l="l" t="t" r="r" b="b"/>
              <a:pathLst>
                <a:path w="5439" h="6778" extrusionOk="0">
                  <a:moveTo>
                    <a:pt x="23" y="1"/>
                  </a:moveTo>
                  <a:lnTo>
                    <a:pt x="23" y="1"/>
                  </a:lnTo>
                  <a:cubicBezTo>
                    <a:pt x="1" y="23"/>
                    <a:pt x="41" y="45"/>
                    <a:pt x="67" y="67"/>
                  </a:cubicBezTo>
                  <a:lnTo>
                    <a:pt x="67" y="67"/>
                  </a:lnTo>
                  <a:cubicBezTo>
                    <a:pt x="52" y="45"/>
                    <a:pt x="37" y="23"/>
                    <a:pt x="23" y="1"/>
                  </a:cubicBezTo>
                  <a:close/>
                  <a:moveTo>
                    <a:pt x="67" y="67"/>
                  </a:moveTo>
                  <a:cubicBezTo>
                    <a:pt x="73" y="77"/>
                    <a:pt x="80" y="87"/>
                    <a:pt x="86" y="96"/>
                  </a:cubicBezTo>
                  <a:lnTo>
                    <a:pt x="86" y="96"/>
                  </a:lnTo>
                  <a:lnTo>
                    <a:pt x="86" y="96"/>
                  </a:lnTo>
                  <a:cubicBezTo>
                    <a:pt x="86" y="86"/>
                    <a:pt x="78" y="77"/>
                    <a:pt x="67" y="67"/>
                  </a:cubicBezTo>
                  <a:close/>
                  <a:moveTo>
                    <a:pt x="86" y="96"/>
                  </a:moveTo>
                  <a:lnTo>
                    <a:pt x="86" y="6778"/>
                  </a:lnTo>
                  <a:lnTo>
                    <a:pt x="5090" y="6778"/>
                  </a:lnTo>
                  <a:cubicBezTo>
                    <a:pt x="5407" y="5258"/>
                    <a:pt x="5438" y="3864"/>
                    <a:pt x="5407" y="3041"/>
                  </a:cubicBezTo>
                  <a:lnTo>
                    <a:pt x="4900" y="3041"/>
                  </a:lnTo>
                  <a:cubicBezTo>
                    <a:pt x="2615" y="3041"/>
                    <a:pt x="932" y="1355"/>
                    <a:pt x="8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4378425" y="1135286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2139" y="0"/>
                  </a:moveTo>
                  <a:cubicBezTo>
                    <a:pt x="1711" y="0"/>
                    <a:pt x="1102" y="107"/>
                    <a:pt x="602" y="739"/>
                  </a:cubicBezTo>
                  <a:cubicBezTo>
                    <a:pt x="1" y="1530"/>
                    <a:pt x="697" y="2385"/>
                    <a:pt x="1077" y="2702"/>
                  </a:cubicBezTo>
                  <a:cubicBezTo>
                    <a:pt x="1306" y="2930"/>
                    <a:pt x="1792" y="3254"/>
                    <a:pt x="2296" y="3254"/>
                  </a:cubicBezTo>
                  <a:cubicBezTo>
                    <a:pt x="2562" y="3254"/>
                    <a:pt x="2832" y="3164"/>
                    <a:pt x="3073" y="2924"/>
                  </a:cubicBezTo>
                  <a:cubicBezTo>
                    <a:pt x="3769" y="2259"/>
                    <a:pt x="3674" y="1499"/>
                    <a:pt x="3611" y="1119"/>
                  </a:cubicBezTo>
                  <a:cubicBezTo>
                    <a:pt x="3585" y="991"/>
                    <a:pt x="3544" y="940"/>
                    <a:pt x="3502" y="940"/>
                  </a:cubicBezTo>
                  <a:cubicBezTo>
                    <a:pt x="3440" y="940"/>
                    <a:pt x="3376" y="1050"/>
                    <a:pt x="3358" y="1182"/>
                  </a:cubicBezTo>
                  <a:cubicBezTo>
                    <a:pt x="3334" y="1346"/>
                    <a:pt x="3155" y="2202"/>
                    <a:pt x="2589" y="2202"/>
                  </a:cubicBezTo>
                  <a:cubicBezTo>
                    <a:pt x="2390" y="2202"/>
                    <a:pt x="2143" y="2096"/>
                    <a:pt x="1837" y="1815"/>
                  </a:cubicBezTo>
                  <a:cubicBezTo>
                    <a:pt x="666" y="802"/>
                    <a:pt x="2091" y="295"/>
                    <a:pt x="2313" y="232"/>
                  </a:cubicBezTo>
                  <a:cubicBezTo>
                    <a:pt x="2534" y="200"/>
                    <a:pt x="2661" y="10"/>
                    <a:pt x="2376" y="10"/>
                  </a:cubicBezTo>
                  <a:cubicBezTo>
                    <a:pt x="2306" y="5"/>
                    <a:pt x="2226" y="0"/>
                    <a:pt x="2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4199485" y="1346649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1458" y="0"/>
                  </a:moveTo>
                  <a:cubicBezTo>
                    <a:pt x="1191" y="0"/>
                    <a:pt x="917" y="90"/>
                    <a:pt x="666" y="330"/>
                  </a:cubicBezTo>
                  <a:cubicBezTo>
                    <a:pt x="1" y="995"/>
                    <a:pt x="96" y="1755"/>
                    <a:pt x="159" y="2135"/>
                  </a:cubicBezTo>
                  <a:cubicBezTo>
                    <a:pt x="185" y="2263"/>
                    <a:pt x="221" y="2313"/>
                    <a:pt x="257" y="2313"/>
                  </a:cubicBezTo>
                  <a:cubicBezTo>
                    <a:pt x="309" y="2313"/>
                    <a:pt x="362" y="2204"/>
                    <a:pt x="381" y="2072"/>
                  </a:cubicBezTo>
                  <a:cubicBezTo>
                    <a:pt x="404" y="1908"/>
                    <a:pt x="601" y="1051"/>
                    <a:pt x="1163" y="1051"/>
                  </a:cubicBezTo>
                  <a:cubicBezTo>
                    <a:pt x="1361" y="1051"/>
                    <a:pt x="1604" y="1158"/>
                    <a:pt x="1901" y="1438"/>
                  </a:cubicBezTo>
                  <a:cubicBezTo>
                    <a:pt x="3104" y="2452"/>
                    <a:pt x="1679" y="2958"/>
                    <a:pt x="1458" y="3022"/>
                  </a:cubicBezTo>
                  <a:cubicBezTo>
                    <a:pt x="1236" y="3085"/>
                    <a:pt x="1109" y="3244"/>
                    <a:pt x="1394" y="3244"/>
                  </a:cubicBezTo>
                  <a:cubicBezTo>
                    <a:pt x="1465" y="3249"/>
                    <a:pt x="1547" y="3253"/>
                    <a:pt x="1636" y="3253"/>
                  </a:cubicBezTo>
                  <a:cubicBezTo>
                    <a:pt x="2063" y="3253"/>
                    <a:pt x="2664" y="3150"/>
                    <a:pt x="3136" y="2547"/>
                  </a:cubicBezTo>
                  <a:cubicBezTo>
                    <a:pt x="3770" y="1723"/>
                    <a:pt x="3073" y="868"/>
                    <a:pt x="2693" y="552"/>
                  </a:cubicBezTo>
                  <a:cubicBezTo>
                    <a:pt x="2444" y="323"/>
                    <a:pt x="1964" y="0"/>
                    <a:pt x="1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4266612" y="1204724"/>
              <a:ext cx="149469" cy="163723"/>
            </a:xfrm>
            <a:custGeom>
              <a:avLst/>
              <a:gdLst/>
              <a:ahLst/>
              <a:cxnLst/>
              <a:rect l="l" t="t" r="r" b="b"/>
              <a:pathLst>
                <a:path w="4656" h="5100" extrusionOk="0">
                  <a:moveTo>
                    <a:pt x="4180" y="1"/>
                  </a:moveTo>
                  <a:lnTo>
                    <a:pt x="0" y="4688"/>
                  </a:lnTo>
                  <a:lnTo>
                    <a:pt x="475" y="5099"/>
                  </a:lnTo>
                  <a:lnTo>
                    <a:pt x="4655" y="412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4282856" y="1217950"/>
              <a:ext cx="149501" cy="164718"/>
            </a:xfrm>
            <a:custGeom>
              <a:avLst/>
              <a:gdLst/>
              <a:ahLst/>
              <a:cxnLst/>
              <a:rect l="l" t="t" r="r" b="b"/>
              <a:pathLst>
                <a:path w="4657" h="5131" extrusionOk="0">
                  <a:moveTo>
                    <a:pt x="4149" y="0"/>
                  </a:moveTo>
                  <a:lnTo>
                    <a:pt x="1" y="4687"/>
                  </a:lnTo>
                  <a:lnTo>
                    <a:pt x="476" y="5131"/>
                  </a:lnTo>
                  <a:lnTo>
                    <a:pt x="4656" y="444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41"/>
            <p:cNvSpPr/>
            <p:nvPr/>
          </p:nvSpPr>
          <p:spPr>
            <a:xfrm>
              <a:off x="4235087" y="1364338"/>
              <a:ext cx="85425" cy="86773"/>
            </a:xfrm>
            <a:custGeom>
              <a:avLst/>
              <a:gdLst/>
              <a:ahLst/>
              <a:cxnLst/>
              <a:rect l="l" t="t" r="r" b="b"/>
              <a:pathLst>
                <a:path w="2661" h="2703" extrusionOk="0">
                  <a:moveTo>
                    <a:pt x="1584" y="1"/>
                  </a:moveTo>
                  <a:lnTo>
                    <a:pt x="792" y="887"/>
                  </a:lnTo>
                  <a:cubicBezTo>
                    <a:pt x="1995" y="1932"/>
                    <a:pt x="570" y="2407"/>
                    <a:pt x="349" y="2471"/>
                  </a:cubicBezTo>
                  <a:cubicBezTo>
                    <a:pt x="127" y="2534"/>
                    <a:pt x="0" y="2693"/>
                    <a:pt x="285" y="2693"/>
                  </a:cubicBezTo>
                  <a:cubicBezTo>
                    <a:pt x="356" y="2698"/>
                    <a:pt x="438" y="2702"/>
                    <a:pt x="527" y="2702"/>
                  </a:cubicBezTo>
                  <a:cubicBezTo>
                    <a:pt x="954" y="2702"/>
                    <a:pt x="1555" y="2599"/>
                    <a:pt x="2027" y="1996"/>
                  </a:cubicBezTo>
                  <a:cubicBezTo>
                    <a:pt x="2661" y="1172"/>
                    <a:pt x="1964" y="349"/>
                    <a:pt x="158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4412999" y="1165784"/>
              <a:ext cx="86452" cy="73964"/>
            </a:xfrm>
            <a:custGeom>
              <a:avLst/>
              <a:gdLst/>
              <a:ahLst/>
              <a:cxnLst/>
              <a:rect l="l" t="t" r="r" b="b"/>
              <a:pathLst>
                <a:path w="2693" h="2304" extrusionOk="0">
                  <a:moveTo>
                    <a:pt x="2433" y="1"/>
                  </a:moveTo>
                  <a:cubicBezTo>
                    <a:pt x="2369" y="1"/>
                    <a:pt x="2300" y="126"/>
                    <a:pt x="2281" y="264"/>
                  </a:cubicBezTo>
                  <a:cubicBezTo>
                    <a:pt x="2257" y="427"/>
                    <a:pt x="2080" y="1258"/>
                    <a:pt x="1521" y="1258"/>
                  </a:cubicBezTo>
                  <a:cubicBezTo>
                    <a:pt x="1321" y="1258"/>
                    <a:pt x="1070" y="1150"/>
                    <a:pt x="760" y="865"/>
                  </a:cubicBezTo>
                  <a:lnTo>
                    <a:pt x="0" y="1752"/>
                  </a:lnTo>
                  <a:cubicBezTo>
                    <a:pt x="229" y="1980"/>
                    <a:pt x="715" y="2304"/>
                    <a:pt x="1219" y="2304"/>
                  </a:cubicBezTo>
                  <a:cubicBezTo>
                    <a:pt x="1485" y="2304"/>
                    <a:pt x="1755" y="2214"/>
                    <a:pt x="1996" y="1974"/>
                  </a:cubicBezTo>
                  <a:cubicBezTo>
                    <a:pt x="2692" y="1309"/>
                    <a:pt x="2597" y="549"/>
                    <a:pt x="2534" y="169"/>
                  </a:cubicBezTo>
                  <a:cubicBezTo>
                    <a:pt x="2510" y="48"/>
                    <a:pt x="2472" y="1"/>
                    <a:pt x="243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41"/>
            <p:cNvSpPr/>
            <p:nvPr/>
          </p:nvSpPr>
          <p:spPr>
            <a:xfrm>
              <a:off x="4220833" y="1167100"/>
              <a:ext cx="148474" cy="135248"/>
            </a:xfrm>
            <a:custGeom>
              <a:avLst/>
              <a:gdLst/>
              <a:ahLst/>
              <a:cxnLst/>
              <a:rect l="l" t="t" r="r" b="b"/>
              <a:pathLst>
                <a:path w="4625" h="4213" extrusionOk="0">
                  <a:moveTo>
                    <a:pt x="318" y="1"/>
                  </a:moveTo>
                  <a:lnTo>
                    <a:pt x="1" y="349"/>
                  </a:lnTo>
                  <a:lnTo>
                    <a:pt x="4308" y="4213"/>
                  </a:lnTo>
                  <a:lnTo>
                    <a:pt x="4625" y="383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4209662" y="1178304"/>
              <a:ext cx="149469" cy="135248"/>
            </a:xfrm>
            <a:custGeom>
              <a:avLst/>
              <a:gdLst/>
              <a:ahLst/>
              <a:cxnLst/>
              <a:rect l="l" t="t" r="r" b="b"/>
              <a:pathLst>
                <a:path w="4656" h="4213" extrusionOk="0">
                  <a:moveTo>
                    <a:pt x="349" y="0"/>
                  </a:moveTo>
                  <a:lnTo>
                    <a:pt x="1" y="380"/>
                  </a:lnTo>
                  <a:lnTo>
                    <a:pt x="4308" y="4212"/>
                  </a:lnTo>
                  <a:lnTo>
                    <a:pt x="4656" y="383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41"/>
            <p:cNvSpPr/>
            <p:nvPr/>
          </p:nvSpPr>
          <p:spPr>
            <a:xfrm>
              <a:off x="4181187" y="1140070"/>
              <a:ext cx="72231" cy="52488"/>
            </a:xfrm>
            <a:custGeom>
              <a:avLst/>
              <a:gdLst/>
              <a:ahLst/>
              <a:cxnLst/>
              <a:rect l="l" t="t" r="r" b="b"/>
              <a:pathLst>
                <a:path w="2250" h="1635" extrusionOk="0">
                  <a:moveTo>
                    <a:pt x="359" y="1"/>
                  </a:moveTo>
                  <a:cubicBezTo>
                    <a:pt x="202" y="1"/>
                    <a:pt x="74" y="34"/>
                    <a:pt x="1" y="115"/>
                  </a:cubicBezTo>
                  <a:lnTo>
                    <a:pt x="1711" y="1635"/>
                  </a:lnTo>
                  <a:cubicBezTo>
                    <a:pt x="1711" y="1635"/>
                    <a:pt x="2249" y="843"/>
                    <a:pt x="1933" y="558"/>
                  </a:cubicBezTo>
                  <a:cubicBezTo>
                    <a:pt x="1714" y="363"/>
                    <a:pt x="878" y="1"/>
                    <a:pt x="35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41"/>
            <p:cNvSpPr/>
            <p:nvPr/>
          </p:nvSpPr>
          <p:spPr>
            <a:xfrm>
              <a:off x="4171043" y="1143729"/>
              <a:ext cx="65072" cy="62022"/>
            </a:xfrm>
            <a:custGeom>
              <a:avLst/>
              <a:gdLst/>
              <a:ahLst/>
              <a:cxnLst/>
              <a:rect l="l" t="t" r="r" b="b"/>
              <a:pathLst>
                <a:path w="2027" h="1932" extrusionOk="0">
                  <a:moveTo>
                    <a:pt x="317" y="1"/>
                  </a:moveTo>
                  <a:cubicBezTo>
                    <a:pt x="0" y="349"/>
                    <a:pt x="697" y="1616"/>
                    <a:pt x="982" y="1869"/>
                  </a:cubicBezTo>
                  <a:cubicBezTo>
                    <a:pt x="1037" y="1913"/>
                    <a:pt x="1105" y="1931"/>
                    <a:pt x="1179" y="1931"/>
                  </a:cubicBezTo>
                  <a:cubicBezTo>
                    <a:pt x="1530" y="1931"/>
                    <a:pt x="2027" y="1521"/>
                    <a:pt x="2027" y="1521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41"/>
            <p:cNvSpPr/>
            <p:nvPr/>
          </p:nvSpPr>
          <p:spPr>
            <a:xfrm>
              <a:off x="4322502" y="1269122"/>
              <a:ext cx="176949" cy="157944"/>
            </a:xfrm>
            <a:custGeom>
              <a:avLst/>
              <a:gdLst/>
              <a:ahLst/>
              <a:cxnLst/>
              <a:rect l="l" t="t" r="r" b="b"/>
              <a:pathLst>
                <a:path w="5512" h="4920" extrusionOk="0">
                  <a:moveTo>
                    <a:pt x="1032" y="0"/>
                  </a:moveTo>
                  <a:cubicBezTo>
                    <a:pt x="783" y="0"/>
                    <a:pt x="535" y="104"/>
                    <a:pt x="349" y="306"/>
                  </a:cubicBezTo>
                  <a:cubicBezTo>
                    <a:pt x="1" y="718"/>
                    <a:pt x="64" y="1288"/>
                    <a:pt x="444" y="1637"/>
                  </a:cubicBezTo>
                  <a:lnTo>
                    <a:pt x="3865" y="4677"/>
                  </a:lnTo>
                  <a:cubicBezTo>
                    <a:pt x="4042" y="4840"/>
                    <a:pt x="4261" y="4919"/>
                    <a:pt x="4480" y="4919"/>
                  </a:cubicBezTo>
                  <a:cubicBezTo>
                    <a:pt x="4729" y="4919"/>
                    <a:pt x="4977" y="4816"/>
                    <a:pt x="5163" y="4613"/>
                  </a:cubicBezTo>
                  <a:cubicBezTo>
                    <a:pt x="5511" y="4233"/>
                    <a:pt x="5480" y="3632"/>
                    <a:pt x="5100" y="3315"/>
                  </a:cubicBezTo>
                  <a:lnTo>
                    <a:pt x="1648" y="243"/>
                  </a:lnTo>
                  <a:cubicBezTo>
                    <a:pt x="1470" y="80"/>
                    <a:pt x="1251" y="0"/>
                    <a:pt x="103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41"/>
            <p:cNvSpPr/>
            <p:nvPr/>
          </p:nvSpPr>
          <p:spPr>
            <a:xfrm>
              <a:off x="4348955" y="1293680"/>
              <a:ext cx="136243" cy="121026"/>
            </a:xfrm>
            <a:custGeom>
              <a:avLst/>
              <a:gdLst/>
              <a:ahLst/>
              <a:cxnLst/>
              <a:rect l="l" t="t" r="r" b="b"/>
              <a:pathLst>
                <a:path w="4244" h="3770" extrusionOk="0">
                  <a:moveTo>
                    <a:pt x="194" y="1"/>
                  </a:moveTo>
                  <a:cubicBezTo>
                    <a:pt x="143" y="1"/>
                    <a:pt x="95" y="17"/>
                    <a:pt x="64" y="48"/>
                  </a:cubicBezTo>
                  <a:cubicBezTo>
                    <a:pt x="0" y="112"/>
                    <a:pt x="32" y="238"/>
                    <a:pt x="95" y="302"/>
                  </a:cubicBezTo>
                  <a:lnTo>
                    <a:pt x="3927" y="3722"/>
                  </a:lnTo>
                  <a:cubicBezTo>
                    <a:pt x="3959" y="3753"/>
                    <a:pt x="4006" y="3769"/>
                    <a:pt x="4054" y="3769"/>
                  </a:cubicBezTo>
                  <a:cubicBezTo>
                    <a:pt x="4101" y="3769"/>
                    <a:pt x="4149" y="3753"/>
                    <a:pt x="4181" y="3722"/>
                  </a:cubicBezTo>
                  <a:cubicBezTo>
                    <a:pt x="4244" y="3627"/>
                    <a:pt x="4244" y="3532"/>
                    <a:pt x="4149" y="3437"/>
                  </a:cubicBezTo>
                  <a:lnTo>
                    <a:pt x="349" y="48"/>
                  </a:lnTo>
                  <a:cubicBezTo>
                    <a:pt x="301" y="17"/>
                    <a:pt x="246" y="1"/>
                    <a:pt x="1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41"/>
            <p:cNvSpPr/>
            <p:nvPr/>
          </p:nvSpPr>
          <p:spPr>
            <a:xfrm>
              <a:off x="4331651" y="1300807"/>
              <a:ext cx="136275" cy="120994"/>
            </a:xfrm>
            <a:custGeom>
              <a:avLst/>
              <a:gdLst/>
              <a:ahLst/>
              <a:cxnLst/>
              <a:rect l="l" t="t" r="r" b="b"/>
              <a:pathLst>
                <a:path w="4245" h="3769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96" y="333"/>
                  </a:cubicBezTo>
                  <a:lnTo>
                    <a:pt x="3896" y="3721"/>
                  </a:lnTo>
                  <a:cubicBezTo>
                    <a:pt x="3944" y="3753"/>
                    <a:pt x="3999" y="3769"/>
                    <a:pt x="4051" y="3769"/>
                  </a:cubicBezTo>
                  <a:cubicBezTo>
                    <a:pt x="4102" y="3769"/>
                    <a:pt x="4150" y="3753"/>
                    <a:pt x="4181" y="3721"/>
                  </a:cubicBezTo>
                  <a:cubicBezTo>
                    <a:pt x="4245" y="3658"/>
                    <a:pt x="4213" y="3531"/>
                    <a:pt x="4150" y="3468"/>
                  </a:cubicBezTo>
                  <a:lnTo>
                    <a:pt x="318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41"/>
            <p:cNvSpPr/>
            <p:nvPr/>
          </p:nvSpPr>
          <p:spPr>
            <a:xfrm>
              <a:off x="4354027" y="1274611"/>
              <a:ext cx="137270" cy="121540"/>
            </a:xfrm>
            <a:custGeom>
              <a:avLst/>
              <a:gdLst/>
              <a:ahLst/>
              <a:cxnLst/>
              <a:rect l="l" t="t" r="r" b="b"/>
              <a:pathLst>
                <a:path w="4276" h="3786" extrusionOk="0">
                  <a:moveTo>
                    <a:pt x="195" y="1"/>
                  </a:moveTo>
                  <a:cubicBezTo>
                    <a:pt x="143" y="1"/>
                    <a:pt x="96" y="25"/>
                    <a:pt x="64" y="72"/>
                  </a:cubicBezTo>
                  <a:cubicBezTo>
                    <a:pt x="1" y="135"/>
                    <a:pt x="32" y="262"/>
                    <a:pt x="96" y="325"/>
                  </a:cubicBezTo>
                  <a:lnTo>
                    <a:pt x="3928" y="3714"/>
                  </a:lnTo>
                  <a:cubicBezTo>
                    <a:pt x="3975" y="3762"/>
                    <a:pt x="4023" y="3785"/>
                    <a:pt x="4066" y="3785"/>
                  </a:cubicBezTo>
                  <a:cubicBezTo>
                    <a:pt x="4110" y="3785"/>
                    <a:pt x="4149" y="3762"/>
                    <a:pt x="4181" y="3714"/>
                  </a:cubicBezTo>
                  <a:cubicBezTo>
                    <a:pt x="4276" y="3651"/>
                    <a:pt x="4244" y="3524"/>
                    <a:pt x="4149" y="3461"/>
                  </a:cubicBezTo>
                  <a:lnTo>
                    <a:pt x="349" y="72"/>
                  </a:lnTo>
                  <a:cubicBezTo>
                    <a:pt x="301" y="25"/>
                    <a:pt x="246" y="1"/>
                    <a:pt x="19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41"/>
            <p:cNvSpPr/>
            <p:nvPr/>
          </p:nvSpPr>
          <p:spPr>
            <a:xfrm>
              <a:off x="4312358" y="1255927"/>
              <a:ext cx="65072" cy="66805"/>
            </a:xfrm>
            <a:custGeom>
              <a:avLst/>
              <a:gdLst/>
              <a:ahLst/>
              <a:cxnLst/>
              <a:rect l="l" t="t" r="r" b="b"/>
              <a:pathLst>
                <a:path w="2027" h="2081" extrusionOk="0">
                  <a:moveTo>
                    <a:pt x="1521" y="1"/>
                  </a:moveTo>
                  <a:cubicBezTo>
                    <a:pt x="1397" y="1"/>
                    <a:pt x="1271" y="48"/>
                    <a:pt x="1172" y="147"/>
                  </a:cubicBezTo>
                  <a:lnTo>
                    <a:pt x="159" y="1319"/>
                  </a:lnTo>
                  <a:cubicBezTo>
                    <a:pt x="0" y="1509"/>
                    <a:pt x="0" y="1794"/>
                    <a:pt x="190" y="1953"/>
                  </a:cubicBezTo>
                  <a:cubicBezTo>
                    <a:pt x="277" y="2040"/>
                    <a:pt x="384" y="2080"/>
                    <a:pt x="493" y="2080"/>
                  </a:cubicBezTo>
                  <a:cubicBezTo>
                    <a:pt x="622" y="2080"/>
                    <a:pt x="752" y="2024"/>
                    <a:pt x="855" y="1921"/>
                  </a:cubicBezTo>
                  <a:lnTo>
                    <a:pt x="1869" y="781"/>
                  </a:lnTo>
                  <a:cubicBezTo>
                    <a:pt x="2027" y="591"/>
                    <a:pt x="2027" y="306"/>
                    <a:pt x="1837" y="116"/>
                  </a:cubicBezTo>
                  <a:cubicBezTo>
                    <a:pt x="1746" y="40"/>
                    <a:pt x="1634" y="1"/>
                    <a:pt x="15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41"/>
            <p:cNvSpPr/>
            <p:nvPr/>
          </p:nvSpPr>
          <p:spPr>
            <a:xfrm>
              <a:off x="4315407" y="1259138"/>
              <a:ext cx="53900" cy="55890"/>
            </a:xfrm>
            <a:custGeom>
              <a:avLst/>
              <a:gdLst/>
              <a:ahLst/>
              <a:cxnLst/>
              <a:rect l="l" t="t" r="r" b="b"/>
              <a:pathLst>
                <a:path w="1679" h="1741" extrusionOk="0">
                  <a:moveTo>
                    <a:pt x="1314" y="1"/>
                  </a:moveTo>
                  <a:cubicBezTo>
                    <a:pt x="1204" y="1"/>
                    <a:pt x="1087" y="50"/>
                    <a:pt x="1014" y="142"/>
                  </a:cubicBezTo>
                  <a:lnTo>
                    <a:pt x="127" y="1124"/>
                  </a:lnTo>
                  <a:cubicBezTo>
                    <a:pt x="0" y="1283"/>
                    <a:pt x="0" y="1536"/>
                    <a:pt x="127" y="1663"/>
                  </a:cubicBezTo>
                  <a:cubicBezTo>
                    <a:pt x="193" y="1715"/>
                    <a:pt x="270" y="1741"/>
                    <a:pt x="349" y="1741"/>
                  </a:cubicBezTo>
                  <a:cubicBezTo>
                    <a:pt x="459" y="1741"/>
                    <a:pt x="573" y="1691"/>
                    <a:pt x="665" y="1599"/>
                  </a:cubicBezTo>
                  <a:lnTo>
                    <a:pt x="1520" y="617"/>
                  </a:lnTo>
                  <a:cubicBezTo>
                    <a:pt x="1679" y="459"/>
                    <a:pt x="1679" y="206"/>
                    <a:pt x="1520" y="79"/>
                  </a:cubicBezTo>
                  <a:cubicBezTo>
                    <a:pt x="1467" y="26"/>
                    <a:pt x="1392" y="1"/>
                    <a:pt x="13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2" name="Google Shape;4682;p41"/>
          <p:cNvGrpSpPr/>
          <p:nvPr/>
        </p:nvGrpSpPr>
        <p:grpSpPr>
          <a:xfrm>
            <a:off x="4253385" y="3235631"/>
            <a:ext cx="615116" cy="519322"/>
            <a:chOff x="4253385" y="3097969"/>
            <a:chExt cx="615116" cy="519322"/>
          </a:xfrm>
        </p:grpSpPr>
        <p:sp>
          <p:nvSpPr>
            <p:cNvPr id="4683" name="Google Shape;4683;p41"/>
            <p:cNvSpPr/>
            <p:nvPr/>
          </p:nvSpPr>
          <p:spPr>
            <a:xfrm>
              <a:off x="4586834" y="3318353"/>
              <a:ext cx="33579" cy="154541"/>
            </a:xfrm>
            <a:custGeom>
              <a:avLst/>
              <a:gdLst/>
              <a:ahLst/>
              <a:cxnLst/>
              <a:rect l="l" t="t" r="r" b="b"/>
              <a:pathLst>
                <a:path w="1046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41"/>
            <p:cNvSpPr/>
            <p:nvPr/>
          </p:nvSpPr>
          <p:spPr>
            <a:xfrm>
              <a:off x="4644779" y="3247181"/>
              <a:ext cx="33611" cy="225713"/>
            </a:xfrm>
            <a:custGeom>
              <a:avLst/>
              <a:gdLst/>
              <a:ahLst/>
              <a:cxnLst/>
              <a:rect l="l" t="t" r="r" b="b"/>
              <a:pathLst>
                <a:path w="1047" h="7031" extrusionOk="0">
                  <a:moveTo>
                    <a:pt x="1" y="0"/>
                  </a:moveTo>
                  <a:lnTo>
                    <a:pt x="1" y="7031"/>
                  </a:lnTo>
                  <a:lnTo>
                    <a:pt x="1046" y="7031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41"/>
            <p:cNvSpPr/>
            <p:nvPr/>
          </p:nvSpPr>
          <p:spPr>
            <a:xfrm>
              <a:off x="4718005" y="3363071"/>
              <a:ext cx="33579" cy="109823"/>
            </a:xfrm>
            <a:custGeom>
              <a:avLst/>
              <a:gdLst/>
              <a:ahLst/>
              <a:cxnLst/>
              <a:rect l="l" t="t" r="r" b="b"/>
              <a:pathLst>
                <a:path w="1046" h="3421" extrusionOk="0">
                  <a:moveTo>
                    <a:pt x="0" y="1"/>
                  </a:moveTo>
                  <a:lnTo>
                    <a:pt x="0" y="3421"/>
                  </a:lnTo>
                  <a:lnTo>
                    <a:pt x="1045" y="3421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41"/>
            <p:cNvSpPr/>
            <p:nvPr/>
          </p:nvSpPr>
          <p:spPr>
            <a:xfrm>
              <a:off x="4783045" y="3318353"/>
              <a:ext cx="33611" cy="154541"/>
            </a:xfrm>
            <a:custGeom>
              <a:avLst/>
              <a:gdLst/>
              <a:ahLst/>
              <a:cxnLst/>
              <a:rect l="l" t="t" r="r" b="b"/>
              <a:pathLst>
                <a:path w="1047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41"/>
            <p:cNvSpPr/>
            <p:nvPr/>
          </p:nvSpPr>
          <p:spPr>
            <a:xfrm>
              <a:off x="4589884" y="3174983"/>
              <a:ext cx="202342" cy="175922"/>
            </a:xfrm>
            <a:custGeom>
              <a:avLst/>
              <a:gdLst/>
              <a:ahLst/>
              <a:cxnLst/>
              <a:rect l="l" t="t" r="r" b="b"/>
              <a:pathLst>
                <a:path w="6303" h="5480" extrusionOk="0">
                  <a:moveTo>
                    <a:pt x="2313" y="1"/>
                  </a:moveTo>
                  <a:lnTo>
                    <a:pt x="1" y="3960"/>
                  </a:lnTo>
                  <a:lnTo>
                    <a:pt x="254" y="4118"/>
                  </a:lnTo>
                  <a:lnTo>
                    <a:pt x="2281" y="603"/>
                  </a:lnTo>
                  <a:lnTo>
                    <a:pt x="4435" y="5480"/>
                  </a:lnTo>
                  <a:lnTo>
                    <a:pt x="6303" y="2471"/>
                  </a:lnTo>
                  <a:lnTo>
                    <a:pt x="6081" y="2313"/>
                  </a:lnTo>
                  <a:lnTo>
                    <a:pt x="4466" y="4910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41"/>
            <p:cNvSpPr/>
            <p:nvPr/>
          </p:nvSpPr>
          <p:spPr>
            <a:xfrm>
              <a:off x="4771873" y="3229910"/>
              <a:ext cx="30529" cy="36629"/>
            </a:xfrm>
            <a:custGeom>
              <a:avLst/>
              <a:gdLst/>
              <a:ahLst/>
              <a:cxnLst/>
              <a:rect l="l" t="t" r="r" b="b"/>
              <a:pathLst>
                <a:path w="951" h="1141" extrusionOk="0">
                  <a:moveTo>
                    <a:pt x="951" y="0"/>
                  </a:moveTo>
                  <a:lnTo>
                    <a:pt x="1" y="507"/>
                  </a:lnTo>
                  <a:lnTo>
                    <a:pt x="887" y="114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41"/>
            <p:cNvSpPr/>
            <p:nvPr/>
          </p:nvSpPr>
          <p:spPr>
            <a:xfrm>
              <a:off x="4538038" y="3174983"/>
              <a:ext cx="11236" cy="333513"/>
            </a:xfrm>
            <a:custGeom>
              <a:avLst/>
              <a:gdLst/>
              <a:ahLst/>
              <a:cxnLst/>
              <a:rect l="l" t="t" r="r" b="b"/>
              <a:pathLst>
                <a:path w="350" h="10389" extrusionOk="0">
                  <a:moveTo>
                    <a:pt x="1" y="1"/>
                  </a:moveTo>
                  <a:lnTo>
                    <a:pt x="1" y="10388"/>
                  </a:lnTo>
                  <a:lnTo>
                    <a:pt x="349" y="103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41"/>
            <p:cNvSpPr/>
            <p:nvPr/>
          </p:nvSpPr>
          <p:spPr>
            <a:xfrm>
              <a:off x="4508568" y="3472862"/>
              <a:ext cx="359933" cy="12231"/>
            </a:xfrm>
            <a:custGeom>
              <a:avLst/>
              <a:gdLst/>
              <a:ahLst/>
              <a:cxnLst/>
              <a:rect l="l" t="t" r="r" b="b"/>
              <a:pathLst>
                <a:path w="11212" h="381" extrusionOk="0">
                  <a:moveTo>
                    <a:pt x="0" y="1"/>
                  </a:moveTo>
                  <a:lnTo>
                    <a:pt x="0" y="381"/>
                  </a:lnTo>
                  <a:lnTo>
                    <a:pt x="11211" y="381"/>
                  </a:lnTo>
                  <a:lnTo>
                    <a:pt x="112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41"/>
            <p:cNvSpPr/>
            <p:nvPr/>
          </p:nvSpPr>
          <p:spPr>
            <a:xfrm>
              <a:off x="4450623" y="3329524"/>
              <a:ext cx="130144" cy="119999"/>
            </a:xfrm>
            <a:custGeom>
              <a:avLst/>
              <a:gdLst/>
              <a:ahLst/>
              <a:cxnLst/>
              <a:rect l="l" t="t" r="r" b="b"/>
              <a:pathLst>
                <a:path w="4054" h="3738" extrusionOk="0">
                  <a:moveTo>
                    <a:pt x="3072" y="1"/>
                  </a:moveTo>
                  <a:lnTo>
                    <a:pt x="0" y="2566"/>
                  </a:lnTo>
                  <a:lnTo>
                    <a:pt x="1014" y="3738"/>
                  </a:lnTo>
                  <a:lnTo>
                    <a:pt x="4054" y="117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>
                <a:alpha val="22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55" y="1337"/>
                  </a:moveTo>
                  <a:cubicBezTo>
                    <a:pt x="6716" y="1337"/>
                    <a:pt x="7764" y="1788"/>
                    <a:pt x="8488" y="2653"/>
                  </a:cubicBezTo>
                  <a:cubicBezTo>
                    <a:pt x="9818" y="4237"/>
                    <a:pt x="9596" y="6580"/>
                    <a:pt x="8045" y="7879"/>
                  </a:cubicBezTo>
                  <a:cubicBezTo>
                    <a:pt x="7344" y="8467"/>
                    <a:pt x="6494" y="8752"/>
                    <a:pt x="5652" y="8752"/>
                  </a:cubicBezTo>
                  <a:cubicBezTo>
                    <a:pt x="4591" y="8752"/>
                    <a:pt x="3543" y="8300"/>
                    <a:pt x="2819" y="7435"/>
                  </a:cubicBezTo>
                  <a:cubicBezTo>
                    <a:pt x="1489" y="5852"/>
                    <a:pt x="1711" y="3508"/>
                    <a:pt x="3263" y="2210"/>
                  </a:cubicBezTo>
                  <a:cubicBezTo>
                    <a:pt x="3963" y="1621"/>
                    <a:pt x="4813" y="1337"/>
                    <a:pt x="5655" y="1337"/>
                  </a:cubicBezTo>
                  <a:close/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41"/>
            <p:cNvSpPr/>
            <p:nvPr/>
          </p:nvSpPr>
          <p:spPr>
            <a:xfrm>
              <a:off x="4253385" y="3373826"/>
              <a:ext cx="272486" cy="243465"/>
            </a:xfrm>
            <a:custGeom>
              <a:avLst/>
              <a:gdLst/>
              <a:ahLst/>
              <a:cxnLst/>
              <a:rect l="l" t="t" r="r" b="b"/>
              <a:pathLst>
                <a:path w="8488" h="7584" extrusionOk="0">
                  <a:moveTo>
                    <a:pt x="6560" y="1"/>
                  </a:moveTo>
                  <a:cubicBezTo>
                    <a:pt x="6396" y="1"/>
                    <a:pt x="6225" y="57"/>
                    <a:pt x="6081" y="172"/>
                  </a:cubicBezTo>
                  <a:lnTo>
                    <a:pt x="349" y="4986"/>
                  </a:lnTo>
                  <a:cubicBezTo>
                    <a:pt x="32" y="5208"/>
                    <a:pt x="0" y="5651"/>
                    <a:pt x="254" y="5968"/>
                  </a:cubicBezTo>
                  <a:lnTo>
                    <a:pt x="1394" y="7330"/>
                  </a:lnTo>
                  <a:cubicBezTo>
                    <a:pt x="1539" y="7493"/>
                    <a:pt x="1746" y="7583"/>
                    <a:pt x="1951" y="7583"/>
                  </a:cubicBezTo>
                  <a:cubicBezTo>
                    <a:pt x="2103" y="7583"/>
                    <a:pt x="2254" y="7533"/>
                    <a:pt x="2376" y="7425"/>
                  </a:cubicBezTo>
                  <a:lnTo>
                    <a:pt x="8139" y="2611"/>
                  </a:lnTo>
                  <a:cubicBezTo>
                    <a:pt x="8424" y="2358"/>
                    <a:pt x="8488" y="1914"/>
                    <a:pt x="8234" y="1629"/>
                  </a:cubicBezTo>
                  <a:lnTo>
                    <a:pt x="7063" y="236"/>
                  </a:lnTo>
                  <a:cubicBezTo>
                    <a:pt x="6942" y="81"/>
                    <a:pt x="6756" y="1"/>
                    <a:pt x="65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41"/>
            <p:cNvSpPr/>
            <p:nvPr/>
          </p:nvSpPr>
          <p:spPr>
            <a:xfrm>
              <a:off x="4498392" y="3348850"/>
              <a:ext cx="82375" cy="88474"/>
            </a:xfrm>
            <a:custGeom>
              <a:avLst/>
              <a:gdLst/>
              <a:ahLst/>
              <a:cxnLst/>
              <a:rect l="l" t="t" r="r" b="b"/>
              <a:pathLst>
                <a:path w="2566" h="2756" extrusionOk="0">
                  <a:moveTo>
                    <a:pt x="2059" y="0"/>
                  </a:moveTo>
                  <a:lnTo>
                    <a:pt x="1" y="1679"/>
                  </a:lnTo>
                  <a:cubicBezTo>
                    <a:pt x="1" y="1679"/>
                    <a:pt x="1" y="2344"/>
                    <a:pt x="1" y="2756"/>
                  </a:cubicBezTo>
                  <a:lnTo>
                    <a:pt x="2566" y="602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41"/>
            <p:cNvSpPr/>
            <p:nvPr/>
          </p:nvSpPr>
          <p:spPr>
            <a:xfrm>
              <a:off x="4280833" y="3402718"/>
              <a:ext cx="245038" cy="214573"/>
            </a:xfrm>
            <a:custGeom>
              <a:avLst/>
              <a:gdLst/>
              <a:ahLst/>
              <a:cxnLst/>
              <a:rect l="l" t="t" r="r" b="b"/>
              <a:pathLst>
                <a:path w="7633" h="6684" extrusionOk="0">
                  <a:moveTo>
                    <a:pt x="6778" y="1"/>
                  </a:moveTo>
                  <a:lnTo>
                    <a:pt x="0" y="5765"/>
                  </a:lnTo>
                  <a:lnTo>
                    <a:pt x="539" y="6430"/>
                  </a:lnTo>
                  <a:cubicBezTo>
                    <a:pt x="684" y="6593"/>
                    <a:pt x="891" y="6683"/>
                    <a:pt x="1096" y="6683"/>
                  </a:cubicBezTo>
                  <a:cubicBezTo>
                    <a:pt x="1248" y="6683"/>
                    <a:pt x="1399" y="6633"/>
                    <a:pt x="1521" y="6525"/>
                  </a:cubicBezTo>
                  <a:lnTo>
                    <a:pt x="7284" y="1711"/>
                  </a:lnTo>
                  <a:cubicBezTo>
                    <a:pt x="7569" y="1458"/>
                    <a:pt x="7633" y="1014"/>
                    <a:pt x="7379" y="729"/>
                  </a:cubicBezTo>
                  <a:lnTo>
                    <a:pt x="677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41"/>
            <p:cNvSpPr/>
            <p:nvPr/>
          </p:nvSpPr>
          <p:spPr>
            <a:xfrm>
              <a:off x="4546192" y="3155689"/>
              <a:ext cx="306033" cy="266900"/>
            </a:xfrm>
            <a:custGeom>
              <a:avLst/>
              <a:gdLst/>
              <a:ahLst/>
              <a:cxnLst/>
              <a:rect l="l" t="t" r="r" b="b"/>
              <a:pathLst>
                <a:path w="9533" h="8314" extrusionOk="0">
                  <a:moveTo>
                    <a:pt x="7759" y="0"/>
                  </a:moveTo>
                  <a:lnTo>
                    <a:pt x="6714" y="855"/>
                  </a:lnTo>
                  <a:cubicBezTo>
                    <a:pt x="8044" y="2439"/>
                    <a:pt x="7822" y="4782"/>
                    <a:pt x="6271" y="6081"/>
                  </a:cubicBezTo>
                  <a:cubicBezTo>
                    <a:pt x="5570" y="6669"/>
                    <a:pt x="4720" y="6954"/>
                    <a:pt x="3878" y="6954"/>
                  </a:cubicBezTo>
                  <a:cubicBezTo>
                    <a:pt x="2817" y="6954"/>
                    <a:pt x="1769" y="6502"/>
                    <a:pt x="1045" y="5637"/>
                  </a:cubicBezTo>
                  <a:lnTo>
                    <a:pt x="0" y="6492"/>
                  </a:lnTo>
                  <a:cubicBezTo>
                    <a:pt x="1007" y="7694"/>
                    <a:pt x="2438" y="8313"/>
                    <a:pt x="3880" y="8313"/>
                  </a:cubicBezTo>
                  <a:cubicBezTo>
                    <a:pt x="5023" y="8313"/>
                    <a:pt x="6173" y="7924"/>
                    <a:pt x="7126" y="7126"/>
                  </a:cubicBezTo>
                  <a:cubicBezTo>
                    <a:pt x="9247" y="5321"/>
                    <a:pt x="9532" y="2154"/>
                    <a:pt x="77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41"/>
            <p:cNvSpPr/>
            <p:nvPr/>
          </p:nvSpPr>
          <p:spPr>
            <a:xfrm>
              <a:off x="4346900" y="3181981"/>
              <a:ext cx="98651" cy="94863"/>
            </a:xfrm>
            <a:custGeom>
              <a:avLst/>
              <a:gdLst/>
              <a:ahLst/>
              <a:cxnLst/>
              <a:rect l="l" t="t" r="r" b="b"/>
              <a:pathLst>
                <a:path w="3073" h="2955" extrusionOk="0">
                  <a:moveTo>
                    <a:pt x="1561" y="0"/>
                  </a:moveTo>
                  <a:cubicBezTo>
                    <a:pt x="790" y="0"/>
                    <a:pt x="156" y="583"/>
                    <a:pt x="96" y="1366"/>
                  </a:cubicBezTo>
                  <a:cubicBezTo>
                    <a:pt x="1" y="2158"/>
                    <a:pt x="603" y="2887"/>
                    <a:pt x="1426" y="2950"/>
                  </a:cubicBezTo>
                  <a:cubicBezTo>
                    <a:pt x="1466" y="2953"/>
                    <a:pt x="1505" y="2954"/>
                    <a:pt x="1545" y="2954"/>
                  </a:cubicBezTo>
                  <a:cubicBezTo>
                    <a:pt x="2315" y="2954"/>
                    <a:pt x="2949" y="2372"/>
                    <a:pt x="3010" y="1588"/>
                  </a:cubicBezTo>
                  <a:cubicBezTo>
                    <a:pt x="3073" y="796"/>
                    <a:pt x="2471" y="68"/>
                    <a:pt x="1679" y="5"/>
                  </a:cubicBezTo>
                  <a:cubicBezTo>
                    <a:pt x="1640" y="2"/>
                    <a:pt x="1600" y="0"/>
                    <a:pt x="1561" y="0"/>
                  </a:cubicBezTo>
                  <a:close/>
                </a:path>
              </a:pathLst>
            </a:custGeom>
            <a:solidFill>
              <a:srgbClr val="FDF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41"/>
            <p:cNvSpPr/>
            <p:nvPr/>
          </p:nvSpPr>
          <p:spPr>
            <a:xfrm>
              <a:off x="4307253" y="3139799"/>
              <a:ext cx="187093" cy="181829"/>
            </a:xfrm>
            <a:custGeom>
              <a:avLst/>
              <a:gdLst/>
              <a:ahLst/>
              <a:cxnLst/>
              <a:rect l="l" t="t" r="r" b="b"/>
              <a:pathLst>
                <a:path w="5828" h="5664" extrusionOk="0">
                  <a:moveTo>
                    <a:pt x="3250" y="0"/>
                  </a:moveTo>
                  <a:cubicBezTo>
                    <a:pt x="3094" y="0"/>
                    <a:pt x="2978" y="80"/>
                    <a:pt x="2978" y="179"/>
                  </a:cubicBezTo>
                  <a:cubicBezTo>
                    <a:pt x="2978" y="274"/>
                    <a:pt x="3104" y="400"/>
                    <a:pt x="3326" y="432"/>
                  </a:cubicBezTo>
                  <a:cubicBezTo>
                    <a:pt x="4149" y="590"/>
                    <a:pt x="4846" y="1255"/>
                    <a:pt x="5100" y="2079"/>
                  </a:cubicBezTo>
                  <a:cubicBezTo>
                    <a:pt x="5353" y="2870"/>
                    <a:pt x="5163" y="3820"/>
                    <a:pt x="4561" y="4454"/>
                  </a:cubicBezTo>
                  <a:cubicBezTo>
                    <a:pt x="4108" y="4957"/>
                    <a:pt x="3436" y="5240"/>
                    <a:pt x="2766" y="5240"/>
                  </a:cubicBezTo>
                  <a:cubicBezTo>
                    <a:pt x="2592" y="5240"/>
                    <a:pt x="2419" y="5221"/>
                    <a:pt x="2249" y="5182"/>
                  </a:cubicBezTo>
                  <a:cubicBezTo>
                    <a:pt x="1426" y="4992"/>
                    <a:pt x="729" y="4327"/>
                    <a:pt x="476" y="3504"/>
                  </a:cubicBezTo>
                  <a:cubicBezTo>
                    <a:pt x="413" y="3345"/>
                    <a:pt x="318" y="3187"/>
                    <a:pt x="191" y="3187"/>
                  </a:cubicBezTo>
                  <a:cubicBezTo>
                    <a:pt x="64" y="3219"/>
                    <a:pt x="1" y="3409"/>
                    <a:pt x="64" y="3630"/>
                  </a:cubicBezTo>
                  <a:cubicBezTo>
                    <a:pt x="349" y="4612"/>
                    <a:pt x="1173" y="5372"/>
                    <a:pt x="2154" y="5594"/>
                  </a:cubicBezTo>
                  <a:cubicBezTo>
                    <a:pt x="2360" y="5640"/>
                    <a:pt x="2570" y="5663"/>
                    <a:pt x="2780" y="5663"/>
                  </a:cubicBezTo>
                  <a:cubicBezTo>
                    <a:pt x="3570" y="5663"/>
                    <a:pt x="4352" y="5339"/>
                    <a:pt x="4878" y="4739"/>
                  </a:cubicBezTo>
                  <a:cubicBezTo>
                    <a:pt x="5575" y="4010"/>
                    <a:pt x="5828" y="2902"/>
                    <a:pt x="5511" y="1952"/>
                  </a:cubicBezTo>
                  <a:cubicBezTo>
                    <a:pt x="5226" y="970"/>
                    <a:pt x="4371" y="210"/>
                    <a:pt x="3389" y="20"/>
                  </a:cubicBezTo>
                  <a:cubicBezTo>
                    <a:pt x="3341" y="6"/>
                    <a:pt x="3294" y="0"/>
                    <a:pt x="32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41"/>
            <p:cNvSpPr/>
            <p:nvPr/>
          </p:nvSpPr>
          <p:spPr>
            <a:xfrm>
              <a:off x="4297462" y="3224678"/>
              <a:ext cx="40321" cy="41573"/>
            </a:xfrm>
            <a:custGeom>
              <a:avLst/>
              <a:gdLst/>
              <a:ahLst/>
              <a:cxnLst/>
              <a:rect l="l" t="t" r="r" b="b"/>
              <a:pathLst>
                <a:path w="1256" h="1295" extrusionOk="0">
                  <a:moveTo>
                    <a:pt x="468" y="1"/>
                  </a:moveTo>
                  <a:cubicBezTo>
                    <a:pt x="411" y="1"/>
                    <a:pt x="351" y="41"/>
                    <a:pt x="306" y="131"/>
                  </a:cubicBezTo>
                  <a:cubicBezTo>
                    <a:pt x="148" y="385"/>
                    <a:pt x="52" y="701"/>
                    <a:pt x="21" y="1050"/>
                  </a:cubicBezTo>
                  <a:cubicBezTo>
                    <a:pt x="1" y="1210"/>
                    <a:pt x="32" y="1294"/>
                    <a:pt x="89" y="1294"/>
                  </a:cubicBezTo>
                  <a:cubicBezTo>
                    <a:pt x="122" y="1294"/>
                    <a:pt x="164" y="1266"/>
                    <a:pt x="211" y="1208"/>
                  </a:cubicBezTo>
                  <a:lnTo>
                    <a:pt x="306" y="1113"/>
                  </a:lnTo>
                  <a:cubicBezTo>
                    <a:pt x="464" y="986"/>
                    <a:pt x="718" y="923"/>
                    <a:pt x="908" y="923"/>
                  </a:cubicBezTo>
                  <a:lnTo>
                    <a:pt x="1034" y="923"/>
                  </a:lnTo>
                  <a:cubicBezTo>
                    <a:pt x="1224" y="923"/>
                    <a:pt x="1256" y="828"/>
                    <a:pt x="1129" y="733"/>
                  </a:cubicBezTo>
                  <a:cubicBezTo>
                    <a:pt x="939" y="575"/>
                    <a:pt x="749" y="385"/>
                    <a:pt x="623" y="131"/>
                  </a:cubicBezTo>
                  <a:cubicBezTo>
                    <a:pt x="589" y="49"/>
                    <a:pt x="530" y="1"/>
                    <a:pt x="4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41"/>
            <p:cNvSpPr/>
            <p:nvPr/>
          </p:nvSpPr>
          <p:spPr>
            <a:xfrm>
              <a:off x="4384524" y="3168883"/>
              <a:ext cx="16308" cy="68154"/>
            </a:xfrm>
            <a:custGeom>
              <a:avLst/>
              <a:gdLst/>
              <a:ahLst/>
              <a:cxnLst/>
              <a:rect l="l" t="t" r="r" b="b"/>
              <a:pathLst>
                <a:path w="508" h="2123" extrusionOk="0">
                  <a:moveTo>
                    <a:pt x="349" y="1"/>
                  </a:moveTo>
                  <a:cubicBezTo>
                    <a:pt x="222" y="1"/>
                    <a:pt x="159" y="96"/>
                    <a:pt x="127" y="223"/>
                  </a:cubicBezTo>
                  <a:lnTo>
                    <a:pt x="1" y="1869"/>
                  </a:lnTo>
                  <a:cubicBezTo>
                    <a:pt x="1" y="1996"/>
                    <a:pt x="64" y="2123"/>
                    <a:pt x="159" y="2123"/>
                  </a:cubicBezTo>
                  <a:cubicBezTo>
                    <a:pt x="254" y="2123"/>
                    <a:pt x="349" y="2028"/>
                    <a:pt x="349" y="1901"/>
                  </a:cubicBezTo>
                  <a:lnTo>
                    <a:pt x="507" y="254"/>
                  </a:lnTo>
                  <a:cubicBezTo>
                    <a:pt x="507" y="128"/>
                    <a:pt x="444" y="1"/>
                    <a:pt x="34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41"/>
            <p:cNvSpPr/>
            <p:nvPr/>
          </p:nvSpPr>
          <p:spPr>
            <a:xfrm>
              <a:off x="4384524" y="3225833"/>
              <a:ext cx="57977" cy="62054"/>
            </a:xfrm>
            <a:custGeom>
              <a:avLst/>
              <a:gdLst/>
              <a:ahLst/>
              <a:cxnLst/>
              <a:rect l="l" t="t" r="r" b="b"/>
              <a:pathLst>
                <a:path w="1806" h="1933" extrusionOk="0">
                  <a:moveTo>
                    <a:pt x="113" y="0"/>
                  </a:moveTo>
                  <a:cubicBezTo>
                    <a:pt x="82" y="0"/>
                    <a:pt x="53" y="11"/>
                    <a:pt x="32" y="32"/>
                  </a:cubicBezTo>
                  <a:lnTo>
                    <a:pt x="191" y="32"/>
                  </a:lnTo>
                  <a:cubicBezTo>
                    <a:pt x="127" y="95"/>
                    <a:pt x="1" y="222"/>
                    <a:pt x="96" y="349"/>
                  </a:cubicBezTo>
                  <a:lnTo>
                    <a:pt x="1457" y="1806"/>
                  </a:lnTo>
                  <a:cubicBezTo>
                    <a:pt x="1521" y="1890"/>
                    <a:pt x="1612" y="1932"/>
                    <a:pt x="1685" y="1932"/>
                  </a:cubicBezTo>
                  <a:cubicBezTo>
                    <a:pt x="1721" y="1932"/>
                    <a:pt x="1753" y="1922"/>
                    <a:pt x="1774" y="1901"/>
                  </a:cubicBezTo>
                  <a:cubicBezTo>
                    <a:pt x="1806" y="1837"/>
                    <a:pt x="1806" y="1711"/>
                    <a:pt x="1679" y="1584"/>
                  </a:cubicBezTo>
                  <a:lnTo>
                    <a:pt x="317" y="127"/>
                  </a:lnTo>
                  <a:cubicBezTo>
                    <a:pt x="254" y="43"/>
                    <a:pt x="177" y="0"/>
                    <a:pt x="1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41"/>
            <p:cNvSpPr/>
            <p:nvPr/>
          </p:nvSpPr>
          <p:spPr>
            <a:xfrm>
              <a:off x="4335728" y="3137583"/>
              <a:ext cx="154574" cy="184044"/>
            </a:xfrm>
            <a:custGeom>
              <a:avLst/>
              <a:gdLst/>
              <a:ahLst/>
              <a:cxnLst/>
              <a:rect l="l" t="t" r="r" b="b"/>
              <a:pathLst>
                <a:path w="4815" h="5733" extrusionOk="0">
                  <a:moveTo>
                    <a:pt x="1888" y="1"/>
                  </a:moveTo>
                  <a:cubicBezTo>
                    <a:pt x="1311" y="1"/>
                    <a:pt x="730" y="172"/>
                    <a:pt x="254" y="501"/>
                  </a:cubicBezTo>
                  <a:cubicBezTo>
                    <a:pt x="64" y="659"/>
                    <a:pt x="1" y="849"/>
                    <a:pt x="96" y="944"/>
                  </a:cubicBezTo>
                  <a:cubicBezTo>
                    <a:pt x="117" y="965"/>
                    <a:pt x="152" y="976"/>
                    <a:pt x="195" y="976"/>
                  </a:cubicBezTo>
                  <a:cubicBezTo>
                    <a:pt x="282" y="976"/>
                    <a:pt x="402" y="934"/>
                    <a:pt x="507" y="849"/>
                  </a:cubicBezTo>
                  <a:cubicBezTo>
                    <a:pt x="909" y="575"/>
                    <a:pt x="1396" y="438"/>
                    <a:pt x="1887" y="438"/>
                  </a:cubicBezTo>
                  <a:cubicBezTo>
                    <a:pt x="2248" y="438"/>
                    <a:pt x="2611" y="512"/>
                    <a:pt x="2946" y="659"/>
                  </a:cubicBezTo>
                  <a:cubicBezTo>
                    <a:pt x="3706" y="1039"/>
                    <a:pt x="4244" y="1831"/>
                    <a:pt x="4308" y="2686"/>
                  </a:cubicBezTo>
                  <a:cubicBezTo>
                    <a:pt x="4371" y="3541"/>
                    <a:pt x="3959" y="4396"/>
                    <a:pt x="3231" y="4871"/>
                  </a:cubicBezTo>
                  <a:cubicBezTo>
                    <a:pt x="2833" y="5161"/>
                    <a:pt x="2352" y="5306"/>
                    <a:pt x="1871" y="5306"/>
                  </a:cubicBezTo>
                  <a:cubicBezTo>
                    <a:pt x="1510" y="5306"/>
                    <a:pt x="1150" y="5224"/>
                    <a:pt x="824" y="5061"/>
                  </a:cubicBezTo>
                  <a:cubicBezTo>
                    <a:pt x="729" y="5014"/>
                    <a:pt x="634" y="4990"/>
                    <a:pt x="555" y="4990"/>
                  </a:cubicBezTo>
                  <a:cubicBezTo>
                    <a:pt x="476" y="4990"/>
                    <a:pt x="412" y="5014"/>
                    <a:pt x="381" y="5061"/>
                  </a:cubicBezTo>
                  <a:cubicBezTo>
                    <a:pt x="317" y="5156"/>
                    <a:pt x="412" y="5346"/>
                    <a:pt x="634" y="5441"/>
                  </a:cubicBezTo>
                  <a:cubicBezTo>
                    <a:pt x="1022" y="5635"/>
                    <a:pt x="1458" y="5732"/>
                    <a:pt x="1896" y="5732"/>
                  </a:cubicBezTo>
                  <a:cubicBezTo>
                    <a:pt x="2458" y="5732"/>
                    <a:pt x="3021" y="5572"/>
                    <a:pt x="3484" y="5251"/>
                  </a:cubicBezTo>
                  <a:cubicBezTo>
                    <a:pt x="4308" y="4681"/>
                    <a:pt x="4814" y="3668"/>
                    <a:pt x="4719" y="2654"/>
                  </a:cubicBezTo>
                  <a:cubicBezTo>
                    <a:pt x="4656" y="1673"/>
                    <a:pt x="4023" y="723"/>
                    <a:pt x="3104" y="279"/>
                  </a:cubicBezTo>
                  <a:cubicBezTo>
                    <a:pt x="2730" y="92"/>
                    <a:pt x="2310" y="1"/>
                    <a:pt x="18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4" name="Google Shape;4704;p41"/>
          <p:cNvGrpSpPr/>
          <p:nvPr/>
        </p:nvGrpSpPr>
        <p:grpSpPr>
          <a:xfrm>
            <a:off x="518195" y="4109790"/>
            <a:ext cx="749304" cy="519194"/>
            <a:chOff x="518195" y="3098065"/>
            <a:chExt cx="749304" cy="519194"/>
          </a:xfrm>
        </p:grpSpPr>
        <p:sp>
          <p:nvSpPr>
            <p:cNvPr id="4705" name="Google Shape;4705;p41"/>
            <p:cNvSpPr/>
            <p:nvPr/>
          </p:nvSpPr>
          <p:spPr>
            <a:xfrm>
              <a:off x="582240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7633" y="1"/>
                  </a:moveTo>
                  <a:cubicBezTo>
                    <a:pt x="3421" y="1"/>
                    <a:pt x="0" y="3421"/>
                    <a:pt x="0" y="7633"/>
                  </a:cubicBezTo>
                  <a:cubicBezTo>
                    <a:pt x="0" y="11845"/>
                    <a:pt x="3421" y="15265"/>
                    <a:pt x="7633" y="15265"/>
                  </a:cubicBezTo>
                  <a:lnTo>
                    <a:pt x="7633" y="14188"/>
                  </a:lnTo>
                  <a:cubicBezTo>
                    <a:pt x="3991" y="14188"/>
                    <a:pt x="1045" y="11243"/>
                    <a:pt x="1045" y="7633"/>
                  </a:cubicBezTo>
                  <a:cubicBezTo>
                    <a:pt x="1045" y="3991"/>
                    <a:pt x="3991" y="1046"/>
                    <a:pt x="7633" y="1046"/>
                  </a:cubicBezTo>
                  <a:lnTo>
                    <a:pt x="763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41"/>
            <p:cNvSpPr/>
            <p:nvPr/>
          </p:nvSpPr>
          <p:spPr>
            <a:xfrm>
              <a:off x="615787" y="3160761"/>
              <a:ext cx="211491" cy="421955"/>
            </a:xfrm>
            <a:custGeom>
              <a:avLst/>
              <a:gdLst/>
              <a:ahLst/>
              <a:cxnLst/>
              <a:rect l="l" t="t" r="r" b="b"/>
              <a:pathLst>
                <a:path w="6588" h="13144" extrusionOk="0">
                  <a:moveTo>
                    <a:pt x="6588" y="1"/>
                  </a:moveTo>
                  <a:cubicBezTo>
                    <a:pt x="2946" y="1"/>
                    <a:pt x="0" y="2946"/>
                    <a:pt x="0" y="6588"/>
                  </a:cubicBezTo>
                  <a:cubicBezTo>
                    <a:pt x="0" y="10198"/>
                    <a:pt x="2946" y="13143"/>
                    <a:pt x="6588" y="13143"/>
                  </a:cubicBezTo>
                  <a:lnTo>
                    <a:pt x="6588" y="12098"/>
                  </a:lnTo>
                  <a:cubicBezTo>
                    <a:pt x="3547" y="12098"/>
                    <a:pt x="1077" y="9628"/>
                    <a:pt x="1077" y="6588"/>
                  </a:cubicBezTo>
                  <a:cubicBezTo>
                    <a:pt x="1077" y="3548"/>
                    <a:pt x="3547" y="1077"/>
                    <a:pt x="6588" y="1077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41"/>
            <p:cNvSpPr/>
            <p:nvPr/>
          </p:nvSpPr>
          <p:spPr>
            <a:xfrm>
              <a:off x="650361" y="3195336"/>
              <a:ext cx="176917" cy="352806"/>
            </a:xfrm>
            <a:custGeom>
              <a:avLst/>
              <a:gdLst/>
              <a:ahLst/>
              <a:cxnLst/>
              <a:rect l="l" t="t" r="r" b="b"/>
              <a:pathLst>
                <a:path w="5511" h="10990" extrusionOk="0">
                  <a:moveTo>
                    <a:pt x="5511" y="0"/>
                  </a:moveTo>
                  <a:cubicBezTo>
                    <a:pt x="2470" y="0"/>
                    <a:pt x="0" y="2471"/>
                    <a:pt x="0" y="5511"/>
                  </a:cubicBezTo>
                  <a:cubicBezTo>
                    <a:pt x="0" y="8551"/>
                    <a:pt x="2470" y="10989"/>
                    <a:pt x="5511" y="10989"/>
                  </a:cubicBezTo>
                  <a:lnTo>
                    <a:pt x="5511" y="9944"/>
                  </a:lnTo>
                  <a:cubicBezTo>
                    <a:pt x="3072" y="9944"/>
                    <a:pt x="1077" y="7949"/>
                    <a:pt x="1077" y="5511"/>
                  </a:cubicBezTo>
                  <a:cubicBezTo>
                    <a:pt x="1077" y="3072"/>
                    <a:pt x="3072" y="1077"/>
                    <a:pt x="5511" y="1077"/>
                  </a:cubicBezTo>
                  <a:lnTo>
                    <a:pt x="551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41"/>
            <p:cNvSpPr/>
            <p:nvPr/>
          </p:nvSpPr>
          <p:spPr>
            <a:xfrm>
              <a:off x="684904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4435" y="0"/>
                  </a:moveTo>
                  <a:cubicBezTo>
                    <a:pt x="1996" y="0"/>
                    <a:pt x="1" y="1995"/>
                    <a:pt x="1" y="4434"/>
                  </a:cubicBezTo>
                  <a:cubicBezTo>
                    <a:pt x="1" y="6872"/>
                    <a:pt x="1996" y="8867"/>
                    <a:pt x="4435" y="8867"/>
                  </a:cubicBezTo>
                  <a:lnTo>
                    <a:pt x="4435" y="7791"/>
                  </a:lnTo>
                  <a:cubicBezTo>
                    <a:pt x="2566" y="7791"/>
                    <a:pt x="1078" y="6271"/>
                    <a:pt x="1078" y="4434"/>
                  </a:cubicBezTo>
                  <a:cubicBezTo>
                    <a:pt x="1078" y="2565"/>
                    <a:pt x="2566" y="1077"/>
                    <a:pt x="4435" y="1077"/>
                  </a:cubicBez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41"/>
            <p:cNvSpPr/>
            <p:nvPr/>
          </p:nvSpPr>
          <p:spPr>
            <a:xfrm>
              <a:off x="719478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3358" y="1"/>
                  </a:moveTo>
                  <a:cubicBezTo>
                    <a:pt x="1489" y="1"/>
                    <a:pt x="1" y="1489"/>
                    <a:pt x="1" y="3358"/>
                  </a:cubicBezTo>
                  <a:cubicBezTo>
                    <a:pt x="1" y="5195"/>
                    <a:pt x="1489" y="6715"/>
                    <a:pt x="3358" y="6715"/>
                  </a:cubicBezTo>
                  <a:lnTo>
                    <a:pt x="3358" y="5638"/>
                  </a:lnTo>
                  <a:cubicBezTo>
                    <a:pt x="2091" y="5638"/>
                    <a:pt x="1077" y="4624"/>
                    <a:pt x="1077" y="3358"/>
                  </a:cubicBezTo>
                  <a:cubicBezTo>
                    <a:pt x="1077" y="2091"/>
                    <a:pt x="2091" y="1046"/>
                    <a:pt x="3358" y="1046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41"/>
            <p:cNvSpPr/>
            <p:nvPr/>
          </p:nvSpPr>
          <p:spPr>
            <a:xfrm>
              <a:off x="754052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2281" y="1"/>
                  </a:moveTo>
                  <a:cubicBezTo>
                    <a:pt x="1014" y="1"/>
                    <a:pt x="0" y="1046"/>
                    <a:pt x="0" y="2313"/>
                  </a:cubicBezTo>
                  <a:cubicBezTo>
                    <a:pt x="0" y="3579"/>
                    <a:pt x="1014" y="4593"/>
                    <a:pt x="2281" y="4593"/>
                  </a:cubicBezTo>
                  <a:lnTo>
                    <a:pt x="2281" y="3516"/>
                  </a:lnTo>
                  <a:cubicBezTo>
                    <a:pt x="1616" y="3516"/>
                    <a:pt x="1046" y="2978"/>
                    <a:pt x="1046" y="2313"/>
                  </a:cubicBezTo>
                  <a:cubicBezTo>
                    <a:pt x="1046" y="1648"/>
                    <a:pt x="1616" y="1078"/>
                    <a:pt x="2281" y="1078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41"/>
            <p:cNvSpPr/>
            <p:nvPr/>
          </p:nvSpPr>
          <p:spPr>
            <a:xfrm>
              <a:off x="787600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236" y="1"/>
                  </a:moveTo>
                  <a:cubicBezTo>
                    <a:pt x="571" y="1"/>
                    <a:pt x="1" y="571"/>
                    <a:pt x="1" y="1236"/>
                  </a:cubicBezTo>
                  <a:cubicBezTo>
                    <a:pt x="1" y="1901"/>
                    <a:pt x="571" y="2439"/>
                    <a:pt x="1236" y="2439"/>
                  </a:cubicBezTo>
                  <a:lnTo>
                    <a:pt x="12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41"/>
            <p:cNvSpPr/>
            <p:nvPr/>
          </p:nvSpPr>
          <p:spPr>
            <a:xfrm>
              <a:off x="827246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1" y="1"/>
                  </a:moveTo>
                  <a:lnTo>
                    <a:pt x="1" y="1046"/>
                  </a:lnTo>
                  <a:cubicBezTo>
                    <a:pt x="3643" y="1046"/>
                    <a:pt x="6556" y="3991"/>
                    <a:pt x="6556" y="7633"/>
                  </a:cubicBezTo>
                  <a:cubicBezTo>
                    <a:pt x="6556" y="11243"/>
                    <a:pt x="3643" y="14188"/>
                    <a:pt x="1" y="14188"/>
                  </a:cubicBezTo>
                  <a:lnTo>
                    <a:pt x="1" y="15265"/>
                  </a:lnTo>
                  <a:cubicBezTo>
                    <a:pt x="4213" y="15265"/>
                    <a:pt x="7633" y="11845"/>
                    <a:pt x="7633" y="7633"/>
                  </a:cubicBezTo>
                  <a:cubicBezTo>
                    <a:pt x="7633" y="3421"/>
                    <a:pt x="4213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41"/>
            <p:cNvSpPr/>
            <p:nvPr/>
          </p:nvSpPr>
          <p:spPr>
            <a:xfrm>
              <a:off x="827246" y="3195336"/>
              <a:ext cx="176949" cy="352806"/>
            </a:xfrm>
            <a:custGeom>
              <a:avLst/>
              <a:gdLst/>
              <a:ahLst/>
              <a:cxnLst/>
              <a:rect l="l" t="t" r="r" b="b"/>
              <a:pathLst>
                <a:path w="5512" h="10990" extrusionOk="0">
                  <a:moveTo>
                    <a:pt x="1" y="0"/>
                  </a:moveTo>
                  <a:lnTo>
                    <a:pt x="1" y="1077"/>
                  </a:lnTo>
                  <a:cubicBezTo>
                    <a:pt x="2439" y="1077"/>
                    <a:pt x="4434" y="3041"/>
                    <a:pt x="4434" y="5511"/>
                  </a:cubicBezTo>
                  <a:cubicBezTo>
                    <a:pt x="4434" y="7949"/>
                    <a:pt x="2439" y="9944"/>
                    <a:pt x="1" y="9944"/>
                  </a:cubicBezTo>
                  <a:lnTo>
                    <a:pt x="1" y="10989"/>
                  </a:lnTo>
                  <a:cubicBezTo>
                    <a:pt x="20" y="10990"/>
                    <a:pt x="39" y="10990"/>
                    <a:pt x="58" y="10990"/>
                  </a:cubicBezTo>
                  <a:cubicBezTo>
                    <a:pt x="3072" y="10990"/>
                    <a:pt x="5511" y="8532"/>
                    <a:pt x="5511" y="5511"/>
                  </a:cubicBezTo>
                  <a:cubicBezTo>
                    <a:pt x="5511" y="2471"/>
                    <a:pt x="3041" y="0"/>
                    <a:pt x="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41"/>
            <p:cNvSpPr/>
            <p:nvPr/>
          </p:nvSpPr>
          <p:spPr>
            <a:xfrm>
              <a:off x="827246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1" y="1"/>
                  </a:moveTo>
                  <a:lnTo>
                    <a:pt x="1" y="1046"/>
                  </a:lnTo>
                  <a:cubicBezTo>
                    <a:pt x="1267" y="1046"/>
                    <a:pt x="2281" y="2091"/>
                    <a:pt x="2281" y="3358"/>
                  </a:cubicBezTo>
                  <a:cubicBezTo>
                    <a:pt x="2281" y="4624"/>
                    <a:pt x="1267" y="5638"/>
                    <a:pt x="1" y="5638"/>
                  </a:cubicBezTo>
                  <a:lnTo>
                    <a:pt x="1" y="6715"/>
                  </a:lnTo>
                  <a:cubicBezTo>
                    <a:pt x="1837" y="6715"/>
                    <a:pt x="3358" y="5195"/>
                    <a:pt x="3358" y="3358"/>
                  </a:cubicBezTo>
                  <a:cubicBezTo>
                    <a:pt x="3358" y="1489"/>
                    <a:pt x="1837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41"/>
            <p:cNvSpPr/>
            <p:nvPr/>
          </p:nvSpPr>
          <p:spPr>
            <a:xfrm>
              <a:off x="827246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" y="1"/>
                  </a:moveTo>
                  <a:lnTo>
                    <a:pt x="1" y="2439"/>
                  </a:lnTo>
                  <a:cubicBezTo>
                    <a:pt x="666" y="2439"/>
                    <a:pt x="1236" y="1901"/>
                    <a:pt x="1236" y="1236"/>
                  </a:cubicBezTo>
                  <a:cubicBezTo>
                    <a:pt x="1236" y="571"/>
                    <a:pt x="666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41"/>
            <p:cNvSpPr/>
            <p:nvPr/>
          </p:nvSpPr>
          <p:spPr>
            <a:xfrm>
              <a:off x="755080" y="3306154"/>
              <a:ext cx="72199" cy="69149"/>
            </a:xfrm>
            <a:custGeom>
              <a:avLst/>
              <a:gdLst/>
              <a:ahLst/>
              <a:cxnLst/>
              <a:rect l="l" t="t" r="r" b="b"/>
              <a:pathLst>
                <a:path w="2249" h="2154" extrusionOk="0">
                  <a:moveTo>
                    <a:pt x="380" y="0"/>
                  </a:moveTo>
                  <a:lnTo>
                    <a:pt x="190" y="190"/>
                  </a:lnTo>
                  <a:lnTo>
                    <a:pt x="0" y="380"/>
                  </a:lnTo>
                  <a:cubicBezTo>
                    <a:pt x="0" y="380"/>
                    <a:pt x="1204" y="1520"/>
                    <a:pt x="2249" y="2154"/>
                  </a:cubicBezTo>
                  <a:cubicBezTo>
                    <a:pt x="1552" y="1140"/>
                    <a:pt x="380" y="0"/>
                    <a:pt x="3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41"/>
            <p:cNvSpPr/>
            <p:nvPr/>
          </p:nvSpPr>
          <p:spPr>
            <a:xfrm>
              <a:off x="685931" y="3240055"/>
              <a:ext cx="87479" cy="82343"/>
            </a:xfrm>
            <a:custGeom>
              <a:avLst/>
              <a:gdLst/>
              <a:ahLst/>
              <a:cxnLst/>
              <a:rect l="l" t="t" r="r" b="b"/>
              <a:pathLst>
                <a:path w="2725" h="2565" extrusionOk="0">
                  <a:moveTo>
                    <a:pt x="507" y="1"/>
                  </a:moveTo>
                  <a:lnTo>
                    <a:pt x="1" y="539"/>
                  </a:lnTo>
                  <a:lnTo>
                    <a:pt x="2091" y="2534"/>
                  </a:lnTo>
                  <a:cubicBezTo>
                    <a:pt x="2112" y="2555"/>
                    <a:pt x="2136" y="2564"/>
                    <a:pt x="2161" y="2564"/>
                  </a:cubicBezTo>
                  <a:cubicBezTo>
                    <a:pt x="2285" y="2564"/>
                    <a:pt x="2439" y="2344"/>
                    <a:pt x="2439" y="2344"/>
                  </a:cubicBezTo>
                  <a:cubicBezTo>
                    <a:pt x="2439" y="2344"/>
                    <a:pt x="2724" y="2091"/>
                    <a:pt x="2597" y="1996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41"/>
            <p:cNvSpPr/>
            <p:nvPr/>
          </p:nvSpPr>
          <p:spPr>
            <a:xfrm>
              <a:off x="627986" y="3185159"/>
              <a:ext cx="99678" cy="95601"/>
            </a:xfrm>
            <a:custGeom>
              <a:avLst/>
              <a:gdLst/>
              <a:ahLst/>
              <a:cxnLst/>
              <a:rect l="l" t="t" r="r" b="b"/>
              <a:pathLst>
                <a:path w="3105" h="2978" extrusionOk="0">
                  <a:moveTo>
                    <a:pt x="539" y="1"/>
                  </a:moveTo>
                  <a:lnTo>
                    <a:pt x="0" y="539"/>
                  </a:lnTo>
                  <a:lnTo>
                    <a:pt x="2566" y="2978"/>
                  </a:lnTo>
                  <a:lnTo>
                    <a:pt x="3104" y="2439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41"/>
            <p:cNvSpPr/>
            <p:nvPr/>
          </p:nvSpPr>
          <p:spPr>
            <a:xfrm>
              <a:off x="518195" y="3098065"/>
              <a:ext cx="155569" cy="120545"/>
            </a:xfrm>
            <a:custGeom>
              <a:avLst/>
              <a:gdLst/>
              <a:ahLst/>
              <a:cxnLst/>
              <a:rect l="l" t="t" r="r" b="b"/>
              <a:pathLst>
                <a:path w="4846" h="3755" extrusionOk="0">
                  <a:moveTo>
                    <a:pt x="1767" y="1"/>
                  </a:moveTo>
                  <a:cubicBezTo>
                    <a:pt x="1465" y="1"/>
                    <a:pt x="1156" y="88"/>
                    <a:pt x="855" y="307"/>
                  </a:cubicBezTo>
                  <a:cubicBezTo>
                    <a:pt x="0" y="1637"/>
                    <a:pt x="1457" y="2935"/>
                    <a:pt x="2027" y="3474"/>
                  </a:cubicBezTo>
                  <a:cubicBezTo>
                    <a:pt x="2243" y="3681"/>
                    <a:pt x="2497" y="3755"/>
                    <a:pt x="2750" y="3755"/>
                  </a:cubicBezTo>
                  <a:cubicBezTo>
                    <a:pt x="3389" y="3755"/>
                    <a:pt x="4022" y="3284"/>
                    <a:pt x="4022" y="3284"/>
                  </a:cubicBezTo>
                  <a:cubicBezTo>
                    <a:pt x="4022" y="3284"/>
                    <a:pt x="4846" y="2017"/>
                    <a:pt x="4086" y="1289"/>
                  </a:cubicBezTo>
                  <a:cubicBezTo>
                    <a:pt x="3651" y="902"/>
                    <a:pt x="2738" y="1"/>
                    <a:pt x="17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41"/>
            <p:cNvSpPr/>
            <p:nvPr/>
          </p:nvSpPr>
          <p:spPr>
            <a:xfrm>
              <a:off x="541566" y="3100794"/>
              <a:ext cx="65104" cy="65072"/>
            </a:xfrm>
            <a:custGeom>
              <a:avLst/>
              <a:gdLst/>
              <a:ahLst/>
              <a:cxnLst/>
              <a:rect l="l" t="t" r="r" b="b"/>
              <a:pathLst>
                <a:path w="2028" h="2027" extrusionOk="0">
                  <a:moveTo>
                    <a:pt x="1616" y="0"/>
                  </a:moveTo>
                  <a:lnTo>
                    <a:pt x="1679" y="1710"/>
                  </a:lnTo>
                  <a:lnTo>
                    <a:pt x="1" y="1710"/>
                  </a:lnTo>
                  <a:cubicBezTo>
                    <a:pt x="32" y="1837"/>
                    <a:pt x="96" y="1932"/>
                    <a:pt x="127" y="2027"/>
                  </a:cubicBezTo>
                  <a:lnTo>
                    <a:pt x="2027" y="2027"/>
                  </a:lnTo>
                  <a:lnTo>
                    <a:pt x="1932" y="127"/>
                  </a:lnTo>
                  <a:cubicBezTo>
                    <a:pt x="1837" y="95"/>
                    <a:pt x="1742" y="32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41"/>
            <p:cNvSpPr/>
            <p:nvPr/>
          </p:nvSpPr>
          <p:spPr>
            <a:xfrm>
              <a:off x="550715" y="3109943"/>
              <a:ext cx="77303" cy="77271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932" y="0"/>
                  </a:moveTo>
                  <a:lnTo>
                    <a:pt x="1996" y="1995"/>
                  </a:lnTo>
                  <a:lnTo>
                    <a:pt x="1" y="1995"/>
                  </a:lnTo>
                  <a:cubicBezTo>
                    <a:pt x="96" y="2154"/>
                    <a:pt x="222" y="2280"/>
                    <a:pt x="317" y="2407"/>
                  </a:cubicBezTo>
                  <a:lnTo>
                    <a:pt x="2407" y="2375"/>
                  </a:lnTo>
                  <a:lnTo>
                    <a:pt x="2312" y="285"/>
                  </a:lnTo>
                  <a:cubicBezTo>
                    <a:pt x="2186" y="190"/>
                    <a:pt x="2059" y="95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41"/>
            <p:cNvSpPr/>
            <p:nvPr/>
          </p:nvSpPr>
          <p:spPr>
            <a:xfrm>
              <a:off x="1068207" y="3312253"/>
              <a:ext cx="137270" cy="166740"/>
            </a:xfrm>
            <a:custGeom>
              <a:avLst/>
              <a:gdLst/>
              <a:ahLst/>
              <a:cxnLst/>
              <a:rect l="l" t="t" r="r" b="b"/>
              <a:pathLst>
                <a:path w="4276" h="5194" extrusionOk="0">
                  <a:moveTo>
                    <a:pt x="2154" y="0"/>
                  </a:moveTo>
                  <a:cubicBezTo>
                    <a:pt x="982" y="0"/>
                    <a:pt x="32" y="950"/>
                    <a:pt x="0" y="2122"/>
                  </a:cubicBezTo>
                  <a:cubicBezTo>
                    <a:pt x="0" y="2154"/>
                    <a:pt x="0" y="2217"/>
                    <a:pt x="32" y="2249"/>
                  </a:cubicBezTo>
                  <a:cubicBezTo>
                    <a:pt x="32" y="3230"/>
                    <a:pt x="444" y="3452"/>
                    <a:pt x="1014" y="4402"/>
                  </a:cubicBezTo>
                  <a:cubicBezTo>
                    <a:pt x="1235" y="4782"/>
                    <a:pt x="1172" y="5194"/>
                    <a:pt x="1172" y="5194"/>
                  </a:cubicBezTo>
                  <a:lnTo>
                    <a:pt x="3104" y="5194"/>
                  </a:lnTo>
                  <a:cubicBezTo>
                    <a:pt x="3104" y="5194"/>
                    <a:pt x="3040" y="4782"/>
                    <a:pt x="3262" y="4402"/>
                  </a:cubicBezTo>
                  <a:cubicBezTo>
                    <a:pt x="3832" y="3484"/>
                    <a:pt x="4244" y="3230"/>
                    <a:pt x="4276" y="2280"/>
                  </a:cubicBezTo>
                  <a:cubicBezTo>
                    <a:pt x="4276" y="2249"/>
                    <a:pt x="4276" y="2185"/>
                    <a:pt x="4276" y="2154"/>
                  </a:cubicBezTo>
                  <a:cubicBezTo>
                    <a:pt x="4276" y="982"/>
                    <a:pt x="3357" y="32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41"/>
            <p:cNvSpPr/>
            <p:nvPr/>
          </p:nvSpPr>
          <p:spPr>
            <a:xfrm>
              <a:off x="1136329" y="3312253"/>
              <a:ext cx="69149" cy="160641"/>
            </a:xfrm>
            <a:custGeom>
              <a:avLst/>
              <a:gdLst/>
              <a:ahLst/>
              <a:cxnLst/>
              <a:rect l="l" t="t" r="r" b="b"/>
              <a:pathLst>
                <a:path w="2154" h="5004" extrusionOk="0">
                  <a:moveTo>
                    <a:pt x="32" y="0"/>
                  </a:moveTo>
                  <a:lnTo>
                    <a:pt x="0" y="5004"/>
                  </a:lnTo>
                  <a:lnTo>
                    <a:pt x="950" y="5004"/>
                  </a:lnTo>
                  <a:cubicBezTo>
                    <a:pt x="982" y="4846"/>
                    <a:pt x="1013" y="4624"/>
                    <a:pt x="1140" y="4402"/>
                  </a:cubicBezTo>
                  <a:cubicBezTo>
                    <a:pt x="1710" y="3484"/>
                    <a:pt x="2122" y="3230"/>
                    <a:pt x="2154" y="2280"/>
                  </a:cubicBezTo>
                  <a:cubicBezTo>
                    <a:pt x="2154" y="2249"/>
                    <a:pt x="2154" y="2185"/>
                    <a:pt x="2154" y="2154"/>
                  </a:cubicBezTo>
                  <a:cubicBezTo>
                    <a:pt x="2154" y="982"/>
                    <a:pt x="1203" y="32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41"/>
            <p:cNvSpPr/>
            <p:nvPr/>
          </p:nvSpPr>
          <p:spPr>
            <a:xfrm>
              <a:off x="1133279" y="3254308"/>
              <a:ext cx="9181" cy="48828"/>
            </a:xfrm>
            <a:custGeom>
              <a:avLst/>
              <a:gdLst/>
              <a:ahLst/>
              <a:cxnLst/>
              <a:rect l="l" t="t" r="r" b="b"/>
              <a:pathLst>
                <a:path w="286" h="1521" extrusionOk="0">
                  <a:moveTo>
                    <a:pt x="158" y="0"/>
                  </a:moveTo>
                  <a:cubicBezTo>
                    <a:pt x="63" y="0"/>
                    <a:pt x="32" y="63"/>
                    <a:pt x="32" y="127"/>
                  </a:cubicBezTo>
                  <a:lnTo>
                    <a:pt x="0" y="1394"/>
                  </a:lnTo>
                  <a:cubicBezTo>
                    <a:pt x="0" y="1457"/>
                    <a:pt x="63" y="1520"/>
                    <a:pt x="127" y="1520"/>
                  </a:cubicBezTo>
                  <a:cubicBezTo>
                    <a:pt x="222" y="1520"/>
                    <a:pt x="285" y="1457"/>
                    <a:pt x="285" y="1394"/>
                  </a:cubicBezTo>
                  <a:lnTo>
                    <a:pt x="285" y="127"/>
                  </a:lnTo>
                  <a:cubicBezTo>
                    <a:pt x="285" y="63"/>
                    <a:pt x="222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41"/>
            <p:cNvSpPr/>
            <p:nvPr/>
          </p:nvSpPr>
          <p:spPr>
            <a:xfrm>
              <a:off x="1107854" y="3390262"/>
              <a:ext cx="59004" cy="16725"/>
            </a:xfrm>
            <a:custGeom>
              <a:avLst/>
              <a:gdLst/>
              <a:ahLst/>
              <a:cxnLst/>
              <a:rect l="l" t="t" r="r" b="b"/>
              <a:pathLst>
                <a:path w="1838" h="521" extrusionOk="0">
                  <a:moveTo>
                    <a:pt x="903" y="1"/>
                  </a:moveTo>
                  <a:cubicBezTo>
                    <a:pt x="618" y="1"/>
                    <a:pt x="333" y="88"/>
                    <a:pt x="95" y="262"/>
                  </a:cubicBezTo>
                  <a:cubicBezTo>
                    <a:pt x="32" y="325"/>
                    <a:pt x="0" y="420"/>
                    <a:pt x="64" y="484"/>
                  </a:cubicBezTo>
                  <a:cubicBezTo>
                    <a:pt x="79" y="500"/>
                    <a:pt x="111" y="508"/>
                    <a:pt x="147" y="508"/>
                  </a:cubicBezTo>
                  <a:cubicBezTo>
                    <a:pt x="182" y="508"/>
                    <a:pt x="222" y="500"/>
                    <a:pt x="254" y="484"/>
                  </a:cubicBezTo>
                  <a:cubicBezTo>
                    <a:pt x="444" y="341"/>
                    <a:pt x="673" y="270"/>
                    <a:pt x="903" y="270"/>
                  </a:cubicBezTo>
                  <a:cubicBezTo>
                    <a:pt x="1132" y="270"/>
                    <a:pt x="1362" y="341"/>
                    <a:pt x="1552" y="484"/>
                  </a:cubicBezTo>
                  <a:cubicBezTo>
                    <a:pt x="1589" y="502"/>
                    <a:pt x="1636" y="520"/>
                    <a:pt x="1681" y="520"/>
                  </a:cubicBezTo>
                  <a:cubicBezTo>
                    <a:pt x="1715" y="520"/>
                    <a:pt x="1747" y="511"/>
                    <a:pt x="1774" y="484"/>
                  </a:cubicBezTo>
                  <a:cubicBezTo>
                    <a:pt x="1837" y="452"/>
                    <a:pt x="1805" y="325"/>
                    <a:pt x="1710" y="262"/>
                  </a:cubicBezTo>
                  <a:cubicBezTo>
                    <a:pt x="1473" y="88"/>
                    <a:pt x="1188" y="1"/>
                    <a:pt x="90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41"/>
            <p:cNvSpPr/>
            <p:nvPr/>
          </p:nvSpPr>
          <p:spPr>
            <a:xfrm>
              <a:off x="1169876" y="3267117"/>
              <a:ext cx="27480" cy="44751"/>
            </a:xfrm>
            <a:custGeom>
              <a:avLst/>
              <a:gdLst/>
              <a:ahLst/>
              <a:cxnLst/>
              <a:rect l="l" t="t" r="r" b="b"/>
              <a:pathLst>
                <a:path w="856" h="1394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75"/>
                    <a:pt x="95" y="1375"/>
                  </a:cubicBezTo>
                  <a:cubicBezTo>
                    <a:pt x="118" y="1386"/>
                    <a:pt x="146" y="1394"/>
                    <a:pt x="173" y="1394"/>
                  </a:cubicBezTo>
                  <a:cubicBezTo>
                    <a:pt x="220" y="1394"/>
                    <a:pt x="265" y="1371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41"/>
            <p:cNvSpPr/>
            <p:nvPr/>
          </p:nvSpPr>
          <p:spPr>
            <a:xfrm>
              <a:off x="1200373" y="3301563"/>
              <a:ext cx="40674" cy="34606"/>
            </a:xfrm>
            <a:custGeom>
              <a:avLst/>
              <a:gdLst/>
              <a:ahLst/>
              <a:cxnLst/>
              <a:rect l="l" t="t" r="r" b="b"/>
              <a:pathLst>
                <a:path w="1267" h="1078" extrusionOk="0">
                  <a:moveTo>
                    <a:pt x="1140" y="1"/>
                  </a:moveTo>
                  <a:cubicBezTo>
                    <a:pt x="1109" y="1"/>
                    <a:pt x="1077" y="17"/>
                    <a:pt x="1045" y="48"/>
                  </a:cubicBezTo>
                  <a:lnTo>
                    <a:pt x="64" y="840"/>
                  </a:lnTo>
                  <a:cubicBezTo>
                    <a:pt x="0" y="903"/>
                    <a:pt x="0" y="967"/>
                    <a:pt x="64" y="1030"/>
                  </a:cubicBezTo>
                  <a:cubicBezTo>
                    <a:pt x="79" y="1062"/>
                    <a:pt x="111" y="1077"/>
                    <a:pt x="143" y="1077"/>
                  </a:cubicBezTo>
                  <a:cubicBezTo>
                    <a:pt x="174" y="1077"/>
                    <a:pt x="206" y="1062"/>
                    <a:pt x="222" y="1030"/>
                  </a:cubicBezTo>
                  <a:lnTo>
                    <a:pt x="1204" y="238"/>
                  </a:lnTo>
                  <a:cubicBezTo>
                    <a:pt x="1267" y="175"/>
                    <a:pt x="1267" y="112"/>
                    <a:pt x="1235" y="48"/>
                  </a:cubicBezTo>
                  <a:cubicBezTo>
                    <a:pt x="1204" y="17"/>
                    <a:pt x="1172" y="1"/>
                    <a:pt x="1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127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41"/>
            <p:cNvSpPr/>
            <p:nvPr/>
          </p:nvSpPr>
          <p:spPr>
            <a:xfrm>
              <a:off x="1218672" y="3400439"/>
              <a:ext cx="48828" cy="15794"/>
            </a:xfrm>
            <a:custGeom>
              <a:avLst/>
              <a:gdLst/>
              <a:ahLst/>
              <a:cxnLst/>
              <a:rect l="l" t="t" r="r" b="b"/>
              <a:pathLst>
                <a:path w="1521" h="492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64" y="262"/>
                    <a:pt x="127" y="262"/>
                  </a:cubicBezTo>
                  <a:lnTo>
                    <a:pt x="1362" y="483"/>
                  </a:lnTo>
                  <a:cubicBezTo>
                    <a:pt x="1374" y="489"/>
                    <a:pt x="1386" y="492"/>
                    <a:pt x="1399" y="492"/>
                  </a:cubicBezTo>
                  <a:cubicBezTo>
                    <a:pt x="1457" y="492"/>
                    <a:pt x="1520" y="440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76" y="980"/>
                    <a:pt x="500" y="988"/>
                    <a:pt x="531" y="988"/>
                  </a:cubicBezTo>
                  <a:cubicBezTo>
                    <a:pt x="563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41"/>
            <p:cNvSpPr/>
            <p:nvPr/>
          </p:nvSpPr>
          <p:spPr>
            <a:xfrm>
              <a:off x="1078352" y="3266090"/>
              <a:ext cx="26485" cy="45553"/>
            </a:xfrm>
            <a:custGeom>
              <a:avLst/>
              <a:gdLst/>
              <a:ahLst/>
              <a:cxnLst/>
              <a:rect l="l" t="t" r="r" b="b"/>
              <a:pathLst>
                <a:path w="825" h="1419" extrusionOk="0">
                  <a:moveTo>
                    <a:pt x="152" y="1"/>
                  </a:moveTo>
                  <a:cubicBezTo>
                    <a:pt x="132" y="1"/>
                    <a:pt x="113" y="5"/>
                    <a:pt x="96" y="13"/>
                  </a:cubicBezTo>
                  <a:cubicBezTo>
                    <a:pt x="33" y="45"/>
                    <a:pt x="1" y="108"/>
                    <a:pt x="33" y="171"/>
                  </a:cubicBezTo>
                  <a:lnTo>
                    <a:pt x="571" y="1343"/>
                  </a:lnTo>
                  <a:cubicBezTo>
                    <a:pt x="594" y="1390"/>
                    <a:pt x="634" y="1419"/>
                    <a:pt x="679" y="1419"/>
                  </a:cubicBezTo>
                  <a:cubicBezTo>
                    <a:pt x="695" y="1419"/>
                    <a:pt x="712" y="1415"/>
                    <a:pt x="729" y="1407"/>
                  </a:cubicBezTo>
                  <a:cubicBezTo>
                    <a:pt x="793" y="1375"/>
                    <a:pt x="824" y="1312"/>
                    <a:pt x="793" y="1217"/>
                  </a:cubicBezTo>
                  <a:lnTo>
                    <a:pt x="286" y="76"/>
                  </a:lnTo>
                  <a:cubicBezTo>
                    <a:pt x="263" y="30"/>
                    <a:pt x="206" y="1"/>
                    <a:pt x="1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41"/>
            <p:cNvSpPr/>
            <p:nvPr/>
          </p:nvSpPr>
          <p:spPr>
            <a:xfrm>
              <a:off x="1033633" y="3300407"/>
              <a:ext cx="40706" cy="34895"/>
            </a:xfrm>
            <a:custGeom>
              <a:avLst/>
              <a:gdLst/>
              <a:ahLst/>
              <a:cxnLst/>
              <a:rect l="l" t="t" r="r" b="b"/>
              <a:pathLst>
                <a:path w="1268" h="1087" extrusionOk="0">
                  <a:moveTo>
                    <a:pt x="166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0" y="116"/>
                    <a:pt x="32" y="179"/>
                    <a:pt x="64" y="243"/>
                  </a:cubicBezTo>
                  <a:lnTo>
                    <a:pt x="1046" y="1066"/>
                  </a:lnTo>
                  <a:cubicBezTo>
                    <a:pt x="1072" y="1079"/>
                    <a:pt x="1098" y="1087"/>
                    <a:pt x="1124" y="1087"/>
                  </a:cubicBezTo>
                  <a:cubicBezTo>
                    <a:pt x="1161" y="1087"/>
                    <a:pt x="1198" y="1071"/>
                    <a:pt x="1236" y="1034"/>
                  </a:cubicBezTo>
                  <a:cubicBezTo>
                    <a:pt x="1267" y="971"/>
                    <a:pt x="1267" y="908"/>
                    <a:pt x="1204" y="844"/>
                  </a:cubicBezTo>
                  <a:lnTo>
                    <a:pt x="254" y="21"/>
                  </a:lnTo>
                  <a:cubicBezTo>
                    <a:pt x="228" y="8"/>
                    <a:pt x="196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41"/>
            <p:cNvSpPr/>
            <p:nvPr/>
          </p:nvSpPr>
          <p:spPr>
            <a:xfrm>
              <a:off x="1008208" y="3349877"/>
              <a:ext cx="48828" cy="19615"/>
            </a:xfrm>
            <a:custGeom>
              <a:avLst/>
              <a:gdLst/>
              <a:ahLst/>
              <a:cxnLst/>
              <a:rect l="l" t="t" r="r" b="b"/>
              <a:pathLst>
                <a:path w="1521" h="611" extrusionOk="0">
                  <a:moveTo>
                    <a:pt x="191" y="0"/>
                  </a:moveTo>
                  <a:cubicBezTo>
                    <a:pt x="127" y="0"/>
                    <a:pt x="32" y="32"/>
                    <a:pt x="32" y="95"/>
                  </a:cubicBezTo>
                  <a:cubicBezTo>
                    <a:pt x="1" y="190"/>
                    <a:pt x="32" y="253"/>
                    <a:pt x="127" y="253"/>
                  </a:cubicBezTo>
                  <a:lnTo>
                    <a:pt x="1331" y="602"/>
                  </a:lnTo>
                  <a:cubicBezTo>
                    <a:pt x="1342" y="608"/>
                    <a:pt x="1355" y="610"/>
                    <a:pt x="1368" y="610"/>
                  </a:cubicBezTo>
                  <a:cubicBezTo>
                    <a:pt x="1426" y="610"/>
                    <a:pt x="1489" y="558"/>
                    <a:pt x="1489" y="507"/>
                  </a:cubicBezTo>
                  <a:cubicBezTo>
                    <a:pt x="1521" y="443"/>
                    <a:pt x="1489" y="380"/>
                    <a:pt x="1394" y="3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41"/>
            <p:cNvSpPr/>
            <p:nvPr/>
          </p:nvSpPr>
          <p:spPr>
            <a:xfrm>
              <a:off x="1006185" y="3399411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399" y="0"/>
                  </a:moveTo>
                  <a:cubicBezTo>
                    <a:pt x="1386" y="0"/>
                    <a:pt x="1374" y="3"/>
                    <a:pt x="1362" y="9"/>
                  </a:cubicBezTo>
                  <a:lnTo>
                    <a:pt x="95" y="230"/>
                  </a:lnTo>
                  <a:cubicBezTo>
                    <a:pt x="32" y="230"/>
                    <a:pt x="0" y="294"/>
                    <a:pt x="0" y="357"/>
                  </a:cubicBezTo>
                  <a:cubicBezTo>
                    <a:pt x="0" y="452"/>
                    <a:pt x="95" y="484"/>
                    <a:pt x="159" y="484"/>
                  </a:cubicBezTo>
                  <a:lnTo>
                    <a:pt x="1394" y="262"/>
                  </a:lnTo>
                  <a:cubicBezTo>
                    <a:pt x="1489" y="262"/>
                    <a:pt x="1520" y="167"/>
                    <a:pt x="1520" y="104"/>
                  </a:cubicBezTo>
                  <a:cubicBezTo>
                    <a:pt x="1520" y="52"/>
                    <a:pt x="1457" y="0"/>
                    <a:pt x="1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41"/>
            <p:cNvSpPr/>
            <p:nvPr/>
          </p:nvSpPr>
          <p:spPr>
            <a:xfrm>
              <a:off x="1031611" y="3434596"/>
              <a:ext cx="38651" cy="28828"/>
            </a:xfrm>
            <a:custGeom>
              <a:avLst/>
              <a:gdLst/>
              <a:ahLst/>
              <a:cxnLst/>
              <a:rect l="l" t="t" r="r" b="b"/>
              <a:pathLst>
                <a:path w="1204" h="898" extrusionOk="0">
                  <a:moveTo>
                    <a:pt x="1076" y="0"/>
                  </a:moveTo>
                  <a:cubicBezTo>
                    <a:pt x="1051" y="0"/>
                    <a:pt x="1027" y="8"/>
                    <a:pt x="1014" y="21"/>
                  </a:cubicBezTo>
                  <a:lnTo>
                    <a:pt x="63" y="655"/>
                  </a:lnTo>
                  <a:cubicBezTo>
                    <a:pt x="0" y="718"/>
                    <a:pt x="0" y="781"/>
                    <a:pt x="32" y="845"/>
                  </a:cubicBezTo>
                  <a:cubicBezTo>
                    <a:pt x="69" y="882"/>
                    <a:pt x="106" y="897"/>
                    <a:pt x="143" y="897"/>
                  </a:cubicBezTo>
                  <a:cubicBezTo>
                    <a:pt x="169" y="897"/>
                    <a:pt x="196" y="889"/>
                    <a:pt x="222" y="876"/>
                  </a:cubicBezTo>
                  <a:lnTo>
                    <a:pt x="1140" y="243"/>
                  </a:lnTo>
                  <a:cubicBezTo>
                    <a:pt x="1204" y="211"/>
                    <a:pt x="1204" y="116"/>
                    <a:pt x="1172" y="53"/>
                  </a:cubicBezTo>
                  <a:cubicBezTo>
                    <a:pt x="1153" y="16"/>
                    <a:pt x="1113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41"/>
            <p:cNvSpPr/>
            <p:nvPr/>
          </p:nvSpPr>
          <p:spPr>
            <a:xfrm>
              <a:off x="1070230" y="3459925"/>
              <a:ext cx="23403" cy="31043"/>
            </a:xfrm>
            <a:custGeom>
              <a:avLst/>
              <a:gdLst/>
              <a:ahLst/>
              <a:cxnLst/>
              <a:rect l="l" t="t" r="r" b="b"/>
              <a:pathLst>
                <a:path w="729" h="967" extrusionOk="0">
                  <a:moveTo>
                    <a:pt x="531" y="0"/>
                  </a:moveTo>
                  <a:cubicBezTo>
                    <a:pt x="499" y="0"/>
                    <a:pt x="476" y="8"/>
                    <a:pt x="476" y="24"/>
                  </a:cubicBezTo>
                  <a:lnTo>
                    <a:pt x="1" y="816"/>
                  </a:lnTo>
                  <a:cubicBezTo>
                    <a:pt x="1" y="847"/>
                    <a:pt x="32" y="911"/>
                    <a:pt x="96" y="942"/>
                  </a:cubicBezTo>
                  <a:cubicBezTo>
                    <a:pt x="127" y="958"/>
                    <a:pt x="159" y="966"/>
                    <a:pt x="187" y="966"/>
                  </a:cubicBezTo>
                  <a:cubicBezTo>
                    <a:pt x="214" y="966"/>
                    <a:pt x="238" y="958"/>
                    <a:pt x="254" y="942"/>
                  </a:cubicBezTo>
                  <a:lnTo>
                    <a:pt x="697" y="151"/>
                  </a:lnTo>
                  <a:cubicBezTo>
                    <a:pt x="729" y="119"/>
                    <a:pt x="697" y="56"/>
                    <a:pt x="634" y="24"/>
                  </a:cubicBezTo>
                  <a:cubicBezTo>
                    <a:pt x="602" y="8"/>
                    <a:pt x="563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41"/>
            <p:cNvSpPr/>
            <p:nvPr/>
          </p:nvSpPr>
          <p:spPr>
            <a:xfrm>
              <a:off x="1142428" y="3404484"/>
              <a:ext cx="25425" cy="77849"/>
            </a:xfrm>
            <a:custGeom>
              <a:avLst/>
              <a:gdLst/>
              <a:ahLst/>
              <a:cxnLst/>
              <a:rect l="l" t="t" r="r" b="b"/>
              <a:pathLst>
                <a:path w="792" h="2425" extrusionOk="0">
                  <a:moveTo>
                    <a:pt x="648" y="1"/>
                  </a:moveTo>
                  <a:cubicBezTo>
                    <a:pt x="581" y="1"/>
                    <a:pt x="538" y="52"/>
                    <a:pt x="538" y="104"/>
                  </a:cubicBezTo>
                  <a:lnTo>
                    <a:pt x="32" y="2258"/>
                  </a:lnTo>
                  <a:cubicBezTo>
                    <a:pt x="0" y="2353"/>
                    <a:pt x="63" y="2416"/>
                    <a:pt x="127" y="2416"/>
                  </a:cubicBezTo>
                  <a:cubicBezTo>
                    <a:pt x="138" y="2422"/>
                    <a:pt x="151" y="2424"/>
                    <a:pt x="164" y="2424"/>
                  </a:cubicBezTo>
                  <a:cubicBezTo>
                    <a:pt x="222" y="2424"/>
                    <a:pt x="285" y="2373"/>
                    <a:pt x="285" y="2321"/>
                  </a:cubicBezTo>
                  <a:lnTo>
                    <a:pt x="792" y="167"/>
                  </a:lnTo>
                  <a:cubicBezTo>
                    <a:pt x="792" y="72"/>
                    <a:pt x="760" y="9"/>
                    <a:pt x="697" y="9"/>
                  </a:cubicBezTo>
                  <a:cubicBezTo>
                    <a:pt x="679" y="3"/>
                    <a:pt x="663" y="1"/>
                    <a:pt x="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41"/>
            <p:cNvSpPr/>
            <p:nvPr/>
          </p:nvSpPr>
          <p:spPr>
            <a:xfrm>
              <a:off x="1105799" y="3403745"/>
              <a:ext cx="24462" cy="78587"/>
            </a:xfrm>
            <a:custGeom>
              <a:avLst/>
              <a:gdLst/>
              <a:ahLst/>
              <a:cxnLst/>
              <a:rect l="l" t="t" r="r" b="b"/>
              <a:pathLst>
                <a:path w="762" h="2448" extrusionOk="0">
                  <a:moveTo>
                    <a:pt x="128" y="0"/>
                  </a:moveTo>
                  <a:cubicBezTo>
                    <a:pt x="33" y="32"/>
                    <a:pt x="1" y="95"/>
                    <a:pt x="1" y="159"/>
                  </a:cubicBezTo>
                  <a:lnTo>
                    <a:pt x="476" y="2344"/>
                  </a:lnTo>
                  <a:cubicBezTo>
                    <a:pt x="502" y="2396"/>
                    <a:pt x="549" y="2447"/>
                    <a:pt x="600" y="2447"/>
                  </a:cubicBezTo>
                  <a:cubicBezTo>
                    <a:pt x="611" y="2447"/>
                    <a:pt x="623" y="2445"/>
                    <a:pt x="634" y="2439"/>
                  </a:cubicBezTo>
                  <a:cubicBezTo>
                    <a:pt x="698" y="2439"/>
                    <a:pt x="761" y="2344"/>
                    <a:pt x="729" y="2281"/>
                  </a:cubicBezTo>
                  <a:lnTo>
                    <a:pt x="286" y="127"/>
                  </a:lnTo>
                  <a:cubicBezTo>
                    <a:pt x="254" y="32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41"/>
            <p:cNvSpPr/>
            <p:nvPr/>
          </p:nvSpPr>
          <p:spPr>
            <a:xfrm>
              <a:off x="1098705" y="3472862"/>
              <a:ext cx="75248" cy="17335"/>
            </a:xfrm>
            <a:custGeom>
              <a:avLst/>
              <a:gdLst/>
              <a:ahLst/>
              <a:cxnLst/>
              <a:rect l="l" t="t" r="r" b="b"/>
              <a:pathLst>
                <a:path w="2344" h="540" extrusionOk="0">
                  <a:moveTo>
                    <a:pt x="0" y="1"/>
                  </a:moveTo>
                  <a:lnTo>
                    <a:pt x="0" y="539"/>
                  </a:lnTo>
                  <a:lnTo>
                    <a:pt x="2344" y="539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41"/>
            <p:cNvSpPr/>
            <p:nvPr/>
          </p:nvSpPr>
          <p:spPr>
            <a:xfrm>
              <a:off x="1160727" y="3526762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cubicBezTo>
                    <a:pt x="0" y="0"/>
                    <a:pt x="0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41"/>
            <p:cNvSpPr/>
            <p:nvPr/>
          </p:nvSpPr>
          <p:spPr>
            <a:xfrm>
              <a:off x="1168849" y="3490165"/>
              <a:ext cx="5104" cy="32"/>
            </a:xfrm>
            <a:custGeom>
              <a:avLst/>
              <a:gdLst/>
              <a:ahLst/>
              <a:cxnLst/>
              <a:rect l="l" t="t" r="r" b="b"/>
              <a:pathLst>
                <a:path w="159" h="1" extrusionOk="0">
                  <a:moveTo>
                    <a:pt x="159" y="0"/>
                  </a:moveTo>
                  <a:lnTo>
                    <a:pt x="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41"/>
            <p:cNvSpPr/>
            <p:nvPr/>
          </p:nvSpPr>
          <p:spPr>
            <a:xfrm>
              <a:off x="1164772" y="3497260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lnTo>
                    <a:pt x="1" y="33"/>
                  </a:lnTo>
                  <a:cubicBezTo>
                    <a:pt x="32" y="33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190" y="0"/>
                  </a:moveTo>
                  <a:cubicBezTo>
                    <a:pt x="127" y="0"/>
                    <a:pt x="63" y="32"/>
                    <a:pt x="0" y="32"/>
                  </a:cubicBezTo>
                  <a:cubicBezTo>
                    <a:pt x="63" y="32"/>
                    <a:pt x="127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cubicBezTo>
                    <a:pt x="95" y="222"/>
                    <a:pt x="190" y="127"/>
                    <a:pt x="222" y="0"/>
                  </a:cubicBez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41"/>
            <p:cNvSpPr/>
            <p:nvPr/>
          </p:nvSpPr>
          <p:spPr>
            <a:xfrm>
              <a:off x="1114949" y="3526762"/>
              <a:ext cx="21412" cy="14254"/>
            </a:xfrm>
            <a:custGeom>
              <a:avLst/>
              <a:gdLst/>
              <a:ahLst/>
              <a:cxnLst/>
              <a:rect l="l" t="t" r="r" b="b"/>
              <a:pathLst>
                <a:path w="667" h="444" extrusionOk="0">
                  <a:moveTo>
                    <a:pt x="1" y="0"/>
                  </a:moveTo>
                  <a:lnTo>
                    <a:pt x="1" y="0"/>
                  </a:lnTo>
                  <a:cubicBezTo>
                    <a:pt x="64" y="254"/>
                    <a:pt x="349" y="444"/>
                    <a:pt x="666" y="444"/>
                  </a:cubicBezTo>
                  <a:lnTo>
                    <a:pt x="666" y="32"/>
                  </a:lnTo>
                  <a:lnTo>
                    <a:pt x="96" y="32"/>
                  </a:lnTo>
                  <a:cubicBezTo>
                    <a:pt x="64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41"/>
            <p:cNvSpPr/>
            <p:nvPr/>
          </p:nvSpPr>
          <p:spPr>
            <a:xfrm>
              <a:off x="1144451" y="3536939"/>
              <a:ext cx="5104" cy="3082"/>
            </a:xfrm>
            <a:custGeom>
              <a:avLst/>
              <a:gdLst/>
              <a:ahLst/>
              <a:cxnLst/>
              <a:rect l="l" t="t" r="r" b="b"/>
              <a:pathLst>
                <a:path w="159" h="96" extrusionOk="0">
                  <a:moveTo>
                    <a:pt x="159" y="0"/>
                  </a:moveTo>
                  <a:cubicBezTo>
                    <a:pt x="95" y="32"/>
                    <a:pt x="32" y="63"/>
                    <a:pt x="0" y="95"/>
                  </a:cubicBezTo>
                  <a:cubicBezTo>
                    <a:pt x="32" y="63"/>
                    <a:pt x="95" y="32"/>
                    <a:pt x="15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41"/>
            <p:cNvSpPr/>
            <p:nvPr/>
          </p:nvSpPr>
          <p:spPr>
            <a:xfrm>
              <a:off x="1164772" y="3510486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41"/>
            <p:cNvSpPr/>
            <p:nvPr/>
          </p:nvSpPr>
          <p:spPr>
            <a:xfrm>
              <a:off x="1165799" y="3521690"/>
              <a:ext cx="32" cy="2055"/>
            </a:xfrm>
            <a:custGeom>
              <a:avLst/>
              <a:gdLst/>
              <a:ahLst/>
              <a:cxnLst/>
              <a:rect l="l" t="t" r="r" b="b"/>
              <a:pathLst>
                <a:path w="1" h="64" extrusionOk="0">
                  <a:moveTo>
                    <a:pt x="0" y="0"/>
                  </a:moveTo>
                  <a:lnTo>
                    <a:pt x="0" y="63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41"/>
            <p:cNvSpPr/>
            <p:nvPr/>
          </p:nvSpPr>
          <p:spPr>
            <a:xfrm>
              <a:off x="1164772" y="3514563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0"/>
                  </a:moveTo>
                  <a:cubicBezTo>
                    <a:pt x="32" y="0"/>
                    <a:pt x="32" y="32"/>
                    <a:pt x="32" y="32"/>
                  </a:cubicBezTo>
                  <a:cubicBezTo>
                    <a:pt x="32" y="0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64" y="0"/>
                  </a:moveTo>
                  <a:lnTo>
                    <a:pt x="64" y="0"/>
                  </a:ln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64" y="0"/>
                  </a:moveTo>
                  <a:cubicBezTo>
                    <a:pt x="32" y="0"/>
                    <a:pt x="1" y="0"/>
                    <a:pt x="1" y="32"/>
                  </a:cubicBezTo>
                  <a:cubicBezTo>
                    <a:pt x="1" y="0"/>
                    <a:pt x="32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1" y="32"/>
                    <a:pt x="32" y="0"/>
                    <a:pt x="64" y="0"/>
                  </a:cubicBezTo>
                  <a:lnTo>
                    <a:pt x="64" y="0"/>
                  </a:lnTo>
                  <a:cubicBezTo>
                    <a:pt x="32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41"/>
            <p:cNvSpPr/>
            <p:nvPr/>
          </p:nvSpPr>
          <p:spPr>
            <a:xfrm>
              <a:off x="1105799" y="3483038"/>
              <a:ext cx="37656" cy="44783"/>
            </a:xfrm>
            <a:custGeom>
              <a:avLst/>
              <a:gdLst/>
              <a:ahLst/>
              <a:cxnLst/>
              <a:rect l="l" t="t" r="r" b="b"/>
              <a:pathLst>
                <a:path w="1173" h="1395" extrusionOk="0">
                  <a:moveTo>
                    <a:pt x="381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381"/>
                    <a:pt x="33" y="476"/>
                    <a:pt x="96" y="507"/>
                  </a:cubicBezTo>
                  <a:cubicBezTo>
                    <a:pt x="33" y="571"/>
                    <a:pt x="1" y="634"/>
                    <a:pt x="1" y="729"/>
                  </a:cubicBezTo>
                  <a:cubicBezTo>
                    <a:pt x="1" y="792"/>
                    <a:pt x="33" y="887"/>
                    <a:pt x="96" y="919"/>
                  </a:cubicBezTo>
                  <a:cubicBezTo>
                    <a:pt x="33" y="982"/>
                    <a:pt x="1" y="1046"/>
                    <a:pt x="1" y="1109"/>
                  </a:cubicBezTo>
                  <a:cubicBezTo>
                    <a:pt x="1" y="1236"/>
                    <a:pt x="128" y="1331"/>
                    <a:pt x="286" y="1362"/>
                  </a:cubicBezTo>
                  <a:cubicBezTo>
                    <a:pt x="318" y="1394"/>
                    <a:pt x="349" y="1394"/>
                    <a:pt x="381" y="1394"/>
                  </a:cubicBezTo>
                  <a:lnTo>
                    <a:pt x="983" y="1394"/>
                  </a:lnTo>
                  <a:lnTo>
                    <a:pt x="1046" y="1046"/>
                  </a:lnTo>
                  <a:lnTo>
                    <a:pt x="1014" y="824"/>
                  </a:lnTo>
                  <a:lnTo>
                    <a:pt x="1173" y="602"/>
                  </a:lnTo>
                  <a:lnTo>
                    <a:pt x="1109" y="602"/>
                  </a:lnTo>
                  <a:lnTo>
                    <a:pt x="1046" y="4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41"/>
            <p:cNvSpPr/>
            <p:nvPr/>
          </p:nvSpPr>
          <p:spPr>
            <a:xfrm>
              <a:off x="1163777" y="3498287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1"/>
                  </a:moveTo>
                  <a:cubicBezTo>
                    <a:pt x="32" y="32"/>
                    <a:pt x="32" y="32"/>
                    <a:pt x="0" y="64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41"/>
            <p:cNvSpPr/>
            <p:nvPr/>
          </p:nvSpPr>
          <p:spPr>
            <a:xfrm>
              <a:off x="1157677" y="35277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41"/>
            <p:cNvSpPr/>
            <p:nvPr/>
          </p:nvSpPr>
          <p:spPr>
            <a:xfrm>
              <a:off x="1165799" y="351864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0"/>
                  </a:moveTo>
                  <a:cubicBezTo>
                    <a:pt x="32" y="32"/>
                    <a:pt x="32" y="95"/>
                    <a:pt x="0" y="95"/>
                  </a:cubicBezTo>
                  <a:cubicBezTo>
                    <a:pt x="32" y="95"/>
                    <a:pt x="32" y="63"/>
                    <a:pt x="32" y="3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41"/>
            <p:cNvSpPr/>
            <p:nvPr/>
          </p:nvSpPr>
          <p:spPr>
            <a:xfrm>
              <a:off x="1136329" y="3472862"/>
              <a:ext cx="32" cy="10209"/>
            </a:xfrm>
            <a:custGeom>
              <a:avLst/>
              <a:gdLst/>
              <a:ahLst/>
              <a:cxnLst/>
              <a:rect l="l" t="t" r="r" b="b"/>
              <a:pathLst>
                <a:path w="1" h="318" extrusionOk="0">
                  <a:moveTo>
                    <a:pt x="0" y="1"/>
                  </a:moveTo>
                  <a:lnTo>
                    <a:pt x="0" y="1"/>
                  </a:lnTo>
                  <a:lnTo>
                    <a:pt x="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0" y="127"/>
                  </a:moveTo>
                  <a:cubicBezTo>
                    <a:pt x="32" y="95"/>
                    <a:pt x="32" y="63"/>
                    <a:pt x="32" y="0"/>
                  </a:cubicBezTo>
                  <a:cubicBezTo>
                    <a:pt x="32" y="63"/>
                    <a:pt x="32" y="95"/>
                    <a:pt x="0" y="127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41"/>
            <p:cNvSpPr/>
            <p:nvPr/>
          </p:nvSpPr>
          <p:spPr>
            <a:xfrm>
              <a:off x="1165799" y="3493215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4"/>
                    <a:pt x="32" y="95"/>
                    <a:pt x="0" y="127"/>
                  </a:cubicBezTo>
                  <a:cubicBezTo>
                    <a:pt x="32" y="95"/>
                    <a:pt x="32" y="64"/>
                    <a:pt x="32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41"/>
            <p:cNvSpPr/>
            <p:nvPr/>
          </p:nvSpPr>
          <p:spPr>
            <a:xfrm>
              <a:off x="1163777" y="3513536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1"/>
                  </a:moveTo>
                  <a:cubicBezTo>
                    <a:pt x="32" y="1"/>
                    <a:pt x="32" y="1"/>
                    <a:pt x="32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41"/>
            <p:cNvSpPr/>
            <p:nvPr/>
          </p:nvSpPr>
          <p:spPr>
            <a:xfrm>
              <a:off x="1166826" y="3472862"/>
              <a:ext cx="7127" cy="17335"/>
            </a:xfrm>
            <a:custGeom>
              <a:avLst/>
              <a:gdLst/>
              <a:ahLst/>
              <a:cxnLst/>
              <a:rect l="l" t="t" r="r" b="b"/>
              <a:pathLst>
                <a:path w="222" h="540" extrusionOk="0">
                  <a:moveTo>
                    <a:pt x="222" y="1"/>
                  </a:moveTo>
                  <a:lnTo>
                    <a:pt x="222" y="539"/>
                  </a:lnTo>
                  <a:lnTo>
                    <a:pt x="222" y="539"/>
                  </a:lnTo>
                  <a:lnTo>
                    <a:pt x="22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41"/>
            <p:cNvSpPr/>
            <p:nvPr/>
          </p:nvSpPr>
          <p:spPr>
            <a:xfrm>
              <a:off x="1161722" y="3525735"/>
              <a:ext cx="32" cy="1059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1" y="32"/>
                  </a:moveTo>
                  <a:cubicBezTo>
                    <a:pt x="1" y="32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41"/>
            <p:cNvSpPr/>
            <p:nvPr/>
          </p:nvSpPr>
          <p:spPr>
            <a:xfrm>
              <a:off x="1166826" y="3490165"/>
              <a:ext cx="2055" cy="3082"/>
            </a:xfrm>
            <a:custGeom>
              <a:avLst/>
              <a:gdLst/>
              <a:ahLst/>
              <a:cxnLst/>
              <a:rect l="l" t="t" r="r" b="b"/>
              <a:pathLst>
                <a:path w="64" h="96" extrusionOk="0"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64"/>
                    <a:pt x="0" y="32"/>
                    <a:pt x="0" y="0"/>
                  </a:cubicBezTo>
                  <a:lnTo>
                    <a:pt x="63" y="0"/>
                  </a:lnTo>
                  <a:lnTo>
                    <a:pt x="0" y="0"/>
                  </a:lnTo>
                  <a:cubicBezTo>
                    <a:pt x="0" y="32"/>
                    <a:pt x="0" y="64"/>
                    <a:pt x="0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41"/>
            <p:cNvSpPr/>
            <p:nvPr/>
          </p:nvSpPr>
          <p:spPr>
            <a:xfrm>
              <a:off x="1136329" y="3483038"/>
              <a:ext cx="30529" cy="17303"/>
            </a:xfrm>
            <a:custGeom>
              <a:avLst/>
              <a:gdLst/>
              <a:ahLst/>
              <a:cxnLst/>
              <a:rect l="l" t="t" r="r" b="b"/>
              <a:pathLst>
                <a:path w="951" h="539" extrusionOk="0">
                  <a:moveTo>
                    <a:pt x="0" y="1"/>
                  </a:moveTo>
                  <a:lnTo>
                    <a:pt x="0" y="412"/>
                  </a:lnTo>
                  <a:lnTo>
                    <a:pt x="570" y="412"/>
                  </a:lnTo>
                  <a:cubicBezTo>
                    <a:pt x="697" y="412"/>
                    <a:pt x="792" y="476"/>
                    <a:pt x="855" y="539"/>
                  </a:cubicBezTo>
                  <a:cubicBezTo>
                    <a:pt x="855" y="507"/>
                    <a:pt x="887" y="507"/>
                    <a:pt x="887" y="507"/>
                  </a:cubicBezTo>
                  <a:cubicBezTo>
                    <a:pt x="887" y="476"/>
                    <a:pt x="918" y="476"/>
                    <a:pt x="918" y="444"/>
                  </a:cubicBezTo>
                  <a:cubicBezTo>
                    <a:pt x="950" y="412"/>
                    <a:pt x="950" y="381"/>
                    <a:pt x="950" y="349"/>
                  </a:cubicBezTo>
                  <a:cubicBezTo>
                    <a:pt x="950" y="349"/>
                    <a:pt x="950" y="317"/>
                    <a:pt x="950" y="317"/>
                  </a:cubicBezTo>
                  <a:cubicBezTo>
                    <a:pt x="950" y="159"/>
                    <a:pt x="792" y="1"/>
                    <a:pt x="57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41"/>
            <p:cNvSpPr/>
            <p:nvPr/>
          </p:nvSpPr>
          <p:spPr>
            <a:xfrm>
              <a:off x="1136329" y="3500310"/>
              <a:ext cx="30529" cy="13258"/>
            </a:xfrm>
            <a:custGeom>
              <a:avLst/>
              <a:gdLst/>
              <a:ahLst/>
              <a:cxnLst/>
              <a:rect l="l" t="t" r="r" b="b"/>
              <a:pathLst>
                <a:path w="951" h="413" extrusionOk="0">
                  <a:moveTo>
                    <a:pt x="855" y="1"/>
                  </a:moveTo>
                  <a:cubicBezTo>
                    <a:pt x="792" y="64"/>
                    <a:pt x="697" y="96"/>
                    <a:pt x="570" y="96"/>
                  </a:cubicBezTo>
                  <a:lnTo>
                    <a:pt x="0" y="96"/>
                  </a:lnTo>
                  <a:lnTo>
                    <a:pt x="0" y="128"/>
                  </a:lnTo>
                  <a:cubicBezTo>
                    <a:pt x="190" y="128"/>
                    <a:pt x="380" y="191"/>
                    <a:pt x="507" y="286"/>
                  </a:cubicBezTo>
                  <a:lnTo>
                    <a:pt x="570" y="286"/>
                  </a:lnTo>
                  <a:cubicBezTo>
                    <a:pt x="697" y="286"/>
                    <a:pt x="792" y="349"/>
                    <a:pt x="855" y="413"/>
                  </a:cubicBezTo>
                  <a:cubicBezTo>
                    <a:pt x="887" y="381"/>
                    <a:pt x="887" y="381"/>
                    <a:pt x="887" y="381"/>
                  </a:cubicBezTo>
                  <a:cubicBezTo>
                    <a:pt x="918" y="349"/>
                    <a:pt x="918" y="318"/>
                    <a:pt x="918" y="318"/>
                  </a:cubicBezTo>
                  <a:cubicBezTo>
                    <a:pt x="950" y="286"/>
                    <a:pt x="950" y="254"/>
                    <a:pt x="950" y="191"/>
                  </a:cubicBezTo>
                  <a:cubicBezTo>
                    <a:pt x="950" y="159"/>
                    <a:pt x="950" y="128"/>
                    <a:pt x="918" y="96"/>
                  </a:cubicBezTo>
                  <a:cubicBezTo>
                    <a:pt x="918" y="64"/>
                    <a:pt x="918" y="33"/>
                    <a:pt x="887" y="33"/>
                  </a:cubicBezTo>
                  <a:cubicBezTo>
                    <a:pt x="887" y="33"/>
                    <a:pt x="887" y="1"/>
                    <a:pt x="85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41"/>
            <p:cNvSpPr/>
            <p:nvPr/>
          </p:nvSpPr>
          <p:spPr>
            <a:xfrm>
              <a:off x="1136329" y="3496265"/>
              <a:ext cx="27480" cy="7127"/>
            </a:xfrm>
            <a:custGeom>
              <a:avLst/>
              <a:gdLst/>
              <a:ahLst/>
              <a:cxnLst/>
              <a:rect l="l" t="t" r="r" b="b"/>
              <a:pathLst>
                <a:path w="85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570" y="222"/>
                  </a:lnTo>
                  <a:cubicBezTo>
                    <a:pt x="697" y="222"/>
                    <a:pt x="792" y="190"/>
                    <a:pt x="855" y="127"/>
                  </a:cubicBezTo>
                  <a:cubicBezTo>
                    <a:pt x="792" y="64"/>
                    <a:pt x="697" y="0"/>
                    <a:pt x="57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41"/>
            <p:cNvSpPr/>
            <p:nvPr/>
          </p:nvSpPr>
          <p:spPr>
            <a:xfrm>
              <a:off x="1136329" y="3504387"/>
              <a:ext cx="16276" cy="5136"/>
            </a:xfrm>
            <a:custGeom>
              <a:avLst/>
              <a:gdLst/>
              <a:ahLst/>
              <a:cxnLst/>
              <a:rect l="l" t="t" r="r" b="b"/>
              <a:pathLst>
                <a:path w="507" h="160" extrusionOk="0">
                  <a:moveTo>
                    <a:pt x="0" y="1"/>
                  </a:moveTo>
                  <a:lnTo>
                    <a:pt x="0" y="159"/>
                  </a:lnTo>
                  <a:lnTo>
                    <a:pt x="507" y="159"/>
                  </a:lnTo>
                  <a:cubicBezTo>
                    <a:pt x="380" y="64"/>
                    <a:pt x="190" y="1"/>
                    <a:pt x="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41"/>
            <p:cNvSpPr/>
            <p:nvPr/>
          </p:nvSpPr>
          <p:spPr>
            <a:xfrm>
              <a:off x="1157677" y="3512541"/>
              <a:ext cx="9181" cy="15281"/>
            </a:xfrm>
            <a:custGeom>
              <a:avLst/>
              <a:gdLst/>
              <a:ahLst/>
              <a:cxnLst/>
              <a:rect l="l" t="t" r="r" b="b"/>
              <a:pathLst>
                <a:path w="286" h="476" extrusionOk="0">
                  <a:moveTo>
                    <a:pt x="190" y="0"/>
                  </a:moveTo>
                  <a:cubicBezTo>
                    <a:pt x="158" y="63"/>
                    <a:pt x="63" y="95"/>
                    <a:pt x="0" y="127"/>
                  </a:cubicBezTo>
                  <a:cubicBezTo>
                    <a:pt x="32" y="190"/>
                    <a:pt x="32" y="253"/>
                    <a:pt x="32" y="317"/>
                  </a:cubicBezTo>
                  <a:cubicBezTo>
                    <a:pt x="32" y="380"/>
                    <a:pt x="32" y="412"/>
                    <a:pt x="0" y="475"/>
                  </a:cubicBezTo>
                  <a:lnTo>
                    <a:pt x="32" y="475"/>
                  </a:lnTo>
                  <a:cubicBezTo>
                    <a:pt x="32" y="443"/>
                    <a:pt x="63" y="443"/>
                    <a:pt x="95" y="443"/>
                  </a:cubicBezTo>
                  <a:cubicBezTo>
                    <a:pt x="95" y="443"/>
                    <a:pt x="127" y="412"/>
                    <a:pt x="127" y="412"/>
                  </a:cubicBezTo>
                  <a:cubicBezTo>
                    <a:pt x="158" y="412"/>
                    <a:pt x="158" y="380"/>
                    <a:pt x="190" y="380"/>
                  </a:cubicBezTo>
                  <a:cubicBezTo>
                    <a:pt x="190" y="380"/>
                    <a:pt x="222" y="348"/>
                    <a:pt x="222" y="348"/>
                  </a:cubicBezTo>
                  <a:cubicBezTo>
                    <a:pt x="222" y="317"/>
                    <a:pt x="253" y="317"/>
                    <a:pt x="253" y="285"/>
                  </a:cubicBezTo>
                  <a:cubicBezTo>
                    <a:pt x="285" y="285"/>
                    <a:pt x="285" y="253"/>
                    <a:pt x="285" y="190"/>
                  </a:cubicBezTo>
                  <a:cubicBezTo>
                    <a:pt x="285" y="158"/>
                    <a:pt x="285" y="127"/>
                    <a:pt x="253" y="95"/>
                  </a:cubicBezTo>
                  <a:cubicBezTo>
                    <a:pt x="253" y="63"/>
                    <a:pt x="222" y="63"/>
                    <a:pt x="222" y="32"/>
                  </a:cubicBezTo>
                  <a:cubicBezTo>
                    <a:pt x="190" y="32"/>
                    <a:pt x="190" y="32"/>
                    <a:pt x="19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41"/>
            <p:cNvSpPr/>
            <p:nvPr/>
          </p:nvSpPr>
          <p:spPr>
            <a:xfrm>
              <a:off x="1136329" y="3516586"/>
              <a:ext cx="22375" cy="11236"/>
            </a:xfrm>
            <a:custGeom>
              <a:avLst/>
              <a:gdLst/>
              <a:ahLst/>
              <a:cxnLst/>
              <a:rect l="l" t="t" r="r" b="b"/>
              <a:pathLst>
                <a:path w="697" h="350" extrusionOk="0">
                  <a:moveTo>
                    <a:pt x="0" y="1"/>
                  </a:moveTo>
                  <a:lnTo>
                    <a:pt x="0" y="349"/>
                  </a:lnTo>
                  <a:lnTo>
                    <a:pt x="570" y="349"/>
                  </a:lnTo>
                  <a:cubicBezTo>
                    <a:pt x="602" y="349"/>
                    <a:pt x="633" y="349"/>
                    <a:pt x="665" y="317"/>
                  </a:cubicBezTo>
                  <a:cubicBezTo>
                    <a:pt x="697" y="286"/>
                    <a:pt x="697" y="222"/>
                    <a:pt x="697" y="191"/>
                  </a:cubicBezTo>
                  <a:cubicBezTo>
                    <a:pt x="697" y="127"/>
                    <a:pt x="697" y="64"/>
                    <a:pt x="66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41"/>
            <p:cNvSpPr/>
            <p:nvPr/>
          </p:nvSpPr>
          <p:spPr>
            <a:xfrm>
              <a:off x="1152573" y="3509491"/>
              <a:ext cx="11236" cy="7127"/>
            </a:xfrm>
            <a:custGeom>
              <a:avLst/>
              <a:gdLst/>
              <a:ahLst/>
              <a:cxnLst/>
              <a:rect l="l" t="t" r="r" b="b"/>
              <a:pathLst>
                <a:path w="350" h="222" extrusionOk="0">
                  <a:moveTo>
                    <a:pt x="1" y="0"/>
                  </a:moveTo>
                  <a:cubicBezTo>
                    <a:pt x="64" y="63"/>
                    <a:pt x="127" y="127"/>
                    <a:pt x="159" y="222"/>
                  </a:cubicBezTo>
                  <a:cubicBezTo>
                    <a:pt x="222" y="190"/>
                    <a:pt x="317" y="158"/>
                    <a:pt x="349" y="127"/>
                  </a:cubicBezTo>
                  <a:cubicBezTo>
                    <a:pt x="286" y="63"/>
                    <a:pt x="191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41"/>
            <p:cNvSpPr/>
            <p:nvPr/>
          </p:nvSpPr>
          <p:spPr>
            <a:xfrm>
              <a:off x="1136329" y="3509491"/>
              <a:ext cx="21380" cy="7127"/>
            </a:xfrm>
            <a:custGeom>
              <a:avLst/>
              <a:gdLst/>
              <a:ahLst/>
              <a:cxnLst/>
              <a:rect l="l" t="t" r="r" b="b"/>
              <a:pathLst>
                <a:path w="66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665" y="222"/>
                  </a:lnTo>
                  <a:cubicBezTo>
                    <a:pt x="633" y="127"/>
                    <a:pt x="570" y="63"/>
                    <a:pt x="507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41"/>
            <p:cNvSpPr/>
            <p:nvPr/>
          </p:nvSpPr>
          <p:spPr>
            <a:xfrm>
              <a:off x="1135302" y="3483038"/>
              <a:ext cx="31557" cy="44783"/>
            </a:xfrm>
            <a:custGeom>
              <a:avLst/>
              <a:gdLst/>
              <a:ahLst/>
              <a:cxnLst/>
              <a:rect l="l" t="t" r="r" b="b"/>
              <a:pathLst>
                <a:path w="983" h="1395" extrusionOk="0">
                  <a:moveTo>
                    <a:pt x="0" y="1"/>
                  </a:moveTo>
                  <a:lnTo>
                    <a:pt x="0" y="412"/>
                  </a:lnTo>
                  <a:lnTo>
                    <a:pt x="0" y="634"/>
                  </a:lnTo>
                  <a:lnTo>
                    <a:pt x="0" y="666"/>
                  </a:lnTo>
                  <a:lnTo>
                    <a:pt x="0" y="824"/>
                  </a:lnTo>
                  <a:lnTo>
                    <a:pt x="0" y="1046"/>
                  </a:lnTo>
                  <a:lnTo>
                    <a:pt x="0" y="1394"/>
                  </a:lnTo>
                  <a:lnTo>
                    <a:pt x="729" y="1394"/>
                  </a:lnTo>
                  <a:cubicBezTo>
                    <a:pt x="729" y="1394"/>
                    <a:pt x="760" y="1362"/>
                    <a:pt x="792" y="1362"/>
                  </a:cubicBezTo>
                  <a:cubicBezTo>
                    <a:pt x="792" y="1362"/>
                    <a:pt x="824" y="1331"/>
                    <a:pt x="824" y="1331"/>
                  </a:cubicBezTo>
                  <a:cubicBezTo>
                    <a:pt x="855" y="1331"/>
                    <a:pt x="855" y="1331"/>
                    <a:pt x="887" y="1299"/>
                  </a:cubicBezTo>
                  <a:cubicBezTo>
                    <a:pt x="887" y="1299"/>
                    <a:pt x="919" y="1267"/>
                    <a:pt x="919" y="1267"/>
                  </a:cubicBezTo>
                  <a:cubicBezTo>
                    <a:pt x="919" y="1236"/>
                    <a:pt x="950" y="1236"/>
                    <a:pt x="950" y="1236"/>
                  </a:cubicBezTo>
                  <a:cubicBezTo>
                    <a:pt x="982" y="1204"/>
                    <a:pt x="982" y="1172"/>
                    <a:pt x="982" y="1141"/>
                  </a:cubicBezTo>
                  <a:lnTo>
                    <a:pt x="982" y="1109"/>
                  </a:lnTo>
                  <a:cubicBezTo>
                    <a:pt x="982" y="1077"/>
                    <a:pt x="982" y="1046"/>
                    <a:pt x="950" y="1014"/>
                  </a:cubicBezTo>
                  <a:cubicBezTo>
                    <a:pt x="950" y="1014"/>
                    <a:pt x="919" y="982"/>
                    <a:pt x="919" y="951"/>
                  </a:cubicBezTo>
                  <a:lnTo>
                    <a:pt x="887" y="951"/>
                  </a:lnTo>
                  <a:cubicBezTo>
                    <a:pt x="887" y="919"/>
                    <a:pt x="887" y="919"/>
                    <a:pt x="919" y="887"/>
                  </a:cubicBezTo>
                  <a:cubicBezTo>
                    <a:pt x="950" y="887"/>
                    <a:pt x="950" y="887"/>
                    <a:pt x="950" y="856"/>
                  </a:cubicBezTo>
                  <a:cubicBezTo>
                    <a:pt x="982" y="824"/>
                    <a:pt x="982" y="792"/>
                    <a:pt x="982" y="729"/>
                  </a:cubicBezTo>
                  <a:cubicBezTo>
                    <a:pt x="982" y="697"/>
                    <a:pt x="982" y="666"/>
                    <a:pt x="950" y="634"/>
                  </a:cubicBezTo>
                  <a:cubicBezTo>
                    <a:pt x="950" y="602"/>
                    <a:pt x="919" y="571"/>
                    <a:pt x="919" y="571"/>
                  </a:cubicBezTo>
                  <a:cubicBezTo>
                    <a:pt x="919" y="571"/>
                    <a:pt x="887" y="539"/>
                    <a:pt x="887" y="539"/>
                  </a:cubicBezTo>
                  <a:cubicBezTo>
                    <a:pt x="887" y="507"/>
                    <a:pt x="919" y="507"/>
                    <a:pt x="919" y="507"/>
                  </a:cubicBezTo>
                  <a:cubicBezTo>
                    <a:pt x="919" y="476"/>
                    <a:pt x="950" y="476"/>
                    <a:pt x="950" y="444"/>
                  </a:cubicBezTo>
                  <a:cubicBezTo>
                    <a:pt x="982" y="412"/>
                    <a:pt x="982" y="381"/>
                    <a:pt x="982" y="349"/>
                  </a:cubicBezTo>
                  <a:cubicBezTo>
                    <a:pt x="982" y="349"/>
                    <a:pt x="982" y="317"/>
                    <a:pt x="982" y="317"/>
                  </a:cubicBezTo>
                  <a:cubicBezTo>
                    <a:pt x="982" y="159"/>
                    <a:pt x="824" y="1"/>
                    <a:pt x="6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41"/>
            <p:cNvSpPr/>
            <p:nvPr/>
          </p:nvSpPr>
          <p:spPr>
            <a:xfrm>
              <a:off x="1137324" y="3254308"/>
              <a:ext cx="5136" cy="48828"/>
            </a:xfrm>
            <a:custGeom>
              <a:avLst/>
              <a:gdLst/>
              <a:ahLst/>
              <a:cxnLst/>
              <a:rect l="l" t="t" r="r" b="b"/>
              <a:pathLst>
                <a:path w="160" h="1521" extrusionOk="0">
                  <a:moveTo>
                    <a:pt x="32" y="0"/>
                  </a:moveTo>
                  <a:lnTo>
                    <a:pt x="1" y="1520"/>
                  </a:lnTo>
                  <a:cubicBezTo>
                    <a:pt x="96" y="1520"/>
                    <a:pt x="159" y="1457"/>
                    <a:pt x="159" y="1394"/>
                  </a:cubicBezTo>
                  <a:lnTo>
                    <a:pt x="159" y="127"/>
                  </a:lnTo>
                  <a:cubicBezTo>
                    <a:pt x="159" y="32"/>
                    <a:pt x="96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41"/>
            <p:cNvSpPr/>
            <p:nvPr/>
          </p:nvSpPr>
          <p:spPr>
            <a:xfrm>
              <a:off x="1169876" y="3267117"/>
              <a:ext cx="27480" cy="44526"/>
            </a:xfrm>
            <a:custGeom>
              <a:avLst/>
              <a:gdLst/>
              <a:ahLst/>
              <a:cxnLst/>
              <a:rect l="l" t="t" r="r" b="b"/>
              <a:pathLst>
                <a:path w="856" h="1387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43"/>
                    <a:pt x="95" y="1375"/>
                  </a:cubicBezTo>
                  <a:cubicBezTo>
                    <a:pt x="112" y="1383"/>
                    <a:pt x="131" y="1387"/>
                    <a:pt x="151" y="1387"/>
                  </a:cubicBezTo>
                  <a:cubicBezTo>
                    <a:pt x="205" y="1387"/>
                    <a:pt x="262" y="1358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41"/>
            <p:cNvSpPr/>
            <p:nvPr/>
          </p:nvSpPr>
          <p:spPr>
            <a:xfrm>
              <a:off x="1200373" y="3301402"/>
              <a:ext cx="40674" cy="34767"/>
            </a:xfrm>
            <a:custGeom>
              <a:avLst/>
              <a:gdLst/>
              <a:ahLst/>
              <a:cxnLst/>
              <a:rect l="l" t="t" r="r" b="b"/>
              <a:pathLst>
                <a:path w="1267" h="1083" extrusionOk="0">
                  <a:moveTo>
                    <a:pt x="1124" y="1"/>
                  </a:moveTo>
                  <a:cubicBezTo>
                    <a:pt x="1098" y="1"/>
                    <a:pt x="1071" y="8"/>
                    <a:pt x="1045" y="22"/>
                  </a:cubicBezTo>
                  <a:lnTo>
                    <a:pt x="64" y="845"/>
                  </a:lnTo>
                  <a:cubicBezTo>
                    <a:pt x="0" y="877"/>
                    <a:pt x="0" y="972"/>
                    <a:pt x="64" y="1035"/>
                  </a:cubicBezTo>
                  <a:cubicBezTo>
                    <a:pt x="79" y="1067"/>
                    <a:pt x="111" y="1082"/>
                    <a:pt x="147" y="1082"/>
                  </a:cubicBezTo>
                  <a:cubicBezTo>
                    <a:pt x="182" y="1082"/>
                    <a:pt x="222" y="1067"/>
                    <a:pt x="254" y="1035"/>
                  </a:cubicBezTo>
                  <a:lnTo>
                    <a:pt x="1204" y="243"/>
                  </a:lnTo>
                  <a:cubicBezTo>
                    <a:pt x="1267" y="180"/>
                    <a:pt x="1267" y="117"/>
                    <a:pt x="1235" y="53"/>
                  </a:cubicBezTo>
                  <a:cubicBezTo>
                    <a:pt x="1198" y="16"/>
                    <a:pt x="1161" y="1"/>
                    <a:pt x="112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96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41"/>
            <p:cNvSpPr/>
            <p:nvPr/>
          </p:nvSpPr>
          <p:spPr>
            <a:xfrm>
              <a:off x="1218672" y="3400439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32" y="262"/>
                    <a:pt x="127" y="262"/>
                  </a:cubicBezTo>
                  <a:lnTo>
                    <a:pt x="1362" y="483"/>
                  </a:lnTo>
                  <a:cubicBezTo>
                    <a:pt x="1425" y="483"/>
                    <a:pt x="1520" y="452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92" y="980"/>
                    <a:pt x="515" y="988"/>
                    <a:pt x="543" y="988"/>
                  </a:cubicBezTo>
                  <a:cubicBezTo>
                    <a:pt x="571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1" name="Google Shape;4861;p41"/>
          <p:cNvGrpSpPr/>
          <p:nvPr/>
        </p:nvGrpSpPr>
        <p:grpSpPr>
          <a:xfrm>
            <a:off x="7946906" y="4109469"/>
            <a:ext cx="624233" cy="519804"/>
            <a:chOff x="7946906" y="3097744"/>
            <a:chExt cx="624233" cy="519804"/>
          </a:xfrm>
        </p:grpSpPr>
        <p:sp>
          <p:nvSpPr>
            <p:cNvPr id="4862" name="Google Shape;4862;p41"/>
            <p:cNvSpPr/>
            <p:nvPr/>
          </p:nvSpPr>
          <p:spPr>
            <a:xfrm>
              <a:off x="7996697" y="3165834"/>
              <a:ext cx="27480" cy="19358"/>
            </a:xfrm>
            <a:custGeom>
              <a:avLst/>
              <a:gdLst/>
              <a:ahLst/>
              <a:cxnLst/>
              <a:rect l="l" t="t" r="r" b="b"/>
              <a:pathLst>
                <a:path w="856" h="603" extrusionOk="0">
                  <a:moveTo>
                    <a:pt x="128" y="1"/>
                  </a:moveTo>
                  <a:cubicBezTo>
                    <a:pt x="64" y="1"/>
                    <a:pt x="1" y="64"/>
                    <a:pt x="1" y="128"/>
                  </a:cubicBezTo>
                  <a:lnTo>
                    <a:pt x="1" y="508"/>
                  </a:lnTo>
                  <a:cubicBezTo>
                    <a:pt x="1" y="571"/>
                    <a:pt x="64" y="603"/>
                    <a:pt x="128" y="603"/>
                  </a:cubicBezTo>
                  <a:lnTo>
                    <a:pt x="761" y="603"/>
                  </a:lnTo>
                  <a:cubicBezTo>
                    <a:pt x="824" y="603"/>
                    <a:pt x="856" y="571"/>
                    <a:pt x="856" y="508"/>
                  </a:cubicBezTo>
                  <a:lnTo>
                    <a:pt x="856" y="128"/>
                  </a:lnTo>
                  <a:cubicBezTo>
                    <a:pt x="856" y="64"/>
                    <a:pt x="824" y="1"/>
                    <a:pt x="76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41"/>
            <p:cNvSpPr/>
            <p:nvPr/>
          </p:nvSpPr>
          <p:spPr>
            <a:xfrm>
              <a:off x="7996697" y="3272607"/>
              <a:ext cx="27480" cy="20353"/>
            </a:xfrm>
            <a:custGeom>
              <a:avLst/>
              <a:gdLst/>
              <a:ahLst/>
              <a:cxnLst/>
              <a:rect l="l" t="t" r="r" b="b"/>
              <a:pathLst>
                <a:path w="856" h="63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507"/>
                  </a:lnTo>
                  <a:cubicBezTo>
                    <a:pt x="1" y="570"/>
                    <a:pt x="64" y="634"/>
                    <a:pt x="128" y="634"/>
                  </a:cubicBezTo>
                  <a:lnTo>
                    <a:pt x="761" y="634"/>
                  </a:lnTo>
                  <a:cubicBezTo>
                    <a:pt x="824" y="634"/>
                    <a:pt x="856" y="570"/>
                    <a:pt x="856" y="507"/>
                  </a:cubicBezTo>
                  <a:lnTo>
                    <a:pt x="856" y="127"/>
                  </a:lnTo>
                  <a:cubicBezTo>
                    <a:pt x="856" y="64"/>
                    <a:pt x="824" y="0"/>
                    <a:pt x="76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41"/>
            <p:cNvSpPr/>
            <p:nvPr/>
          </p:nvSpPr>
          <p:spPr>
            <a:xfrm>
              <a:off x="7957051" y="3176267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587" y="1"/>
                  </a:moveTo>
                  <a:cubicBezTo>
                    <a:pt x="555" y="1"/>
                    <a:pt x="523" y="8"/>
                    <a:pt x="508" y="24"/>
                  </a:cubicBezTo>
                  <a:lnTo>
                    <a:pt x="64" y="468"/>
                  </a:lnTo>
                  <a:cubicBezTo>
                    <a:pt x="1" y="531"/>
                    <a:pt x="1" y="594"/>
                    <a:pt x="64" y="658"/>
                  </a:cubicBezTo>
                  <a:lnTo>
                    <a:pt x="317" y="911"/>
                  </a:lnTo>
                  <a:cubicBezTo>
                    <a:pt x="333" y="943"/>
                    <a:pt x="365" y="959"/>
                    <a:pt x="397" y="959"/>
                  </a:cubicBezTo>
                  <a:cubicBezTo>
                    <a:pt x="428" y="959"/>
                    <a:pt x="460" y="943"/>
                    <a:pt x="476" y="911"/>
                  </a:cubicBezTo>
                  <a:lnTo>
                    <a:pt x="919" y="468"/>
                  </a:lnTo>
                  <a:cubicBezTo>
                    <a:pt x="983" y="404"/>
                    <a:pt x="983" y="341"/>
                    <a:pt x="919" y="309"/>
                  </a:cubicBezTo>
                  <a:lnTo>
                    <a:pt x="666" y="24"/>
                  </a:lnTo>
                  <a:cubicBezTo>
                    <a:pt x="650" y="8"/>
                    <a:pt x="618" y="1"/>
                    <a:pt x="58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41"/>
            <p:cNvSpPr/>
            <p:nvPr/>
          </p:nvSpPr>
          <p:spPr>
            <a:xfrm>
              <a:off x="8033294" y="3251740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567" y="1"/>
                  </a:moveTo>
                  <a:cubicBezTo>
                    <a:pt x="539" y="1"/>
                    <a:pt x="508" y="17"/>
                    <a:pt x="476" y="48"/>
                  </a:cubicBezTo>
                  <a:lnTo>
                    <a:pt x="33" y="492"/>
                  </a:lnTo>
                  <a:cubicBezTo>
                    <a:pt x="1" y="523"/>
                    <a:pt x="1" y="618"/>
                    <a:pt x="33" y="650"/>
                  </a:cubicBezTo>
                  <a:lnTo>
                    <a:pt x="286" y="935"/>
                  </a:lnTo>
                  <a:cubicBezTo>
                    <a:pt x="318" y="951"/>
                    <a:pt x="349" y="959"/>
                    <a:pt x="381" y="959"/>
                  </a:cubicBezTo>
                  <a:cubicBezTo>
                    <a:pt x="413" y="959"/>
                    <a:pt x="444" y="951"/>
                    <a:pt x="476" y="935"/>
                  </a:cubicBezTo>
                  <a:lnTo>
                    <a:pt x="919" y="460"/>
                  </a:lnTo>
                  <a:cubicBezTo>
                    <a:pt x="951" y="428"/>
                    <a:pt x="951" y="365"/>
                    <a:pt x="919" y="302"/>
                  </a:cubicBezTo>
                  <a:lnTo>
                    <a:pt x="634" y="48"/>
                  </a:lnTo>
                  <a:cubicBezTo>
                    <a:pt x="619" y="17"/>
                    <a:pt x="595" y="1"/>
                    <a:pt x="56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41"/>
            <p:cNvSpPr/>
            <p:nvPr/>
          </p:nvSpPr>
          <p:spPr>
            <a:xfrm>
              <a:off x="7946906" y="3215657"/>
              <a:ext cx="20353" cy="27480"/>
            </a:xfrm>
            <a:custGeom>
              <a:avLst/>
              <a:gdLst/>
              <a:ahLst/>
              <a:cxnLst/>
              <a:rect l="l" t="t" r="r" b="b"/>
              <a:pathLst>
                <a:path w="634" h="856" extrusionOk="0">
                  <a:moveTo>
                    <a:pt x="127" y="1"/>
                  </a:moveTo>
                  <a:cubicBezTo>
                    <a:pt x="63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63" y="856"/>
                    <a:pt x="127" y="856"/>
                  </a:cubicBezTo>
                  <a:lnTo>
                    <a:pt x="507" y="856"/>
                  </a:lnTo>
                  <a:cubicBezTo>
                    <a:pt x="570" y="856"/>
                    <a:pt x="633" y="792"/>
                    <a:pt x="633" y="729"/>
                  </a:cubicBezTo>
                  <a:lnTo>
                    <a:pt x="633" y="96"/>
                  </a:lnTo>
                  <a:cubicBezTo>
                    <a:pt x="633" y="32"/>
                    <a:pt x="570" y="1"/>
                    <a:pt x="50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41"/>
            <p:cNvSpPr/>
            <p:nvPr/>
          </p:nvSpPr>
          <p:spPr>
            <a:xfrm>
              <a:off x="8054675" y="3215657"/>
              <a:ext cx="19326" cy="27480"/>
            </a:xfrm>
            <a:custGeom>
              <a:avLst/>
              <a:gdLst/>
              <a:ahLst/>
              <a:cxnLst/>
              <a:rect l="l" t="t" r="r" b="b"/>
              <a:pathLst>
                <a:path w="602" h="856" extrusionOk="0">
                  <a:moveTo>
                    <a:pt x="127" y="1"/>
                  </a:moveTo>
                  <a:cubicBezTo>
                    <a:pt x="32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32" y="856"/>
                    <a:pt x="127" y="856"/>
                  </a:cubicBezTo>
                  <a:lnTo>
                    <a:pt x="475" y="856"/>
                  </a:lnTo>
                  <a:cubicBezTo>
                    <a:pt x="570" y="856"/>
                    <a:pt x="602" y="792"/>
                    <a:pt x="602" y="729"/>
                  </a:cubicBezTo>
                  <a:lnTo>
                    <a:pt x="602" y="96"/>
                  </a:lnTo>
                  <a:cubicBezTo>
                    <a:pt x="602" y="32"/>
                    <a:pt x="538" y="1"/>
                    <a:pt x="47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41"/>
            <p:cNvSpPr/>
            <p:nvPr/>
          </p:nvSpPr>
          <p:spPr>
            <a:xfrm>
              <a:off x="7957051" y="3251740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397" y="1"/>
                  </a:moveTo>
                  <a:cubicBezTo>
                    <a:pt x="365" y="1"/>
                    <a:pt x="333" y="17"/>
                    <a:pt x="317" y="48"/>
                  </a:cubicBezTo>
                  <a:lnTo>
                    <a:pt x="64" y="302"/>
                  </a:lnTo>
                  <a:cubicBezTo>
                    <a:pt x="1" y="365"/>
                    <a:pt x="1" y="428"/>
                    <a:pt x="64" y="460"/>
                  </a:cubicBezTo>
                  <a:lnTo>
                    <a:pt x="508" y="935"/>
                  </a:lnTo>
                  <a:cubicBezTo>
                    <a:pt x="523" y="951"/>
                    <a:pt x="555" y="959"/>
                    <a:pt x="587" y="959"/>
                  </a:cubicBezTo>
                  <a:cubicBezTo>
                    <a:pt x="618" y="959"/>
                    <a:pt x="650" y="951"/>
                    <a:pt x="666" y="935"/>
                  </a:cubicBezTo>
                  <a:lnTo>
                    <a:pt x="919" y="650"/>
                  </a:lnTo>
                  <a:cubicBezTo>
                    <a:pt x="983" y="618"/>
                    <a:pt x="983" y="523"/>
                    <a:pt x="919" y="492"/>
                  </a:cubicBezTo>
                  <a:lnTo>
                    <a:pt x="476" y="48"/>
                  </a:lnTo>
                  <a:cubicBezTo>
                    <a:pt x="460" y="17"/>
                    <a:pt x="428" y="1"/>
                    <a:pt x="39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41"/>
            <p:cNvSpPr/>
            <p:nvPr/>
          </p:nvSpPr>
          <p:spPr>
            <a:xfrm>
              <a:off x="8033294" y="3176267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381" y="1"/>
                  </a:moveTo>
                  <a:cubicBezTo>
                    <a:pt x="349" y="1"/>
                    <a:pt x="318" y="8"/>
                    <a:pt x="286" y="24"/>
                  </a:cubicBezTo>
                  <a:lnTo>
                    <a:pt x="33" y="309"/>
                  </a:lnTo>
                  <a:cubicBezTo>
                    <a:pt x="1" y="341"/>
                    <a:pt x="1" y="404"/>
                    <a:pt x="33" y="468"/>
                  </a:cubicBezTo>
                  <a:lnTo>
                    <a:pt x="476" y="911"/>
                  </a:lnTo>
                  <a:cubicBezTo>
                    <a:pt x="508" y="943"/>
                    <a:pt x="539" y="959"/>
                    <a:pt x="571" y="959"/>
                  </a:cubicBezTo>
                  <a:cubicBezTo>
                    <a:pt x="603" y="959"/>
                    <a:pt x="634" y="943"/>
                    <a:pt x="666" y="911"/>
                  </a:cubicBezTo>
                  <a:lnTo>
                    <a:pt x="919" y="658"/>
                  </a:lnTo>
                  <a:cubicBezTo>
                    <a:pt x="951" y="594"/>
                    <a:pt x="951" y="531"/>
                    <a:pt x="919" y="468"/>
                  </a:cubicBezTo>
                  <a:lnTo>
                    <a:pt x="476" y="24"/>
                  </a:lnTo>
                  <a:cubicBezTo>
                    <a:pt x="444" y="8"/>
                    <a:pt x="413" y="1"/>
                    <a:pt x="38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41"/>
            <p:cNvSpPr/>
            <p:nvPr/>
          </p:nvSpPr>
          <p:spPr>
            <a:xfrm>
              <a:off x="7966200" y="3184132"/>
              <a:ext cx="89502" cy="89502"/>
            </a:xfrm>
            <a:custGeom>
              <a:avLst/>
              <a:gdLst/>
              <a:ahLst/>
              <a:cxnLst/>
              <a:rect l="l" t="t" r="r" b="b"/>
              <a:pathLst>
                <a:path w="2788" h="2788" extrusionOk="0">
                  <a:moveTo>
                    <a:pt x="1394" y="318"/>
                  </a:moveTo>
                  <a:cubicBezTo>
                    <a:pt x="1996" y="318"/>
                    <a:pt x="2503" y="793"/>
                    <a:pt x="2503" y="1394"/>
                  </a:cubicBezTo>
                  <a:cubicBezTo>
                    <a:pt x="2471" y="1996"/>
                    <a:pt x="1996" y="2503"/>
                    <a:pt x="1394" y="2503"/>
                  </a:cubicBezTo>
                  <a:cubicBezTo>
                    <a:pt x="793" y="2503"/>
                    <a:pt x="286" y="2028"/>
                    <a:pt x="286" y="1394"/>
                  </a:cubicBezTo>
                  <a:cubicBezTo>
                    <a:pt x="286" y="793"/>
                    <a:pt x="793" y="318"/>
                    <a:pt x="1394" y="318"/>
                  </a:cubicBezTo>
                  <a:close/>
                  <a:moveTo>
                    <a:pt x="1394" y="1"/>
                  </a:moveTo>
                  <a:cubicBezTo>
                    <a:pt x="603" y="1"/>
                    <a:pt x="1" y="634"/>
                    <a:pt x="1" y="1394"/>
                  </a:cubicBezTo>
                  <a:cubicBezTo>
                    <a:pt x="1" y="2186"/>
                    <a:pt x="634" y="2788"/>
                    <a:pt x="1394" y="2788"/>
                  </a:cubicBezTo>
                  <a:cubicBezTo>
                    <a:pt x="2154" y="2788"/>
                    <a:pt x="2788" y="2186"/>
                    <a:pt x="2788" y="1394"/>
                  </a:cubicBezTo>
                  <a:cubicBezTo>
                    <a:pt x="2788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41"/>
            <p:cNvSpPr/>
            <p:nvPr/>
          </p:nvSpPr>
          <p:spPr>
            <a:xfrm>
              <a:off x="8159361" y="3431225"/>
              <a:ext cx="194220" cy="172808"/>
            </a:xfrm>
            <a:custGeom>
              <a:avLst/>
              <a:gdLst/>
              <a:ahLst/>
              <a:cxnLst/>
              <a:rect l="l" t="t" r="r" b="b"/>
              <a:pathLst>
                <a:path w="6050" h="5383" extrusionOk="0">
                  <a:moveTo>
                    <a:pt x="3032" y="919"/>
                  </a:moveTo>
                  <a:cubicBezTo>
                    <a:pt x="3770" y="919"/>
                    <a:pt x="4467" y="1395"/>
                    <a:pt x="4720" y="2153"/>
                  </a:cubicBezTo>
                  <a:cubicBezTo>
                    <a:pt x="5005" y="3071"/>
                    <a:pt x="4498" y="4085"/>
                    <a:pt x="3580" y="4370"/>
                  </a:cubicBezTo>
                  <a:cubicBezTo>
                    <a:pt x="3388" y="4434"/>
                    <a:pt x="3195" y="4464"/>
                    <a:pt x="3007" y="4464"/>
                  </a:cubicBezTo>
                  <a:cubicBezTo>
                    <a:pt x="2261" y="4464"/>
                    <a:pt x="1584" y="3988"/>
                    <a:pt x="1331" y="3230"/>
                  </a:cubicBezTo>
                  <a:cubicBezTo>
                    <a:pt x="1046" y="2311"/>
                    <a:pt x="1553" y="1298"/>
                    <a:pt x="2471" y="1013"/>
                  </a:cubicBezTo>
                  <a:cubicBezTo>
                    <a:pt x="2656" y="949"/>
                    <a:pt x="2845" y="919"/>
                    <a:pt x="3032" y="919"/>
                  </a:cubicBezTo>
                  <a:close/>
                  <a:moveTo>
                    <a:pt x="2997" y="0"/>
                  </a:moveTo>
                  <a:cubicBezTo>
                    <a:pt x="2727" y="0"/>
                    <a:pt x="2454" y="41"/>
                    <a:pt x="2186" y="126"/>
                  </a:cubicBezTo>
                  <a:cubicBezTo>
                    <a:pt x="761" y="601"/>
                    <a:pt x="1" y="2121"/>
                    <a:pt x="476" y="3546"/>
                  </a:cubicBezTo>
                  <a:cubicBezTo>
                    <a:pt x="834" y="4671"/>
                    <a:pt x="1893" y="5383"/>
                    <a:pt x="3037" y="5383"/>
                  </a:cubicBezTo>
                  <a:cubicBezTo>
                    <a:pt x="3311" y="5383"/>
                    <a:pt x="3589" y="5342"/>
                    <a:pt x="3865" y="5257"/>
                  </a:cubicBezTo>
                  <a:cubicBezTo>
                    <a:pt x="5258" y="4782"/>
                    <a:pt x="6050" y="3261"/>
                    <a:pt x="5575" y="1868"/>
                  </a:cubicBezTo>
                  <a:cubicBezTo>
                    <a:pt x="5191" y="717"/>
                    <a:pt x="4126" y="0"/>
                    <a:pt x="2997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41"/>
            <p:cNvSpPr/>
            <p:nvPr/>
          </p:nvSpPr>
          <p:spPr>
            <a:xfrm>
              <a:off x="8208189" y="3417710"/>
              <a:ext cx="42728" cy="35249"/>
            </a:xfrm>
            <a:custGeom>
              <a:avLst/>
              <a:gdLst/>
              <a:ahLst/>
              <a:cxnLst/>
              <a:rect l="l" t="t" r="r" b="b"/>
              <a:pathLst>
                <a:path w="1331" h="1098" extrusionOk="0">
                  <a:moveTo>
                    <a:pt x="1000" y="1"/>
                  </a:moveTo>
                  <a:cubicBezTo>
                    <a:pt x="984" y="1"/>
                    <a:pt x="967" y="3"/>
                    <a:pt x="950" y="9"/>
                  </a:cubicBezTo>
                  <a:lnTo>
                    <a:pt x="127" y="294"/>
                  </a:lnTo>
                  <a:cubicBezTo>
                    <a:pt x="32" y="326"/>
                    <a:pt x="0" y="421"/>
                    <a:pt x="0" y="484"/>
                  </a:cubicBezTo>
                  <a:lnTo>
                    <a:pt x="190" y="991"/>
                  </a:lnTo>
                  <a:cubicBezTo>
                    <a:pt x="190" y="1062"/>
                    <a:pt x="244" y="1097"/>
                    <a:pt x="310" y="1097"/>
                  </a:cubicBezTo>
                  <a:cubicBezTo>
                    <a:pt x="333" y="1097"/>
                    <a:pt x="356" y="1093"/>
                    <a:pt x="380" y="1086"/>
                  </a:cubicBezTo>
                  <a:lnTo>
                    <a:pt x="1203" y="832"/>
                  </a:lnTo>
                  <a:cubicBezTo>
                    <a:pt x="1299" y="801"/>
                    <a:pt x="1330" y="706"/>
                    <a:pt x="1299" y="611"/>
                  </a:cubicBezTo>
                  <a:lnTo>
                    <a:pt x="1140" y="135"/>
                  </a:lnTo>
                  <a:cubicBezTo>
                    <a:pt x="1140" y="57"/>
                    <a:pt x="1076" y="1"/>
                    <a:pt x="100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41"/>
            <p:cNvSpPr/>
            <p:nvPr/>
          </p:nvSpPr>
          <p:spPr>
            <a:xfrm>
              <a:off x="8261029" y="3582299"/>
              <a:ext cx="43756" cy="35249"/>
            </a:xfrm>
            <a:custGeom>
              <a:avLst/>
              <a:gdLst/>
              <a:ahLst/>
              <a:cxnLst/>
              <a:rect l="l" t="t" r="r" b="b"/>
              <a:pathLst>
                <a:path w="1363" h="1098" extrusionOk="0">
                  <a:moveTo>
                    <a:pt x="1035" y="0"/>
                  </a:moveTo>
                  <a:cubicBezTo>
                    <a:pt x="1016" y="0"/>
                    <a:pt x="998" y="4"/>
                    <a:pt x="983" y="12"/>
                  </a:cubicBezTo>
                  <a:lnTo>
                    <a:pt x="159" y="266"/>
                  </a:lnTo>
                  <a:cubicBezTo>
                    <a:pt x="64" y="297"/>
                    <a:pt x="1" y="392"/>
                    <a:pt x="33" y="487"/>
                  </a:cubicBezTo>
                  <a:lnTo>
                    <a:pt x="191" y="962"/>
                  </a:lnTo>
                  <a:cubicBezTo>
                    <a:pt x="217" y="1040"/>
                    <a:pt x="286" y="1097"/>
                    <a:pt x="362" y="1097"/>
                  </a:cubicBezTo>
                  <a:cubicBezTo>
                    <a:pt x="379" y="1097"/>
                    <a:pt x="396" y="1095"/>
                    <a:pt x="413" y="1089"/>
                  </a:cubicBezTo>
                  <a:lnTo>
                    <a:pt x="1236" y="804"/>
                  </a:lnTo>
                  <a:cubicBezTo>
                    <a:pt x="1331" y="772"/>
                    <a:pt x="1363" y="677"/>
                    <a:pt x="1331" y="614"/>
                  </a:cubicBezTo>
                  <a:lnTo>
                    <a:pt x="1173" y="107"/>
                  </a:lnTo>
                  <a:cubicBezTo>
                    <a:pt x="1149" y="36"/>
                    <a:pt x="1089" y="0"/>
                    <a:pt x="103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41"/>
            <p:cNvSpPr/>
            <p:nvPr/>
          </p:nvSpPr>
          <p:spPr>
            <a:xfrm>
              <a:off x="8159361" y="3457228"/>
              <a:ext cx="39711" cy="43178"/>
            </a:xfrm>
            <a:custGeom>
              <a:avLst/>
              <a:gdLst/>
              <a:ahLst/>
              <a:cxnLst/>
              <a:rect l="l" t="t" r="r" b="b"/>
              <a:pathLst>
                <a:path w="1237" h="1345" extrusionOk="0">
                  <a:moveTo>
                    <a:pt x="591" y="0"/>
                  </a:moveTo>
                  <a:cubicBezTo>
                    <a:pt x="525" y="0"/>
                    <a:pt x="468" y="30"/>
                    <a:pt x="444" y="76"/>
                  </a:cubicBezTo>
                  <a:lnTo>
                    <a:pt x="33" y="868"/>
                  </a:lnTo>
                  <a:cubicBezTo>
                    <a:pt x="1" y="963"/>
                    <a:pt x="33" y="1058"/>
                    <a:pt x="128" y="1090"/>
                  </a:cubicBezTo>
                  <a:lnTo>
                    <a:pt x="571" y="1311"/>
                  </a:lnTo>
                  <a:cubicBezTo>
                    <a:pt x="605" y="1334"/>
                    <a:pt x="638" y="1344"/>
                    <a:pt x="669" y="1344"/>
                  </a:cubicBezTo>
                  <a:cubicBezTo>
                    <a:pt x="725" y="1344"/>
                    <a:pt x="772" y="1309"/>
                    <a:pt x="793" y="1248"/>
                  </a:cubicBezTo>
                  <a:lnTo>
                    <a:pt x="1204" y="488"/>
                  </a:lnTo>
                  <a:cubicBezTo>
                    <a:pt x="1236" y="393"/>
                    <a:pt x="1204" y="298"/>
                    <a:pt x="1109" y="266"/>
                  </a:cubicBezTo>
                  <a:lnTo>
                    <a:pt x="666" y="13"/>
                  </a:lnTo>
                  <a:cubicBezTo>
                    <a:pt x="641" y="4"/>
                    <a:pt x="615" y="0"/>
                    <a:pt x="59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41"/>
            <p:cNvSpPr/>
            <p:nvPr/>
          </p:nvSpPr>
          <p:spPr>
            <a:xfrm>
              <a:off x="8313902" y="3535077"/>
              <a:ext cx="39679" cy="42953"/>
            </a:xfrm>
            <a:custGeom>
              <a:avLst/>
              <a:gdLst/>
              <a:ahLst/>
              <a:cxnLst/>
              <a:rect l="l" t="t" r="r" b="b"/>
              <a:pathLst>
                <a:path w="1236" h="1338" extrusionOk="0">
                  <a:moveTo>
                    <a:pt x="572" y="0"/>
                  </a:moveTo>
                  <a:cubicBezTo>
                    <a:pt x="518" y="0"/>
                    <a:pt x="457" y="45"/>
                    <a:pt x="412" y="90"/>
                  </a:cubicBezTo>
                  <a:lnTo>
                    <a:pt x="32" y="850"/>
                  </a:lnTo>
                  <a:cubicBezTo>
                    <a:pt x="1" y="945"/>
                    <a:pt x="32" y="1040"/>
                    <a:pt x="96" y="1071"/>
                  </a:cubicBezTo>
                  <a:lnTo>
                    <a:pt x="571" y="1325"/>
                  </a:lnTo>
                  <a:cubicBezTo>
                    <a:pt x="596" y="1333"/>
                    <a:pt x="622" y="1337"/>
                    <a:pt x="646" y="1337"/>
                  </a:cubicBezTo>
                  <a:cubicBezTo>
                    <a:pt x="712" y="1337"/>
                    <a:pt x="769" y="1308"/>
                    <a:pt x="792" y="1261"/>
                  </a:cubicBezTo>
                  <a:lnTo>
                    <a:pt x="1172" y="470"/>
                  </a:lnTo>
                  <a:cubicBezTo>
                    <a:pt x="1236" y="406"/>
                    <a:pt x="1172" y="280"/>
                    <a:pt x="1109" y="248"/>
                  </a:cubicBezTo>
                  <a:lnTo>
                    <a:pt x="634" y="26"/>
                  </a:lnTo>
                  <a:cubicBezTo>
                    <a:pt x="615" y="8"/>
                    <a:pt x="594" y="0"/>
                    <a:pt x="57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41"/>
            <p:cNvSpPr/>
            <p:nvPr/>
          </p:nvSpPr>
          <p:spPr>
            <a:xfrm>
              <a:off x="8156311" y="3523423"/>
              <a:ext cx="36661" cy="42279"/>
            </a:xfrm>
            <a:custGeom>
              <a:avLst/>
              <a:gdLst/>
              <a:ahLst/>
              <a:cxnLst/>
              <a:rect l="l" t="t" r="r" b="b"/>
              <a:pathLst>
                <a:path w="1142" h="1317" extrusionOk="0">
                  <a:moveTo>
                    <a:pt x="672" y="1"/>
                  </a:moveTo>
                  <a:cubicBezTo>
                    <a:pt x="659" y="1"/>
                    <a:pt x="646" y="4"/>
                    <a:pt x="634" y="9"/>
                  </a:cubicBezTo>
                  <a:lnTo>
                    <a:pt x="128" y="168"/>
                  </a:lnTo>
                  <a:cubicBezTo>
                    <a:pt x="33" y="199"/>
                    <a:pt x="1" y="294"/>
                    <a:pt x="33" y="389"/>
                  </a:cubicBezTo>
                  <a:lnTo>
                    <a:pt x="286" y="1213"/>
                  </a:lnTo>
                  <a:cubicBezTo>
                    <a:pt x="312" y="1265"/>
                    <a:pt x="380" y="1316"/>
                    <a:pt x="456" y="1316"/>
                  </a:cubicBezTo>
                  <a:cubicBezTo>
                    <a:pt x="473" y="1316"/>
                    <a:pt x="490" y="1314"/>
                    <a:pt x="508" y="1308"/>
                  </a:cubicBezTo>
                  <a:lnTo>
                    <a:pt x="983" y="1149"/>
                  </a:lnTo>
                  <a:cubicBezTo>
                    <a:pt x="1078" y="1118"/>
                    <a:pt x="1141" y="1023"/>
                    <a:pt x="1109" y="928"/>
                  </a:cubicBezTo>
                  <a:lnTo>
                    <a:pt x="824" y="104"/>
                  </a:lnTo>
                  <a:cubicBezTo>
                    <a:pt x="798" y="53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41"/>
            <p:cNvSpPr/>
            <p:nvPr/>
          </p:nvSpPr>
          <p:spPr>
            <a:xfrm>
              <a:off x="8320002" y="3469555"/>
              <a:ext cx="36629" cy="42375"/>
            </a:xfrm>
            <a:custGeom>
              <a:avLst/>
              <a:gdLst/>
              <a:ahLst/>
              <a:cxnLst/>
              <a:rect l="l" t="t" r="r" b="b"/>
              <a:pathLst>
                <a:path w="1141" h="1320" extrusionOk="0">
                  <a:moveTo>
                    <a:pt x="672" y="1"/>
                  </a:moveTo>
                  <a:cubicBezTo>
                    <a:pt x="658" y="1"/>
                    <a:pt x="646" y="3"/>
                    <a:pt x="634" y="9"/>
                  </a:cubicBezTo>
                  <a:lnTo>
                    <a:pt x="127" y="167"/>
                  </a:lnTo>
                  <a:cubicBezTo>
                    <a:pt x="64" y="199"/>
                    <a:pt x="1" y="294"/>
                    <a:pt x="32" y="389"/>
                  </a:cubicBezTo>
                  <a:lnTo>
                    <a:pt x="317" y="1212"/>
                  </a:lnTo>
                  <a:cubicBezTo>
                    <a:pt x="317" y="1284"/>
                    <a:pt x="371" y="1319"/>
                    <a:pt x="438" y="1319"/>
                  </a:cubicBezTo>
                  <a:cubicBezTo>
                    <a:pt x="460" y="1319"/>
                    <a:pt x="484" y="1315"/>
                    <a:pt x="507" y="1307"/>
                  </a:cubicBezTo>
                  <a:lnTo>
                    <a:pt x="1014" y="1149"/>
                  </a:lnTo>
                  <a:cubicBezTo>
                    <a:pt x="1077" y="1117"/>
                    <a:pt x="1141" y="1022"/>
                    <a:pt x="1109" y="927"/>
                  </a:cubicBezTo>
                  <a:lnTo>
                    <a:pt x="824" y="104"/>
                  </a:lnTo>
                  <a:cubicBezTo>
                    <a:pt x="798" y="52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41"/>
            <p:cNvSpPr/>
            <p:nvPr/>
          </p:nvSpPr>
          <p:spPr>
            <a:xfrm>
              <a:off x="8194962" y="3575526"/>
              <a:ext cx="44751" cy="38074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409" y="0"/>
                  </a:moveTo>
                  <a:cubicBezTo>
                    <a:pt x="353" y="0"/>
                    <a:pt x="306" y="35"/>
                    <a:pt x="285" y="97"/>
                  </a:cubicBezTo>
                  <a:lnTo>
                    <a:pt x="32" y="572"/>
                  </a:lnTo>
                  <a:cubicBezTo>
                    <a:pt x="0" y="635"/>
                    <a:pt x="32" y="730"/>
                    <a:pt x="127" y="793"/>
                  </a:cubicBezTo>
                  <a:lnTo>
                    <a:pt x="887" y="1173"/>
                  </a:lnTo>
                  <a:cubicBezTo>
                    <a:pt x="913" y="1182"/>
                    <a:pt x="938" y="1186"/>
                    <a:pt x="962" y="1186"/>
                  </a:cubicBezTo>
                  <a:cubicBezTo>
                    <a:pt x="1028" y="1186"/>
                    <a:pt x="1086" y="1156"/>
                    <a:pt x="1109" y="1110"/>
                  </a:cubicBezTo>
                  <a:lnTo>
                    <a:pt x="1362" y="635"/>
                  </a:lnTo>
                  <a:cubicBezTo>
                    <a:pt x="1394" y="572"/>
                    <a:pt x="1362" y="445"/>
                    <a:pt x="1267" y="413"/>
                  </a:cubicBezTo>
                  <a:lnTo>
                    <a:pt x="507" y="33"/>
                  </a:lnTo>
                  <a:cubicBezTo>
                    <a:pt x="473" y="11"/>
                    <a:pt x="440" y="0"/>
                    <a:pt x="409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41"/>
            <p:cNvSpPr/>
            <p:nvPr/>
          </p:nvSpPr>
          <p:spPr>
            <a:xfrm>
              <a:off x="8273228" y="3421658"/>
              <a:ext cx="44783" cy="38074"/>
            </a:xfrm>
            <a:custGeom>
              <a:avLst/>
              <a:gdLst/>
              <a:ahLst/>
              <a:cxnLst/>
              <a:rect l="l" t="t" r="r" b="b"/>
              <a:pathLst>
                <a:path w="1395" h="1186" extrusionOk="0">
                  <a:moveTo>
                    <a:pt x="432" y="0"/>
                  </a:moveTo>
                  <a:cubicBezTo>
                    <a:pt x="366" y="0"/>
                    <a:pt x="309" y="29"/>
                    <a:pt x="286" y="76"/>
                  </a:cubicBezTo>
                  <a:lnTo>
                    <a:pt x="33" y="551"/>
                  </a:lnTo>
                  <a:cubicBezTo>
                    <a:pt x="1" y="646"/>
                    <a:pt x="33" y="741"/>
                    <a:pt x="96" y="773"/>
                  </a:cubicBezTo>
                  <a:lnTo>
                    <a:pt x="888" y="1153"/>
                  </a:lnTo>
                  <a:cubicBezTo>
                    <a:pt x="921" y="1175"/>
                    <a:pt x="955" y="1186"/>
                    <a:pt x="986" y="1186"/>
                  </a:cubicBezTo>
                  <a:cubicBezTo>
                    <a:pt x="1042" y="1186"/>
                    <a:pt x="1089" y="1151"/>
                    <a:pt x="1109" y="1089"/>
                  </a:cubicBezTo>
                  <a:lnTo>
                    <a:pt x="1331" y="646"/>
                  </a:lnTo>
                  <a:cubicBezTo>
                    <a:pt x="1394" y="551"/>
                    <a:pt x="1363" y="456"/>
                    <a:pt x="1268" y="424"/>
                  </a:cubicBezTo>
                  <a:lnTo>
                    <a:pt x="508" y="12"/>
                  </a:lnTo>
                  <a:cubicBezTo>
                    <a:pt x="482" y="4"/>
                    <a:pt x="457" y="0"/>
                    <a:pt x="43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41"/>
            <p:cNvSpPr/>
            <p:nvPr/>
          </p:nvSpPr>
          <p:spPr>
            <a:xfrm>
              <a:off x="8054675" y="3097744"/>
              <a:ext cx="492067" cy="356851"/>
            </a:xfrm>
            <a:custGeom>
              <a:avLst/>
              <a:gdLst/>
              <a:ahLst/>
              <a:cxnLst/>
              <a:rect l="l" t="t" r="r" b="b"/>
              <a:pathLst>
                <a:path w="15328" h="11116" extrusionOk="0">
                  <a:moveTo>
                    <a:pt x="665" y="0"/>
                  </a:moveTo>
                  <a:cubicBezTo>
                    <a:pt x="285" y="0"/>
                    <a:pt x="0" y="317"/>
                    <a:pt x="0" y="665"/>
                  </a:cubicBezTo>
                  <a:lnTo>
                    <a:pt x="0" y="10451"/>
                  </a:lnTo>
                  <a:cubicBezTo>
                    <a:pt x="0" y="10831"/>
                    <a:pt x="285" y="11116"/>
                    <a:pt x="665" y="11116"/>
                  </a:cubicBezTo>
                  <a:lnTo>
                    <a:pt x="14663" y="11116"/>
                  </a:lnTo>
                  <a:cubicBezTo>
                    <a:pt x="15011" y="11116"/>
                    <a:pt x="15328" y="10831"/>
                    <a:pt x="15328" y="10451"/>
                  </a:cubicBezTo>
                  <a:lnTo>
                    <a:pt x="15328" y="665"/>
                  </a:lnTo>
                  <a:cubicBezTo>
                    <a:pt x="15328" y="317"/>
                    <a:pt x="15011" y="0"/>
                    <a:pt x="146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41"/>
            <p:cNvSpPr/>
            <p:nvPr/>
          </p:nvSpPr>
          <p:spPr>
            <a:xfrm>
              <a:off x="8072973" y="3117038"/>
              <a:ext cx="455470" cy="290817"/>
            </a:xfrm>
            <a:custGeom>
              <a:avLst/>
              <a:gdLst/>
              <a:ahLst/>
              <a:cxnLst/>
              <a:rect l="l" t="t" r="r" b="b"/>
              <a:pathLst>
                <a:path w="14188" h="9059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8995"/>
                  </a:lnTo>
                  <a:cubicBezTo>
                    <a:pt x="0" y="9026"/>
                    <a:pt x="32" y="9058"/>
                    <a:pt x="95" y="9058"/>
                  </a:cubicBezTo>
                  <a:lnTo>
                    <a:pt x="14093" y="9058"/>
                  </a:lnTo>
                  <a:cubicBezTo>
                    <a:pt x="14156" y="9058"/>
                    <a:pt x="14188" y="8995"/>
                    <a:pt x="14188" y="8995"/>
                  </a:cubicBez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41"/>
            <p:cNvSpPr/>
            <p:nvPr/>
          </p:nvSpPr>
          <p:spPr>
            <a:xfrm>
              <a:off x="8029249" y="3427116"/>
              <a:ext cx="541890" cy="33579"/>
            </a:xfrm>
            <a:custGeom>
              <a:avLst/>
              <a:gdLst/>
              <a:ahLst/>
              <a:cxnLst/>
              <a:rect l="l" t="t" r="r" b="b"/>
              <a:pathLst>
                <a:path w="16880" h="1046" extrusionOk="0">
                  <a:moveTo>
                    <a:pt x="760" y="1"/>
                  </a:moveTo>
                  <a:cubicBezTo>
                    <a:pt x="349" y="1"/>
                    <a:pt x="0" y="223"/>
                    <a:pt x="0" y="508"/>
                  </a:cubicBezTo>
                  <a:cubicBezTo>
                    <a:pt x="0" y="793"/>
                    <a:pt x="349" y="1046"/>
                    <a:pt x="760" y="1046"/>
                  </a:cubicBezTo>
                  <a:lnTo>
                    <a:pt x="16120" y="1046"/>
                  </a:lnTo>
                  <a:cubicBezTo>
                    <a:pt x="16563" y="1046"/>
                    <a:pt x="16880" y="793"/>
                    <a:pt x="16880" y="508"/>
                  </a:cubicBezTo>
                  <a:cubicBezTo>
                    <a:pt x="16880" y="223"/>
                    <a:pt x="16563" y="1"/>
                    <a:pt x="1612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41"/>
            <p:cNvSpPr/>
            <p:nvPr/>
          </p:nvSpPr>
          <p:spPr>
            <a:xfrm>
              <a:off x="8072973" y="3117038"/>
              <a:ext cx="455470" cy="35634"/>
            </a:xfrm>
            <a:custGeom>
              <a:avLst/>
              <a:gdLst/>
              <a:ahLst/>
              <a:cxnLst/>
              <a:rect l="l" t="t" r="r" b="b"/>
              <a:pathLst>
                <a:path w="14188" h="1110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1109"/>
                  </a:lnTo>
                  <a:lnTo>
                    <a:pt x="14188" y="1109"/>
                  </a:ln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41"/>
            <p:cNvSpPr/>
            <p:nvPr/>
          </p:nvSpPr>
          <p:spPr>
            <a:xfrm>
              <a:off x="8087194" y="3127214"/>
              <a:ext cx="14254" cy="15281"/>
            </a:xfrm>
            <a:custGeom>
              <a:avLst/>
              <a:gdLst/>
              <a:ahLst/>
              <a:cxnLst/>
              <a:rect l="l" t="t" r="r" b="b"/>
              <a:pathLst>
                <a:path w="444" h="476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49"/>
                    <a:pt x="95" y="476"/>
                    <a:pt x="222" y="476"/>
                  </a:cubicBezTo>
                  <a:cubicBezTo>
                    <a:pt x="317" y="476"/>
                    <a:pt x="444" y="381"/>
                    <a:pt x="444" y="222"/>
                  </a:cubicBezTo>
                  <a:cubicBezTo>
                    <a:pt x="444" y="96"/>
                    <a:pt x="317" y="1"/>
                    <a:pt x="2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41"/>
            <p:cNvSpPr/>
            <p:nvPr/>
          </p:nvSpPr>
          <p:spPr>
            <a:xfrm>
              <a:off x="8104466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127" y="1"/>
                    <a:pt x="1" y="96"/>
                    <a:pt x="1" y="222"/>
                  </a:cubicBezTo>
                  <a:cubicBezTo>
                    <a:pt x="1" y="349"/>
                    <a:pt x="127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41"/>
            <p:cNvSpPr/>
            <p:nvPr/>
          </p:nvSpPr>
          <p:spPr>
            <a:xfrm>
              <a:off x="8122764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41"/>
            <p:cNvSpPr/>
            <p:nvPr/>
          </p:nvSpPr>
          <p:spPr>
            <a:xfrm>
              <a:off x="8071946" y="3151612"/>
              <a:ext cx="456498" cy="51878"/>
            </a:xfrm>
            <a:custGeom>
              <a:avLst/>
              <a:gdLst/>
              <a:ahLst/>
              <a:cxnLst/>
              <a:rect l="l" t="t" r="r" b="b"/>
              <a:pathLst>
                <a:path w="14220" h="1616" extrusionOk="0">
                  <a:moveTo>
                    <a:pt x="0" y="1"/>
                  </a:moveTo>
                  <a:lnTo>
                    <a:pt x="0" y="1616"/>
                  </a:lnTo>
                  <a:lnTo>
                    <a:pt x="14220" y="1616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41"/>
            <p:cNvSpPr/>
            <p:nvPr/>
          </p:nvSpPr>
          <p:spPr>
            <a:xfrm>
              <a:off x="8087194" y="3168883"/>
              <a:ext cx="79325" cy="21380"/>
            </a:xfrm>
            <a:custGeom>
              <a:avLst/>
              <a:gdLst/>
              <a:ahLst/>
              <a:cxnLst/>
              <a:rect l="l" t="t" r="r" b="b"/>
              <a:pathLst>
                <a:path w="2471" h="666" extrusionOk="0">
                  <a:moveTo>
                    <a:pt x="0" y="1"/>
                  </a:moveTo>
                  <a:lnTo>
                    <a:pt x="0" y="666"/>
                  </a:lnTo>
                  <a:lnTo>
                    <a:pt x="2471" y="666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41"/>
            <p:cNvSpPr/>
            <p:nvPr/>
          </p:nvSpPr>
          <p:spPr>
            <a:xfrm>
              <a:off x="8207161" y="3168883"/>
              <a:ext cx="155569" cy="21380"/>
            </a:xfrm>
            <a:custGeom>
              <a:avLst/>
              <a:gdLst/>
              <a:ahLst/>
              <a:cxnLst/>
              <a:rect l="l" t="t" r="r" b="b"/>
              <a:pathLst>
                <a:path w="4846" h="666" extrusionOk="0">
                  <a:moveTo>
                    <a:pt x="0" y="1"/>
                  </a:moveTo>
                  <a:lnTo>
                    <a:pt x="0" y="666"/>
                  </a:lnTo>
                  <a:lnTo>
                    <a:pt x="4846" y="666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41"/>
            <p:cNvSpPr/>
            <p:nvPr/>
          </p:nvSpPr>
          <p:spPr>
            <a:xfrm>
              <a:off x="8391173" y="3168883"/>
              <a:ext cx="108827" cy="21380"/>
            </a:xfrm>
            <a:custGeom>
              <a:avLst/>
              <a:gdLst/>
              <a:ahLst/>
              <a:cxnLst/>
              <a:rect l="l" t="t" r="r" b="b"/>
              <a:pathLst>
                <a:path w="3390" h="666" extrusionOk="0">
                  <a:moveTo>
                    <a:pt x="1" y="1"/>
                  </a:moveTo>
                  <a:lnTo>
                    <a:pt x="1" y="666"/>
                  </a:lnTo>
                  <a:lnTo>
                    <a:pt x="3389" y="666"/>
                  </a:lnTo>
                  <a:lnTo>
                    <a:pt x="3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41"/>
            <p:cNvSpPr/>
            <p:nvPr/>
          </p:nvSpPr>
          <p:spPr>
            <a:xfrm>
              <a:off x="8087194" y="323193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41"/>
            <p:cNvSpPr/>
            <p:nvPr/>
          </p:nvSpPr>
          <p:spPr>
            <a:xfrm>
              <a:off x="8087194" y="325835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8"/>
                  </a:lnTo>
                  <a:lnTo>
                    <a:pt x="3484" y="50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41"/>
            <p:cNvSpPr/>
            <p:nvPr/>
          </p:nvSpPr>
          <p:spPr>
            <a:xfrm>
              <a:off x="8087194" y="3284805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41"/>
            <p:cNvSpPr/>
            <p:nvPr/>
          </p:nvSpPr>
          <p:spPr>
            <a:xfrm>
              <a:off x="8087194" y="331225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41"/>
            <p:cNvSpPr/>
            <p:nvPr/>
          </p:nvSpPr>
          <p:spPr>
            <a:xfrm>
              <a:off x="8087194" y="333867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41"/>
            <p:cNvSpPr/>
            <p:nvPr/>
          </p:nvSpPr>
          <p:spPr>
            <a:xfrm>
              <a:off x="8087194" y="3365126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41"/>
            <p:cNvSpPr/>
            <p:nvPr/>
          </p:nvSpPr>
          <p:spPr>
            <a:xfrm>
              <a:off x="8230532" y="3231933"/>
              <a:ext cx="153546" cy="145424"/>
            </a:xfrm>
            <a:custGeom>
              <a:avLst/>
              <a:gdLst/>
              <a:ahLst/>
              <a:cxnLst/>
              <a:rect l="l" t="t" r="r" b="b"/>
              <a:pathLst>
                <a:path w="4783" h="4530" extrusionOk="0">
                  <a:moveTo>
                    <a:pt x="1" y="0"/>
                  </a:moveTo>
                  <a:lnTo>
                    <a:pt x="1" y="4529"/>
                  </a:lnTo>
                  <a:lnTo>
                    <a:pt x="4783" y="4529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41"/>
            <p:cNvSpPr/>
            <p:nvPr/>
          </p:nvSpPr>
          <p:spPr>
            <a:xfrm>
              <a:off x="8230532" y="3258353"/>
              <a:ext cx="153546" cy="119004"/>
            </a:xfrm>
            <a:custGeom>
              <a:avLst/>
              <a:gdLst/>
              <a:ahLst/>
              <a:cxnLst/>
              <a:rect l="l" t="t" r="r" b="b"/>
              <a:pathLst>
                <a:path w="4783" h="3707" extrusionOk="0">
                  <a:moveTo>
                    <a:pt x="1838" y="1"/>
                  </a:moveTo>
                  <a:lnTo>
                    <a:pt x="856" y="1806"/>
                  </a:lnTo>
                  <a:lnTo>
                    <a:pt x="381" y="1078"/>
                  </a:lnTo>
                  <a:lnTo>
                    <a:pt x="1" y="1869"/>
                  </a:lnTo>
                  <a:lnTo>
                    <a:pt x="1" y="3706"/>
                  </a:lnTo>
                  <a:lnTo>
                    <a:pt x="4783" y="3706"/>
                  </a:lnTo>
                  <a:lnTo>
                    <a:pt x="4783" y="856"/>
                  </a:lnTo>
                  <a:lnTo>
                    <a:pt x="4308" y="1996"/>
                  </a:lnTo>
                  <a:lnTo>
                    <a:pt x="3706" y="634"/>
                  </a:lnTo>
                  <a:lnTo>
                    <a:pt x="3199" y="1489"/>
                  </a:lnTo>
                  <a:lnTo>
                    <a:pt x="2756" y="1078"/>
                  </a:lnTo>
                  <a:lnTo>
                    <a:pt x="2408" y="1489"/>
                  </a:lnTo>
                  <a:lnTo>
                    <a:pt x="18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41"/>
            <p:cNvSpPr/>
            <p:nvPr/>
          </p:nvSpPr>
          <p:spPr>
            <a:xfrm>
              <a:off x="8230532" y="3278706"/>
              <a:ext cx="153546" cy="98651"/>
            </a:xfrm>
            <a:custGeom>
              <a:avLst/>
              <a:gdLst/>
              <a:ahLst/>
              <a:cxnLst/>
              <a:rect l="l" t="t" r="r" b="b"/>
              <a:pathLst>
                <a:path w="4783" h="3073" extrusionOk="0">
                  <a:moveTo>
                    <a:pt x="983" y="0"/>
                  </a:moveTo>
                  <a:lnTo>
                    <a:pt x="1" y="1774"/>
                  </a:lnTo>
                  <a:lnTo>
                    <a:pt x="1" y="3072"/>
                  </a:lnTo>
                  <a:lnTo>
                    <a:pt x="4783" y="3072"/>
                  </a:lnTo>
                  <a:lnTo>
                    <a:pt x="4783" y="1837"/>
                  </a:lnTo>
                  <a:lnTo>
                    <a:pt x="4339" y="855"/>
                  </a:lnTo>
                  <a:lnTo>
                    <a:pt x="3706" y="1774"/>
                  </a:lnTo>
                  <a:lnTo>
                    <a:pt x="3231" y="222"/>
                  </a:lnTo>
                  <a:lnTo>
                    <a:pt x="2408" y="2154"/>
                  </a:lnTo>
                  <a:lnTo>
                    <a:pt x="1901" y="1520"/>
                  </a:lnTo>
                  <a:lnTo>
                    <a:pt x="1521" y="1774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41"/>
            <p:cNvSpPr/>
            <p:nvPr/>
          </p:nvSpPr>
          <p:spPr>
            <a:xfrm>
              <a:off x="8401349" y="3327502"/>
              <a:ext cx="24430" cy="49855"/>
            </a:xfrm>
            <a:custGeom>
              <a:avLst/>
              <a:gdLst/>
              <a:ahLst/>
              <a:cxnLst/>
              <a:rect l="l" t="t" r="r" b="b"/>
              <a:pathLst>
                <a:path w="761" h="1553" extrusionOk="0">
                  <a:moveTo>
                    <a:pt x="0" y="0"/>
                  </a:moveTo>
                  <a:lnTo>
                    <a:pt x="0" y="1552"/>
                  </a:lnTo>
                  <a:lnTo>
                    <a:pt x="760" y="1552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41"/>
            <p:cNvSpPr/>
            <p:nvPr/>
          </p:nvSpPr>
          <p:spPr>
            <a:xfrm>
              <a:off x="8439969" y="3258353"/>
              <a:ext cx="24430" cy="119004"/>
            </a:xfrm>
            <a:custGeom>
              <a:avLst/>
              <a:gdLst/>
              <a:ahLst/>
              <a:cxnLst/>
              <a:rect l="l" t="t" r="r" b="b"/>
              <a:pathLst>
                <a:path w="761" h="3707" extrusionOk="0">
                  <a:moveTo>
                    <a:pt x="1" y="1"/>
                  </a:moveTo>
                  <a:lnTo>
                    <a:pt x="1" y="3706"/>
                  </a:lnTo>
                  <a:lnTo>
                    <a:pt x="761" y="3706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41"/>
            <p:cNvSpPr/>
            <p:nvPr/>
          </p:nvSpPr>
          <p:spPr>
            <a:xfrm>
              <a:off x="8478620" y="3301049"/>
              <a:ext cx="24430" cy="76308"/>
            </a:xfrm>
            <a:custGeom>
              <a:avLst/>
              <a:gdLst/>
              <a:ahLst/>
              <a:cxnLst/>
              <a:rect l="l" t="t" r="r" b="b"/>
              <a:pathLst>
                <a:path w="761" h="2377" extrusionOk="0">
                  <a:moveTo>
                    <a:pt x="0" y="1"/>
                  </a:moveTo>
                  <a:lnTo>
                    <a:pt x="0" y="2376"/>
                  </a:lnTo>
                  <a:lnTo>
                    <a:pt x="760" y="2376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3" name="Google Shape;4903;p41"/>
          <p:cNvGrpSpPr/>
          <p:nvPr/>
        </p:nvGrpSpPr>
        <p:grpSpPr>
          <a:xfrm>
            <a:off x="531389" y="1106105"/>
            <a:ext cx="711712" cy="652419"/>
            <a:chOff x="531389" y="1106105"/>
            <a:chExt cx="711712" cy="652419"/>
          </a:xfrm>
        </p:grpSpPr>
        <p:sp>
          <p:nvSpPr>
            <p:cNvPr id="4904" name="Google Shape;4904;p41"/>
            <p:cNvSpPr/>
            <p:nvPr/>
          </p:nvSpPr>
          <p:spPr>
            <a:xfrm>
              <a:off x="1044805" y="1106105"/>
              <a:ext cx="198297" cy="211491"/>
            </a:xfrm>
            <a:custGeom>
              <a:avLst/>
              <a:gdLst/>
              <a:ahLst/>
              <a:cxnLst/>
              <a:rect l="l" t="t" r="r" b="b"/>
              <a:pathLst>
                <a:path w="6177" h="6588" extrusionOk="0">
                  <a:moveTo>
                    <a:pt x="3104" y="1"/>
                  </a:moveTo>
                  <a:lnTo>
                    <a:pt x="191" y="2186"/>
                  </a:lnTo>
                  <a:cubicBezTo>
                    <a:pt x="96" y="2249"/>
                    <a:pt x="1" y="2344"/>
                    <a:pt x="1" y="2471"/>
                  </a:cubicBezTo>
                  <a:lnTo>
                    <a:pt x="1" y="6208"/>
                  </a:lnTo>
                  <a:cubicBezTo>
                    <a:pt x="1" y="6430"/>
                    <a:pt x="159" y="6588"/>
                    <a:pt x="349" y="6588"/>
                  </a:cubicBezTo>
                  <a:lnTo>
                    <a:pt x="5796" y="6588"/>
                  </a:lnTo>
                  <a:cubicBezTo>
                    <a:pt x="6018" y="6588"/>
                    <a:pt x="6176" y="6430"/>
                    <a:pt x="6176" y="6208"/>
                  </a:cubicBezTo>
                  <a:lnTo>
                    <a:pt x="6176" y="2471"/>
                  </a:lnTo>
                  <a:cubicBezTo>
                    <a:pt x="6176" y="2249"/>
                    <a:pt x="6081" y="2249"/>
                    <a:pt x="6081" y="2249"/>
                  </a:cubicBezTo>
                  <a:cubicBezTo>
                    <a:pt x="6050" y="221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41"/>
            <p:cNvSpPr/>
            <p:nvPr/>
          </p:nvSpPr>
          <p:spPr>
            <a:xfrm>
              <a:off x="1087501" y="1161000"/>
              <a:ext cx="112904" cy="94606"/>
            </a:xfrm>
            <a:custGeom>
              <a:avLst/>
              <a:gdLst/>
              <a:ahLst/>
              <a:cxnLst/>
              <a:rect l="l" t="t" r="r" b="b"/>
              <a:pathLst>
                <a:path w="3517" h="2947" extrusionOk="0">
                  <a:moveTo>
                    <a:pt x="1" y="1"/>
                  </a:moveTo>
                  <a:lnTo>
                    <a:pt x="1" y="2946"/>
                  </a:lnTo>
                  <a:lnTo>
                    <a:pt x="3516" y="2946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41"/>
            <p:cNvSpPr/>
            <p:nvPr/>
          </p:nvSpPr>
          <p:spPr>
            <a:xfrm>
              <a:off x="1044805" y="1185398"/>
              <a:ext cx="198297" cy="132198"/>
            </a:xfrm>
            <a:custGeom>
              <a:avLst/>
              <a:gdLst/>
              <a:ahLst/>
              <a:cxnLst/>
              <a:rect l="l" t="t" r="r" b="b"/>
              <a:pathLst>
                <a:path w="6177" h="4118" extrusionOk="0">
                  <a:moveTo>
                    <a:pt x="1" y="1"/>
                  </a:moveTo>
                  <a:lnTo>
                    <a:pt x="1" y="3738"/>
                  </a:lnTo>
                  <a:cubicBezTo>
                    <a:pt x="1" y="3928"/>
                    <a:pt x="159" y="4118"/>
                    <a:pt x="349" y="4118"/>
                  </a:cubicBezTo>
                  <a:lnTo>
                    <a:pt x="5828" y="4118"/>
                  </a:lnTo>
                  <a:cubicBezTo>
                    <a:pt x="6018" y="4118"/>
                    <a:pt x="6176" y="3960"/>
                    <a:pt x="6176" y="3738"/>
                  </a:cubicBezTo>
                  <a:lnTo>
                    <a:pt x="6176" y="1"/>
                  </a:lnTo>
                  <a:lnTo>
                    <a:pt x="3104" y="27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41"/>
            <p:cNvSpPr/>
            <p:nvPr/>
          </p:nvSpPr>
          <p:spPr>
            <a:xfrm>
              <a:off x="1105799" y="1174227"/>
              <a:ext cx="76308" cy="75280"/>
            </a:xfrm>
            <a:custGeom>
              <a:avLst/>
              <a:gdLst/>
              <a:ahLst/>
              <a:cxnLst/>
              <a:rect l="l" t="t" r="r" b="b"/>
              <a:pathLst>
                <a:path w="2377" h="2345" extrusionOk="0">
                  <a:moveTo>
                    <a:pt x="1236" y="824"/>
                  </a:moveTo>
                  <a:cubicBezTo>
                    <a:pt x="1299" y="824"/>
                    <a:pt x="1331" y="856"/>
                    <a:pt x="1331" y="856"/>
                  </a:cubicBezTo>
                  <a:cubicBezTo>
                    <a:pt x="1363" y="856"/>
                    <a:pt x="1394" y="887"/>
                    <a:pt x="1426" y="887"/>
                  </a:cubicBezTo>
                  <a:lnTo>
                    <a:pt x="1331" y="1236"/>
                  </a:lnTo>
                  <a:cubicBezTo>
                    <a:pt x="1331" y="1299"/>
                    <a:pt x="1299" y="1331"/>
                    <a:pt x="1268" y="1362"/>
                  </a:cubicBezTo>
                  <a:cubicBezTo>
                    <a:pt x="1268" y="1394"/>
                    <a:pt x="1236" y="1394"/>
                    <a:pt x="1204" y="1426"/>
                  </a:cubicBezTo>
                  <a:cubicBezTo>
                    <a:pt x="1173" y="1457"/>
                    <a:pt x="1141" y="1489"/>
                    <a:pt x="1141" y="1489"/>
                  </a:cubicBezTo>
                  <a:cubicBezTo>
                    <a:pt x="1109" y="1521"/>
                    <a:pt x="1078" y="1521"/>
                    <a:pt x="1046" y="1521"/>
                  </a:cubicBezTo>
                  <a:cubicBezTo>
                    <a:pt x="983" y="1521"/>
                    <a:pt x="951" y="1489"/>
                    <a:pt x="919" y="1457"/>
                  </a:cubicBezTo>
                  <a:cubicBezTo>
                    <a:pt x="919" y="1426"/>
                    <a:pt x="888" y="1362"/>
                    <a:pt x="888" y="1331"/>
                  </a:cubicBezTo>
                  <a:cubicBezTo>
                    <a:pt x="888" y="1267"/>
                    <a:pt x="888" y="1204"/>
                    <a:pt x="919" y="1141"/>
                  </a:cubicBezTo>
                  <a:cubicBezTo>
                    <a:pt x="951" y="1109"/>
                    <a:pt x="951" y="1046"/>
                    <a:pt x="983" y="982"/>
                  </a:cubicBezTo>
                  <a:cubicBezTo>
                    <a:pt x="1014" y="951"/>
                    <a:pt x="1078" y="919"/>
                    <a:pt x="1109" y="887"/>
                  </a:cubicBezTo>
                  <a:cubicBezTo>
                    <a:pt x="1141" y="856"/>
                    <a:pt x="1204" y="824"/>
                    <a:pt x="1236" y="824"/>
                  </a:cubicBezTo>
                  <a:close/>
                  <a:moveTo>
                    <a:pt x="1236" y="1"/>
                  </a:moveTo>
                  <a:cubicBezTo>
                    <a:pt x="1078" y="1"/>
                    <a:pt x="919" y="32"/>
                    <a:pt x="761" y="96"/>
                  </a:cubicBezTo>
                  <a:cubicBezTo>
                    <a:pt x="634" y="127"/>
                    <a:pt x="508" y="222"/>
                    <a:pt x="381" y="317"/>
                  </a:cubicBezTo>
                  <a:cubicBezTo>
                    <a:pt x="254" y="444"/>
                    <a:pt x="191" y="571"/>
                    <a:pt x="96" y="729"/>
                  </a:cubicBezTo>
                  <a:cubicBezTo>
                    <a:pt x="33" y="856"/>
                    <a:pt x="1" y="1046"/>
                    <a:pt x="1" y="1236"/>
                  </a:cubicBezTo>
                  <a:cubicBezTo>
                    <a:pt x="1" y="1426"/>
                    <a:pt x="33" y="1584"/>
                    <a:pt x="96" y="1711"/>
                  </a:cubicBezTo>
                  <a:cubicBezTo>
                    <a:pt x="159" y="1837"/>
                    <a:pt x="254" y="1964"/>
                    <a:pt x="349" y="2059"/>
                  </a:cubicBezTo>
                  <a:cubicBezTo>
                    <a:pt x="444" y="2154"/>
                    <a:pt x="571" y="2217"/>
                    <a:pt x="698" y="2281"/>
                  </a:cubicBezTo>
                  <a:cubicBezTo>
                    <a:pt x="856" y="2312"/>
                    <a:pt x="1014" y="2344"/>
                    <a:pt x="1173" y="2344"/>
                  </a:cubicBezTo>
                  <a:lnTo>
                    <a:pt x="1426" y="2344"/>
                  </a:lnTo>
                  <a:cubicBezTo>
                    <a:pt x="1489" y="2312"/>
                    <a:pt x="1553" y="2281"/>
                    <a:pt x="1648" y="2249"/>
                  </a:cubicBezTo>
                  <a:lnTo>
                    <a:pt x="1553" y="1996"/>
                  </a:lnTo>
                  <a:cubicBezTo>
                    <a:pt x="1521" y="2027"/>
                    <a:pt x="1458" y="2059"/>
                    <a:pt x="1394" y="2059"/>
                  </a:cubicBezTo>
                  <a:cubicBezTo>
                    <a:pt x="1331" y="2091"/>
                    <a:pt x="1268" y="2091"/>
                    <a:pt x="1204" y="2091"/>
                  </a:cubicBezTo>
                  <a:cubicBezTo>
                    <a:pt x="1078" y="2091"/>
                    <a:pt x="951" y="2059"/>
                    <a:pt x="824" y="2027"/>
                  </a:cubicBezTo>
                  <a:cubicBezTo>
                    <a:pt x="698" y="1996"/>
                    <a:pt x="603" y="1932"/>
                    <a:pt x="539" y="1837"/>
                  </a:cubicBezTo>
                  <a:cubicBezTo>
                    <a:pt x="444" y="1774"/>
                    <a:pt x="381" y="1679"/>
                    <a:pt x="349" y="1584"/>
                  </a:cubicBezTo>
                  <a:cubicBezTo>
                    <a:pt x="318" y="1457"/>
                    <a:pt x="286" y="1362"/>
                    <a:pt x="286" y="1204"/>
                  </a:cubicBezTo>
                  <a:cubicBezTo>
                    <a:pt x="286" y="1077"/>
                    <a:pt x="318" y="951"/>
                    <a:pt x="381" y="856"/>
                  </a:cubicBezTo>
                  <a:cubicBezTo>
                    <a:pt x="413" y="729"/>
                    <a:pt x="476" y="634"/>
                    <a:pt x="571" y="539"/>
                  </a:cubicBezTo>
                  <a:cubicBezTo>
                    <a:pt x="666" y="444"/>
                    <a:pt x="761" y="381"/>
                    <a:pt x="888" y="349"/>
                  </a:cubicBezTo>
                  <a:cubicBezTo>
                    <a:pt x="983" y="286"/>
                    <a:pt x="1109" y="286"/>
                    <a:pt x="1236" y="286"/>
                  </a:cubicBezTo>
                  <a:cubicBezTo>
                    <a:pt x="1363" y="286"/>
                    <a:pt x="1458" y="286"/>
                    <a:pt x="1584" y="317"/>
                  </a:cubicBezTo>
                  <a:cubicBezTo>
                    <a:pt x="1679" y="349"/>
                    <a:pt x="1774" y="381"/>
                    <a:pt x="1838" y="444"/>
                  </a:cubicBezTo>
                  <a:cubicBezTo>
                    <a:pt x="1901" y="507"/>
                    <a:pt x="1964" y="571"/>
                    <a:pt x="2028" y="666"/>
                  </a:cubicBezTo>
                  <a:cubicBezTo>
                    <a:pt x="2059" y="761"/>
                    <a:pt x="2091" y="856"/>
                    <a:pt x="2091" y="982"/>
                  </a:cubicBezTo>
                  <a:cubicBezTo>
                    <a:pt x="2091" y="1077"/>
                    <a:pt x="2059" y="1172"/>
                    <a:pt x="2059" y="1236"/>
                  </a:cubicBezTo>
                  <a:cubicBezTo>
                    <a:pt x="2028" y="1299"/>
                    <a:pt x="1996" y="1362"/>
                    <a:pt x="1964" y="1394"/>
                  </a:cubicBezTo>
                  <a:cubicBezTo>
                    <a:pt x="1933" y="1426"/>
                    <a:pt x="1901" y="1457"/>
                    <a:pt x="1838" y="1489"/>
                  </a:cubicBezTo>
                  <a:cubicBezTo>
                    <a:pt x="1806" y="1521"/>
                    <a:pt x="1774" y="1521"/>
                    <a:pt x="1711" y="1521"/>
                  </a:cubicBezTo>
                  <a:cubicBezTo>
                    <a:pt x="1679" y="1521"/>
                    <a:pt x="1648" y="1489"/>
                    <a:pt x="1648" y="1457"/>
                  </a:cubicBezTo>
                  <a:cubicBezTo>
                    <a:pt x="1616" y="1426"/>
                    <a:pt x="1616" y="1362"/>
                    <a:pt x="1648" y="1299"/>
                  </a:cubicBezTo>
                  <a:lnTo>
                    <a:pt x="1743" y="602"/>
                  </a:lnTo>
                  <a:lnTo>
                    <a:pt x="1584" y="602"/>
                  </a:lnTo>
                  <a:lnTo>
                    <a:pt x="1489" y="666"/>
                  </a:lnTo>
                  <a:cubicBezTo>
                    <a:pt x="1458" y="634"/>
                    <a:pt x="1426" y="602"/>
                    <a:pt x="1394" y="602"/>
                  </a:cubicBezTo>
                  <a:cubicBezTo>
                    <a:pt x="1331" y="571"/>
                    <a:pt x="1299" y="571"/>
                    <a:pt x="1236" y="571"/>
                  </a:cubicBezTo>
                  <a:cubicBezTo>
                    <a:pt x="1141" y="571"/>
                    <a:pt x="1046" y="602"/>
                    <a:pt x="983" y="634"/>
                  </a:cubicBezTo>
                  <a:cubicBezTo>
                    <a:pt x="888" y="697"/>
                    <a:pt x="824" y="761"/>
                    <a:pt x="761" y="824"/>
                  </a:cubicBezTo>
                  <a:cubicBezTo>
                    <a:pt x="729" y="887"/>
                    <a:pt x="666" y="982"/>
                    <a:pt x="634" y="1077"/>
                  </a:cubicBezTo>
                  <a:cubicBezTo>
                    <a:pt x="603" y="1204"/>
                    <a:pt x="571" y="1299"/>
                    <a:pt x="571" y="1394"/>
                  </a:cubicBezTo>
                  <a:cubicBezTo>
                    <a:pt x="571" y="1457"/>
                    <a:pt x="603" y="1521"/>
                    <a:pt x="603" y="1552"/>
                  </a:cubicBezTo>
                  <a:cubicBezTo>
                    <a:pt x="634" y="1616"/>
                    <a:pt x="634" y="1647"/>
                    <a:pt x="666" y="1679"/>
                  </a:cubicBezTo>
                  <a:cubicBezTo>
                    <a:pt x="698" y="1711"/>
                    <a:pt x="729" y="1742"/>
                    <a:pt x="761" y="1742"/>
                  </a:cubicBezTo>
                  <a:cubicBezTo>
                    <a:pt x="824" y="1774"/>
                    <a:pt x="856" y="1774"/>
                    <a:pt x="888" y="1774"/>
                  </a:cubicBezTo>
                  <a:cubicBezTo>
                    <a:pt x="951" y="1774"/>
                    <a:pt x="983" y="1774"/>
                    <a:pt x="1046" y="1742"/>
                  </a:cubicBezTo>
                  <a:cubicBezTo>
                    <a:pt x="1078" y="1742"/>
                    <a:pt x="1109" y="1711"/>
                    <a:pt x="1141" y="1679"/>
                  </a:cubicBezTo>
                  <a:cubicBezTo>
                    <a:pt x="1173" y="1647"/>
                    <a:pt x="1204" y="1647"/>
                    <a:pt x="1236" y="1616"/>
                  </a:cubicBezTo>
                  <a:lnTo>
                    <a:pt x="1331" y="1489"/>
                  </a:lnTo>
                  <a:cubicBezTo>
                    <a:pt x="1331" y="1552"/>
                    <a:pt x="1331" y="1584"/>
                    <a:pt x="1363" y="1616"/>
                  </a:cubicBezTo>
                  <a:cubicBezTo>
                    <a:pt x="1363" y="1679"/>
                    <a:pt x="1394" y="1679"/>
                    <a:pt x="1394" y="1711"/>
                  </a:cubicBezTo>
                  <a:cubicBezTo>
                    <a:pt x="1426" y="1742"/>
                    <a:pt x="1458" y="1742"/>
                    <a:pt x="1489" y="1774"/>
                  </a:cubicBezTo>
                  <a:lnTo>
                    <a:pt x="1616" y="1774"/>
                  </a:lnTo>
                  <a:cubicBezTo>
                    <a:pt x="1711" y="1774"/>
                    <a:pt x="1806" y="1742"/>
                    <a:pt x="1901" y="1711"/>
                  </a:cubicBezTo>
                  <a:cubicBezTo>
                    <a:pt x="1996" y="1679"/>
                    <a:pt x="2091" y="1616"/>
                    <a:pt x="2154" y="1552"/>
                  </a:cubicBezTo>
                  <a:cubicBezTo>
                    <a:pt x="2218" y="1489"/>
                    <a:pt x="2281" y="1394"/>
                    <a:pt x="2313" y="1299"/>
                  </a:cubicBezTo>
                  <a:cubicBezTo>
                    <a:pt x="2344" y="1204"/>
                    <a:pt x="2376" y="1109"/>
                    <a:pt x="2376" y="982"/>
                  </a:cubicBezTo>
                  <a:cubicBezTo>
                    <a:pt x="2376" y="824"/>
                    <a:pt x="2344" y="697"/>
                    <a:pt x="2281" y="571"/>
                  </a:cubicBezTo>
                  <a:cubicBezTo>
                    <a:pt x="2218" y="444"/>
                    <a:pt x="2154" y="349"/>
                    <a:pt x="2028" y="254"/>
                  </a:cubicBezTo>
                  <a:cubicBezTo>
                    <a:pt x="1933" y="191"/>
                    <a:pt x="1838" y="127"/>
                    <a:pt x="1679" y="64"/>
                  </a:cubicBezTo>
                  <a:cubicBezTo>
                    <a:pt x="1553" y="32"/>
                    <a:pt x="1426" y="1"/>
                    <a:pt x="12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41"/>
            <p:cNvSpPr/>
            <p:nvPr/>
          </p:nvSpPr>
          <p:spPr>
            <a:xfrm>
              <a:off x="1044805" y="1235221"/>
              <a:ext cx="198297" cy="81380"/>
            </a:xfrm>
            <a:custGeom>
              <a:avLst/>
              <a:gdLst/>
              <a:ahLst/>
              <a:cxnLst/>
              <a:rect l="l" t="t" r="r" b="b"/>
              <a:pathLst>
                <a:path w="6177" h="2535" extrusionOk="0">
                  <a:moveTo>
                    <a:pt x="3104" y="1"/>
                  </a:moveTo>
                  <a:lnTo>
                    <a:pt x="1" y="2186"/>
                  </a:lnTo>
                  <a:cubicBezTo>
                    <a:pt x="1" y="2376"/>
                    <a:pt x="159" y="2534"/>
                    <a:pt x="381" y="2534"/>
                  </a:cubicBezTo>
                  <a:lnTo>
                    <a:pt x="5828" y="2534"/>
                  </a:lnTo>
                  <a:cubicBezTo>
                    <a:pt x="6018" y="2534"/>
                    <a:pt x="6176" y="2376"/>
                    <a:pt x="6176" y="2186"/>
                  </a:cubicBezTo>
                  <a:lnTo>
                    <a:pt x="310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41"/>
            <p:cNvSpPr/>
            <p:nvPr/>
          </p:nvSpPr>
          <p:spPr>
            <a:xfrm>
              <a:off x="804871" y="1344659"/>
              <a:ext cx="100706" cy="94927"/>
            </a:xfrm>
            <a:custGeom>
              <a:avLst/>
              <a:gdLst/>
              <a:ahLst/>
              <a:cxnLst/>
              <a:rect l="l" t="t" r="r" b="b"/>
              <a:pathLst>
                <a:path w="3137" h="2957" extrusionOk="0">
                  <a:moveTo>
                    <a:pt x="1381" y="1"/>
                  </a:moveTo>
                  <a:cubicBezTo>
                    <a:pt x="1165" y="1"/>
                    <a:pt x="953" y="55"/>
                    <a:pt x="761" y="170"/>
                  </a:cubicBezTo>
                  <a:cubicBezTo>
                    <a:pt x="159" y="550"/>
                    <a:pt x="1" y="1437"/>
                    <a:pt x="444" y="2165"/>
                  </a:cubicBezTo>
                  <a:cubicBezTo>
                    <a:pt x="749" y="2666"/>
                    <a:pt x="1262" y="2957"/>
                    <a:pt x="1749" y="2957"/>
                  </a:cubicBezTo>
                  <a:cubicBezTo>
                    <a:pt x="1971" y="2957"/>
                    <a:pt x="2188" y="2896"/>
                    <a:pt x="2376" y="2767"/>
                  </a:cubicBezTo>
                  <a:cubicBezTo>
                    <a:pt x="3009" y="2387"/>
                    <a:pt x="3136" y="1500"/>
                    <a:pt x="2693" y="772"/>
                  </a:cubicBezTo>
                  <a:cubicBezTo>
                    <a:pt x="2384" y="287"/>
                    <a:pt x="1875" y="1"/>
                    <a:pt x="1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41"/>
            <p:cNvSpPr/>
            <p:nvPr/>
          </p:nvSpPr>
          <p:spPr>
            <a:xfrm>
              <a:off x="815047" y="1362315"/>
              <a:ext cx="90529" cy="77271"/>
            </a:xfrm>
            <a:custGeom>
              <a:avLst/>
              <a:gdLst/>
              <a:ahLst/>
              <a:cxnLst/>
              <a:rect l="l" t="t" r="r" b="b"/>
              <a:pathLst>
                <a:path w="2820" h="2407" extrusionOk="0">
                  <a:moveTo>
                    <a:pt x="2217" y="0"/>
                  </a:moveTo>
                  <a:lnTo>
                    <a:pt x="1" y="1362"/>
                  </a:lnTo>
                  <a:cubicBezTo>
                    <a:pt x="32" y="1457"/>
                    <a:pt x="96" y="1552"/>
                    <a:pt x="127" y="1615"/>
                  </a:cubicBezTo>
                  <a:cubicBezTo>
                    <a:pt x="432" y="2116"/>
                    <a:pt x="945" y="2407"/>
                    <a:pt x="1432" y="2407"/>
                  </a:cubicBezTo>
                  <a:cubicBezTo>
                    <a:pt x="1654" y="2407"/>
                    <a:pt x="1871" y="2346"/>
                    <a:pt x="2059" y="2217"/>
                  </a:cubicBezTo>
                  <a:cubicBezTo>
                    <a:pt x="2692" y="1837"/>
                    <a:pt x="2819" y="950"/>
                    <a:pt x="2376" y="222"/>
                  </a:cubicBezTo>
                  <a:cubicBezTo>
                    <a:pt x="2344" y="159"/>
                    <a:pt x="2281" y="64"/>
                    <a:pt x="2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41"/>
            <p:cNvSpPr/>
            <p:nvPr/>
          </p:nvSpPr>
          <p:spPr>
            <a:xfrm>
              <a:off x="631036" y="1553710"/>
              <a:ext cx="164718" cy="204814"/>
            </a:xfrm>
            <a:custGeom>
              <a:avLst/>
              <a:gdLst/>
              <a:ahLst/>
              <a:cxnLst/>
              <a:rect l="l" t="t" r="r" b="b"/>
              <a:pathLst>
                <a:path w="5131" h="6380" extrusionOk="0">
                  <a:moveTo>
                    <a:pt x="1469" y="1"/>
                  </a:moveTo>
                  <a:cubicBezTo>
                    <a:pt x="1353" y="1"/>
                    <a:pt x="1241" y="28"/>
                    <a:pt x="1141" y="87"/>
                  </a:cubicBezTo>
                  <a:lnTo>
                    <a:pt x="412" y="530"/>
                  </a:lnTo>
                  <a:cubicBezTo>
                    <a:pt x="32" y="752"/>
                    <a:pt x="0" y="1354"/>
                    <a:pt x="286" y="1861"/>
                  </a:cubicBezTo>
                  <a:lnTo>
                    <a:pt x="2724" y="5787"/>
                  </a:lnTo>
                  <a:cubicBezTo>
                    <a:pt x="2958" y="6161"/>
                    <a:pt x="3312" y="6380"/>
                    <a:pt x="3634" y="6380"/>
                  </a:cubicBezTo>
                  <a:cubicBezTo>
                    <a:pt x="3749" y="6380"/>
                    <a:pt x="3859" y="6352"/>
                    <a:pt x="3959" y="6294"/>
                  </a:cubicBezTo>
                  <a:lnTo>
                    <a:pt x="4688" y="5819"/>
                  </a:lnTo>
                  <a:cubicBezTo>
                    <a:pt x="5068" y="5597"/>
                    <a:pt x="5131" y="5027"/>
                    <a:pt x="4814" y="4521"/>
                  </a:cubicBezTo>
                  <a:lnTo>
                    <a:pt x="2376" y="562"/>
                  </a:lnTo>
                  <a:cubicBezTo>
                    <a:pt x="2143" y="213"/>
                    <a:pt x="1790" y="1"/>
                    <a:pt x="146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41"/>
            <p:cNvSpPr/>
            <p:nvPr/>
          </p:nvSpPr>
          <p:spPr>
            <a:xfrm>
              <a:off x="884196" y="1226297"/>
              <a:ext cx="58972" cy="107351"/>
            </a:xfrm>
            <a:custGeom>
              <a:avLst/>
              <a:gdLst/>
              <a:ahLst/>
              <a:cxnLst/>
              <a:rect l="l" t="t" r="r" b="b"/>
              <a:pathLst>
                <a:path w="1837" h="3344" extrusionOk="0">
                  <a:moveTo>
                    <a:pt x="1522" y="1"/>
                  </a:moveTo>
                  <a:cubicBezTo>
                    <a:pt x="1413" y="1"/>
                    <a:pt x="1322" y="59"/>
                    <a:pt x="1299" y="152"/>
                  </a:cubicBezTo>
                  <a:lnTo>
                    <a:pt x="63" y="2971"/>
                  </a:lnTo>
                  <a:cubicBezTo>
                    <a:pt x="0" y="3129"/>
                    <a:pt x="63" y="3256"/>
                    <a:pt x="190" y="3319"/>
                  </a:cubicBezTo>
                  <a:cubicBezTo>
                    <a:pt x="233" y="3336"/>
                    <a:pt x="275" y="3344"/>
                    <a:pt x="315" y="3344"/>
                  </a:cubicBezTo>
                  <a:cubicBezTo>
                    <a:pt x="424" y="3344"/>
                    <a:pt x="515" y="3285"/>
                    <a:pt x="538" y="3192"/>
                  </a:cubicBezTo>
                  <a:lnTo>
                    <a:pt x="1774" y="374"/>
                  </a:lnTo>
                  <a:cubicBezTo>
                    <a:pt x="1837" y="215"/>
                    <a:pt x="1774" y="89"/>
                    <a:pt x="1647" y="25"/>
                  </a:cubicBezTo>
                  <a:cubicBezTo>
                    <a:pt x="1604" y="8"/>
                    <a:pt x="1562" y="1"/>
                    <a:pt x="15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41"/>
            <p:cNvSpPr/>
            <p:nvPr/>
          </p:nvSpPr>
          <p:spPr>
            <a:xfrm>
              <a:off x="913666" y="1363310"/>
              <a:ext cx="116949" cy="22408"/>
            </a:xfrm>
            <a:custGeom>
              <a:avLst/>
              <a:gdLst/>
              <a:ahLst/>
              <a:cxnLst/>
              <a:rect l="l" t="t" r="r" b="b"/>
              <a:pathLst>
                <a:path w="3643" h="698" extrusionOk="0">
                  <a:moveTo>
                    <a:pt x="286" y="1"/>
                  </a:moveTo>
                  <a:cubicBezTo>
                    <a:pt x="159" y="1"/>
                    <a:pt x="32" y="96"/>
                    <a:pt x="32" y="254"/>
                  </a:cubicBezTo>
                  <a:cubicBezTo>
                    <a:pt x="0" y="381"/>
                    <a:pt x="127" y="508"/>
                    <a:pt x="254" y="508"/>
                  </a:cubicBezTo>
                  <a:lnTo>
                    <a:pt x="3357" y="698"/>
                  </a:lnTo>
                  <a:cubicBezTo>
                    <a:pt x="3484" y="698"/>
                    <a:pt x="3611" y="603"/>
                    <a:pt x="3611" y="444"/>
                  </a:cubicBezTo>
                  <a:cubicBezTo>
                    <a:pt x="3642" y="318"/>
                    <a:pt x="3516" y="191"/>
                    <a:pt x="3389" y="19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41"/>
            <p:cNvSpPr/>
            <p:nvPr/>
          </p:nvSpPr>
          <p:spPr>
            <a:xfrm>
              <a:off x="694053" y="1658140"/>
              <a:ext cx="78330" cy="59004"/>
            </a:xfrm>
            <a:custGeom>
              <a:avLst/>
              <a:gdLst/>
              <a:ahLst/>
              <a:cxnLst/>
              <a:rect l="l" t="t" r="r" b="b"/>
              <a:pathLst>
                <a:path w="2440" h="1838" extrusionOk="0">
                  <a:moveTo>
                    <a:pt x="2059" y="1"/>
                  </a:moveTo>
                  <a:lnTo>
                    <a:pt x="1" y="1268"/>
                  </a:lnTo>
                  <a:lnTo>
                    <a:pt x="1" y="1331"/>
                  </a:lnTo>
                  <a:lnTo>
                    <a:pt x="318" y="1838"/>
                  </a:lnTo>
                  <a:lnTo>
                    <a:pt x="2439" y="571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41"/>
            <p:cNvSpPr/>
            <p:nvPr/>
          </p:nvSpPr>
          <p:spPr>
            <a:xfrm>
              <a:off x="714406" y="1691719"/>
              <a:ext cx="72199" cy="50850"/>
            </a:xfrm>
            <a:custGeom>
              <a:avLst/>
              <a:gdLst/>
              <a:ahLst/>
              <a:cxnLst/>
              <a:rect l="l" t="t" r="r" b="b"/>
              <a:pathLst>
                <a:path w="2249" h="1584" extrusionOk="0">
                  <a:moveTo>
                    <a:pt x="2091" y="0"/>
                  </a:moveTo>
                  <a:lnTo>
                    <a:pt x="0" y="1267"/>
                  </a:lnTo>
                  <a:lnTo>
                    <a:pt x="127" y="1488"/>
                  </a:lnTo>
                  <a:cubicBezTo>
                    <a:pt x="159" y="1520"/>
                    <a:pt x="159" y="1552"/>
                    <a:pt x="190" y="1583"/>
                  </a:cubicBezTo>
                  <a:lnTo>
                    <a:pt x="2249" y="317"/>
                  </a:lnTo>
                  <a:cubicBezTo>
                    <a:pt x="2249" y="285"/>
                    <a:pt x="2249" y="253"/>
                    <a:pt x="2217" y="222"/>
                  </a:cubicBezTo>
                  <a:lnTo>
                    <a:pt x="2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41"/>
            <p:cNvSpPr/>
            <p:nvPr/>
          </p:nvSpPr>
          <p:spPr>
            <a:xfrm>
              <a:off x="635113" y="1230149"/>
              <a:ext cx="304011" cy="331458"/>
            </a:xfrm>
            <a:custGeom>
              <a:avLst/>
              <a:gdLst/>
              <a:ahLst/>
              <a:cxnLst/>
              <a:rect l="l" t="t" r="r" b="b"/>
              <a:pathLst>
                <a:path w="9470" h="10325" extrusionOk="0">
                  <a:moveTo>
                    <a:pt x="3230" y="0"/>
                  </a:moveTo>
                  <a:lnTo>
                    <a:pt x="3230" y="0"/>
                  </a:lnTo>
                  <a:cubicBezTo>
                    <a:pt x="3357" y="1996"/>
                    <a:pt x="0" y="5954"/>
                    <a:pt x="0" y="5954"/>
                  </a:cubicBezTo>
                  <a:lnTo>
                    <a:pt x="1330" y="8139"/>
                  </a:lnTo>
                  <a:lnTo>
                    <a:pt x="2692" y="10324"/>
                  </a:lnTo>
                  <a:cubicBezTo>
                    <a:pt x="2692" y="10324"/>
                    <a:pt x="5232" y="9717"/>
                    <a:pt x="7329" y="9717"/>
                  </a:cubicBezTo>
                  <a:cubicBezTo>
                    <a:pt x="8183" y="9717"/>
                    <a:pt x="8965" y="9818"/>
                    <a:pt x="9469" y="10103"/>
                  </a:cubicBezTo>
                  <a:lnTo>
                    <a:pt x="6429" y="5004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41"/>
            <p:cNvSpPr/>
            <p:nvPr/>
          </p:nvSpPr>
          <p:spPr>
            <a:xfrm>
              <a:off x="677809" y="1390790"/>
              <a:ext cx="261314" cy="170817"/>
            </a:xfrm>
            <a:custGeom>
              <a:avLst/>
              <a:gdLst/>
              <a:ahLst/>
              <a:cxnLst/>
              <a:rect l="l" t="t" r="r" b="b"/>
              <a:pathLst>
                <a:path w="8140" h="5321" extrusionOk="0">
                  <a:moveTo>
                    <a:pt x="5067" y="0"/>
                  </a:moveTo>
                  <a:lnTo>
                    <a:pt x="0" y="3135"/>
                  </a:lnTo>
                  <a:lnTo>
                    <a:pt x="1362" y="5320"/>
                  </a:lnTo>
                  <a:cubicBezTo>
                    <a:pt x="1362" y="5320"/>
                    <a:pt x="3902" y="4713"/>
                    <a:pt x="5999" y="4713"/>
                  </a:cubicBezTo>
                  <a:cubicBezTo>
                    <a:pt x="6853" y="4713"/>
                    <a:pt x="7635" y="4814"/>
                    <a:pt x="8139" y="5099"/>
                  </a:cubicBezTo>
                  <a:lnTo>
                    <a:pt x="509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41"/>
            <p:cNvSpPr/>
            <p:nvPr/>
          </p:nvSpPr>
          <p:spPr>
            <a:xfrm>
              <a:off x="729655" y="1216024"/>
              <a:ext cx="229790" cy="346129"/>
            </a:xfrm>
            <a:custGeom>
              <a:avLst/>
              <a:gdLst/>
              <a:ahLst/>
              <a:cxnLst/>
              <a:rect l="l" t="t" r="r" b="b"/>
              <a:pathLst>
                <a:path w="7158" h="10782" extrusionOk="0">
                  <a:moveTo>
                    <a:pt x="605" y="1"/>
                  </a:moveTo>
                  <a:cubicBezTo>
                    <a:pt x="511" y="1"/>
                    <a:pt x="407" y="32"/>
                    <a:pt x="317" y="92"/>
                  </a:cubicBezTo>
                  <a:cubicBezTo>
                    <a:pt x="95" y="219"/>
                    <a:pt x="0" y="440"/>
                    <a:pt x="64" y="599"/>
                  </a:cubicBezTo>
                  <a:lnTo>
                    <a:pt x="6271" y="10669"/>
                  </a:lnTo>
                  <a:cubicBezTo>
                    <a:pt x="6324" y="10741"/>
                    <a:pt x="6428" y="10782"/>
                    <a:pt x="6547" y="10782"/>
                  </a:cubicBezTo>
                  <a:cubicBezTo>
                    <a:pt x="6640" y="10782"/>
                    <a:pt x="6744" y="10757"/>
                    <a:pt x="6841" y="10701"/>
                  </a:cubicBezTo>
                  <a:cubicBezTo>
                    <a:pt x="7063" y="10543"/>
                    <a:pt x="7158" y="10321"/>
                    <a:pt x="7063" y="10194"/>
                  </a:cubicBezTo>
                  <a:lnTo>
                    <a:pt x="855" y="124"/>
                  </a:lnTo>
                  <a:cubicBezTo>
                    <a:pt x="805" y="40"/>
                    <a:pt x="711" y="1"/>
                    <a:pt x="60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41"/>
            <p:cNvSpPr/>
            <p:nvPr/>
          </p:nvSpPr>
          <p:spPr>
            <a:xfrm>
              <a:off x="831323" y="1380614"/>
              <a:ext cx="128121" cy="181540"/>
            </a:xfrm>
            <a:custGeom>
              <a:avLst/>
              <a:gdLst/>
              <a:ahLst/>
              <a:cxnLst/>
              <a:rect l="l" t="t" r="r" b="b"/>
              <a:pathLst>
                <a:path w="3991" h="5655" extrusionOk="0">
                  <a:moveTo>
                    <a:pt x="792" y="0"/>
                  </a:moveTo>
                  <a:lnTo>
                    <a:pt x="0" y="475"/>
                  </a:lnTo>
                  <a:lnTo>
                    <a:pt x="3136" y="5542"/>
                  </a:lnTo>
                  <a:cubicBezTo>
                    <a:pt x="3189" y="5614"/>
                    <a:pt x="3282" y="5655"/>
                    <a:pt x="3393" y="5655"/>
                  </a:cubicBezTo>
                  <a:cubicBezTo>
                    <a:pt x="3480" y="5655"/>
                    <a:pt x="3577" y="5630"/>
                    <a:pt x="3674" y="5574"/>
                  </a:cubicBezTo>
                  <a:cubicBezTo>
                    <a:pt x="3896" y="5416"/>
                    <a:pt x="3991" y="5194"/>
                    <a:pt x="3896" y="5036"/>
                  </a:cubicBezTo>
                  <a:lnTo>
                    <a:pt x="792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41"/>
            <p:cNvSpPr/>
            <p:nvPr/>
          </p:nvSpPr>
          <p:spPr>
            <a:xfrm>
              <a:off x="531389" y="1418238"/>
              <a:ext cx="194220" cy="198554"/>
            </a:xfrm>
            <a:custGeom>
              <a:avLst/>
              <a:gdLst/>
              <a:ahLst/>
              <a:cxnLst/>
              <a:rect l="l" t="t" r="r" b="b"/>
              <a:pathLst>
                <a:path w="6050" h="6185" extrusionOk="0">
                  <a:moveTo>
                    <a:pt x="3295" y="0"/>
                  </a:moveTo>
                  <a:lnTo>
                    <a:pt x="856" y="1489"/>
                  </a:lnTo>
                  <a:cubicBezTo>
                    <a:pt x="223" y="1900"/>
                    <a:pt x="1" y="2660"/>
                    <a:pt x="349" y="3262"/>
                  </a:cubicBezTo>
                  <a:lnTo>
                    <a:pt x="1838" y="5637"/>
                  </a:lnTo>
                  <a:cubicBezTo>
                    <a:pt x="2053" y="5990"/>
                    <a:pt x="2439" y="6185"/>
                    <a:pt x="2858" y="6185"/>
                  </a:cubicBezTo>
                  <a:cubicBezTo>
                    <a:pt x="3117" y="6185"/>
                    <a:pt x="3389" y="6111"/>
                    <a:pt x="3643" y="5954"/>
                  </a:cubicBezTo>
                  <a:lnTo>
                    <a:pt x="5511" y="4814"/>
                  </a:lnTo>
                  <a:lnTo>
                    <a:pt x="6050" y="4465"/>
                  </a:lnTo>
                  <a:lnTo>
                    <a:pt x="3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41"/>
            <p:cNvSpPr/>
            <p:nvPr/>
          </p:nvSpPr>
          <p:spPr>
            <a:xfrm>
              <a:off x="565964" y="1489377"/>
              <a:ext cx="159646" cy="127704"/>
            </a:xfrm>
            <a:custGeom>
              <a:avLst/>
              <a:gdLst/>
              <a:ahLst/>
              <a:cxnLst/>
              <a:rect l="l" t="t" r="r" b="b"/>
              <a:pathLst>
                <a:path w="4973" h="3978" extrusionOk="0">
                  <a:moveTo>
                    <a:pt x="3579" y="1"/>
                  </a:moveTo>
                  <a:lnTo>
                    <a:pt x="1" y="2218"/>
                  </a:lnTo>
                  <a:lnTo>
                    <a:pt x="761" y="3421"/>
                  </a:lnTo>
                  <a:cubicBezTo>
                    <a:pt x="973" y="3787"/>
                    <a:pt x="1349" y="3978"/>
                    <a:pt x="1761" y="3978"/>
                  </a:cubicBezTo>
                  <a:cubicBezTo>
                    <a:pt x="2026" y="3978"/>
                    <a:pt x="2306" y="3899"/>
                    <a:pt x="2566" y="3738"/>
                  </a:cubicBezTo>
                  <a:lnTo>
                    <a:pt x="4434" y="2598"/>
                  </a:lnTo>
                  <a:lnTo>
                    <a:pt x="4973" y="2249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41"/>
            <p:cNvSpPr/>
            <p:nvPr/>
          </p:nvSpPr>
          <p:spPr>
            <a:xfrm>
              <a:off x="905544" y="1289121"/>
              <a:ext cx="100673" cy="65072"/>
            </a:xfrm>
            <a:custGeom>
              <a:avLst/>
              <a:gdLst/>
              <a:ahLst/>
              <a:cxnLst/>
              <a:rect l="l" t="t" r="r" b="b"/>
              <a:pathLst>
                <a:path w="3136" h="2027" extrusionOk="0">
                  <a:moveTo>
                    <a:pt x="3072" y="0"/>
                  </a:moveTo>
                  <a:lnTo>
                    <a:pt x="0" y="1900"/>
                  </a:lnTo>
                  <a:cubicBezTo>
                    <a:pt x="63" y="1985"/>
                    <a:pt x="155" y="2027"/>
                    <a:pt x="246" y="2027"/>
                  </a:cubicBezTo>
                  <a:cubicBezTo>
                    <a:pt x="292" y="2027"/>
                    <a:pt x="338" y="2016"/>
                    <a:pt x="380" y="1995"/>
                  </a:cubicBezTo>
                  <a:lnTo>
                    <a:pt x="2977" y="380"/>
                  </a:lnTo>
                  <a:cubicBezTo>
                    <a:pt x="3104" y="285"/>
                    <a:pt x="3135" y="127"/>
                    <a:pt x="307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5" name="Google Shape;4925;p41"/>
          <p:cNvGrpSpPr/>
          <p:nvPr/>
        </p:nvGrpSpPr>
        <p:grpSpPr>
          <a:xfrm>
            <a:off x="7940807" y="1106105"/>
            <a:ext cx="648631" cy="518520"/>
            <a:chOff x="7940807" y="1106105"/>
            <a:chExt cx="648631" cy="518520"/>
          </a:xfrm>
        </p:grpSpPr>
        <p:sp>
          <p:nvSpPr>
            <p:cNvPr id="4926" name="Google Shape;4926;p41"/>
            <p:cNvSpPr/>
            <p:nvPr/>
          </p:nvSpPr>
          <p:spPr>
            <a:xfrm>
              <a:off x="8397272" y="151480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29"/>
                    <a:pt x="1331" y="3421"/>
                    <a:pt x="2977" y="3421"/>
                  </a:cubicBezTo>
                  <a:cubicBezTo>
                    <a:pt x="4656" y="3421"/>
                    <a:pt x="5986" y="2629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41"/>
            <p:cNvSpPr/>
            <p:nvPr/>
          </p:nvSpPr>
          <p:spPr>
            <a:xfrm>
              <a:off x="8397272" y="147923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41"/>
            <p:cNvSpPr/>
            <p:nvPr/>
          </p:nvSpPr>
          <p:spPr>
            <a:xfrm>
              <a:off x="8397272" y="1444658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41"/>
            <p:cNvSpPr/>
            <p:nvPr/>
          </p:nvSpPr>
          <p:spPr>
            <a:xfrm>
              <a:off x="8397272" y="14090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317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317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41"/>
            <p:cNvSpPr/>
            <p:nvPr/>
          </p:nvSpPr>
          <p:spPr>
            <a:xfrm>
              <a:off x="8397272" y="1374514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29"/>
                  </a:cubicBezTo>
                  <a:lnTo>
                    <a:pt x="1" y="729"/>
                  </a:lnTo>
                  <a:lnTo>
                    <a:pt x="1" y="1710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0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41"/>
            <p:cNvSpPr/>
            <p:nvPr/>
          </p:nvSpPr>
          <p:spPr>
            <a:xfrm>
              <a:off x="8397272" y="13429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331" y="1"/>
                    <a:pt x="1" y="761"/>
                    <a:pt x="1" y="1711"/>
                  </a:cubicBez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cubicBezTo>
                    <a:pt x="5986" y="761"/>
                    <a:pt x="4656" y="1"/>
                    <a:pt x="297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41"/>
            <p:cNvSpPr/>
            <p:nvPr/>
          </p:nvSpPr>
          <p:spPr>
            <a:xfrm>
              <a:off x="8412521" y="1352139"/>
              <a:ext cx="161668" cy="92552"/>
            </a:xfrm>
            <a:custGeom>
              <a:avLst/>
              <a:gdLst/>
              <a:ahLst/>
              <a:cxnLst/>
              <a:rect l="l" t="t" r="r" b="b"/>
              <a:pathLst>
                <a:path w="5036" h="2883" extrusionOk="0">
                  <a:moveTo>
                    <a:pt x="2502" y="1"/>
                  </a:moveTo>
                  <a:cubicBezTo>
                    <a:pt x="1109" y="1"/>
                    <a:pt x="1" y="634"/>
                    <a:pt x="1" y="1426"/>
                  </a:cubicBezTo>
                  <a:cubicBezTo>
                    <a:pt x="1" y="2217"/>
                    <a:pt x="1109" y="2883"/>
                    <a:pt x="2502" y="2883"/>
                  </a:cubicBezTo>
                  <a:cubicBezTo>
                    <a:pt x="3928" y="2883"/>
                    <a:pt x="5036" y="2217"/>
                    <a:pt x="5036" y="1426"/>
                  </a:cubicBezTo>
                  <a:cubicBezTo>
                    <a:pt x="5036" y="634"/>
                    <a:pt x="3928" y="1"/>
                    <a:pt x="250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41"/>
            <p:cNvSpPr/>
            <p:nvPr/>
          </p:nvSpPr>
          <p:spPr>
            <a:xfrm>
              <a:off x="8423693" y="1358238"/>
              <a:ext cx="139325" cy="79325"/>
            </a:xfrm>
            <a:custGeom>
              <a:avLst/>
              <a:gdLst/>
              <a:ahLst/>
              <a:cxnLst/>
              <a:rect l="l" t="t" r="r" b="b"/>
              <a:pathLst>
                <a:path w="4340" h="2471" extrusionOk="0">
                  <a:moveTo>
                    <a:pt x="2154" y="1"/>
                  </a:moveTo>
                  <a:cubicBezTo>
                    <a:pt x="983" y="1"/>
                    <a:pt x="1" y="571"/>
                    <a:pt x="1" y="1236"/>
                  </a:cubicBezTo>
                  <a:cubicBezTo>
                    <a:pt x="1" y="1932"/>
                    <a:pt x="983" y="2471"/>
                    <a:pt x="2154" y="2471"/>
                  </a:cubicBezTo>
                  <a:cubicBezTo>
                    <a:pt x="3358" y="2471"/>
                    <a:pt x="4340" y="1932"/>
                    <a:pt x="4340" y="1236"/>
                  </a:cubicBezTo>
                  <a:cubicBezTo>
                    <a:pt x="4340" y="571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41"/>
            <p:cNvSpPr/>
            <p:nvPr/>
          </p:nvSpPr>
          <p:spPr>
            <a:xfrm>
              <a:off x="8466421" y="1366360"/>
              <a:ext cx="53900" cy="63081"/>
            </a:xfrm>
            <a:custGeom>
              <a:avLst/>
              <a:gdLst/>
              <a:ahLst/>
              <a:cxnLst/>
              <a:rect l="l" t="t" r="r" b="b"/>
              <a:pathLst>
                <a:path w="1679" h="1965" extrusionOk="0">
                  <a:moveTo>
                    <a:pt x="792" y="444"/>
                  </a:moveTo>
                  <a:lnTo>
                    <a:pt x="792" y="793"/>
                  </a:lnTo>
                  <a:cubicBezTo>
                    <a:pt x="697" y="761"/>
                    <a:pt x="633" y="729"/>
                    <a:pt x="570" y="729"/>
                  </a:cubicBezTo>
                  <a:cubicBezTo>
                    <a:pt x="507" y="698"/>
                    <a:pt x="475" y="666"/>
                    <a:pt x="475" y="603"/>
                  </a:cubicBezTo>
                  <a:cubicBezTo>
                    <a:pt x="475" y="571"/>
                    <a:pt x="507" y="539"/>
                    <a:pt x="538" y="508"/>
                  </a:cubicBezTo>
                  <a:cubicBezTo>
                    <a:pt x="602" y="476"/>
                    <a:pt x="665" y="444"/>
                    <a:pt x="792" y="444"/>
                  </a:cubicBezTo>
                  <a:close/>
                  <a:moveTo>
                    <a:pt x="855" y="1141"/>
                  </a:moveTo>
                  <a:cubicBezTo>
                    <a:pt x="950" y="1173"/>
                    <a:pt x="1045" y="1204"/>
                    <a:pt x="1108" y="1204"/>
                  </a:cubicBezTo>
                  <a:cubicBezTo>
                    <a:pt x="1172" y="1268"/>
                    <a:pt x="1203" y="1299"/>
                    <a:pt x="1203" y="1331"/>
                  </a:cubicBezTo>
                  <a:cubicBezTo>
                    <a:pt x="1203" y="1394"/>
                    <a:pt x="1172" y="1426"/>
                    <a:pt x="1108" y="1458"/>
                  </a:cubicBezTo>
                  <a:cubicBezTo>
                    <a:pt x="1045" y="1489"/>
                    <a:pt x="982" y="1521"/>
                    <a:pt x="855" y="1521"/>
                  </a:cubicBezTo>
                  <a:lnTo>
                    <a:pt x="855" y="1141"/>
                  </a:lnTo>
                  <a:close/>
                  <a:moveTo>
                    <a:pt x="633" y="1"/>
                  </a:moveTo>
                  <a:lnTo>
                    <a:pt x="633" y="223"/>
                  </a:lnTo>
                  <a:cubicBezTo>
                    <a:pt x="443" y="223"/>
                    <a:pt x="285" y="286"/>
                    <a:pt x="158" y="349"/>
                  </a:cubicBezTo>
                  <a:cubicBezTo>
                    <a:pt x="32" y="413"/>
                    <a:pt x="0" y="508"/>
                    <a:pt x="0" y="634"/>
                  </a:cubicBezTo>
                  <a:cubicBezTo>
                    <a:pt x="0" y="698"/>
                    <a:pt x="0" y="761"/>
                    <a:pt x="32" y="793"/>
                  </a:cubicBezTo>
                  <a:cubicBezTo>
                    <a:pt x="63" y="856"/>
                    <a:pt x="127" y="888"/>
                    <a:pt x="190" y="919"/>
                  </a:cubicBezTo>
                  <a:cubicBezTo>
                    <a:pt x="253" y="951"/>
                    <a:pt x="317" y="983"/>
                    <a:pt x="380" y="1014"/>
                  </a:cubicBezTo>
                  <a:cubicBezTo>
                    <a:pt x="475" y="1046"/>
                    <a:pt x="538" y="1078"/>
                    <a:pt x="633" y="1078"/>
                  </a:cubicBezTo>
                  <a:lnTo>
                    <a:pt x="633" y="1521"/>
                  </a:lnTo>
                  <a:cubicBezTo>
                    <a:pt x="507" y="1521"/>
                    <a:pt x="412" y="1521"/>
                    <a:pt x="348" y="1489"/>
                  </a:cubicBezTo>
                  <a:cubicBezTo>
                    <a:pt x="253" y="1489"/>
                    <a:pt x="190" y="1458"/>
                    <a:pt x="158" y="1458"/>
                  </a:cubicBezTo>
                  <a:lnTo>
                    <a:pt x="0" y="1679"/>
                  </a:lnTo>
                  <a:cubicBezTo>
                    <a:pt x="63" y="1711"/>
                    <a:pt x="127" y="1743"/>
                    <a:pt x="253" y="1743"/>
                  </a:cubicBezTo>
                  <a:cubicBezTo>
                    <a:pt x="348" y="1774"/>
                    <a:pt x="475" y="1774"/>
                    <a:pt x="633" y="1774"/>
                  </a:cubicBezTo>
                  <a:lnTo>
                    <a:pt x="633" y="1964"/>
                  </a:lnTo>
                  <a:lnTo>
                    <a:pt x="1013" y="1964"/>
                  </a:lnTo>
                  <a:lnTo>
                    <a:pt x="1013" y="1743"/>
                  </a:lnTo>
                  <a:cubicBezTo>
                    <a:pt x="1235" y="1743"/>
                    <a:pt x="1393" y="1679"/>
                    <a:pt x="1520" y="1616"/>
                  </a:cubicBezTo>
                  <a:cubicBezTo>
                    <a:pt x="1615" y="1553"/>
                    <a:pt x="1678" y="1426"/>
                    <a:pt x="1678" y="1299"/>
                  </a:cubicBezTo>
                  <a:cubicBezTo>
                    <a:pt x="1678" y="1236"/>
                    <a:pt x="1678" y="1173"/>
                    <a:pt x="1615" y="1141"/>
                  </a:cubicBezTo>
                  <a:cubicBezTo>
                    <a:pt x="1583" y="1078"/>
                    <a:pt x="1552" y="1046"/>
                    <a:pt x="1488" y="1014"/>
                  </a:cubicBezTo>
                  <a:cubicBezTo>
                    <a:pt x="1425" y="983"/>
                    <a:pt x="1330" y="951"/>
                    <a:pt x="1267" y="919"/>
                  </a:cubicBezTo>
                  <a:cubicBezTo>
                    <a:pt x="1172" y="888"/>
                    <a:pt x="1108" y="888"/>
                    <a:pt x="1013" y="856"/>
                  </a:cubicBezTo>
                  <a:lnTo>
                    <a:pt x="1013" y="444"/>
                  </a:lnTo>
                  <a:cubicBezTo>
                    <a:pt x="1108" y="444"/>
                    <a:pt x="1172" y="476"/>
                    <a:pt x="1235" y="476"/>
                  </a:cubicBezTo>
                  <a:cubicBezTo>
                    <a:pt x="1298" y="476"/>
                    <a:pt x="1362" y="508"/>
                    <a:pt x="1425" y="508"/>
                  </a:cubicBezTo>
                  <a:lnTo>
                    <a:pt x="1552" y="286"/>
                  </a:lnTo>
                  <a:cubicBezTo>
                    <a:pt x="1488" y="254"/>
                    <a:pt x="1393" y="223"/>
                    <a:pt x="1330" y="223"/>
                  </a:cubicBezTo>
                  <a:cubicBezTo>
                    <a:pt x="1235" y="223"/>
                    <a:pt x="1140" y="191"/>
                    <a:pt x="1013" y="191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41"/>
            <p:cNvSpPr/>
            <p:nvPr/>
          </p:nvSpPr>
          <p:spPr>
            <a:xfrm>
              <a:off x="8111592" y="1557498"/>
              <a:ext cx="321282" cy="67126"/>
            </a:xfrm>
            <a:custGeom>
              <a:avLst/>
              <a:gdLst/>
              <a:ahLst/>
              <a:cxnLst/>
              <a:rect l="l" t="t" r="r" b="b"/>
              <a:pathLst>
                <a:path w="10008" h="2091" extrusionOk="0">
                  <a:moveTo>
                    <a:pt x="5004" y="1"/>
                  </a:moveTo>
                  <a:cubicBezTo>
                    <a:pt x="4334" y="590"/>
                    <a:pt x="1556" y="636"/>
                    <a:pt x="717" y="636"/>
                  </a:cubicBezTo>
                  <a:cubicBezTo>
                    <a:pt x="564" y="636"/>
                    <a:pt x="476" y="634"/>
                    <a:pt x="476" y="634"/>
                  </a:cubicBezTo>
                  <a:cubicBezTo>
                    <a:pt x="476" y="634"/>
                    <a:pt x="1" y="761"/>
                    <a:pt x="32" y="1394"/>
                  </a:cubicBezTo>
                  <a:cubicBezTo>
                    <a:pt x="32" y="2059"/>
                    <a:pt x="476" y="2091"/>
                    <a:pt x="476" y="2091"/>
                  </a:cubicBezTo>
                  <a:lnTo>
                    <a:pt x="9533" y="2091"/>
                  </a:lnTo>
                  <a:cubicBezTo>
                    <a:pt x="9533" y="2091"/>
                    <a:pt x="10008" y="2059"/>
                    <a:pt x="10008" y="1394"/>
                  </a:cubicBezTo>
                  <a:cubicBezTo>
                    <a:pt x="10008" y="761"/>
                    <a:pt x="9533" y="634"/>
                    <a:pt x="9533" y="634"/>
                  </a:cubicBezTo>
                  <a:cubicBezTo>
                    <a:pt x="9533" y="634"/>
                    <a:pt x="9445" y="636"/>
                    <a:pt x="9294" y="636"/>
                  </a:cubicBezTo>
                  <a:cubicBezTo>
                    <a:pt x="8461" y="636"/>
                    <a:pt x="5701" y="590"/>
                    <a:pt x="50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41"/>
            <p:cNvSpPr/>
            <p:nvPr/>
          </p:nvSpPr>
          <p:spPr>
            <a:xfrm>
              <a:off x="8112620" y="1577851"/>
              <a:ext cx="320255" cy="46773"/>
            </a:xfrm>
            <a:custGeom>
              <a:avLst/>
              <a:gdLst/>
              <a:ahLst/>
              <a:cxnLst/>
              <a:rect l="l" t="t" r="r" b="b"/>
              <a:pathLst>
                <a:path w="9976" h="1457" extrusionOk="0">
                  <a:moveTo>
                    <a:pt x="475" y="0"/>
                  </a:moveTo>
                  <a:cubicBezTo>
                    <a:pt x="475" y="0"/>
                    <a:pt x="0" y="127"/>
                    <a:pt x="0" y="760"/>
                  </a:cubicBezTo>
                  <a:cubicBezTo>
                    <a:pt x="0" y="1425"/>
                    <a:pt x="475" y="1457"/>
                    <a:pt x="475" y="1457"/>
                  </a:cubicBezTo>
                  <a:lnTo>
                    <a:pt x="9533" y="1457"/>
                  </a:lnTo>
                  <a:cubicBezTo>
                    <a:pt x="9533" y="1457"/>
                    <a:pt x="9976" y="1425"/>
                    <a:pt x="9976" y="760"/>
                  </a:cubicBezTo>
                  <a:cubicBezTo>
                    <a:pt x="9976" y="127"/>
                    <a:pt x="9501" y="0"/>
                    <a:pt x="9501" y="0"/>
                  </a:cubicBezTo>
                  <a:lnTo>
                    <a:pt x="9216" y="0"/>
                  </a:lnTo>
                  <a:cubicBezTo>
                    <a:pt x="9311" y="32"/>
                    <a:pt x="9628" y="158"/>
                    <a:pt x="9628" y="570"/>
                  </a:cubicBezTo>
                  <a:cubicBezTo>
                    <a:pt x="9603" y="945"/>
                    <a:pt x="9281" y="985"/>
                    <a:pt x="9147" y="985"/>
                  </a:cubicBezTo>
                  <a:cubicBezTo>
                    <a:pt x="9112" y="985"/>
                    <a:pt x="9089" y="982"/>
                    <a:pt x="9089" y="982"/>
                  </a:cubicBezTo>
                  <a:lnTo>
                    <a:pt x="855" y="982"/>
                  </a:lnTo>
                  <a:cubicBezTo>
                    <a:pt x="855" y="982"/>
                    <a:pt x="833" y="985"/>
                    <a:pt x="797" y="985"/>
                  </a:cubicBezTo>
                  <a:cubicBezTo>
                    <a:pt x="664" y="985"/>
                    <a:pt x="349" y="945"/>
                    <a:pt x="349" y="570"/>
                  </a:cubicBezTo>
                  <a:cubicBezTo>
                    <a:pt x="349" y="158"/>
                    <a:pt x="665" y="32"/>
                    <a:pt x="76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41"/>
            <p:cNvSpPr/>
            <p:nvPr/>
          </p:nvSpPr>
          <p:spPr>
            <a:xfrm>
              <a:off x="8233582" y="1106105"/>
              <a:ext cx="77303" cy="41733"/>
            </a:xfrm>
            <a:custGeom>
              <a:avLst/>
              <a:gdLst/>
              <a:ahLst/>
              <a:cxnLst/>
              <a:rect l="l" t="t" r="r" b="b"/>
              <a:pathLst>
                <a:path w="2408" h="1300" extrusionOk="0">
                  <a:moveTo>
                    <a:pt x="666" y="1"/>
                  </a:moveTo>
                  <a:cubicBezTo>
                    <a:pt x="317" y="1"/>
                    <a:pt x="1" y="286"/>
                    <a:pt x="1" y="634"/>
                  </a:cubicBezTo>
                  <a:cubicBezTo>
                    <a:pt x="1" y="1014"/>
                    <a:pt x="317" y="1299"/>
                    <a:pt x="666" y="1299"/>
                  </a:cubicBezTo>
                  <a:lnTo>
                    <a:pt x="1774" y="1299"/>
                  </a:lnTo>
                  <a:cubicBezTo>
                    <a:pt x="2123" y="1299"/>
                    <a:pt x="2408" y="1014"/>
                    <a:pt x="2408" y="634"/>
                  </a:cubicBezTo>
                  <a:cubicBezTo>
                    <a:pt x="2408" y="286"/>
                    <a:pt x="2123" y="1"/>
                    <a:pt x="177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41"/>
            <p:cNvSpPr/>
            <p:nvPr/>
          </p:nvSpPr>
          <p:spPr>
            <a:xfrm>
              <a:off x="8051625" y="1140680"/>
              <a:ext cx="442276" cy="442276"/>
            </a:xfrm>
            <a:custGeom>
              <a:avLst/>
              <a:gdLst/>
              <a:ahLst/>
              <a:cxnLst/>
              <a:rect l="l" t="t" r="r" b="b"/>
              <a:pathLst>
                <a:path w="13777" h="13777" extrusionOk="0">
                  <a:moveTo>
                    <a:pt x="6872" y="1426"/>
                  </a:moveTo>
                  <a:cubicBezTo>
                    <a:pt x="9912" y="1426"/>
                    <a:pt x="12351" y="3864"/>
                    <a:pt x="12351" y="6904"/>
                  </a:cubicBezTo>
                  <a:cubicBezTo>
                    <a:pt x="12351" y="9913"/>
                    <a:pt x="9912" y="12383"/>
                    <a:pt x="6872" y="12383"/>
                  </a:cubicBezTo>
                  <a:cubicBezTo>
                    <a:pt x="3864" y="12383"/>
                    <a:pt x="1393" y="9913"/>
                    <a:pt x="1393" y="6904"/>
                  </a:cubicBezTo>
                  <a:cubicBezTo>
                    <a:pt x="1393" y="3864"/>
                    <a:pt x="3864" y="1426"/>
                    <a:pt x="6872" y="1426"/>
                  </a:cubicBezTo>
                  <a:close/>
                  <a:moveTo>
                    <a:pt x="6872" y="1"/>
                  </a:moveTo>
                  <a:cubicBezTo>
                    <a:pt x="3072" y="1"/>
                    <a:pt x="0" y="3104"/>
                    <a:pt x="0" y="6904"/>
                  </a:cubicBezTo>
                  <a:cubicBezTo>
                    <a:pt x="0" y="10705"/>
                    <a:pt x="3072" y="13776"/>
                    <a:pt x="6872" y="13776"/>
                  </a:cubicBezTo>
                  <a:cubicBezTo>
                    <a:pt x="10673" y="13776"/>
                    <a:pt x="13776" y="10705"/>
                    <a:pt x="13776" y="6904"/>
                  </a:cubicBezTo>
                  <a:cubicBezTo>
                    <a:pt x="13776" y="3104"/>
                    <a:pt x="10673" y="1"/>
                    <a:pt x="68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41"/>
            <p:cNvSpPr/>
            <p:nvPr/>
          </p:nvSpPr>
          <p:spPr>
            <a:xfrm>
              <a:off x="8096344" y="1186426"/>
              <a:ext cx="351779" cy="351811"/>
            </a:xfrm>
            <a:custGeom>
              <a:avLst/>
              <a:gdLst/>
              <a:ahLst/>
              <a:cxnLst/>
              <a:rect l="l" t="t" r="r" b="b"/>
              <a:pathLst>
                <a:path w="10958" h="10959" extrusionOk="0">
                  <a:moveTo>
                    <a:pt x="5479" y="1"/>
                  </a:moveTo>
                  <a:cubicBezTo>
                    <a:pt x="2471" y="1"/>
                    <a:pt x="0" y="2439"/>
                    <a:pt x="0" y="5479"/>
                  </a:cubicBezTo>
                  <a:cubicBezTo>
                    <a:pt x="0" y="8488"/>
                    <a:pt x="2471" y="10958"/>
                    <a:pt x="5479" y="10958"/>
                  </a:cubicBezTo>
                  <a:cubicBezTo>
                    <a:pt x="8519" y="10958"/>
                    <a:pt x="10958" y="8488"/>
                    <a:pt x="10958" y="5479"/>
                  </a:cubicBezTo>
                  <a:cubicBezTo>
                    <a:pt x="10958" y="2439"/>
                    <a:pt x="8519" y="1"/>
                    <a:pt x="5479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41"/>
            <p:cNvSpPr/>
            <p:nvPr/>
          </p:nvSpPr>
          <p:spPr>
            <a:xfrm>
              <a:off x="8106520" y="1186426"/>
              <a:ext cx="331458" cy="331458"/>
            </a:xfrm>
            <a:custGeom>
              <a:avLst/>
              <a:gdLst/>
              <a:ahLst/>
              <a:cxnLst/>
              <a:rect l="l" t="t" r="r" b="b"/>
              <a:pathLst>
                <a:path w="10325" h="10325" extrusionOk="0">
                  <a:moveTo>
                    <a:pt x="5162" y="1"/>
                  </a:moveTo>
                  <a:cubicBezTo>
                    <a:pt x="2312" y="1"/>
                    <a:pt x="0" y="2312"/>
                    <a:pt x="0" y="5163"/>
                  </a:cubicBezTo>
                  <a:cubicBezTo>
                    <a:pt x="0" y="8013"/>
                    <a:pt x="2312" y="10325"/>
                    <a:pt x="5162" y="10325"/>
                  </a:cubicBezTo>
                  <a:cubicBezTo>
                    <a:pt x="8012" y="10325"/>
                    <a:pt x="10324" y="8013"/>
                    <a:pt x="10324" y="5163"/>
                  </a:cubicBezTo>
                  <a:cubicBezTo>
                    <a:pt x="10324" y="2312"/>
                    <a:pt x="8012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41"/>
            <p:cNvSpPr/>
            <p:nvPr/>
          </p:nvSpPr>
          <p:spPr>
            <a:xfrm>
              <a:off x="8272233" y="1278656"/>
              <a:ext cx="108795" cy="109373"/>
            </a:xfrm>
            <a:custGeom>
              <a:avLst/>
              <a:gdLst/>
              <a:ahLst/>
              <a:cxnLst/>
              <a:rect l="l" t="t" r="r" b="b"/>
              <a:pathLst>
                <a:path w="3389" h="3407" extrusionOk="0">
                  <a:moveTo>
                    <a:pt x="3269" y="1"/>
                  </a:moveTo>
                  <a:cubicBezTo>
                    <a:pt x="3101" y="1"/>
                    <a:pt x="2353" y="669"/>
                    <a:pt x="1520" y="1561"/>
                  </a:cubicBezTo>
                  <a:cubicBezTo>
                    <a:pt x="634" y="2480"/>
                    <a:pt x="0" y="3303"/>
                    <a:pt x="95" y="3398"/>
                  </a:cubicBezTo>
                  <a:cubicBezTo>
                    <a:pt x="101" y="3404"/>
                    <a:pt x="110" y="3407"/>
                    <a:pt x="120" y="3407"/>
                  </a:cubicBezTo>
                  <a:cubicBezTo>
                    <a:pt x="288" y="3407"/>
                    <a:pt x="1036" y="2740"/>
                    <a:pt x="1869" y="1878"/>
                  </a:cubicBezTo>
                  <a:cubicBezTo>
                    <a:pt x="2755" y="928"/>
                    <a:pt x="3389" y="104"/>
                    <a:pt x="3294" y="9"/>
                  </a:cubicBezTo>
                  <a:cubicBezTo>
                    <a:pt x="3288" y="4"/>
                    <a:pt x="3280" y="1"/>
                    <a:pt x="326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41"/>
            <p:cNvSpPr/>
            <p:nvPr/>
          </p:nvSpPr>
          <p:spPr>
            <a:xfrm>
              <a:off x="8164465" y="1284756"/>
              <a:ext cx="113900" cy="103306"/>
            </a:xfrm>
            <a:custGeom>
              <a:avLst/>
              <a:gdLst/>
              <a:ahLst/>
              <a:cxnLst/>
              <a:rect l="l" t="t" r="r" b="b"/>
              <a:pathLst>
                <a:path w="3548" h="3218" extrusionOk="0">
                  <a:moveTo>
                    <a:pt x="92" y="0"/>
                  </a:moveTo>
                  <a:cubicBezTo>
                    <a:pt x="80" y="0"/>
                    <a:pt x="70" y="3"/>
                    <a:pt x="64" y="9"/>
                  </a:cubicBezTo>
                  <a:cubicBezTo>
                    <a:pt x="0" y="104"/>
                    <a:pt x="665" y="896"/>
                    <a:pt x="1615" y="1783"/>
                  </a:cubicBezTo>
                  <a:cubicBezTo>
                    <a:pt x="2473" y="2611"/>
                    <a:pt x="3247" y="3217"/>
                    <a:pt x="3424" y="3217"/>
                  </a:cubicBezTo>
                  <a:cubicBezTo>
                    <a:pt x="3436" y="3217"/>
                    <a:pt x="3446" y="3214"/>
                    <a:pt x="3452" y="3208"/>
                  </a:cubicBezTo>
                  <a:cubicBezTo>
                    <a:pt x="3547" y="3113"/>
                    <a:pt x="2851" y="2321"/>
                    <a:pt x="1932" y="1435"/>
                  </a:cubicBezTo>
                  <a:cubicBezTo>
                    <a:pt x="1045" y="607"/>
                    <a:pt x="269" y="0"/>
                    <a:pt x="92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41"/>
            <p:cNvSpPr/>
            <p:nvPr/>
          </p:nvSpPr>
          <p:spPr>
            <a:xfrm>
              <a:off x="8267129" y="1501576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1"/>
                  </a:moveTo>
                  <a:cubicBezTo>
                    <a:pt x="64" y="1"/>
                    <a:pt x="1" y="413"/>
                    <a:pt x="1" y="888"/>
                  </a:cubicBezTo>
                  <a:cubicBezTo>
                    <a:pt x="1" y="1363"/>
                    <a:pt x="64" y="1743"/>
                    <a:pt x="159" y="1743"/>
                  </a:cubicBezTo>
                  <a:cubicBezTo>
                    <a:pt x="254" y="1743"/>
                    <a:pt x="349" y="1363"/>
                    <a:pt x="349" y="888"/>
                  </a:cubicBezTo>
                  <a:cubicBezTo>
                    <a:pt x="349" y="413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41"/>
            <p:cNvSpPr/>
            <p:nvPr/>
          </p:nvSpPr>
          <p:spPr>
            <a:xfrm>
              <a:off x="8267129" y="1166105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0"/>
                  </a:moveTo>
                  <a:cubicBezTo>
                    <a:pt x="64" y="0"/>
                    <a:pt x="1" y="380"/>
                    <a:pt x="1" y="887"/>
                  </a:cubicBezTo>
                  <a:cubicBezTo>
                    <a:pt x="1" y="1362"/>
                    <a:pt x="64" y="1742"/>
                    <a:pt x="159" y="1742"/>
                  </a:cubicBezTo>
                  <a:cubicBezTo>
                    <a:pt x="254" y="1742"/>
                    <a:pt x="349" y="1362"/>
                    <a:pt x="349" y="887"/>
                  </a:cubicBezTo>
                  <a:cubicBezTo>
                    <a:pt x="349" y="380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41"/>
            <p:cNvSpPr/>
            <p:nvPr/>
          </p:nvSpPr>
          <p:spPr>
            <a:xfrm>
              <a:off x="8412521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2" y="349"/>
                    <a:pt x="1742" y="285"/>
                    <a:pt x="1742" y="190"/>
                  </a:cubicBezTo>
                  <a:cubicBezTo>
                    <a:pt x="1742" y="95"/>
                    <a:pt x="1362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41"/>
            <p:cNvSpPr/>
            <p:nvPr/>
          </p:nvSpPr>
          <p:spPr>
            <a:xfrm>
              <a:off x="8077018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3" y="349"/>
                    <a:pt x="1743" y="285"/>
                    <a:pt x="1743" y="190"/>
                  </a:cubicBezTo>
                  <a:cubicBezTo>
                    <a:pt x="1743" y="95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41"/>
            <p:cNvSpPr/>
            <p:nvPr/>
          </p:nvSpPr>
          <p:spPr>
            <a:xfrm>
              <a:off x="8382024" y="1473711"/>
              <a:ext cx="34606" cy="31075"/>
            </a:xfrm>
            <a:custGeom>
              <a:avLst/>
              <a:gdLst/>
              <a:ahLst/>
              <a:cxnLst/>
              <a:rect l="l" t="t" r="r" b="b"/>
              <a:pathLst>
                <a:path w="1078" h="968" extrusionOk="0">
                  <a:moveTo>
                    <a:pt x="104" y="0"/>
                  </a:moveTo>
                  <a:cubicBezTo>
                    <a:pt x="87" y="0"/>
                    <a:pt x="73" y="5"/>
                    <a:pt x="64" y="14"/>
                  </a:cubicBezTo>
                  <a:cubicBezTo>
                    <a:pt x="0" y="46"/>
                    <a:pt x="190" y="299"/>
                    <a:pt x="444" y="584"/>
                  </a:cubicBezTo>
                  <a:cubicBezTo>
                    <a:pt x="705" y="816"/>
                    <a:pt x="939" y="968"/>
                    <a:pt x="1001" y="968"/>
                  </a:cubicBezTo>
                  <a:cubicBezTo>
                    <a:pt x="1007" y="968"/>
                    <a:pt x="1011" y="967"/>
                    <a:pt x="1014" y="964"/>
                  </a:cubicBezTo>
                  <a:cubicBezTo>
                    <a:pt x="1077" y="901"/>
                    <a:pt x="887" y="647"/>
                    <a:pt x="634" y="394"/>
                  </a:cubicBezTo>
                  <a:cubicBezTo>
                    <a:pt x="418" y="151"/>
                    <a:pt x="202" y="0"/>
                    <a:pt x="104" y="0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41"/>
            <p:cNvSpPr/>
            <p:nvPr/>
          </p:nvSpPr>
          <p:spPr>
            <a:xfrm>
              <a:off x="8128863" y="1219587"/>
              <a:ext cx="33579" cy="31332"/>
            </a:xfrm>
            <a:custGeom>
              <a:avLst/>
              <a:gdLst/>
              <a:ahLst/>
              <a:cxnLst/>
              <a:rect l="l" t="t" r="r" b="b"/>
              <a:pathLst>
                <a:path w="1046" h="976" extrusionOk="0">
                  <a:moveTo>
                    <a:pt x="67" y="0"/>
                  </a:moveTo>
                  <a:cubicBezTo>
                    <a:pt x="52" y="0"/>
                    <a:pt x="41" y="4"/>
                    <a:pt x="33" y="13"/>
                  </a:cubicBezTo>
                  <a:cubicBezTo>
                    <a:pt x="1" y="76"/>
                    <a:pt x="159" y="329"/>
                    <a:pt x="444" y="583"/>
                  </a:cubicBezTo>
                  <a:cubicBezTo>
                    <a:pt x="664" y="803"/>
                    <a:pt x="884" y="975"/>
                    <a:pt x="980" y="975"/>
                  </a:cubicBezTo>
                  <a:cubicBezTo>
                    <a:pt x="994" y="975"/>
                    <a:pt x="1006" y="971"/>
                    <a:pt x="1014" y="963"/>
                  </a:cubicBezTo>
                  <a:cubicBezTo>
                    <a:pt x="1046" y="899"/>
                    <a:pt x="888" y="646"/>
                    <a:pt x="603" y="393"/>
                  </a:cubicBezTo>
                  <a:cubicBezTo>
                    <a:pt x="383" y="173"/>
                    <a:pt x="163" y="0"/>
                    <a:pt x="6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41"/>
            <p:cNvSpPr/>
            <p:nvPr/>
          </p:nvSpPr>
          <p:spPr>
            <a:xfrm>
              <a:off x="8382024" y="1219587"/>
              <a:ext cx="34606" cy="31332"/>
            </a:xfrm>
            <a:custGeom>
              <a:avLst/>
              <a:gdLst/>
              <a:ahLst/>
              <a:cxnLst/>
              <a:rect l="l" t="t" r="r" b="b"/>
              <a:pathLst>
                <a:path w="1078" h="976" extrusionOk="0">
                  <a:moveTo>
                    <a:pt x="989" y="0"/>
                  </a:moveTo>
                  <a:cubicBezTo>
                    <a:pt x="908" y="0"/>
                    <a:pt x="664" y="173"/>
                    <a:pt x="444" y="393"/>
                  </a:cubicBezTo>
                  <a:cubicBezTo>
                    <a:pt x="190" y="646"/>
                    <a:pt x="0" y="899"/>
                    <a:pt x="64" y="963"/>
                  </a:cubicBezTo>
                  <a:cubicBezTo>
                    <a:pt x="72" y="971"/>
                    <a:pt x="84" y="975"/>
                    <a:pt x="98" y="975"/>
                  </a:cubicBezTo>
                  <a:cubicBezTo>
                    <a:pt x="194" y="975"/>
                    <a:pt x="414" y="803"/>
                    <a:pt x="634" y="583"/>
                  </a:cubicBezTo>
                  <a:cubicBezTo>
                    <a:pt x="887" y="329"/>
                    <a:pt x="1077" y="76"/>
                    <a:pt x="1014" y="13"/>
                  </a:cubicBezTo>
                  <a:cubicBezTo>
                    <a:pt x="1010" y="4"/>
                    <a:pt x="1001" y="0"/>
                    <a:pt x="98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41"/>
            <p:cNvSpPr/>
            <p:nvPr/>
          </p:nvSpPr>
          <p:spPr>
            <a:xfrm>
              <a:off x="8128863" y="1473711"/>
              <a:ext cx="33579" cy="31075"/>
            </a:xfrm>
            <a:custGeom>
              <a:avLst/>
              <a:gdLst/>
              <a:ahLst/>
              <a:cxnLst/>
              <a:rect l="l" t="t" r="r" b="b"/>
              <a:pathLst>
                <a:path w="1046" h="968" extrusionOk="0">
                  <a:moveTo>
                    <a:pt x="974" y="0"/>
                  </a:moveTo>
                  <a:cubicBezTo>
                    <a:pt x="876" y="0"/>
                    <a:pt x="660" y="151"/>
                    <a:pt x="444" y="394"/>
                  </a:cubicBezTo>
                  <a:cubicBezTo>
                    <a:pt x="159" y="647"/>
                    <a:pt x="1" y="901"/>
                    <a:pt x="33" y="964"/>
                  </a:cubicBezTo>
                  <a:cubicBezTo>
                    <a:pt x="38" y="967"/>
                    <a:pt x="45" y="968"/>
                    <a:pt x="53" y="968"/>
                  </a:cubicBezTo>
                  <a:cubicBezTo>
                    <a:pt x="139" y="968"/>
                    <a:pt x="374" y="816"/>
                    <a:pt x="634" y="584"/>
                  </a:cubicBezTo>
                  <a:cubicBezTo>
                    <a:pt x="888" y="299"/>
                    <a:pt x="1046" y="46"/>
                    <a:pt x="1014" y="14"/>
                  </a:cubicBezTo>
                  <a:cubicBezTo>
                    <a:pt x="1005" y="5"/>
                    <a:pt x="991" y="0"/>
                    <a:pt x="97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41"/>
            <p:cNvSpPr/>
            <p:nvPr/>
          </p:nvSpPr>
          <p:spPr>
            <a:xfrm>
              <a:off x="8331205" y="1457884"/>
              <a:ext cx="166740" cy="166740"/>
            </a:xfrm>
            <a:custGeom>
              <a:avLst/>
              <a:gdLst/>
              <a:ahLst/>
              <a:cxnLst/>
              <a:rect l="l" t="t" r="r" b="b"/>
              <a:pathLst>
                <a:path w="5194" h="5194" extrusionOk="0">
                  <a:moveTo>
                    <a:pt x="2597" y="0"/>
                  </a:moveTo>
                  <a:cubicBezTo>
                    <a:pt x="1140" y="0"/>
                    <a:pt x="0" y="1172"/>
                    <a:pt x="0" y="2597"/>
                  </a:cubicBezTo>
                  <a:cubicBezTo>
                    <a:pt x="0" y="4054"/>
                    <a:pt x="1140" y="5194"/>
                    <a:pt x="2597" y="5194"/>
                  </a:cubicBezTo>
                  <a:cubicBezTo>
                    <a:pt x="4022" y="5194"/>
                    <a:pt x="5194" y="4054"/>
                    <a:pt x="5194" y="2597"/>
                  </a:cubicBezTo>
                  <a:cubicBezTo>
                    <a:pt x="5194" y="1172"/>
                    <a:pt x="4022" y="0"/>
                    <a:pt x="259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41"/>
            <p:cNvSpPr/>
            <p:nvPr/>
          </p:nvSpPr>
          <p:spPr>
            <a:xfrm>
              <a:off x="8344400" y="1471078"/>
              <a:ext cx="140352" cy="140352"/>
            </a:xfrm>
            <a:custGeom>
              <a:avLst/>
              <a:gdLst/>
              <a:ahLst/>
              <a:cxnLst/>
              <a:rect l="l" t="t" r="r" b="b"/>
              <a:pathLst>
                <a:path w="4372" h="4372" extrusionOk="0">
                  <a:moveTo>
                    <a:pt x="2186" y="1"/>
                  </a:moveTo>
                  <a:cubicBezTo>
                    <a:pt x="951" y="1"/>
                    <a:pt x="1" y="983"/>
                    <a:pt x="1" y="2186"/>
                  </a:cubicBezTo>
                  <a:cubicBezTo>
                    <a:pt x="1" y="3389"/>
                    <a:pt x="951" y="4371"/>
                    <a:pt x="2186" y="4371"/>
                  </a:cubicBezTo>
                  <a:cubicBezTo>
                    <a:pt x="3389" y="4371"/>
                    <a:pt x="4371" y="3389"/>
                    <a:pt x="4371" y="2186"/>
                  </a:cubicBezTo>
                  <a:cubicBezTo>
                    <a:pt x="4371" y="983"/>
                    <a:pt x="3389" y="1"/>
                    <a:pt x="218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41"/>
            <p:cNvSpPr/>
            <p:nvPr/>
          </p:nvSpPr>
          <p:spPr>
            <a:xfrm>
              <a:off x="8353549" y="1481255"/>
              <a:ext cx="121026" cy="121026"/>
            </a:xfrm>
            <a:custGeom>
              <a:avLst/>
              <a:gdLst/>
              <a:ahLst/>
              <a:cxnLst/>
              <a:rect l="l" t="t" r="r" b="b"/>
              <a:pathLst>
                <a:path w="3770" h="3770" extrusionOk="0">
                  <a:moveTo>
                    <a:pt x="1901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914"/>
                    <a:pt x="856" y="3769"/>
                    <a:pt x="1901" y="3769"/>
                  </a:cubicBezTo>
                  <a:cubicBezTo>
                    <a:pt x="2914" y="3769"/>
                    <a:pt x="3769" y="2914"/>
                    <a:pt x="3769" y="1869"/>
                  </a:cubicBezTo>
                  <a:cubicBezTo>
                    <a:pt x="3769" y="856"/>
                    <a:pt x="2914" y="1"/>
                    <a:pt x="190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41"/>
            <p:cNvSpPr/>
            <p:nvPr/>
          </p:nvSpPr>
          <p:spPr>
            <a:xfrm>
              <a:off x="8390146" y="1493454"/>
              <a:ext cx="47833" cy="95601"/>
            </a:xfrm>
            <a:custGeom>
              <a:avLst/>
              <a:gdLst/>
              <a:ahLst/>
              <a:cxnLst/>
              <a:rect l="l" t="t" r="r" b="b"/>
              <a:pathLst>
                <a:path w="1490" h="2978" extrusionOk="0">
                  <a:moveTo>
                    <a:pt x="698" y="666"/>
                  </a:moveTo>
                  <a:lnTo>
                    <a:pt x="698" y="1204"/>
                  </a:lnTo>
                  <a:cubicBezTo>
                    <a:pt x="634" y="1172"/>
                    <a:pt x="571" y="1141"/>
                    <a:pt x="508" y="1077"/>
                  </a:cubicBezTo>
                  <a:cubicBezTo>
                    <a:pt x="476" y="1046"/>
                    <a:pt x="444" y="982"/>
                    <a:pt x="444" y="919"/>
                  </a:cubicBezTo>
                  <a:cubicBezTo>
                    <a:pt x="444" y="856"/>
                    <a:pt x="476" y="792"/>
                    <a:pt x="508" y="761"/>
                  </a:cubicBezTo>
                  <a:cubicBezTo>
                    <a:pt x="539" y="697"/>
                    <a:pt x="603" y="666"/>
                    <a:pt x="698" y="666"/>
                  </a:cubicBezTo>
                  <a:close/>
                  <a:moveTo>
                    <a:pt x="761" y="1742"/>
                  </a:moveTo>
                  <a:cubicBezTo>
                    <a:pt x="856" y="1774"/>
                    <a:pt x="919" y="1806"/>
                    <a:pt x="983" y="1869"/>
                  </a:cubicBezTo>
                  <a:cubicBezTo>
                    <a:pt x="1014" y="1901"/>
                    <a:pt x="1046" y="1964"/>
                    <a:pt x="1046" y="2027"/>
                  </a:cubicBezTo>
                  <a:cubicBezTo>
                    <a:pt x="1046" y="2091"/>
                    <a:pt x="1046" y="2186"/>
                    <a:pt x="983" y="2217"/>
                  </a:cubicBezTo>
                  <a:cubicBezTo>
                    <a:pt x="919" y="2281"/>
                    <a:pt x="856" y="2281"/>
                    <a:pt x="761" y="2312"/>
                  </a:cubicBezTo>
                  <a:lnTo>
                    <a:pt x="761" y="1742"/>
                  </a:lnTo>
                  <a:close/>
                  <a:moveTo>
                    <a:pt x="571" y="1"/>
                  </a:moveTo>
                  <a:lnTo>
                    <a:pt x="571" y="317"/>
                  </a:lnTo>
                  <a:cubicBezTo>
                    <a:pt x="413" y="349"/>
                    <a:pt x="254" y="412"/>
                    <a:pt x="159" y="507"/>
                  </a:cubicBezTo>
                  <a:cubicBezTo>
                    <a:pt x="64" y="634"/>
                    <a:pt x="1" y="761"/>
                    <a:pt x="1" y="951"/>
                  </a:cubicBezTo>
                  <a:cubicBezTo>
                    <a:pt x="1" y="1046"/>
                    <a:pt x="33" y="1141"/>
                    <a:pt x="64" y="1204"/>
                  </a:cubicBezTo>
                  <a:cubicBezTo>
                    <a:pt x="96" y="1299"/>
                    <a:pt x="128" y="1362"/>
                    <a:pt x="191" y="1394"/>
                  </a:cubicBezTo>
                  <a:cubicBezTo>
                    <a:pt x="254" y="1457"/>
                    <a:pt x="318" y="1521"/>
                    <a:pt x="381" y="1552"/>
                  </a:cubicBezTo>
                  <a:cubicBezTo>
                    <a:pt x="444" y="1584"/>
                    <a:pt x="508" y="1616"/>
                    <a:pt x="571" y="1647"/>
                  </a:cubicBezTo>
                  <a:lnTo>
                    <a:pt x="571" y="2312"/>
                  </a:lnTo>
                  <a:cubicBezTo>
                    <a:pt x="476" y="2312"/>
                    <a:pt x="381" y="2281"/>
                    <a:pt x="318" y="2281"/>
                  </a:cubicBezTo>
                  <a:cubicBezTo>
                    <a:pt x="254" y="2249"/>
                    <a:pt x="191" y="2217"/>
                    <a:pt x="159" y="2186"/>
                  </a:cubicBezTo>
                  <a:lnTo>
                    <a:pt x="33" y="2566"/>
                  </a:lnTo>
                  <a:cubicBezTo>
                    <a:pt x="64" y="2597"/>
                    <a:pt x="159" y="2629"/>
                    <a:pt x="254" y="2661"/>
                  </a:cubicBezTo>
                  <a:cubicBezTo>
                    <a:pt x="349" y="2661"/>
                    <a:pt x="444" y="2692"/>
                    <a:pt x="571" y="2692"/>
                  </a:cubicBezTo>
                  <a:lnTo>
                    <a:pt x="571" y="2977"/>
                  </a:lnTo>
                  <a:lnTo>
                    <a:pt x="919" y="2977"/>
                  </a:lnTo>
                  <a:lnTo>
                    <a:pt x="919" y="2661"/>
                  </a:lnTo>
                  <a:cubicBezTo>
                    <a:pt x="1078" y="2629"/>
                    <a:pt x="1236" y="2566"/>
                    <a:pt x="1331" y="2439"/>
                  </a:cubicBezTo>
                  <a:cubicBezTo>
                    <a:pt x="1426" y="2344"/>
                    <a:pt x="1489" y="2186"/>
                    <a:pt x="1489" y="1964"/>
                  </a:cubicBezTo>
                  <a:cubicBezTo>
                    <a:pt x="1489" y="1869"/>
                    <a:pt x="1458" y="1774"/>
                    <a:pt x="1426" y="1711"/>
                  </a:cubicBezTo>
                  <a:cubicBezTo>
                    <a:pt x="1394" y="1647"/>
                    <a:pt x="1363" y="1584"/>
                    <a:pt x="1299" y="1521"/>
                  </a:cubicBezTo>
                  <a:cubicBezTo>
                    <a:pt x="1236" y="1489"/>
                    <a:pt x="1173" y="1426"/>
                    <a:pt x="1109" y="1394"/>
                  </a:cubicBezTo>
                  <a:cubicBezTo>
                    <a:pt x="1046" y="1362"/>
                    <a:pt x="983" y="1331"/>
                    <a:pt x="919" y="1299"/>
                  </a:cubicBezTo>
                  <a:lnTo>
                    <a:pt x="919" y="666"/>
                  </a:lnTo>
                  <a:cubicBezTo>
                    <a:pt x="983" y="666"/>
                    <a:pt x="1046" y="697"/>
                    <a:pt x="1109" y="697"/>
                  </a:cubicBezTo>
                  <a:cubicBezTo>
                    <a:pt x="1173" y="729"/>
                    <a:pt x="1204" y="761"/>
                    <a:pt x="1236" y="761"/>
                  </a:cubicBezTo>
                  <a:lnTo>
                    <a:pt x="1363" y="412"/>
                  </a:lnTo>
                  <a:cubicBezTo>
                    <a:pt x="1299" y="381"/>
                    <a:pt x="1236" y="349"/>
                    <a:pt x="1173" y="349"/>
                  </a:cubicBezTo>
                  <a:cubicBezTo>
                    <a:pt x="1078" y="317"/>
                    <a:pt x="1014" y="317"/>
                    <a:pt x="919" y="28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41"/>
            <p:cNvSpPr/>
            <p:nvPr/>
          </p:nvSpPr>
          <p:spPr>
            <a:xfrm>
              <a:off x="7995702" y="1474128"/>
              <a:ext cx="16276" cy="16308"/>
            </a:xfrm>
            <a:custGeom>
              <a:avLst/>
              <a:gdLst/>
              <a:ahLst/>
              <a:cxnLst/>
              <a:rect l="l" t="t" r="r" b="b"/>
              <a:pathLst>
                <a:path w="507" h="508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381"/>
                  </a:lnTo>
                  <a:cubicBezTo>
                    <a:pt x="0" y="444"/>
                    <a:pt x="0" y="508"/>
                    <a:pt x="64" y="508"/>
                  </a:cubicBezTo>
                  <a:lnTo>
                    <a:pt x="444" y="508"/>
                  </a:lnTo>
                  <a:cubicBezTo>
                    <a:pt x="475" y="508"/>
                    <a:pt x="507" y="476"/>
                    <a:pt x="507" y="413"/>
                  </a:cubicBezTo>
                  <a:lnTo>
                    <a:pt x="507" y="128"/>
                  </a:lnTo>
                  <a:cubicBezTo>
                    <a:pt x="507" y="64"/>
                    <a:pt x="507" y="33"/>
                    <a:pt x="444" y="33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41"/>
            <p:cNvSpPr/>
            <p:nvPr/>
          </p:nvSpPr>
          <p:spPr>
            <a:xfrm>
              <a:off x="7989603" y="1577851"/>
              <a:ext cx="17303" cy="16276"/>
            </a:xfrm>
            <a:custGeom>
              <a:avLst/>
              <a:gdLst/>
              <a:ahLst/>
              <a:cxnLst/>
              <a:rect l="l" t="t" r="r" b="b"/>
              <a:pathLst>
                <a:path w="539" h="507" extrusionOk="0">
                  <a:moveTo>
                    <a:pt x="95" y="0"/>
                  </a:moveTo>
                  <a:cubicBezTo>
                    <a:pt x="64" y="0"/>
                    <a:pt x="32" y="32"/>
                    <a:pt x="32" y="95"/>
                  </a:cubicBezTo>
                  <a:lnTo>
                    <a:pt x="32" y="380"/>
                  </a:lnTo>
                  <a:cubicBezTo>
                    <a:pt x="0" y="443"/>
                    <a:pt x="32" y="475"/>
                    <a:pt x="95" y="475"/>
                  </a:cubicBezTo>
                  <a:lnTo>
                    <a:pt x="444" y="507"/>
                  </a:lnTo>
                  <a:cubicBezTo>
                    <a:pt x="507" y="507"/>
                    <a:pt x="539" y="475"/>
                    <a:pt x="539" y="412"/>
                  </a:cubicBezTo>
                  <a:lnTo>
                    <a:pt x="539" y="127"/>
                  </a:lnTo>
                  <a:cubicBezTo>
                    <a:pt x="539" y="63"/>
                    <a:pt x="507" y="32"/>
                    <a:pt x="475" y="32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41"/>
            <p:cNvSpPr/>
            <p:nvPr/>
          </p:nvSpPr>
          <p:spPr>
            <a:xfrm>
              <a:off x="7967227" y="1477820"/>
              <a:ext cx="20353" cy="20160"/>
            </a:xfrm>
            <a:custGeom>
              <a:avLst/>
              <a:gdLst/>
              <a:ahLst/>
              <a:cxnLst/>
              <a:rect l="l" t="t" r="r" b="b"/>
              <a:pathLst>
                <a:path w="634" h="628" extrusionOk="0">
                  <a:moveTo>
                    <a:pt x="411" y="0"/>
                  </a:moveTo>
                  <a:cubicBezTo>
                    <a:pt x="400" y="0"/>
                    <a:pt x="389" y="4"/>
                    <a:pt x="381" y="13"/>
                  </a:cubicBezTo>
                  <a:lnTo>
                    <a:pt x="32" y="171"/>
                  </a:lnTo>
                  <a:cubicBezTo>
                    <a:pt x="0" y="203"/>
                    <a:pt x="0" y="266"/>
                    <a:pt x="32" y="298"/>
                  </a:cubicBezTo>
                  <a:lnTo>
                    <a:pt x="159" y="583"/>
                  </a:lnTo>
                  <a:cubicBezTo>
                    <a:pt x="181" y="605"/>
                    <a:pt x="204" y="627"/>
                    <a:pt x="237" y="627"/>
                  </a:cubicBezTo>
                  <a:cubicBezTo>
                    <a:pt x="251" y="627"/>
                    <a:pt x="267" y="624"/>
                    <a:pt x="286" y="614"/>
                  </a:cubicBezTo>
                  <a:lnTo>
                    <a:pt x="602" y="456"/>
                  </a:lnTo>
                  <a:cubicBezTo>
                    <a:pt x="634" y="424"/>
                    <a:pt x="634" y="393"/>
                    <a:pt x="634" y="329"/>
                  </a:cubicBezTo>
                  <a:lnTo>
                    <a:pt x="476" y="76"/>
                  </a:lnTo>
                  <a:cubicBezTo>
                    <a:pt x="476" y="30"/>
                    <a:pt x="442" y="0"/>
                    <a:pt x="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41"/>
            <p:cNvSpPr/>
            <p:nvPr/>
          </p:nvSpPr>
          <p:spPr>
            <a:xfrm>
              <a:off x="8014001" y="1570339"/>
              <a:ext cx="21380" cy="20160"/>
            </a:xfrm>
            <a:custGeom>
              <a:avLst/>
              <a:gdLst/>
              <a:ahLst/>
              <a:cxnLst/>
              <a:rect l="l" t="t" r="r" b="b"/>
              <a:pathLst>
                <a:path w="666" h="628" extrusionOk="0">
                  <a:moveTo>
                    <a:pt x="425" y="0"/>
                  </a:moveTo>
                  <a:cubicBezTo>
                    <a:pt x="412" y="0"/>
                    <a:pt x="397" y="4"/>
                    <a:pt x="380" y="12"/>
                  </a:cubicBezTo>
                  <a:lnTo>
                    <a:pt x="64" y="171"/>
                  </a:lnTo>
                  <a:cubicBezTo>
                    <a:pt x="32" y="202"/>
                    <a:pt x="0" y="266"/>
                    <a:pt x="32" y="297"/>
                  </a:cubicBezTo>
                  <a:lnTo>
                    <a:pt x="190" y="582"/>
                  </a:lnTo>
                  <a:cubicBezTo>
                    <a:pt x="190" y="605"/>
                    <a:pt x="222" y="627"/>
                    <a:pt x="252" y="627"/>
                  </a:cubicBezTo>
                  <a:cubicBezTo>
                    <a:pt x="264" y="627"/>
                    <a:pt x="276" y="623"/>
                    <a:pt x="285" y="614"/>
                  </a:cubicBezTo>
                  <a:lnTo>
                    <a:pt x="634" y="456"/>
                  </a:lnTo>
                  <a:cubicBezTo>
                    <a:pt x="665" y="424"/>
                    <a:pt x="665" y="392"/>
                    <a:pt x="634" y="329"/>
                  </a:cubicBezTo>
                  <a:lnTo>
                    <a:pt x="507" y="76"/>
                  </a:lnTo>
                  <a:cubicBezTo>
                    <a:pt x="484" y="29"/>
                    <a:pt x="461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41"/>
            <p:cNvSpPr/>
            <p:nvPr/>
          </p:nvSpPr>
          <p:spPr>
            <a:xfrm>
              <a:off x="7946906" y="1495733"/>
              <a:ext cx="21380" cy="20899"/>
            </a:xfrm>
            <a:custGeom>
              <a:avLst/>
              <a:gdLst/>
              <a:ahLst/>
              <a:cxnLst/>
              <a:rect l="l" t="t" r="r" b="b"/>
              <a:pathLst>
                <a:path w="666" h="651" extrusionOk="0">
                  <a:moveTo>
                    <a:pt x="285" y="1"/>
                  </a:moveTo>
                  <a:cubicBezTo>
                    <a:pt x="261" y="1"/>
                    <a:pt x="238" y="9"/>
                    <a:pt x="222" y="25"/>
                  </a:cubicBezTo>
                  <a:lnTo>
                    <a:pt x="32" y="341"/>
                  </a:lnTo>
                  <a:cubicBezTo>
                    <a:pt x="0" y="373"/>
                    <a:pt x="32" y="436"/>
                    <a:pt x="63" y="468"/>
                  </a:cubicBezTo>
                  <a:lnTo>
                    <a:pt x="317" y="626"/>
                  </a:lnTo>
                  <a:cubicBezTo>
                    <a:pt x="348" y="642"/>
                    <a:pt x="372" y="650"/>
                    <a:pt x="392" y="650"/>
                  </a:cubicBezTo>
                  <a:cubicBezTo>
                    <a:pt x="412" y="650"/>
                    <a:pt x="428" y="642"/>
                    <a:pt x="443" y="626"/>
                  </a:cubicBezTo>
                  <a:lnTo>
                    <a:pt x="633" y="310"/>
                  </a:lnTo>
                  <a:cubicBezTo>
                    <a:pt x="665" y="278"/>
                    <a:pt x="633" y="215"/>
                    <a:pt x="602" y="183"/>
                  </a:cubicBezTo>
                  <a:lnTo>
                    <a:pt x="348" y="25"/>
                  </a:lnTo>
                  <a:cubicBezTo>
                    <a:pt x="333" y="9"/>
                    <a:pt x="309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41"/>
            <p:cNvSpPr/>
            <p:nvPr/>
          </p:nvSpPr>
          <p:spPr>
            <a:xfrm>
              <a:off x="8034322" y="1552426"/>
              <a:ext cx="21380" cy="20096"/>
            </a:xfrm>
            <a:custGeom>
              <a:avLst/>
              <a:gdLst/>
              <a:ahLst/>
              <a:cxnLst/>
              <a:rect l="l" t="t" r="r" b="b"/>
              <a:pathLst>
                <a:path w="666" h="626" extrusionOk="0"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lnTo>
                    <a:pt x="32" y="349"/>
                  </a:lnTo>
                  <a:cubicBezTo>
                    <a:pt x="1" y="380"/>
                    <a:pt x="32" y="412"/>
                    <a:pt x="64" y="444"/>
                  </a:cubicBezTo>
                  <a:lnTo>
                    <a:pt x="317" y="602"/>
                  </a:lnTo>
                  <a:cubicBezTo>
                    <a:pt x="333" y="618"/>
                    <a:pt x="357" y="626"/>
                    <a:pt x="381" y="626"/>
                  </a:cubicBezTo>
                  <a:cubicBezTo>
                    <a:pt x="404" y="626"/>
                    <a:pt x="428" y="618"/>
                    <a:pt x="444" y="602"/>
                  </a:cubicBezTo>
                  <a:lnTo>
                    <a:pt x="634" y="285"/>
                  </a:lnTo>
                  <a:cubicBezTo>
                    <a:pt x="666" y="254"/>
                    <a:pt x="634" y="190"/>
                    <a:pt x="602" y="190"/>
                  </a:cubicBezTo>
                  <a:lnTo>
                    <a:pt x="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41"/>
            <p:cNvSpPr/>
            <p:nvPr/>
          </p:nvSpPr>
          <p:spPr>
            <a:xfrm>
              <a:off x="7940807" y="1522956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3"/>
                  </a:cubicBezTo>
                  <a:lnTo>
                    <a:pt x="0" y="443"/>
                  </a:lnTo>
                  <a:cubicBezTo>
                    <a:pt x="0" y="475"/>
                    <a:pt x="63" y="507"/>
                    <a:pt x="95" y="507"/>
                  </a:cubicBezTo>
                  <a:lnTo>
                    <a:pt x="412" y="538"/>
                  </a:lnTo>
                  <a:cubicBezTo>
                    <a:pt x="443" y="538"/>
                    <a:pt x="507" y="507"/>
                    <a:pt x="507" y="475"/>
                  </a:cubicBezTo>
                  <a:lnTo>
                    <a:pt x="538" y="95"/>
                  </a:lnTo>
                  <a:cubicBezTo>
                    <a:pt x="538" y="63"/>
                    <a:pt x="475" y="32"/>
                    <a:pt x="443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41"/>
            <p:cNvSpPr/>
            <p:nvPr/>
          </p:nvSpPr>
          <p:spPr>
            <a:xfrm>
              <a:off x="8044498" y="1528028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4"/>
                  </a:cubicBezTo>
                  <a:lnTo>
                    <a:pt x="0" y="444"/>
                  </a:lnTo>
                  <a:cubicBezTo>
                    <a:pt x="0" y="475"/>
                    <a:pt x="64" y="507"/>
                    <a:pt x="95" y="539"/>
                  </a:cubicBezTo>
                  <a:lnTo>
                    <a:pt x="412" y="539"/>
                  </a:lnTo>
                  <a:cubicBezTo>
                    <a:pt x="444" y="539"/>
                    <a:pt x="507" y="507"/>
                    <a:pt x="507" y="475"/>
                  </a:cubicBezTo>
                  <a:lnTo>
                    <a:pt x="539" y="95"/>
                  </a:lnTo>
                  <a:cubicBezTo>
                    <a:pt x="539" y="64"/>
                    <a:pt x="475" y="32"/>
                    <a:pt x="444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41"/>
            <p:cNvSpPr/>
            <p:nvPr/>
          </p:nvSpPr>
          <p:spPr>
            <a:xfrm>
              <a:off x="7944852" y="1547579"/>
              <a:ext cx="20385" cy="20128"/>
            </a:xfrm>
            <a:custGeom>
              <a:avLst/>
              <a:gdLst/>
              <a:ahLst/>
              <a:cxnLst/>
              <a:rect l="l" t="t" r="r" b="b"/>
              <a:pathLst>
                <a:path w="635" h="627" extrusionOk="0">
                  <a:moveTo>
                    <a:pt x="409" y="1"/>
                  </a:moveTo>
                  <a:cubicBezTo>
                    <a:pt x="389" y="1"/>
                    <a:pt x="365" y="9"/>
                    <a:pt x="349" y="25"/>
                  </a:cubicBezTo>
                  <a:lnTo>
                    <a:pt x="64" y="151"/>
                  </a:lnTo>
                  <a:cubicBezTo>
                    <a:pt x="32" y="183"/>
                    <a:pt x="1" y="215"/>
                    <a:pt x="1" y="278"/>
                  </a:cubicBezTo>
                  <a:lnTo>
                    <a:pt x="191" y="595"/>
                  </a:lnTo>
                  <a:cubicBezTo>
                    <a:pt x="191" y="626"/>
                    <a:pt x="254" y="626"/>
                    <a:pt x="286" y="626"/>
                  </a:cubicBezTo>
                  <a:lnTo>
                    <a:pt x="571" y="468"/>
                  </a:lnTo>
                  <a:cubicBezTo>
                    <a:pt x="602" y="468"/>
                    <a:pt x="634" y="405"/>
                    <a:pt x="634" y="373"/>
                  </a:cubicBezTo>
                  <a:lnTo>
                    <a:pt x="444" y="25"/>
                  </a:lnTo>
                  <a:cubicBezTo>
                    <a:pt x="444" y="9"/>
                    <a:pt x="42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41"/>
            <p:cNvSpPr/>
            <p:nvPr/>
          </p:nvSpPr>
          <p:spPr>
            <a:xfrm>
              <a:off x="8037371" y="1500581"/>
              <a:ext cx="20385" cy="20096"/>
            </a:xfrm>
            <a:custGeom>
              <a:avLst/>
              <a:gdLst/>
              <a:ahLst/>
              <a:cxnLst/>
              <a:rect l="l" t="t" r="r" b="b"/>
              <a:pathLst>
                <a:path w="635" h="626" extrusionOk="0">
                  <a:moveTo>
                    <a:pt x="317" y="0"/>
                  </a:moveTo>
                  <a:lnTo>
                    <a:pt x="64" y="159"/>
                  </a:lnTo>
                  <a:cubicBezTo>
                    <a:pt x="32" y="190"/>
                    <a:pt x="1" y="222"/>
                    <a:pt x="1" y="254"/>
                  </a:cubicBezTo>
                  <a:lnTo>
                    <a:pt x="191" y="602"/>
                  </a:lnTo>
                  <a:cubicBezTo>
                    <a:pt x="191" y="618"/>
                    <a:pt x="207" y="626"/>
                    <a:pt x="226" y="626"/>
                  </a:cubicBezTo>
                  <a:cubicBezTo>
                    <a:pt x="246" y="626"/>
                    <a:pt x="270" y="618"/>
                    <a:pt x="286" y="602"/>
                  </a:cubicBezTo>
                  <a:lnTo>
                    <a:pt x="571" y="475"/>
                  </a:lnTo>
                  <a:cubicBezTo>
                    <a:pt x="602" y="444"/>
                    <a:pt x="634" y="412"/>
                    <a:pt x="634" y="380"/>
                  </a:cubicBezTo>
                  <a:lnTo>
                    <a:pt x="444" y="32"/>
                  </a:lnTo>
                  <a:cubicBezTo>
                    <a:pt x="444" y="0"/>
                    <a:pt x="381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41"/>
            <p:cNvSpPr/>
            <p:nvPr/>
          </p:nvSpPr>
          <p:spPr>
            <a:xfrm>
              <a:off x="7963150" y="1567675"/>
              <a:ext cx="20385" cy="20353"/>
            </a:xfrm>
            <a:custGeom>
              <a:avLst/>
              <a:gdLst/>
              <a:ahLst/>
              <a:cxnLst/>
              <a:rect l="l" t="t" r="r" b="b"/>
              <a:pathLst>
                <a:path w="635" h="634" extrusionOk="0">
                  <a:moveTo>
                    <a:pt x="286" y="0"/>
                  </a:moveTo>
                  <a:cubicBezTo>
                    <a:pt x="254" y="0"/>
                    <a:pt x="191" y="0"/>
                    <a:pt x="191" y="64"/>
                  </a:cubicBezTo>
                  <a:lnTo>
                    <a:pt x="1" y="285"/>
                  </a:lnTo>
                  <a:cubicBezTo>
                    <a:pt x="1" y="349"/>
                    <a:pt x="1" y="380"/>
                    <a:pt x="32" y="412"/>
                  </a:cubicBezTo>
                  <a:lnTo>
                    <a:pt x="349" y="634"/>
                  </a:lnTo>
                  <a:cubicBezTo>
                    <a:pt x="349" y="634"/>
                    <a:pt x="413" y="634"/>
                    <a:pt x="444" y="570"/>
                  </a:cubicBezTo>
                  <a:lnTo>
                    <a:pt x="603" y="317"/>
                  </a:lnTo>
                  <a:cubicBezTo>
                    <a:pt x="634" y="285"/>
                    <a:pt x="634" y="222"/>
                    <a:pt x="603" y="22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41"/>
            <p:cNvSpPr/>
            <p:nvPr/>
          </p:nvSpPr>
          <p:spPr>
            <a:xfrm>
              <a:off x="8019073" y="1480228"/>
              <a:ext cx="20353" cy="20802"/>
            </a:xfrm>
            <a:custGeom>
              <a:avLst/>
              <a:gdLst/>
              <a:ahLst/>
              <a:cxnLst/>
              <a:rect l="l" t="t" r="r" b="b"/>
              <a:pathLst>
                <a:path w="634" h="648" extrusionOk="0">
                  <a:moveTo>
                    <a:pt x="286" y="1"/>
                  </a:moveTo>
                  <a:cubicBezTo>
                    <a:pt x="254" y="1"/>
                    <a:pt x="222" y="1"/>
                    <a:pt x="191" y="64"/>
                  </a:cubicBezTo>
                  <a:lnTo>
                    <a:pt x="32" y="318"/>
                  </a:lnTo>
                  <a:cubicBezTo>
                    <a:pt x="1" y="349"/>
                    <a:pt x="1" y="413"/>
                    <a:pt x="32" y="444"/>
                  </a:cubicBezTo>
                  <a:lnTo>
                    <a:pt x="349" y="634"/>
                  </a:lnTo>
                  <a:cubicBezTo>
                    <a:pt x="358" y="644"/>
                    <a:pt x="370" y="647"/>
                    <a:pt x="383" y="647"/>
                  </a:cubicBezTo>
                  <a:cubicBezTo>
                    <a:pt x="412" y="647"/>
                    <a:pt x="444" y="625"/>
                    <a:pt x="444" y="603"/>
                  </a:cubicBezTo>
                  <a:lnTo>
                    <a:pt x="602" y="349"/>
                  </a:lnTo>
                  <a:cubicBezTo>
                    <a:pt x="634" y="286"/>
                    <a:pt x="634" y="223"/>
                    <a:pt x="602" y="223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1"/>
            <p:cNvSpPr/>
            <p:nvPr/>
          </p:nvSpPr>
          <p:spPr>
            <a:xfrm>
              <a:off x="7949956" y="1483245"/>
              <a:ext cx="103723" cy="101765"/>
            </a:xfrm>
            <a:custGeom>
              <a:avLst/>
              <a:gdLst/>
              <a:ahLst/>
              <a:cxnLst/>
              <a:rect l="l" t="t" r="r" b="b"/>
              <a:pathLst>
                <a:path w="3231" h="3170" extrusionOk="0">
                  <a:moveTo>
                    <a:pt x="1590" y="539"/>
                  </a:moveTo>
                  <a:cubicBezTo>
                    <a:pt x="1609" y="539"/>
                    <a:pt x="1628" y="539"/>
                    <a:pt x="1647" y="540"/>
                  </a:cubicBezTo>
                  <a:cubicBezTo>
                    <a:pt x="2217" y="572"/>
                    <a:pt x="2660" y="1079"/>
                    <a:pt x="2629" y="1649"/>
                  </a:cubicBezTo>
                  <a:cubicBezTo>
                    <a:pt x="2598" y="2200"/>
                    <a:pt x="2154" y="2632"/>
                    <a:pt x="1609" y="2632"/>
                  </a:cubicBezTo>
                  <a:cubicBezTo>
                    <a:pt x="1590" y="2632"/>
                    <a:pt x="1571" y="2632"/>
                    <a:pt x="1552" y="2630"/>
                  </a:cubicBezTo>
                  <a:cubicBezTo>
                    <a:pt x="982" y="2599"/>
                    <a:pt x="538" y="2124"/>
                    <a:pt x="570" y="1522"/>
                  </a:cubicBezTo>
                  <a:cubicBezTo>
                    <a:pt x="601" y="971"/>
                    <a:pt x="1045" y="539"/>
                    <a:pt x="1590" y="539"/>
                  </a:cubicBezTo>
                  <a:close/>
                  <a:moveTo>
                    <a:pt x="1620" y="1"/>
                  </a:moveTo>
                  <a:cubicBezTo>
                    <a:pt x="789" y="1"/>
                    <a:pt x="63" y="656"/>
                    <a:pt x="32" y="1522"/>
                  </a:cubicBezTo>
                  <a:cubicBezTo>
                    <a:pt x="0" y="2377"/>
                    <a:pt x="665" y="3105"/>
                    <a:pt x="1520" y="3169"/>
                  </a:cubicBezTo>
                  <a:cubicBezTo>
                    <a:pt x="1540" y="3170"/>
                    <a:pt x="1559" y="3170"/>
                    <a:pt x="1579" y="3170"/>
                  </a:cubicBezTo>
                  <a:cubicBezTo>
                    <a:pt x="2410" y="3170"/>
                    <a:pt x="3136" y="2516"/>
                    <a:pt x="3167" y="1680"/>
                  </a:cubicBezTo>
                  <a:cubicBezTo>
                    <a:pt x="3230" y="794"/>
                    <a:pt x="2534" y="65"/>
                    <a:pt x="1679" y="2"/>
                  </a:cubicBezTo>
                  <a:cubicBezTo>
                    <a:pt x="1659" y="1"/>
                    <a:pt x="1639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8" name="Google Shape;4968;p4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69" name="Google Shape;4969;p41"/>
          <p:cNvSpPr txBox="1"/>
          <p:nvPr/>
        </p:nvSpPr>
        <p:spPr>
          <a:xfrm>
            <a:off x="665450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0" name="Google Shape;4970;p41"/>
          <p:cNvSpPr txBox="1"/>
          <p:nvPr/>
        </p:nvSpPr>
        <p:spPr>
          <a:xfrm>
            <a:off x="665450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1" name="Google Shape;4971;p41"/>
          <p:cNvSpPr txBox="1"/>
          <p:nvPr/>
        </p:nvSpPr>
        <p:spPr>
          <a:xfrm>
            <a:off x="6553184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2" name="Google Shape;4972;p41"/>
          <p:cNvSpPr txBox="1"/>
          <p:nvPr/>
        </p:nvSpPr>
        <p:spPr>
          <a:xfrm>
            <a:off x="6553184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It’s the farthest planet from the Sun</a:t>
            </a:r>
            <a:endParaRPr sz="120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973" name="Google Shape;4973;p41"/>
          <p:cNvSpPr txBox="1"/>
          <p:nvPr/>
        </p:nvSpPr>
        <p:spPr>
          <a:xfrm>
            <a:off x="665440" y="311455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4" name="Google Shape;4974;p41"/>
          <p:cNvSpPr txBox="1"/>
          <p:nvPr/>
        </p:nvSpPr>
        <p:spPr>
          <a:xfrm>
            <a:off x="665440" y="3402127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5" name="Google Shape;4975;p41"/>
          <p:cNvSpPr txBox="1"/>
          <p:nvPr/>
        </p:nvSpPr>
        <p:spPr>
          <a:xfrm>
            <a:off x="3609314" y="108667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6" name="Google Shape;4976;p41"/>
          <p:cNvSpPr txBox="1"/>
          <p:nvPr/>
        </p:nvSpPr>
        <p:spPr>
          <a:xfrm>
            <a:off x="3609314" y="1397784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7" name="Google Shape;4977;p41"/>
          <p:cNvSpPr txBox="1"/>
          <p:nvPr/>
        </p:nvSpPr>
        <p:spPr>
          <a:xfrm>
            <a:off x="3609300" y="389876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8" name="Google Shape;4978;p41"/>
          <p:cNvSpPr txBox="1"/>
          <p:nvPr/>
        </p:nvSpPr>
        <p:spPr>
          <a:xfrm>
            <a:off x="3609300" y="4183176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9" name="Google Shape;4979;p41"/>
          <p:cNvSpPr txBox="1"/>
          <p:nvPr/>
        </p:nvSpPr>
        <p:spPr>
          <a:xfrm>
            <a:off x="6553175" y="3114550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0" name="Google Shape;4980;p41"/>
          <p:cNvSpPr txBox="1"/>
          <p:nvPr/>
        </p:nvSpPr>
        <p:spPr>
          <a:xfrm>
            <a:off x="6553175" y="3402121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5" name="Google Shape;4985;p42"/>
          <p:cNvGrpSpPr/>
          <p:nvPr/>
        </p:nvGrpSpPr>
        <p:grpSpPr>
          <a:xfrm>
            <a:off x="2498630" y="912707"/>
            <a:ext cx="4146733" cy="3823979"/>
            <a:chOff x="2254650" y="1683750"/>
            <a:chExt cx="3092500" cy="2851800"/>
          </a:xfrm>
        </p:grpSpPr>
        <p:sp>
          <p:nvSpPr>
            <p:cNvPr id="4986" name="Google Shape;4986;p42"/>
            <p:cNvSpPr/>
            <p:nvPr/>
          </p:nvSpPr>
          <p:spPr>
            <a:xfrm>
              <a:off x="4309175" y="3160300"/>
              <a:ext cx="462400" cy="13500"/>
            </a:xfrm>
            <a:custGeom>
              <a:avLst/>
              <a:gdLst/>
              <a:ahLst/>
              <a:cxnLst/>
              <a:rect l="l" t="t" r="r" b="b"/>
              <a:pathLst>
                <a:path w="18496" h="540" extrusionOk="0">
                  <a:moveTo>
                    <a:pt x="285" y="1"/>
                  </a:moveTo>
                  <a:cubicBezTo>
                    <a:pt x="127" y="1"/>
                    <a:pt x="0" y="128"/>
                    <a:pt x="0" y="254"/>
                  </a:cubicBezTo>
                  <a:cubicBezTo>
                    <a:pt x="0" y="413"/>
                    <a:pt x="127" y="539"/>
                    <a:pt x="285" y="539"/>
                  </a:cubicBezTo>
                  <a:lnTo>
                    <a:pt x="18210" y="539"/>
                  </a:lnTo>
                  <a:cubicBezTo>
                    <a:pt x="18368" y="539"/>
                    <a:pt x="18495" y="413"/>
                    <a:pt x="18495" y="254"/>
                  </a:cubicBezTo>
                  <a:cubicBezTo>
                    <a:pt x="18495" y="128"/>
                    <a:pt x="18368" y="1"/>
                    <a:pt x="1821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42"/>
            <p:cNvSpPr/>
            <p:nvPr/>
          </p:nvSpPr>
          <p:spPr>
            <a:xfrm>
              <a:off x="2830225" y="3160300"/>
              <a:ext cx="463175" cy="13500"/>
            </a:xfrm>
            <a:custGeom>
              <a:avLst/>
              <a:gdLst/>
              <a:ahLst/>
              <a:cxnLst/>
              <a:rect l="l" t="t" r="r" b="b"/>
              <a:pathLst>
                <a:path w="18527" h="540" extrusionOk="0">
                  <a:moveTo>
                    <a:pt x="286" y="1"/>
                  </a:moveTo>
                  <a:cubicBezTo>
                    <a:pt x="127" y="1"/>
                    <a:pt x="1" y="128"/>
                    <a:pt x="1" y="254"/>
                  </a:cubicBezTo>
                  <a:cubicBezTo>
                    <a:pt x="1" y="413"/>
                    <a:pt x="127" y="539"/>
                    <a:pt x="286" y="539"/>
                  </a:cubicBezTo>
                  <a:lnTo>
                    <a:pt x="18242" y="539"/>
                  </a:lnTo>
                  <a:cubicBezTo>
                    <a:pt x="18400" y="539"/>
                    <a:pt x="18527" y="413"/>
                    <a:pt x="18527" y="254"/>
                  </a:cubicBezTo>
                  <a:cubicBezTo>
                    <a:pt x="18527" y="128"/>
                    <a:pt x="18400" y="1"/>
                    <a:pt x="1824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42"/>
            <p:cNvSpPr/>
            <p:nvPr/>
          </p:nvSpPr>
          <p:spPr>
            <a:xfrm>
              <a:off x="4005950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5899"/>
                  </a:lnTo>
                  <a:cubicBezTo>
                    <a:pt x="0" y="15994"/>
                    <a:pt x="32" y="16057"/>
                    <a:pt x="95" y="16120"/>
                  </a:cubicBezTo>
                  <a:lnTo>
                    <a:pt x="6492" y="22518"/>
                  </a:lnTo>
                  <a:lnTo>
                    <a:pt x="6492" y="39935"/>
                  </a:lnTo>
                  <a:cubicBezTo>
                    <a:pt x="6492" y="40094"/>
                    <a:pt x="6619" y="40220"/>
                    <a:pt x="6777" y="40220"/>
                  </a:cubicBezTo>
                  <a:cubicBezTo>
                    <a:pt x="6936" y="40220"/>
                    <a:pt x="7062" y="40094"/>
                    <a:pt x="7062" y="39935"/>
                  </a:cubicBezTo>
                  <a:lnTo>
                    <a:pt x="7062" y="22391"/>
                  </a:lnTo>
                  <a:cubicBezTo>
                    <a:pt x="7062" y="22328"/>
                    <a:pt x="7031" y="22264"/>
                    <a:pt x="6967" y="22201"/>
                  </a:cubicBezTo>
                  <a:lnTo>
                    <a:pt x="570" y="15804"/>
                  </a:lnTo>
                  <a:lnTo>
                    <a:pt x="570" y="286"/>
                  </a:lnTo>
                  <a:cubicBezTo>
                    <a:pt x="570" y="128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42"/>
            <p:cNvSpPr/>
            <p:nvPr/>
          </p:nvSpPr>
          <p:spPr>
            <a:xfrm>
              <a:off x="3904600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285" y="1"/>
                  </a:moveTo>
                  <a:cubicBezTo>
                    <a:pt x="127" y="1"/>
                    <a:pt x="0" y="127"/>
                    <a:pt x="0" y="286"/>
                  </a:cubicBezTo>
                  <a:lnTo>
                    <a:pt x="0" y="22454"/>
                  </a:lnTo>
                  <a:cubicBezTo>
                    <a:pt x="0" y="22549"/>
                    <a:pt x="32" y="22612"/>
                    <a:pt x="64" y="22644"/>
                  </a:cubicBezTo>
                  <a:lnTo>
                    <a:pt x="4022" y="26602"/>
                  </a:lnTo>
                  <a:lnTo>
                    <a:pt x="4022" y="33475"/>
                  </a:lnTo>
                  <a:cubicBezTo>
                    <a:pt x="4022" y="33633"/>
                    <a:pt x="4149" y="33760"/>
                    <a:pt x="4307" y="33760"/>
                  </a:cubicBezTo>
                  <a:cubicBezTo>
                    <a:pt x="4466" y="33760"/>
                    <a:pt x="4592" y="33633"/>
                    <a:pt x="4592" y="33475"/>
                  </a:cubicBezTo>
                  <a:lnTo>
                    <a:pt x="4592" y="26476"/>
                  </a:lnTo>
                  <a:cubicBezTo>
                    <a:pt x="4592" y="26412"/>
                    <a:pt x="4561" y="26349"/>
                    <a:pt x="4497" y="26286"/>
                  </a:cubicBezTo>
                  <a:lnTo>
                    <a:pt x="539" y="22359"/>
                  </a:lnTo>
                  <a:lnTo>
                    <a:pt x="539" y="286"/>
                  </a:lnTo>
                  <a:cubicBezTo>
                    <a:pt x="539" y="127"/>
                    <a:pt x="412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42"/>
            <p:cNvSpPr/>
            <p:nvPr/>
          </p:nvSpPr>
          <p:spPr>
            <a:xfrm>
              <a:off x="4290175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13" y="1"/>
                  </a:moveTo>
                  <a:cubicBezTo>
                    <a:pt x="238" y="1"/>
                    <a:pt x="159" y="33"/>
                    <a:pt x="95" y="96"/>
                  </a:cubicBezTo>
                  <a:cubicBezTo>
                    <a:pt x="0" y="191"/>
                    <a:pt x="0" y="381"/>
                    <a:pt x="95" y="476"/>
                  </a:cubicBezTo>
                  <a:lnTo>
                    <a:pt x="9026" y="9375"/>
                  </a:lnTo>
                  <a:cubicBezTo>
                    <a:pt x="9058" y="9438"/>
                    <a:pt x="9121" y="9470"/>
                    <a:pt x="9216" y="9470"/>
                  </a:cubicBezTo>
                  <a:lnTo>
                    <a:pt x="23562" y="9470"/>
                  </a:lnTo>
                  <a:lnTo>
                    <a:pt x="36800" y="22708"/>
                  </a:lnTo>
                  <a:cubicBezTo>
                    <a:pt x="36863" y="22771"/>
                    <a:pt x="36926" y="22803"/>
                    <a:pt x="36990" y="22803"/>
                  </a:cubicBezTo>
                  <a:cubicBezTo>
                    <a:pt x="37085" y="22803"/>
                    <a:pt x="37148" y="22771"/>
                    <a:pt x="37211" y="22739"/>
                  </a:cubicBezTo>
                  <a:cubicBezTo>
                    <a:pt x="37306" y="22613"/>
                    <a:pt x="37306" y="22454"/>
                    <a:pt x="37211" y="22327"/>
                  </a:cubicBezTo>
                  <a:lnTo>
                    <a:pt x="23879" y="8995"/>
                  </a:lnTo>
                  <a:cubicBezTo>
                    <a:pt x="23815" y="8932"/>
                    <a:pt x="23752" y="8900"/>
                    <a:pt x="23657" y="8900"/>
                  </a:cubicBezTo>
                  <a:lnTo>
                    <a:pt x="9343" y="8900"/>
                  </a:lnTo>
                  <a:lnTo>
                    <a:pt x="507" y="96"/>
                  </a:lnTo>
                  <a:cubicBezTo>
                    <a:pt x="459" y="33"/>
                    <a:pt x="388" y="1"/>
                    <a:pt x="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42"/>
            <p:cNvSpPr/>
            <p:nvPr/>
          </p:nvSpPr>
          <p:spPr>
            <a:xfrm>
              <a:off x="4233175" y="3427125"/>
              <a:ext cx="281075" cy="635775"/>
            </a:xfrm>
            <a:custGeom>
              <a:avLst/>
              <a:gdLst/>
              <a:ahLst/>
              <a:cxnLst/>
              <a:rect l="l" t="t" r="r" b="b"/>
              <a:pathLst>
                <a:path w="11243" h="25431" extrusionOk="0">
                  <a:moveTo>
                    <a:pt x="285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17418"/>
                  </a:lnTo>
                  <a:cubicBezTo>
                    <a:pt x="0" y="17513"/>
                    <a:pt x="32" y="17608"/>
                    <a:pt x="127" y="17640"/>
                  </a:cubicBezTo>
                  <a:lnTo>
                    <a:pt x="10736" y="25367"/>
                  </a:lnTo>
                  <a:cubicBezTo>
                    <a:pt x="10799" y="25399"/>
                    <a:pt x="10863" y="25430"/>
                    <a:pt x="10926" y="25430"/>
                  </a:cubicBezTo>
                  <a:cubicBezTo>
                    <a:pt x="10989" y="25430"/>
                    <a:pt x="11084" y="25367"/>
                    <a:pt x="11148" y="25304"/>
                  </a:cubicBezTo>
                  <a:cubicBezTo>
                    <a:pt x="11243" y="25177"/>
                    <a:pt x="11211" y="24987"/>
                    <a:pt x="11084" y="24892"/>
                  </a:cubicBezTo>
                  <a:lnTo>
                    <a:pt x="570" y="17291"/>
                  </a:lnTo>
                  <a:lnTo>
                    <a:pt x="570" y="254"/>
                  </a:lnTo>
                  <a:cubicBezTo>
                    <a:pt x="570" y="127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42"/>
            <p:cNvSpPr/>
            <p:nvPr/>
          </p:nvSpPr>
          <p:spPr>
            <a:xfrm>
              <a:off x="3904600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5669" y="1"/>
                  </a:moveTo>
                  <a:cubicBezTo>
                    <a:pt x="5543" y="1"/>
                    <a:pt x="5416" y="128"/>
                    <a:pt x="5416" y="286"/>
                  </a:cubicBezTo>
                  <a:lnTo>
                    <a:pt x="5416" y="10990"/>
                  </a:lnTo>
                  <a:lnTo>
                    <a:pt x="64" y="16310"/>
                  </a:lnTo>
                  <a:cubicBezTo>
                    <a:pt x="32" y="16374"/>
                    <a:pt x="0" y="16437"/>
                    <a:pt x="0" y="16500"/>
                  </a:cubicBezTo>
                  <a:lnTo>
                    <a:pt x="0" y="34172"/>
                  </a:lnTo>
                  <a:cubicBezTo>
                    <a:pt x="0" y="34330"/>
                    <a:pt x="127" y="34457"/>
                    <a:pt x="285" y="34457"/>
                  </a:cubicBezTo>
                  <a:cubicBezTo>
                    <a:pt x="444" y="34457"/>
                    <a:pt x="571" y="34330"/>
                    <a:pt x="571" y="34172"/>
                  </a:cubicBezTo>
                  <a:lnTo>
                    <a:pt x="571" y="16627"/>
                  </a:lnTo>
                  <a:lnTo>
                    <a:pt x="5891" y="11307"/>
                  </a:lnTo>
                  <a:cubicBezTo>
                    <a:pt x="5923" y="11275"/>
                    <a:pt x="5954" y="11180"/>
                    <a:pt x="5954" y="11117"/>
                  </a:cubicBezTo>
                  <a:lnTo>
                    <a:pt x="5954" y="286"/>
                  </a:lnTo>
                  <a:cubicBezTo>
                    <a:pt x="5954" y="128"/>
                    <a:pt x="5828" y="1"/>
                    <a:pt x="56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42"/>
            <p:cNvSpPr/>
            <p:nvPr/>
          </p:nvSpPr>
          <p:spPr>
            <a:xfrm>
              <a:off x="423317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13570" y="0"/>
                  </a:moveTo>
                  <a:cubicBezTo>
                    <a:pt x="13499" y="0"/>
                    <a:pt x="13428" y="32"/>
                    <a:pt x="13364" y="95"/>
                  </a:cubicBezTo>
                  <a:lnTo>
                    <a:pt x="95" y="13365"/>
                  </a:lnTo>
                  <a:cubicBezTo>
                    <a:pt x="32" y="13428"/>
                    <a:pt x="0" y="13491"/>
                    <a:pt x="0" y="13586"/>
                  </a:cubicBezTo>
                  <a:lnTo>
                    <a:pt x="0" y="26349"/>
                  </a:lnTo>
                  <a:cubicBezTo>
                    <a:pt x="0" y="26507"/>
                    <a:pt x="127" y="26634"/>
                    <a:pt x="285" y="26634"/>
                  </a:cubicBezTo>
                  <a:cubicBezTo>
                    <a:pt x="443" y="26634"/>
                    <a:pt x="570" y="26507"/>
                    <a:pt x="570" y="26349"/>
                  </a:cubicBezTo>
                  <a:lnTo>
                    <a:pt x="570" y="13681"/>
                  </a:lnTo>
                  <a:lnTo>
                    <a:pt x="13776" y="475"/>
                  </a:lnTo>
                  <a:cubicBezTo>
                    <a:pt x="13871" y="380"/>
                    <a:pt x="13871" y="190"/>
                    <a:pt x="13776" y="95"/>
                  </a:cubicBezTo>
                  <a:cubicBezTo>
                    <a:pt x="13713" y="32"/>
                    <a:pt x="13642" y="0"/>
                    <a:pt x="135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42"/>
            <p:cNvSpPr/>
            <p:nvPr/>
          </p:nvSpPr>
          <p:spPr>
            <a:xfrm>
              <a:off x="5108825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3" y="1"/>
                    <a:pt x="0" y="634"/>
                    <a:pt x="0" y="1426"/>
                  </a:cubicBezTo>
                  <a:cubicBezTo>
                    <a:pt x="0" y="2186"/>
                    <a:pt x="633" y="2851"/>
                    <a:pt x="1425" y="2851"/>
                  </a:cubicBezTo>
                  <a:cubicBezTo>
                    <a:pt x="2217" y="2851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42"/>
            <p:cNvSpPr/>
            <p:nvPr/>
          </p:nvSpPr>
          <p:spPr>
            <a:xfrm>
              <a:off x="5276650" y="22363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81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51" y="2280"/>
                    <a:pt x="539" y="1900"/>
                    <a:pt x="539" y="1425"/>
                  </a:cubicBezTo>
                  <a:cubicBezTo>
                    <a:pt x="539" y="950"/>
                    <a:pt x="951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65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20" y="2217"/>
                    <a:pt x="2820" y="1425"/>
                  </a:cubicBezTo>
                  <a:cubicBezTo>
                    <a:pt x="2820" y="665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42"/>
            <p:cNvSpPr/>
            <p:nvPr/>
          </p:nvSpPr>
          <p:spPr>
            <a:xfrm>
              <a:off x="4011475" y="182072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49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19" y="2280"/>
                    <a:pt x="539" y="1900"/>
                    <a:pt x="539" y="1425"/>
                  </a:cubicBezTo>
                  <a:cubicBezTo>
                    <a:pt x="539" y="950"/>
                    <a:pt x="919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19" y="2217"/>
                    <a:pt x="2819" y="1425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42"/>
            <p:cNvSpPr/>
            <p:nvPr/>
          </p:nvSpPr>
          <p:spPr>
            <a:xfrm>
              <a:off x="4158750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42"/>
            <p:cNvSpPr/>
            <p:nvPr/>
          </p:nvSpPr>
          <p:spPr>
            <a:xfrm>
              <a:off x="4638525" y="2792150"/>
              <a:ext cx="70500" cy="71300"/>
            </a:xfrm>
            <a:custGeom>
              <a:avLst/>
              <a:gdLst/>
              <a:ahLst/>
              <a:cxnLst/>
              <a:rect l="l" t="t" r="r" b="b"/>
              <a:pathLst>
                <a:path w="2820" h="2852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51" y="2281"/>
                    <a:pt x="539" y="1901"/>
                    <a:pt x="539" y="1426"/>
                  </a:cubicBezTo>
                  <a:cubicBezTo>
                    <a:pt x="539" y="951"/>
                    <a:pt x="951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394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42"/>
            <p:cNvSpPr/>
            <p:nvPr/>
          </p:nvSpPr>
          <p:spPr>
            <a:xfrm>
              <a:off x="5262400" y="3606050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9"/>
                  </a:moveTo>
                  <a:cubicBezTo>
                    <a:pt x="1869" y="539"/>
                    <a:pt x="2249" y="951"/>
                    <a:pt x="2249" y="1394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51" y="2249"/>
                    <a:pt x="539" y="1869"/>
                    <a:pt x="539" y="1394"/>
                  </a:cubicBezTo>
                  <a:cubicBezTo>
                    <a:pt x="539" y="951"/>
                    <a:pt x="951" y="539"/>
                    <a:pt x="1394" y="539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394" y="2819"/>
                  </a:cubicBezTo>
                  <a:cubicBezTo>
                    <a:pt x="2186" y="2819"/>
                    <a:pt x="2819" y="2186"/>
                    <a:pt x="2819" y="1394"/>
                  </a:cubicBezTo>
                  <a:cubicBezTo>
                    <a:pt x="2819" y="634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42"/>
            <p:cNvSpPr/>
            <p:nvPr/>
          </p:nvSpPr>
          <p:spPr>
            <a:xfrm>
              <a:off x="520777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8" y="2851"/>
                    <a:pt x="2851" y="2218"/>
                    <a:pt x="2851" y="1426"/>
                  </a:cubicBezTo>
                  <a:cubicBezTo>
                    <a:pt x="2851" y="634"/>
                    <a:pt x="2218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42"/>
            <p:cNvSpPr/>
            <p:nvPr/>
          </p:nvSpPr>
          <p:spPr>
            <a:xfrm>
              <a:off x="4139750" y="44175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5" y="538"/>
                  </a:moveTo>
                  <a:cubicBezTo>
                    <a:pt x="1900" y="538"/>
                    <a:pt x="2280" y="918"/>
                    <a:pt x="2280" y="1393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3"/>
                  </a:cubicBezTo>
                  <a:cubicBezTo>
                    <a:pt x="570" y="918"/>
                    <a:pt x="950" y="538"/>
                    <a:pt x="1425" y="538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393"/>
                  </a:cubicBezTo>
                  <a:cubicBezTo>
                    <a:pt x="0" y="2185"/>
                    <a:pt x="634" y="2819"/>
                    <a:pt x="1425" y="2819"/>
                  </a:cubicBezTo>
                  <a:cubicBezTo>
                    <a:pt x="2185" y="2819"/>
                    <a:pt x="2850" y="2185"/>
                    <a:pt x="2850" y="1393"/>
                  </a:cubicBezTo>
                  <a:cubicBezTo>
                    <a:pt x="2850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42"/>
            <p:cNvSpPr/>
            <p:nvPr/>
          </p:nvSpPr>
          <p:spPr>
            <a:xfrm>
              <a:off x="3976650" y="433997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1" y="951"/>
                    <a:pt x="2281" y="1426"/>
                  </a:cubicBezTo>
                  <a:cubicBezTo>
                    <a:pt x="2281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7"/>
                    <a:pt x="634" y="2851"/>
                    <a:pt x="1425" y="2851"/>
                  </a:cubicBezTo>
                  <a:cubicBezTo>
                    <a:pt x="2186" y="2851"/>
                    <a:pt x="2851" y="2217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42"/>
            <p:cNvSpPr/>
            <p:nvPr/>
          </p:nvSpPr>
          <p:spPr>
            <a:xfrm>
              <a:off x="4011475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6461" y="0"/>
                  </a:moveTo>
                  <a:cubicBezTo>
                    <a:pt x="6390" y="0"/>
                    <a:pt x="6319" y="32"/>
                    <a:pt x="6271" y="95"/>
                  </a:cubicBezTo>
                  <a:lnTo>
                    <a:pt x="96" y="6271"/>
                  </a:lnTo>
                  <a:cubicBezTo>
                    <a:pt x="32" y="6334"/>
                    <a:pt x="1" y="6397"/>
                    <a:pt x="1" y="6461"/>
                  </a:cubicBezTo>
                  <a:lnTo>
                    <a:pt x="1" y="17545"/>
                  </a:lnTo>
                  <a:cubicBezTo>
                    <a:pt x="1" y="17703"/>
                    <a:pt x="127" y="17830"/>
                    <a:pt x="286" y="17830"/>
                  </a:cubicBezTo>
                  <a:cubicBezTo>
                    <a:pt x="444" y="17830"/>
                    <a:pt x="571" y="17703"/>
                    <a:pt x="571" y="17545"/>
                  </a:cubicBezTo>
                  <a:lnTo>
                    <a:pt x="571" y="6587"/>
                  </a:lnTo>
                  <a:lnTo>
                    <a:pt x="6651" y="475"/>
                  </a:lnTo>
                  <a:cubicBezTo>
                    <a:pt x="6778" y="380"/>
                    <a:pt x="6778" y="190"/>
                    <a:pt x="6651" y="95"/>
                  </a:cubicBezTo>
                  <a:cubicBezTo>
                    <a:pt x="6604" y="32"/>
                    <a:pt x="6533" y="0"/>
                    <a:pt x="64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42"/>
            <p:cNvSpPr/>
            <p:nvPr/>
          </p:nvSpPr>
          <p:spPr>
            <a:xfrm>
              <a:off x="4278300" y="2294750"/>
              <a:ext cx="855075" cy="509300"/>
            </a:xfrm>
            <a:custGeom>
              <a:avLst/>
              <a:gdLst/>
              <a:ahLst/>
              <a:cxnLst/>
              <a:rect l="l" t="t" r="r" b="b"/>
              <a:pathLst>
                <a:path w="34203" h="20372" extrusionOk="0">
                  <a:moveTo>
                    <a:pt x="33886" y="1"/>
                  </a:moveTo>
                  <a:cubicBezTo>
                    <a:pt x="33815" y="1"/>
                    <a:pt x="33744" y="25"/>
                    <a:pt x="33696" y="72"/>
                  </a:cubicBezTo>
                  <a:lnTo>
                    <a:pt x="23214" y="10586"/>
                  </a:lnTo>
                  <a:lnTo>
                    <a:pt x="9533" y="10586"/>
                  </a:lnTo>
                  <a:cubicBezTo>
                    <a:pt x="9469" y="10586"/>
                    <a:pt x="9374" y="10618"/>
                    <a:pt x="9343" y="10650"/>
                  </a:cubicBezTo>
                  <a:lnTo>
                    <a:pt x="95" y="19897"/>
                  </a:lnTo>
                  <a:cubicBezTo>
                    <a:pt x="0" y="19992"/>
                    <a:pt x="0" y="20182"/>
                    <a:pt x="95" y="20277"/>
                  </a:cubicBezTo>
                  <a:cubicBezTo>
                    <a:pt x="159" y="20340"/>
                    <a:pt x="222" y="20372"/>
                    <a:pt x="285" y="20372"/>
                  </a:cubicBezTo>
                  <a:cubicBezTo>
                    <a:pt x="380" y="20372"/>
                    <a:pt x="444" y="20340"/>
                    <a:pt x="507" y="20277"/>
                  </a:cubicBezTo>
                  <a:lnTo>
                    <a:pt x="9659" y="11125"/>
                  </a:lnTo>
                  <a:lnTo>
                    <a:pt x="23309" y="11125"/>
                  </a:lnTo>
                  <a:cubicBezTo>
                    <a:pt x="23404" y="11125"/>
                    <a:pt x="23467" y="11093"/>
                    <a:pt x="23499" y="11061"/>
                  </a:cubicBezTo>
                  <a:lnTo>
                    <a:pt x="34076" y="484"/>
                  </a:lnTo>
                  <a:cubicBezTo>
                    <a:pt x="34203" y="357"/>
                    <a:pt x="34203" y="199"/>
                    <a:pt x="34076" y="72"/>
                  </a:cubicBezTo>
                  <a:cubicBezTo>
                    <a:pt x="34029" y="25"/>
                    <a:pt x="33957" y="1"/>
                    <a:pt x="338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42"/>
            <p:cNvSpPr/>
            <p:nvPr/>
          </p:nvSpPr>
          <p:spPr>
            <a:xfrm>
              <a:off x="4283825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9999" y="1"/>
                  </a:moveTo>
                  <a:cubicBezTo>
                    <a:pt x="39928" y="1"/>
                    <a:pt x="39856" y="25"/>
                    <a:pt x="39809" y="72"/>
                  </a:cubicBezTo>
                  <a:lnTo>
                    <a:pt x="23658" y="16223"/>
                  </a:lnTo>
                  <a:lnTo>
                    <a:pt x="10863" y="16223"/>
                  </a:lnTo>
                  <a:cubicBezTo>
                    <a:pt x="10768" y="16223"/>
                    <a:pt x="10705" y="16255"/>
                    <a:pt x="10673" y="16318"/>
                  </a:cubicBezTo>
                  <a:lnTo>
                    <a:pt x="128" y="26832"/>
                  </a:lnTo>
                  <a:cubicBezTo>
                    <a:pt x="1" y="26959"/>
                    <a:pt x="1" y="27117"/>
                    <a:pt x="128" y="27244"/>
                  </a:cubicBezTo>
                  <a:cubicBezTo>
                    <a:pt x="191" y="27276"/>
                    <a:pt x="254" y="27307"/>
                    <a:pt x="318" y="27307"/>
                  </a:cubicBezTo>
                  <a:cubicBezTo>
                    <a:pt x="381" y="27307"/>
                    <a:pt x="476" y="27276"/>
                    <a:pt x="508" y="27244"/>
                  </a:cubicBezTo>
                  <a:lnTo>
                    <a:pt x="10958" y="16793"/>
                  </a:lnTo>
                  <a:lnTo>
                    <a:pt x="23784" y="16793"/>
                  </a:lnTo>
                  <a:cubicBezTo>
                    <a:pt x="23848" y="16793"/>
                    <a:pt x="23911" y="16762"/>
                    <a:pt x="23974" y="16698"/>
                  </a:cubicBezTo>
                  <a:lnTo>
                    <a:pt x="40189" y="484"/>
                  </a:lnTo>
                  <a:cubicBezTo>
                    <a:pt x="40316" y="357"/>
                    <a:pt x="40316" y="199"/>
                    <a:pt x="40189" y="72"/>
                  </a:cubicBezTo>
                  <a:cubicBezTo>
                    <a:pt x="40141" y="25"/>
                    <a:pt x="40070" y="1"/>
                    <a:pt x="3999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42"/>
            <p:cNvSpPr/>
            <p:nvPr/>
          </p:nvSpPr>
          <p:spPr>
            <a:xfrm>
              <a:off x="4309175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4"/>
                    <a:pt x="127" y="571"/>
                    <a:pt x="285" y="571"/>
                  </a:cubicBezTo>
                  <a:lnTo>
                    <a:pt x="6271" y="571"/>
                  </a:lnTo>
                  <a:lnTo>
                    <a:pt x="20427" y="13049"/>
                  </a:lnTo>
                  <a:cubicBezTo>
                    <a:pt x="20490" y="13112"/>
                    <a:pt x="20554" y="13112"/>
                    <a:pt x="20617" y="13112"/>
                  </a:cubicBezTo>
                  <a:lnTo>
                    <a:pt x="38193" y="13112"/>
                  </a:lnTo>
                  <a:cubicBezTo>
                    <a:pt x="38352" y="13112"/>
                    <a:pt x="38478" y="12985"/>
                    <a:pt x="38478" y="12827"/>
                  </a:cubicBezTo>
                  <a:cubicBezTo>
                    <a:pt x="38478" y="12669"/>
                    <a:pt x="38352" y="12574"/>
                    <a:pt x="38193" y="12574"/>
                  </a:cubicBezTo>
                  <a:lnTo>
                    <a:pt x="20744" y="12574"/>
                  </a:lnTo>
                  <a:lnTo>
                    <a:pt x="6588" y="64"/>
                  </a:lnTo>
                  <a:cubicBezTo>
                    <a:pt x="6524" y="33"/>
                    <a:pt x="6461" y="1"/>
                    <a:pt x="63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42"/>
            <p:cNvSpPr/>
            <p:nvPr/>
          </p:nvSpPr>
          <p:spPr>
            <a:xfrm>
              <a:off x="4279075" y="2842025"/>
              <a:ext cx="380850" cy="197975"/>
            </a:xfrm>
            <a:custGeom>
              <a:avLst/>
              <a:gdLst/>
              <a:ahLst/>
              <a:cxnLst/>
              <a:rect l="l" t="t" r="r" b="b"/>
              <a:pathLst>
                <a:path w="15234" h="7919" extrusionOk="0">
                  <a:moveTo>
                    <a:pt x="14917" y="1"/>
                  </a:moveTo>
                  <a:cubicBezTo>
                    <a:pt x="14846" y="1"/>
                    <a:pt x="14775" y="33"/>
                    <a:pt x="14727" y="96"/>
                  </a:cubicBezTo>
                  <a:lnTo>
                    <a:pt x="7443" y="7348"/>
                  </a:lnTo>
                  <a:lnTo>
                    <a:pt x="286" y="7348"/>
                  </a:lnTo>
                  <a:cubicBezTo>
                    <a:pt x="128" y="7348"/>
                    <a:pt x="1" y="7475"/>
                    <a:pt x="1" y="7633"/>
                  </a:cubicBezTo>
                  <a:cubicBezTo>
                    <a:pt x="1" y="7792"/>
                    <a:pt x="128" y="7918"/>
                    <a:pt x="286" y="7918"/>
                  </a:cubicBezTo>
                  <a:lnTo>
                    <a:pt x="7570" y="7918"/>
                  </a:lnTo>
                  <a:cubicBezTo>
                    <a:pt x="7633" y="7918"/>
                    <a:pt x="7697" y="7887"/>
                    <a:pt x="7760" y="7823"/>
                  </a:cubicBezTo>
                  <a:lnTo>
                    <a:pt x="15107" y="476"/>
                  </a:lnTo>
                  <a:cubicBezTo>
                    <a:pt x="15234" y="381"/>
                    <a:pt x="15234" y="191"/>
                    <a:pt x="15107" y="96"/>
                  </a:cubicBezTo>
                  <a:cubicBezTo>
                    <a:pt x="15060" y="33"/>
                    <a:pt x="14988" y="1"/>
                    <a:pt x="149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42"/>
            <p:cNvSpPr/>
            <p:nvPr/>
          </p:nvSpPr>
          <p:spPr>
            <a:xfrm>
              <a:off x="3419275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6778" y="1"/>
                  </a:moveTo>
                  <a:cubicBezTo>
                    <a:pt x="6619" y="1"/>
                    <a:pt x="6492" y="128"/>
                    <a:pt x="6492" y="286"/>
                  </a:cubicBezTo>
                  <a:lnTo>
                    <a:pt x="6492" y="15804"/>
                  </a:lnTo>
                  <a:lnTo>
                    <a:pt x="95" y="22201"/>
                  </a:lnTo>
                  <a:cubicBezTo>
                    <a:pt x="32" y="22264"/>
                    <a:pt x="0" y="22328"/>
                    <a:pt x="0" y="22391"/>
                  </a:cubicBezTo>
                  <a:lnTo>
                    <a:pt x="0" y="39935"/>
                  </a:lnTo>
                  <a:cubicBezTo>
                    <a:pt x="0" y="40094"/>
                    <a:pt x="127" y="40220"/>
                    <a:pt x="285" y="40220"/>
                  </a:cubicBezTo>
                  <a:cubicBezTo>
                    <a:pt x="444" y="40220"/>
                    <a:pt x="570" y="40094"/>
                    <a:pt x="570" y="39935"/>
                  </a:cubicBezTo>
                  <a:lnTo>
                    <a:pt x="570" y="22518"/>
                  </a:lnTo>
                  <a:lnTo>
                    <a:pt x="6968" y="16120"/>
                  </a:lnTo>
                  <a:cubicBezTo>
                    <a:pt x="7031" y="16057"/>
                    <a:pt x="7063" y="15994"/>
                    <a:pt x="7063" y="15899"/>
                  </a:cubicBezTo>
                  <a:lnTo>
                    <a:pt x="7063" y="286"/>
                  </a:lnTo>
                  <a:cubicBezTo>
                    <a:pt x="7063" y="128"/>
                    <a:pt x="6936" y="1"/>
                    <a:pt x="677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42"/>
            <p:cNvSpPr/>
            <p:nvPr/>
          </p:nvSpPr>
          <p:spPr>
            <a:xfrm>
              <a:off x="3582375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4339" y="1"/>
                  </a:moveTo>
                  <a:cubicBezTo>
                    <a:pt x="4180" y="1"/>
                    <a:pt x="4054" y="127"/>
                    <a:pt x="4054" y="254"/>
                  </a:cubicBezTo>
                  <a:lnTo>
                    <a:pt x="4054" y="22327"/>
                  </a:lnTo>
                  <a:lnTo>
                    <a:pt x="95" y="26286"/>
                  </a:lnTo>
                  <a:cubicBezTo>
                    <a:pt x="32" y="26349"/>
                    <a:pt x="0" y="26412"/>
                    <a:pt x="0" y="26476"/>
                  </a:cubicBezTo>
                  <a:lnTo>
                    <a:pt x="0" y="33475"/>
                  </a:lnTo>
                  <a:cubicBezTo>
                    <a:pt x="0" y="33633"/>
                    <a:pt x="127" y="33760"/>
                    <a:pt x="285" y="33760"/>
                  </a:cubicBezTo>
                  <a:cubicBezTo>
                    <a:pt x="444" y="33760"/>
                    <a:pt x="570" y="33633"/>
                    <a:pt x="570" y="33475"/>
                  </a:cubicBezTo>
                  <a:lnTo>
                    <a:pt x="570" y="26602"/>
                  </a:lnTo>
                  <a:lnTo>
                    <a:pt x="4529" y="22644"/>
                  </a:lnTo>
                  <a:cubicBezTo>
                    <a:pt x="4592" y="22612"/>
                    <a:pt x="4592" y="22517"/>
                    <a:pt x="4592" y="22454"/>
                  </a:cubicBezTo>
                  <a:lnTo>
                    <a:pt x="4592" y="254"/>
                  </a:lnTo>
                  <a:cubicBezTo>
                    <a:pt x="4592" y="127"/>
                    <a:pt x="4465" y="1"/>
                    <a:pt x="433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42"/>
            <p:cNvSpPr/>
            <p:nvPr/>
          </p:nvSpPr>
          <p:spPr>
            <a:xfrm>
              <a:off x="2378950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6990" y="1"/>
                  </a:moveTo>
                  <a:cubicBezTo>
                    <a:pt x="36918" y="1"/>
                    <a:pt x="36847" y="33"/>
                    <a:pt x="36800" y="96"/>
                  </a:cubicBezTo>
                  <a:lnTo>
                    <a:pt x="27996" y="8900"/>
                  </a:lnTo>
                  <a:lnTo>
                    <a:pt x="13650" y="8900"/>
                  </a:lnTo>
                  <a:cubicBezTo>
                    <a:pt x="13555" y="8900"/>
                    <a:pt x="13491" y="8932"/>
                    <a:pt x="13460" y="8995"/>
                  </a:cubicBezTo>
                  <a:lnTo>
                    <a:pt x="127" y="22327"/>
                  </a:lnTo>
                  <a:cubicBezTo>
                    <a:pt x="0" y="22422"/>
                    <a:pt x="0" y="22613"/>
                    <a:pt x="127" y="22708"/>
                  </a:cubicBezTo>
                  <a:cubicBezTo>
                    <a:pt x="159" y="22771"/>
                    <a:pt x="254" y="22803"/>
                    <a:pt x="317" y="22803"/>
                  </a:cubicBezTo>
                  <a:cubicBezTo>
                    <a:pt x="380" y="22803"/>
                    <a:pt x="444" y="22771"/>
                    <a:pt x="507" y="22708"/>
                  </a:cubicBezTo>
                  <a:lnTo>
                    <a:pt x="13745" y="9470"/>
                  </a:lnTo>
                  <a:lnTo>
                    <a:pt x="28091" y="9470"/>
                  </a:lnTo>
                  <a:cubicBezTo>
                    <a:pt x="28154" y="9470"/>
                    <a:pt x="28249" y="9438"/>
                    <a:pt x="28281" y="9375"/>
                  </a:cubicBezTo>
                  <a:lnTo>
                    <a:pt x="37180" y="476"/>
                  </a:lnTo>
                  <a:cubicBezTo>
                    <a:pt x="37306" y="381"/>
                    <a:pt x="37306" y="191"/>
                    <a:pt x="37180" y="96"/>
                  </a:cubicBezTo>
                  <a:cubicBezTo>
                    <a:pt x="37132" y="33"/>
                    <a:pt x="37061" y="1"/>
                    <a:pt x="3699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42"/>
            <p:cNvSpPr/>
            <p:nvPr/>
          </p:nvSpPr>
          <p:spPr>
            <a:xfrm>
              <a:off x="3087525" y="3427125"/>
              <a:ext cx="281100" cy="635775"/>
            </a:xfrm>
            <a:custGeom>
              <a:avLst/>
              <a:gdLst/>
              <a:ahLst/>
              <a:cxnLst/>
              <a:rect l="l" t="t" r="r" b="b"/>
              <a:pathLst>
                <a:path w="11244" h="25431" extrusionOk="0">
                  <a:moveTo>
                    <a:pt x="10958" y="0"/>
                  </a:moveTo>
                  <a:cubicBezTo>
                    <a:pt x="10800" y="0"/>
                    <a:pt x="10673" y="127"/>
                    <a:pt x="10673" y="254"/>
                  </a:cubicBezTo>
                  <a:lnTo>
                    <a:pt x="10673" y="17291"/>
                  </a:lnTo>
                  <a:lnTo>
                    <a:pt x="159" y="24924"/>
                  </a:lnTo>
                  <a:cubicBezTo>
                    <a:pt x="33" y="24987"/>
                    <a:pt x="1" y="25177"/>
                    <a:pt x="96" y="25304"/>
                  </a:cubicBezTo>
                  <a:cubicBezTo>
                    <a:pt x="159" y="25367"/>
                    <a:pt x="254" y="25430"/>
                    <a:pt x="318" y="25430"/>
                  </a:cubicBezTo>
                  <a:cubicBezTo>
                    <a:pt x="381" y="25430"/>
                    <a:pt x="444" y="25399"/>
                    <a:pt x="508" y="25367"/>
                  </a:cubicBezTo>
                  <a:lnTo>
                    <a:pt x="11117" y="17640"/>
                  </a:lnTo>
                  <a:cubicBezTo>
                    <a:pt x="11212" y="17608"/>
                    <a:pt x="11244" y="17513"/>
                    <a:pt x="11244" y="17418"/>
                  </a:cubicBezTo>
                  <a:lnTo>
                    <a:pt x="11244" y="254"/>
                  </a:lnTo>
                  <a:cubicBezTo>
                    <a:pt x="11244" y="127"/>
                    <a:pt x="11117" y="0"/>
                    <a:pt x="109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42"/>
            <p:cNvSpPr/>
            <p:nvPr/>
          </p:nvSpPr>
          <p:spPr>
            <a:xfrm>
              <a:off x="3548325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1117"/>
                  </a:lnTo>
                  <a:cubicBezTo>
                    <a:pt x="0" y="11180"/>
                    <a:pt x="32" y="11243"/>
                    <a:pt x="64" y="11307"/>
                  </a:cubicBezTo>
                  <a:lnTo>
                    <a:pt x="5416" y="16627"/>
                  </a:lnTo>
                  <a:lnTo>
                    <a:pt x="5416" y="34172"/>
                  </a:lnTo>
                  <a:cubicBezTo>
                    <a:pt x="5416" y="34330"/>
                    <a:pt x="5542" y="34457"/>
                    <a:pt x="5669" y="34457"/>
                  </a:cubicBezTo>
                  <a:cubicBezTo>
                    <a:pt x="5827" y="34457"/>
                    <a:pt x="5954" y="34330"/>
                    <a:pt x="5954" y="34172"/>
                  </a:cubicBezTo>
                  <a:lnTo>
                    <a:pt x="5954" y="16500"/>
                  </a:lnTo>
                  <a:cubicBezTo>
                    <a:pt x="5954" y="16437"/>
                    <a:pt x="5922" y="16374"/>
                    <a:pt x="5891" y="16310"/>
                  </a:cubicBezTo>
                  <a:lnTo>
                    <a:pt x="570" y="10990"/>
                  </a:lnTo>
                  <a:lnTo>
                    <a:pt x="570" y="286"/>
                  </a:ln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42"/>
            <p:cNvSpPr/>
            <p:nvPr/>
          </p:nvSpPr>
          <p:spPr>
            <a:xfrm>
              <a:off x="302182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313" y="0"/>
                  </a:moveTo>
                  <a:cubicBezTo>
                    <a:pt x="238" y="0"/>
                    <a:pt x="159" y="32"/>
                    <a:pt x="95" y="95"/>
                  </a:cubicBezTo>
                  <a:cubicBezTo>
                    <a:pt x="0" y="190"/>
                    <a:pt x="0" y="380"/>
                    <a:pt x="95" y="475"/>
                  </a:cubicBezTo>
                  <a:lnTo>
                    <a:pt x="13301" y="13681"/>
                  </a:lnTo>
                  <a:lnTo>
                    <a:pt x="13301" y="26349"/>
                  </a:lnTo>
                  <a:cubicBezTo>
                    <a:pt x="13301" y="26507"/>
                    <a:pt x="13428" y="26634"/>
                    <a:pt x="13586" y="26634"/>
                  </a:cubicBezTo>
                  <a:cubicBezTo>
                    <a:pt x="13745" y="26634"/>
                    <a:pt x="13872" y="26507"/>
                    <a:pt x="13872" y="26349"/>
                  </a:cubicBezTo>
                  <a:lnTo>
                    <a:pt x="13872" y="13586"/>
                  </a:lnTo>
                  <a:cubicBezTo>
                    <a:pt x="13872" y="13491"/>
                    <a:pt x="13840" y="13428"/>
                    <a:pt x="13776" y="13365"/>
                  </a:cubicBezTo>
                  <a:lnTo>
                    <a:pt x="507" y="95"/>
                  </a:lnTo>
                  <a:cubicBezTo>
                    <a:pt x="460" y="32"/>
                    <a:pt x="388" y="0"/>
                    <a:pt x="31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42"/>
            <p:cNvSpPr/>
            <p:nvPr/>
          </p:nvSpPr>
          <p:spPr>
            <a:xfrm>
              <a:off x="2421700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65" y="1"/>
                    <a:pt x="0" y="634"/>
                    <a:pt x="0" y="1426"/>
                  </a:cubicBezTo>
                  <a:cubicBezTo>
                    <a:pt x="0" y="2186"/>
                    <a:pt x="665" y="2851"/>
                    <a:pt x="1425" y="2851"/>
                  </a:cubicBezTo>
                  <a:cubicBezTo>
                    <a:pt x="2217" y="2851"/>
                    <a:pt x="2851" y="2186"/>
                    <a:pt x="2851" y="1426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42"/>
            <p:cNvSpPr/>
            <p:nvPr/>
          </p:nvSpPr>
          <p:spPr>
            <a:xfrm>
              <a:off x="2254650" y="2236375"/>
              <a:ext cx="70475" cy="71275"/>
            </a:xfrm>
            <a:custGeom>
              <a:avLst/>
              <a:gdLst/>
              <a:ahLst/>
              <a:cxnLst/>
              <a:rect l="l" t="t" r="r" b="b"/>
              <a:pathLst>
                <a:path w="2819" h="2851" extrusionOk="0">
                  <a:moveTo>
                    <a:pt x="1425" y="570"/>
                  </a:moveTo>
                  <a:cubicBezTo>
                    <a:pt x="1869" y="570"/>
                    <a:pt x="2280" y="950"/>
                    <a:pt x="2280" y="1425"/>
                  </a:cubicBezTo>
                  <a:cubicBezTo>
                    <a:pt x="2280" y="1900"/>
                    <a:pt x="1869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65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19" y="2217"/>
                    <a:pt x="2819" y="1425"/>
                  </a:cubicBezTo>
                  <a:cubicBezTo>
                    <a:pt x="2819" y="665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42"/>
            <p:cNvSpPr/>
            <p:nvPr/>
          </p:nvSpPr>
          <p:spPr>
            <a:xfrm>
              <a:off x="3519825" y="182072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0"/>
                  </a:moveTo>
                  <a:cubicBezTo>
                    <a:pt x="1900" y="570"/>
                    <a:pt x="2280" y="950"/>
                    <a:pt x="2280" y="1425"/>
                  </a:cubicBezTo>
                  <a:cubicBezTo>
                    <a:pt x="2280" y="1900"/>
                    <a:pt x="1900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51" y="2217"/>
                    <a:pt x="2851" y="1425"/>
                  </a:cubicBezTo>
                  <a:cubicBezTo>
                    <a:pt x="2851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42"/>
            <p:cNvSpPr/>
            <p:nvPr/>
          </p:nvSpPr>
          <p:spPr>
            <a:xfrm>
              <a:off x="3371775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42"/>
            <p:cNvSpPr/>
            <p:nvPr/>
          </p:nvSpPr>
          <p:spPr>
            <a:xfrm>
              <a:off x="2892775" y="2792150"/>
              <a:ext cx="70475" cy="71300"/>
            </a:xfrm>
            <a:custGeom>
              <a:avLst/>
              <a:gdLst/>
              <a:ahLst/>
              <a:cxnLst/>
              <a:rect l="l" t="t" r="r" b="b"/>
              <a:pathLst>
                <a:path w="2819" h="2852" extrusionOk="0">
                  <a:moveTo>
                    <a:pt x="1425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8"/>
                    <a:pt x="634" y="2851"/>
                    <a:pt x="1425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42"/>
            <p:cNvSpPr/>
            <p:nvPr/>
          </p:nvSpPr>
          <p:spPr>
            <a:xfrm>
              <a:off x="2268900" y="3606050"/>
              <a:ext cx="70475" cy="70475"/>
            </a:xfrm>
            <a:custGeom>
              <a:avLst/>
              <a:gdLst/>
              <a:ahLst/>
              <a:cxnLst/>
              <a:rect l="l" t="t" r="r" b="b"/>
              <a:pathLst>
                <a:path w="2819" h="2819" extrusionOk="0">
                  <a:moveTo>
                    <a:pt x="1425" y="539"/>
                  </a:moveTo>
                  <a:cubicBezTo>
                    <a:pt x="1900" y="539"/>
                    <a:pt x="2280" y="951"/>
                    <a:pt x="2280" y="1394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4"/>
                  </a:cubicBezTo>
                  <a:cubicBezTo>
                    <a:pt x="570" y="951"/>
                    <a:pt x="950" y="539"/>
                    <a:pt x="1425" y="539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185" y="2819"/>
                    <a:pt x="2819" y="2186"/>
                    <a:pt x="2819" y="1394"/>
                  </a:cubicBezTo>
                  <a:cubicBezTo>
                    <a:pt x="2819" y="634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42"/>
            <p:cNvSpPr/>
            <p:nvPr/>
          </p:nvSpPr>
          <p:spPr>
            <a:xfrm>
              <a:off x="232272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7" y="2851"/>
                    <a:pt x="2851" y="2218"/>
                    <a:pt x="2851" y="1426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42"/>
            <p:cNvSpPr/>
            <p:nvPr/>
          </p:nvSpPr>
          <p:spPr>
            <a:xfrm>
              <a:off x="3391550" y="4417575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8"/>
                  </a:moveTo>
                  <a:cubicBezTo>
                    <a:pt x="1869" y="538"/>
                    <a:pt x="2249" y="918"/>
                    <a:pt x="2249" y="1393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19" y="2249"/>
                    <a:pt x="539" y="1869"/>
                    <a:pt x="539" y="1393"/>
                  </a:cubicBezTo>
                  <a:cubicBezTo>
                    <a:pt x="539" y="918"/>
                    <a:pt x="919" y="538"/>
                    <a:pt x="1394" y="538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393"/>
                  </a:cubicBezTo>
                  <a:cubicBezTo>
                    <a:pt x="1" y="2185"/>
                    <a:pt x="634" y="2819"/>
                    <a:pt x="1394" y="2819"/>
                  </a:cubicBezTo>
                  <a:cubicBezTo>
                    <a:pt x="2186" y="2819"/>
                    <a:pt x="2819" y="2185"/>
                    <a:pt x="2819" y="1393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42"/>
            <p:cNvSpPr/>
            <p:nvPr/>
          </p:nvSpPr>
          <p:spPr>
            <a:xfrm>
              <a:off x="3554650" y="43399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19" y="2281"/>
                    <a:pt x="539" y="1901"/>
                    <a:pt x="539" y="1426"/>
                  </a:cubicBezTo>
                  <a:cubicBezTo>
                    <a:pt x="539" y="951"/>
                    <a:pt x="919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7"/>
                    <a:pt x="634" y="2851"/>
                    <a:pt x="1394" y="2851"/>
                  </a:cubicBezTo>
                  <a:cubicBezTo>
                    <a:pt x="2186" y="2851"/>
                    <a:pt x="2819" y="2217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42"/>
            <p:cNvSpPr/>
            <p:nvPr/>
          </p:nvSpPr>
          <p:spPr>
            <a:xfrm>
              <a:off x="3420850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317" y="0"/>
                  </a:moveTo>
                  <a:cubicBezTo>
                    <a:pt x="246" y="0"/>
                    <a:pt x="175" y="32"/>
                    <a:pt x="127" y="95"/>
                  </a:cubicBezTo>
                  <a:cubicBezTo>
                    <a:pt x="1" y="190"/>
                    <a:pt x="1" y="380"/>
                    <a:pt x="127" y="475"/>
                  </a:cubicBezTo>
                  <a:lnTo>
                    <a:pt x="6208" y="6587"/>
                  </a:lnTo>
                  <a:lnTo>
                    <a:pt x="6208" y="17545"/>
                  </a:lnTo>
                  <a:cubicBezTo>
                    <a:pt x="6208" y="17703"/>
                    <a:pt x="6334" y="17830"/>
                    <a:pt x="6493" y="17830"/>
                  </a:cubicBezTo>
                  <a:cubicBezTo>
                    <a:pt x="6651" y="17830"/>
                    <a:pt x="6778" y="17703"/>
                    <a:pt x="6778" y="17545"/>
                  </a:cubicBezTo>
                  <a:lnTo>
                    <a:pt x="6778" y="6461"/>
                  </a:lnTo>
                  <a:cubicBezTo>
                    <a:pt x="6778" y="6397"/>
                    <a:pt x="6746" y="6334"/>
                    <a:pt x="6715" y="6271"/>
                  </a:cubicBezTo>
                  <a:lnTo>
                    <a:pt x="507" y="95"/>
                  </a:lnTo>
                  <a:cubicBezTo>
                    <a:pt x="460" y="32"/>
                    <a:pt x="389" y="0"/>
                    <a:pt x="3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42"/>
            <p:cNvSpPr/>
            <p:nvPr/>
          </p:nvSpPr>
          <p:spPr>
            <a:xfrm>
              <a:off x="2468400" y="2294750"/>
              <a:ext cx="855100" cy="509300"/>
            </a:xfrm>
            <a:custGeom>
              <a:avLst/>
              <a:gdLst/>
              <a:ahLst/>
              <a:cxnLst/>
              <a:rect l="l" t="t" r="r" b="b"/>
              <a:pathLst>
                <a:path w="34204" h="20372" extrusionOk="0">
                  <a:moveTo>
                    <a:pt x="317" y="1"/>
                  </a:moveTo>
                  <a:cubicBezTo>
                    <a:pt x="246" y="1"/>
                    <a:pt x="175" y="25"/>
                    <a:pt x="127" y="72"/>
                  </a:cubicBezTo>
                  <a:cubicBezTo>
                    <a:pt x="1" y="199"/>
                    <a:pt x="1" y="357"/>
                    <a:pt x="127" y="484"/>
                  </a:cubicBezTo>
                  <a:lnTo>
                    <a:pt x="10705" y="11061"/>
                  </a:lnTo>
                  <a:cubicBezTo>
                    <a:pt x="10737" y="11125"/>
                    <a:pt x="10800" y="11125"/>
                    <a:pt x="10895" y="11125"/>
                  </a:cubicBezTo>
                  <a:lnTo>
                    <a:pt x="24544" y="11125"/>
                  </a:lnTo>
                  <a:lnTo>
                    <a:pt x="33697" y="20277"/>
                  </a:lnTo>
                  <a:cubicBezTo>
                    <a:pt x="33760" y="20340"/>
                    <a:pt x="33823" y="20372"/>
                    <a:pt x="33918" y="20372"/>
                  </a:cubicBezTo>
                  <a:cubicBezTo>
                    <a:pt x="33982" y="20372"/>
                    <a:pt x="34045" y="20340"/>
                    <a:pt x="34108" y="20277"/>
                  </a:cubicBezTo>
                  <a:cubicBezTo>
                    <a:pt x="34203" y="20182"/>
                    <a:pt x="34203" y="19992"/>
                    <a:pt x="34108" y="19897"/>
                  </a:cubicBezTo>
                  <a:lnTo>
                    <a:pt x="24861" y="10650"/>
                  </a:lnTo>
                  <a:cubicBezTo>
                    <a:pt x="24829" y="10586"/>
                    <a:pt x="24734" y="10586"/>
                    <a:pt x="24671" y="10586"/>
                  </a:cubicBezTo>
                  <a:lnTo>
                    <a:pt x="10990" y="10586"/>
                  </a:lnTo>
                  <a:lnTo>
                    <a:pt x="507" y="72"/>
                  </a:lnTo>
                  <a:cubicBezTo>
                    <a:pt x="460" y="25"/>
                    <a:pt x="389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42"/>
            <p:cNvSpPr/>
            <p:nvPr/>
          </p:nvSpPr>
          <p:spPr>
            <a:xfrm>
              <a:off x="2310050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18" y="1"/>
                  </a:moveTo>
                  <a:cubicBezTo>
                    <a:pt x="246" y="1"/>
                    <a:pt x="175" y="25"/>
                    <a:pt x="128" y="72"/>
                  </a:cubicBezTo>
                  <a:cubicBezTo>
                    <a:pt x="1" y="199"/>
                    <a:pt x="1" y="357"/>
                    <a:pt x="128" y="484"/>
                  </a:cubicBezTo>
                  <a:lnTo>
                    <a:pt x="16342" y="16698"/>
                  </a:lnTo>
                  <a:cubicBezTo>
                    <a:pt x="16406" y="16762"/>
                    <a:pt x="16469" y="16793"/>
                    <a:pt x="16532" y="16793"/>
                  </a:cubicBezTo>
                  <a:lnTo>
                    <a:pt x="29358" y="16793"/>
                  </a:lnTo>
                  <a:lnTo>
                    <a:pt x="39809" y="27244"/>
                  </a:lnTo>
                  <a:cubicBezTo>
                    <a:pt x="39841" y="27276"/>
                    <a:pt x="39936" y="27307"/>
                    <a:pt x="39999" y="27307"/>
                  </a:cubicBezTo>
                  <a:cubicBezTo>
                    <a:pt x="40062" y="27307"/>
                    <a:pt x="40157" y="27276"/>
                    <a:pt x="40189" y="27244"/>
                  </a:cubicBezTo>
                  <a:cubicBezTo>
                    <a:pt x="40316" y="27117"/>
                    <a:pt x="40316" y="26959"/>
                    <a:pt x="40189" y="26832"/>
                  </a:cubicBezTo>
                  <a:lnTo>
                    <a:pt x="29643" y="16287"/>
                  </a:lnTo>
                  <a:cubicBezTo>
                    <a:pt x="29612" y="16255"/>
                    <a:pt x="29548" y="16223"/>
                    <a:pt x="29453" y="16223"/>
                  </a:cubicBezTo>
                  <a:lnTo>
                    <a:pt x="16659" y="16223"/>
                  </a:lnTo>
                  <a:lnTo>
                    <a:pt x="508" y="72"/>
                  </a:lnTo>
                  <a:cubicBezTo>
                    <a:pt x="460" y="25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42"/>
            <p:cNvSpPr/>
            <p:nvPr/>
          </p:nvSpPr>
          <p:spPr>
            <a:xfrm>
              <a:off x="2330650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32081" y="1"/>
                  </a:moveTo>
                  <a:cubicBezTo>
                    <a:pt x="32018" y="1"/>
                    <a:pt x="31954" y="33"/>
                    <a:pt x="31923" y="64"/>
                  </a:cubicBezTo>
                  <a:lnTo>
                    <a:pt x="17767" y="12574"/>
                  </a:lnTo>
                  <a:lnTo>
                    <a:pt x="285" y="12574"/>
                  </a:lnTo>
                  <a:cubicBezTo>
                    <a:pt x="127" y="12574"/>
                    <a:pt x="0" y="12700"/>
                    <a:pt x="0" y="12827"/>
                  </a:cubicBezTo>
                  <a:cubicBezTo>
                    <a:pt x="0" y="12985"/>
                    <a:pt x="127" y="13112"/>
                    <a:pt x="285" y="13112"/>
                  </a:cubicBezTo>
                  <a:lnTo>
                    <a:pt x="17862" y="13112"/>
                  </a:lnTo>
                  <a:cubicBezTo>
                    <a:pt x="17925" y="13112"/>
                    <a:pt x="17988" y="13112"/>
                    <a:pt x="18052" y="13049"/>
                  </a:cubicBezTo>
                  <a:lnTo>
                    <a:pt x="32208" y="571"/>
                  </a:lnTo>
                  <a:lnTo>
                    <a:pt x="38193" y="571"/>
                  </a:lnTo>
                  <a:cubicBezTo>
                    <a:pt x="38352" y="571"/>
                    <a:pt x="38478" y="444"/>
                    <a:pt x="38478" y="286"/>
                  </a:cubicBezTo>
                  <a:cubicBezTo>
                    <a:pt x="38478" y="128"/>
                    <a:pt x="38352" y="1"/>
                    <a:pt x="3819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42"/>
            <p:cNvSpPr/>
            <p:nvPr/>
          </p:nvSpPr>
          <p:spPr>
            <a:xfrm>
              <a:off x="2941850" y="2842025"/>
              <a:ext cx="381650" cy="197975"/>
            </a:xfrm>
            <a:custGeom>
              <a:avLst/>
              <a:gdLst/>
              <a:ahLst/>
              <a:cxnLst/>
              <a:rect l="l" t="t" r="r" b="b"/>
              <a:pathLst>
                <a:path w="15266" h="7919" extrusionOk="0">
                  <a:moveTo>
                    <a:pt x="318" y="1"/>
                  </a:moveTo>
                  <a:cubicBezTo>
                    <a:pt x="246" y="1"/>
                    <a:pt x="175" y="33"/>
                    <a:pt x="128" y="96"/>
                  </a:cubicBezTo>
                  <a:cubicBezTo>
                    <a:pt x="1" y="191"/>
                    <a:pt x="1" y="381"/>
                    <a:pt x="128" y="476"/>
                  </a:cubicBezTo>
                  <a:lnTo>
                    <a:pt x="7475" y="7823"/>
                  </a:lnTo>
                  <a:cubicBezTo>
                    <a:pt x="7538" y="7887"/>
                    <a:pt x="7601" y="7918"/>
                    <a:pt x="7665" y="7918"/>
                  </a:cubicBezTo>
                  <a:lnTo>
                    <a:pt x="14980" y="7918"/>
                  </a:lnTo>
                  <a:cubicBezTo>
                    <a:pt x="15107" y="7918"/>
                    <a:pt x="15265" y="7792"/>
                    <a:pt x="15234" y="7633"/>
                  </a:cubicBezTo>
                  <a:cubicBezTo>
                    <a:pt x="15234" y="7475"/>
                    <a:pt x="15107" y="7348"/>
                    <a:pt x="14980" y="7348"/>
                  </a:cubicBezTo>
                  <a:lnTo>
                    <a:pt x="7791" y="7348"/>
                  </a:lnTo>
                  <a:lnTo>
                    <a:pt x="508" y="96"/>
                  </a:lnTo>
                  <a:cubicBezTo>
                    <a:pt x="460" y="33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42"/>
            <p:cNvSpPr/>
            <p:nvPr/>
          </p:nvSpPr>
          <p:spPr>
            <a:xfrm>
              <a:off x="3793750" y="3393075"/>
              <a:ext cx="14275" cy="1086275"/>
            </a:xfrm>
            <a:custGeom>
              <a:avLst/>
              <a:gdLst/>
              <a:ahLst/>
              <a:cxnLst/>
              <a:rect l="l" t="t" r="r" b="b"/>
              <a:pathLst>
                <a:path w="571" h="43451" extrusionOk="0">
                  <a:moveTo>
                    <a:pt x="286" y="1"/>
                  </a:moveTo>
                  <a:cubicBezTo>
                    <a:pt x="127" y="1"/>
                    <a:pt x="1" y="127"/>
                    <a:pt x="1" y="286"/>
                  </a:cubicBezTo>
                  <a:lnTo>
                    <a:pt x="1" y="43165"/>
                  </a:lnTo>
                  <a:cubicBezTo>
                    <a:pt x="1" y="43324"/>
                    <a:pt x="127" y="43450"/>
                    <a:pt x="286" y="43450"/>
                  </a:cubicBezTo>
                  <a:cubicBezTo>
                    <a:pt x="444" y="43450"/>
                    <a:pt x="571" y="43324"/>
                    <a:pt x="571" y="43165"/>
                  </a:cubicBezTo>
                  <a:lnTo>
                    <a:pt x="571" y="286"/>
                  </a:lnTo>
                  <a:cubicBezTo>
                    <a:pt x="571" y="127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42"/>
            <p:cNvSpPr/>
            <p:nvPr/>
          </p:nvSpPr>
          <p:spPr>
            <a:xfrm>
              <a:off x="3793750" y="1739950"/>
              <a:ext cx="14275" cy="1064100"/>
            </a:xfrm>
            <a:custGeom>
              <a:avLst/>
              <a:gdLst/>
              <a:ahLst/>
              <a:cxnLst/>
              <a:rect l="l" t="t" r="r" b="b"/>
              <a:pathLst>
                <a:path w="571" h="42564" extrusionOk="0"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42279"/>
                  </a:lnTo>
                  <a:cubicBezTo>
                    <a:pt x="1" y="42437"/>
                    <a:pt x="127" y="42564"/>
                    <a:pt x="286" y="42564"/>
                  </a:cubicBezTo>
                  <a:cubicBezTo>
                    <a:pt x="444" y="42564"/>
                    <a:pt x="571" y="42437"/>
                    <a:pt x="571" y="42279"/>
                  </a:cubicBezTo>
                  <a:lnTo>
                    <a:pt x="571" y="286"/>
                  </a:ln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42"/>
            <p:cNvSpPr/>
            <p:nvPr/>
          </p:nvSpPr>
          <p:spPr>
            <a:xfrm>
              <a:off x="3765250" y="1683750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39"/>
                  </a:moveTo>
                  <a:cubicBezTo>
                    <a:pt x="1901" y="539"/>
                    <a:pt x="2281" y="919"/>
                    <a:pt x="2281" y="1394"/>
                  </a:cubicBezTo>
                  <a:cubicBezTo>
                    <a:pt x="2281" y="1869"/>
                    <a:pt x="1901" y="2249"/>
                    <a:pt x="1426" y="2249"/>
                  </a:cubicBezTo>
                  <a:cubicBezTo>
                    <a:pt x="951" y="2249"/>
                    <a:pt x="571" y="1869"/>
                    <a:pt x="571" y="1394"/>
                  </a:cubicBezTo>
                  <a:cubicBezTo>
                    <a:pt x="571" y="919"/>
                    <a:pt x="951" y="539"/>
                    <a:pt x="1426" y="539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8" y="2819"/>
                    <a:pt x="2851" y="2186"/>
                    <a:pt x="2851" y="1394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2"/>
            <p:cNvSpPr/>
            <p:nvPr/>
          </p:nvSpPr>
          <p:spPr>
            <a:xfrm>
              <a:off x="3765250" y="44650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70"/>
                  </a:moveTo>
                  <a:cubicBezTo>
                    <a:pt x="1901" y="570"/>
                    <a:pt x="2281" y="950"/>
                    <a:pt x="2281" y="1425"/>
                  </a:cubicBezTo>
                  <a:cubicBezTo>
                    <a:pt x="2281" y="1900"/>
                    <a:pt x="1901" y="2280"/>
                    <a:pt x="1426" y="2280"/>
                  </a:cubicBezTo>
                  <a:cubicBezTo>
                    <a:pt x="951" y="2280"/>
                    <a:pt x="571" y="1900"/>
                    <a:pt x="571" y="1425"/>
                  </a:cubicBezTo>
                  <a:cubicBezTo>
                    <a:pt x="571" y="950"/>
                    <a:pt x="951" y="570"/>
                    <a:pt x="1426" y="570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25"/>
                  </a:cubicBezTo>
                  <a:cubicBezTo>
                    <a:pt x="1" y="2185"/>
                    <a:pt x="634" y="2819"/>
                    <a:pt x="1426" y="2819"/>
                  </a:cubicBezTo>
                  <a:cubicBezTo>
                    <a:pt x="2218" y="2819"/>
                    <a:pt x="2851" y="2185"/>
                    <a:pt x="2851" y="1425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2"/>
            <p:cNvSpPr/>
            <p:nvPr/>
          </p:nvSpPr>
          <p:spPr>
            <a:xfrm>
              <a:off x="2278400" y="3860050"/>
              <a:ext cx="691975" cy="652675"/>
            </a:xfrm>
            <a:custGeom>
              <a:avLst/>
              <a:gdLst/>
              <a:ahLst/>
              <a:cxnLst/>
              <a:rect l="l" t="t" r="r" b="b"/>
              <a:pathLst>
                <a:path w="27679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4" y="101"/>
                  </a:cubicBezTo>
                  <a:cubicBezTo>
                    <a:pt x="5099" y="988"/>
                    <a:pt x="0" y="7512"/>
                    <a:pt x="887" y="14669"/>
                  </a:cubicBezTo>
                  <a:cubicBezTo>
                    <a:pt x="1706" y="21253"/>
                    <a:pt x="7339" y="26107"/>
                    <a:pt x="13811" y="26107"/>
                  </a:cubicBezTo>
                  <a:cubicBezTo>
                    <a:pt x="14344" y="26107"/>
                    <a:pt x="14882" y="26074"/>
                    <a:pt x="15423" y="26006"/>
                  </a:cubicBezTo>
                  <a:cubicBezTo>
                    <a:pt x="22580" y="25120"/>
                    <a:pt x="27679" y="18596"/>
                    <a:pt x="26792" y="11470"/>
                  </a:cubicBezTo>
                  <a:cubicBezTo>
                    <a:pt x="25973" y="4857"/>
                    <a:pt x="20340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2"/>
            <p:cNvSpPr/>
            <p:nvPr/>
          </p:nvSpPr>
          <p:spPr>
            <a:xfrm>
              <a:off x="2411400" y="3973400"/>
              <a:ext cx="425975" cy="425975"/>
            </a:xfrm>
            <a:custGeom>
              <a:avLst/>
              <a:gdLst/>
              <a:ahLst/>
              <a:cxnLst/>
              <a:rect l="l" t="t" r="r" b="b"/>
              <a:pathLst>
                <a:path w="17039" h="17039" extrusionOk="0">
                  <a:moveTo>
                    <a:pt x="8520" y="1"/>
                  </a:moveTo>
                  <a:cubicBezTo>
                    <a:pt x="3801" y="1"/>
                    <a:pt x="1" y="3801"/>
                    <a:pt x="1" y="8520"/>
                  </a:cubicBezTo>
                  <a:cubicBezTo>
                    <a:pt x="1" y="13238"/>
                    <a:pt x="3801" y="17039"/>
                    <a:pt x="8520" y="17039"/>
                  </a:cubicBezTo>
                  <a:cubicBezTo>
                    <a:pt x="13238" y="17039"/>
                    <a:pt x="17039" y="13238"/>
                    <a:pt x="17039" y="8520"/>
                  </a:cubicBezTo>
                  <a:cubicBezTo>
                    <a:pt x="17039" y="3801"/>
                    <a:pt x="13238" y="1"/>
                    <a:pt x="8520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2"/>
            <p:cNvSpPr/>
            <p:nvPr/>
          </p:nvSpPr>
          <p:spPr>
            <a:xfrm>
              <a:off x="2446250" y="4008250"/>
              <a:ext cx="356300" cy="356300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53"/>
                    <a:pt x="3199" y="14251"/>
                    <a:pt x="7126" y="14251"/>
                  </a:cubicBezTo>
                  <a:cubicBezTo>
                    <a:pt x="11053" y="14251"/>
                    <a:pt x="14251" y="11053"/>
                    <a:pt x="14251" y="7126"/>
                  </a:cubicBezTo>
                  <a:cubicBezTo>
                    <a:pt x="14251" y="3199"/>
                    <a:pt x="11053" y="0"/>
                    <a:pt x="712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2"/>
            <p:cNvSpPr/>
            <p:nvPr/>
          </p:nvSpPr>
          <p:spPr>
            <a:xfrm>
              <a:off x="2481075" y="4008250"/>
              <a:ext cx="321475" cy="305625"/>
            </a:xfrm>
            <a:custGeom>
              <a:avLst/>
              <a:gdLst/>
              <a:ahLst/>
              <a:cxnLst/>
              <a:rect l="l" t="t" r="r" b="b"/>
              <a:pathLst>
                <a:path w="12859" h="12225" extrusionOk="0">
                  <a:moveTo>
                    <a:pt x="5733" y="0"/>
                  </a:moveTo>
                  <a:cubicBezTo>
                    <a:pt x="3389" y="0"/>
                    <a:pt x="1299" y="1140"/>
                    <a:pt x="0" y="2914"/>
                  </a:cubicBezTo>
                  <a:cubicBezTo>
                    <a:pt x="1267" y="1647"/>
                    <a:pt x="3041" y="887"/>
                    <a:pt x="4941" y="887"/>
                  </a:cubicBezTo>
                  <a:cubicBezTo>
                    <a:pt x="8899" y="887"/>
                    <a:pt x="12066" y="4086"/>
                    <a:pt x="12066" y="8012"/>
                  </a:cubicBezTo>
                  <a:cubicBezTo>
                    <a:pt x="12066" y="9596"/>
                    <a:pt x="11560" y="11053"/>
                    <a:pt x="10673" y="12224"/>
                  </a:cubicBezTo>
                  <a:cubicBezTo>
                    <a:pt x="12003" y="10926"/>
                    <a:pt x="12858" y="9121"/>
                    <a:pt x="12858" y="7126"/>
                  </a:cubicBezTo>
                  <a:cubicBezTo>
                    <a:pt x="12858" y="3199"/>
                    <a:pt x="9660" y="0"/>
                    <a:pt x="573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2"/>
            <p:cNvSpPr/>
            <p:nvPr/>
          </p:nvSpPr>
          <p:spPr>
            <a:xfrm>
              <a:off x="2524625" y="4063675"/>
              <a:ext cx="203500" cy="245450"/>
            </a:xfrm>
            <a:custGeom>
              <a:avLst/>
              <a:gdLst/>
              <a:ahLst/>
              <a:cxnLst/>
              <a:rect l="l" t="t" r="r" b="b"/>
              <a:pathLst>
                <a:path w="8140" h="9818" extrusionOk="0">
                  <a:moveTo>
                    <a:pt x="4522" y="2237"/>
                  </a:moveTo>
                  <a:cubicBezTo>
                    <a:pt x="4852" y="2237"/>
                    <a:pt x="5511" y="2344"/>
                    <a:pt x="5511" y="3199"/>
                  </a:cubicBezTo>
                  <a:cubicBezTo>
                    <a:pt x="5511" y="4117"/>
                    <a:pt x="4719" y="4149"/>
                    <a:pt x="4719" y="4149"/>
                  </a:cubicBezTo>
                  <a:lnTo>
                    <a:pt x="3167" y="4149"/>
                  </a:lnTo>
                  <a:lnTo>
                    <a:pt x="3167" y="2249"/>
                  </a:lnTo>
                  <a:lnTo>
                    <a:pt x="4339" y="2249"/>
                  </a:lnTo>
                  <a:cubicBezTo>
                    <a:pt x="4339" y="2249"/>
                    <a:pt x="4412" y="2237"/>
                    <a:pt x="4522" y="2237"/>
                  </a:cubicBezTo>
                  <a:close/>
                  <a:moveTo>
                    <a:pt x="4855" y="5224"/>
                  </a:moveTo>
                  <a:cubicBezTo>
                    <a:pt x="5168" y="5224"/>
                    <a:pt x="6397" y="5296"/>
                    <a:pt x="6397" y="6429"/>
                  </a:cubicBezTo>
                  <a:cubicBezTo>
                    <a:pt x="6397" y="7601"/>
                    <a:pt x="5321" y="7632"/>
                    <a:pt x="5321" y="7632"/>
                  </a:cubicBezTo>
                  <a:lnTo>
                    <a:pt x="3167" y="7632"/>
                  </a:lnTo>
                  <a:lnTo>
                    <a:pt x="3167" y="5225"/>
                  </a:lnTo>
                  <a:lnTo>
                    <a:pt x="4782" y="5225"/>
                  </a:lnTo>
                  <a:cubicBezTo>
                    <a:pt x="4782" y="5225"/>
                    <a:pt x="4809" y="5224"/>
                    <a:pt x="4855" y="5224"/>
                  </a:cubicBezTo>
                  <a:close/>
                  <a:moveTo>
                    <a:pt x="2185" y="0"/>
                  </a:moveTo>
                  <a:lnTo>
                    <a:pt x="2185" y="1172"/>
                  </a:lnTo>
                  <a:lnTo>
                    <a:pt x="0" y="1172"/>
                  </a:lnTo>
                  <a:lnTo>
                    <a:pt x="0" y="2185"/>
                  </a:lnTo>
                  <a:lnTo>
                    <a:pt x="1584" y="2185"/>
                  </a:lnTo>
                  <a:lnTo>
                    <a:pt x="1584" y="7506"/>
                  </a:lnTo>
                  <a:lnTo>
                    <a:pt x="95" y="7506"/>
                  </a:lnTo>
                  <a:lnTo>
                    <a:pt x="95" y="8614"/>
                  </a:lnTo>
                  <a:lnTo>
                    <a:pt x="2185" y="8614"/>
                  </a:lnTo>
                  <a:lnTo>
                    <a:pt x="2185" y="9817"/>
                  </a:lnTo>
                  <a:lnTo>
                    <a:pt x="3136" y="9817"/>
                  </a:lnTo>
                  <a:lnTo>
                    <a:pt x="3136" y="8614"/>
                  </a:lnTo>
                  <a:lnTo>
                    <a:pt x="4022" y="8614"/>
                  </a:lnTo>
                  <a:lnTo>
                    <a:pt x="4022" y="9817"/>
                  </a:lnTo>
                  <a:lnTo>
                    <a:pt x="5004" y="9817"/>
                  </a:lnTo>
                  <a:lnTo>
                    <a:pt x="5004" y="8614"/>
                  </a:lnTo>
                  <a:cubicBezTo>
                    <a:pt x="6112" y="8614"/>
                    <a:pt x="7759" y="8424"/>
                    <a:pt x="7949" y="6619"/>
                  </a:cubicBezTo>
                  <a:cubicBezTo>
                    <a:pt x="8139" y="4782"/>
                    <a:pt x="6777" y="4339"/>
                    <a:pt x="6777" y="4339"/>
                  </a:cubicBezTo>
                  <a:cubicBezTo>
                    <a:pt x="6777" y="4339"/>
                    <a:pt x="7252" y="4117"/>
                    <a:pt x="7252" y="2914"/>
                  </a:cubicBezTo>
                  <a:cubicBezTo>
                    <a:pt x="7252" y="1249"/>
                    <a:pt x="5718" y="1171"/>
                    <a:pt x="5430" y="1171"/>
                  </a:cubicBezTo>
                  <a:cubicBezTo>
                    <a:pt x="5400" y="1171"/>
                    <a:pt x="5384" y="1172"/>
                    <a:pt x="5384" y="1172"/>
                  </a:cubicBezTo>
                  <a:lnTo>
                    <a:pt x="5004" y="1172"/>
                  </a:lnTo>
                  <a:lnTo>
                    <a:pt x="5004" y="0"/>
                  </a:lnTo>
                  <a:lnTo>
                    <a:pt x="4022" y="0"/>
                  </a:lnTo>
                  <a:lnTo>
                    <a:pt x="4022" y="1172"/>
                  </a:lnTo>
                  <a:lnTo>
                    <a:pt x="3136" y="117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2"/>
            <p:cNvSpPr/>
            <p:nvPr/>
          </p:nvSpPr>
          <p:spPr>
            <a:xfrm>
              <a:off x="2278400" y="1798400"/>
              <a:ext cx="691975" cy="651900"/>
            </a:xfrm>
            <a:custGeom>
              <a:avLst/>
              <a:gdLst/>
              <a:ahLst/>
              <a:cxnLst/>
              <a:rect l="l" t="t" r="r" b="b"/>
              <a:pathLst>
                <a:path w="27679" h="26076" extrusionOk="0">
                  <a:moveTo>
                    <a:pt x="13851" y="1"/>
                  </a:moveTo>
                  <a:cubicBezTo>
                    <a:pt x="13314" y="1"/>
                    <a:pt x="12771" y="34"/>
                    <a:pt x="12224" y="101"/>
                  </a:cubicBezTo>
                  <a:cubicBezTo>
                    <a:pt x="5099" y="988"/>
                    <a:pt x="0" y="7480"/>
                    <a:pt x="887" y="14637"/>
                  </a:cubicBezTo>
                  <a:cubicBezTo>
                    <a:pt x="1706" y="21248"/>
                    <a:pt x="7334" y="26076"/>
                    <a:pt x="13803" y="26076"/>
                  </a:cubicBezTo>
                  <a:cubicBezTo>
                    <a:pt x="14338" y="26076"/>
                    <a:pt x="14879" y="26043"/>
                    <a:pt x="15423" y="25975"/>
                  </a:cubicBezTo>
                  <a:cubicBezTo>
                    <a:pt x="22580" y="25120"/>
                    <a:pt x="27679" y="18596"/>
                    <a:pt x="26792" y="11439"/>
                  </a:cubicBezTo>
                  <a:cubicBezTo>
                    <a:pt x="25973" y="4828"/>
                    <a:pt x="20345" y="1"/>
                    <a:pt x="1385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42"/>
            <p:cNvSpPr/>
            <p:nvPr/>
          </p:nvSpPr>
          <p:spPr>
            <a:xfrm>
              <a:off x="2404275" y="1975900"/>
              <a:ext cx="307225" cy="338075"/>
            </a:xfrm>
            <a:custGeom>
              <a:avLst/>
              <a:gdLst/>
              <a:ahLst/>
              <a:cxnLst/>
              <a:rect l="l" t="t" r="r" b="b"/>
              <a:pathLst>
                <a:path w="12289" h="13523" extrusionOk="0">
                  <a:moveTo>
                    <a:pt x="8583" y="0"/>
                  </a:moveTo>
                  <a:lnTo>
                    <a:pt x="1" y="3072"/>
                  </a:lnTo>
                  <a:lnTo>
                    <a:pt x="3706" y="13523"/>
                  </a:lnTo>
                  <a:lnTo>
                    <a:pt x="12288" y="10483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42"/>
            <p:cNvSpPr/>
            <p:nvPr/>
          </p:nvSpPr>
          <p:spPr>
            <a:xfrm>
              <a:off x="2506400" y="1960050"/>
              <a:ext cx="229625" cy="279500"/>
            </a:xfrm>
            <a:custGeom>
              <a:avLst/>
              <a:gdLst/>
              <a:ahLst/>
              <a:cxnLst/>
              <a:rect l="l" t="t" r="r" b="b"/>
              <a:pathLst>
                <a:path w="9185" h="11180" extrusionOk="0">
                  <a:moveTo>
                    <a:pt x="96" y="1"/>
                  </a:moveTo>
                  <a:lnTo>
                    <a:pt x="1" y="11117"/>
                  </a:lnTo>
                  <a:lnTo>
                    <a:pt x="9122" y="11180"/>
                  </a:lnTo>
                  <a:lnTo>
                    <a:pt x="9185" y="6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2"/>
            <p:cNvSpPr/>
            <p:nvPr/>
          </p:nvSpPr>
          <p:spPr>
            <a:xfrm>
              <a:off x="2673475" y="2118200"/>
              <a:ext cx="101350" cy="99200"/>
            </a:xfrm>
            <a:custGeom>
              <a:avLst/>
              <a:gdLst/>
              <a:ahLst/>
              <a:cxnLst/>
              <a:rect l="l" t="t" r="r" b="b"/>
              <a:pathLst>
                <a:path w="4054" h="3968" extrusionOk="0">
                  <a:moveTo>
                    <a:pt x="582" y="1"/>
                  </a:moveTo>
                  <a:cubicBezTo>
                    <a:pt x="443" y="1"/>
                    <a:pt x="301" y="56"/>
                    <a:pt x="190" y="167"/>
                  </a:cubicBezTo>
                  <a:cubicBezTo>
                    <a:pt x="0" y="357"/>
                    <a:pt x="0" y="705"/>
                    <a:pt x="190" y="895"/>
                  </a:cubicBezTo>
                  <a:lnTo>
                    <a:pt x="3104" y="3809"/>
                  </a:lnTo>
                  <a:cubicBezTo>
                    <a:pt x="3199" y="3904"/>
                    <a:pt x="3325" y="3967"/>
                    <a:pt x="3484" y="3967"/>
                  </a:cubicBezTo>
                  <a:cubicBezTo>
                    <a:pt x="3610" y="3967"/>
                    <a:pt x="3737" y="3904"/>
                    <a:pt x="3864" y="3809"/>
                  </a:cubicBezTo>
                  <a:cubicBezTo>
                    <a:pt x="4054" y="3587"/>
                    <a:pt x="4054" y="3270"/>
                    <a:pt x="3864" y="3049"/>
                  </a:cubicBezTo>
                  <a:lnTo>
                    <a:pt x="950" y="167"/>
                  </a:lnTo>
                  <a:cubicBezTo>
                    <a:pt x="855" y="56"/>
                    <a:pt x="721" y="1"/>
                    <a:pt x="58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2"/>
            <p:cNvSpPr/>
            <p:nvPr/>
          </p:nvSpPr>
          <p:spPr>
            <a:xfrm>
              <a:off x="2714625" y="2159575"/>
              <a:ext cx="132250" cy="126500"/>
            </a:xfrm>
            <a:custGeom>
              <a:avLst/>
              <a:gdLst/>
              <a:ahLst/>
              <a:cxnLst/>
              <a:rect l="l" t="t" r="r" b="b"/>
              <a:pathLst>
                <a:path w="5290" h="5060" extrusionOk="0">
                  <a:moveTo>
                    <a:pt x="1141" y="0"/>
                  </a:moveTo>
                  <a:cubicBezTo>
                    <a:pt x="880" y="0"/>
                    <a:pt x="618" y="95"/>
                    <a:pt x="413" y="285"/>
                  </a:cubicBezTo>
                  <a:cubicBezTo>
                    <a:pt x="1" y="697"/>
                    <a:pt x="1" y="1330"/>
                    <a:pt x="413" y="1742"/>
                  </a:cubicBezTo>
                  <a:lnTo>
                    <a:pt x="3421" y="4751"/>
                  </a:lnTo>
                  <a:cubicBezTo>
                    <a:pt x="3627" y="4957"/>
                    <a:pt x="3896" y="5059"/>
                    <a:pt x="4161" y="5059"/>
                  </a:cubicBezTo>
                  <a:cubicBezTo>
                    <a:pt x="4427" y="5059"/>
                    <a:pt x="4688" y="4957"/>
                    <a:pt x="4878" y="4751"/>
                  </a:cubicBezTo>
                  <a:cubicBezTo>
                    <a:pt x="5290" y="4371"/>
                    <a:pt x="5290" y="3706"/>
                    <a:pt x="4878" y="3326"/>
                  </a:cubicBezTo>
                  <a:lnTo>
                    <a:pt x="1869" y="285"/>
                  </a:lnTo>
                  <a:cubicBezTo>
                    <a:pt x="1663" y="95"/>
                    <a:pt x="1402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2"/>
            <p:cNvSpPr/>
            <p:nvPr/>
          </p:nvSpPr>
          <p:spPr>
            <a:xfrm>
              <a:off x="2587175" y="1990150"/>
              <a:ext cx="57800" cy="58600"/>
            </a:xfrm>
            <a:custGeom>
              <a:avLst/>
              <a:gdLst/>
              <a:ahLst/>
              <a:cxnLst/>
              <a:rect l="l" t="t" r="r" b="b"/>
              <a:pathLst>
                <a:path w="2312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72" y="2344"/>
                  </a:cubicBezTo>
                  <a:cubicBezTo>
                    <a:pt x="1805" y="2344"/>
                    <a:pt x="2312" y="1805"/>
                    <a:pt x="2312" y="1172"/>
                  </a:cubicBezTo>
                  <a:cubicBezTo>
                    <a:pt x="2312" y="539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42"/>
            <p:cNvSpPr/>
            <p:nvPr/>
          </p:nvSpPr>
          <p:spPr>
            <a:xfrm>
              <a:off x="2563425" y="2046350"/>
              <a:ext cx="105325" cy="74450"/>
            </a:xfrm>
            <a:custGeom>
              <a:avLst/>
              <a:gdLst/>
              <a:ahLst/>
              <a:cxnLst/>
              <a:rect l="l" t="t" r="r" b="b"/>
              <a:pathLst>
                <a:path w="4213" h="2978" extrusionOk="0">
                  <a:moveTo>
                    <a:pt x="1362" y="1"/>
                  </a:moveTo>
                  <a:cubicBezTo>
                    <a:pt x="633" y="1"/>
                    <a:pt x="0" y="602"/>
                    <a:pt x="0" y="1362"/>
                  </a:cubicBezTo>
                  <a:lnTo>
                    <a:pt x="0" y="2978"/>
                  </a:lnTo>
                  <a:lnTo>
                    <a:pt x="4212" y="2978"/>
                  </a:lnTo>
                  <a:lnTo>
                    <a:pt x="4212" y="1362"/>
                  </a:lnTo>
                  <a:cubicBezTo>
                    <a:pt x="4212" y="634"/>
                    <a:pt x="3610" y="1"/>
                    <a:pt x="285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42"/>
            <p:cNvSpPr/>
            <p:nvPr/>
          </p:nvSpPr>
          <p:spPr>
            <a:xfrm>
              <a:off x="2534900" y="2167500"/>
              <a:ext cx="165500" cy="12675"/>
            </a:xfrm>
            <a:custGeom>
              <a:avLst/>
              <a:gdLst/>
              <a:ahLst/>
              <a:cxnLst/>
              <a:rect l="l" t="t" r="r" b="b"/>
              <a:pathLst>
                <a:path w="6620" h="507" extrusionOk="0">
                  <a:moveTo>
                    <a:pt x="254" y="0"/>
                  </a:moveTo>
                  <a:cubicBezTo>
                    <a:pt x="128" y="0"/>
                    <a:pt x="1" y="127"/>
                    <a:pt x="1" y="253"/>
                  </a:cubicBezTo>
                  <a:cubicBezTo>
                    <a:pt x="1" y="380"/>
                    <a:pt x="128" y="507"/>
                    <a:pt x="254" y="507"/>
                  </a:cubicBezTo>
                  <a:lnTo>
                    <a:pt x="6366" y="507"/>
                  </a:lnTo>
                  <a:cubicBezTo>
                    <a:pt x="6493" y="507"/>
                    <a:pt x="6620" y="380"/>
                    <a:pt x="6620" y="253"/>
                  </a:cubicBezTo>
                  <a:cubicBezTo>
                    <a:pt x="6620" y="127"/>
                    <a:pt x="6493" y="0"/>
                    <a:pt x="63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42"/>
            <p:cNvSpPr/>
            <p:nvPr/>
          </p:nvSpPr>
          <p:spPr>
            <a:xfrm>
              <a:off x="2534900" y="2138975"/>
              <a:ext cx="165500" cy="11925"/>
            </a:xfrm>
            <a:custGeom>
              <a:avLst/>
              <a:gdLst/>
              <a:ahLst/>
              <a:cxnLst/>
              <a:rect l="l" t="t" r="r" b="b"/>
              <a:pathLst>
                <a:path w="6620" h="477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54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42"/>
            <p:cNvSpPr/>
            <p:nvPr/>
          </p:nvSpPr>
          <p:spPr>
            <a:xfrm>
              <a:off x="2534900" y="2196775"/>
              <a:ext cx="165500" cy="11900"/>
            </a:xfrm>
            <a:custGeom>
              <a:avLst/>
              <a:gdLst/>
              <a:ahLst/>
              <a:cxnLst/>
              <a:rect l="l" t="t" r="r" b="b"/>
              <a:pathLst>
                <a:path w="6620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22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22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42"/>
            <p:cNvSpPr/>
            <p:nvPr/>
          </p:nvSpPr>
          <p:spPr>
            <a:xfrm>
              <a:off x="2479500" y="1934725"/>
              <a:ext cx="265250" cy="241500"/>
            </a:xfrm>
            <a:custGeom>
              <a:avLst/>
              <a:gdLst/>
              <a:ahLst/>
              <a:cxnLst/>
              <a:rect l="l" t="t" r="r" b="b"/>
              <a:pathLst>
                <a:path w="10610" h="9660" extrusionOk="0">
                  <a:moveTo>
                    <a:pt x="5321" y="1077"/>
                  </a:moveTo>
                  <a:cubicBezTo>
                    <a:pt x="6302" y="1077"/>
                    <a:pt x="7252" y="1457"/>
                    <a:pt x="7981" y="2186"/>
                  </a:cubicBezTo>
                  <a:cubicBezTo>
                    <a:pt x="9438" y="3642"/>
                    <a:pt x="9438" y="6049"/>
                    <a:pt x="7981" y="7506"/>
                  </a:cubicBezTo>
                  <a:cubicBezTo>
                    <a:pt x="7252" y="8203"/>
                    <a:pt x="6302" y="8614"/>
                    <a:pt x="5321" y="8614"/>
                  </a:cubicBezTo>
                  <a:cubicBezTo>
                    <a:pt x="4307" y="8614"/>
                    <a:pt x="3357" y="8203"/>
                    <a:pt x="2660" y="7506"/>
                  </a:cubicBezTo>
                  <a:cubicBezTo>
                    <a:pt x="1172" y="6018"/>
                    <a:pt x="1172" y="3642"/>
                    <a:pt x="2660" y="2186"/>
                  </a:cubicBezTo>
                  <a:cubicBezTo>
                    <a:pt x="3357" y="1457"/>
                    <a:pt x="4307" y="1077"/>
                    <a:pt x="5321" y="1077"/>
                  </a:cubicBezTo>
                  <a:close/>
                  <a:moveTo>
                    <a:pt x="5321" y="0"/>
                  </a:moveTo>
                  <a:cubicBezTo>
                    <a:pt x="4022" y="0"/>
                    <a:pt x="2787" y="507"/>
                    <a:pt x="1900" y="1426"/>
                  </a:cubicBezTo>
                  <a:cubicBezTo>
                    <a:pt x="0" y="3294"/>
                    <a:pt x="0" y="6366"/>
                    <a:pt x="1900" y="8266"/>
                  </a:cubicBezTo>
                  <a:cubicBezTo>
                    <a:pt x="2819" y="9153"/>
                    <a:pt x="4022" y="9659"/>
                    <a:pt x="5321" y="9659"/>
                  </a:cubicBezTo>
                  <a:cubicBezTo>
                    <a:pt x="6587" y="9659"/>
                    <a:pt x="7822" y="9153"/>
                    <a:pt x="8709" y="8266"/>
                  </a:cubicBezTo>
                  <a:cubicBezTo>
                    <a:pt x="10609" y="6366"/>
                    <a:pt x="10609" y="3294"/>
                    <a:pt x="8709" y="1426"/>
                  </a:cubicBezTo>
                  <a:cubicBezTo>
                    <a:pt x="7822" y="507"/>
                    <a:pt x="6587" y="0"/>
                    <a:pt x="532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42"/>
            <p:cNvSpPr/>
            <p:nvPr/>
          </p:nvSpPr>
          <p:spPr>
            <a:xfrm>
              <a:off x="4634575" y="3860050"/>
              <a:ext cx="691200" cy="652675"/>
            </a:xfrm>
            <a:custGeom>
              <a:avLst/>
              <a:gdLst/>
              <a:ahLst/>
              <a:cxnLst/>
              <a:rect l="l" t="t" r="r" b="b"/>
              <a:pathLst>
                <a:path w="27648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5" y="101"/>
                  </a:cubicBezTo>
                  <a:cubicBezTo>
                    <a:pt x="5067" y="988"/>
                    <a:pt x="0" y="7512"/>
                    <a:pt x="887" y="14669"/>
                  </a:cubicBezTo>
                  <a:cubicBezTo>
                    <a:pt x="1677" y="21253"/>
                    <a:pt x="7307" y="26107"/>
                    <a:pt x="13805" y="26107"/>
                  </a:cubicBezTo>
                  <a:cubicBezTo>
                    <a:pt x="14339" y="26107"/>
                    <a:pt x="14879" y="26074"/>
                    <a:pt x="15423" y="26006"/>
                  </a:cubicBezTo>
                  <a:cubicBezTo>
                    <a:pt x="22580" y="25120"/>
                    <a:pt x="27647" y="18596"/>
                    <a:pt x="26761" y="11470"/>
                  </a:cubicBezTo>
                  <a:cubicBezTo>
                    <a:pt x="25941" y="4857"/>
                    <a:pt x="20336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42"/>
            <p:cNvSpPr/>
            <p:nvPr/>
          </p:nvSpPr>
          <p:spPr>
            <a:xfrm>
              <a:off x="4774700" y="3940150"/>
              <a:ext cx="425975" cy="182125"/>
            </a:xfrm>
            <a:custGeom>
              <a:avLst/>
              <a:gdLst/>
              <a:ahLst/>
              <a:cxnLst/>
              <a:rect l="l" t="t" r="r" b="b"/>
              <a:pathLst>
                <a:path w="17039" h="7285" extrusionOk="0">
                  <a:moveTo>
                    <a:pt x="8520" y="1"/>
                  </a:moveTo>
                  <a:lnTo>
                    <a:pt x="1" y="7285"/>
                  </a:lnTo>
                  <a:lnTo>
                    <a:pt x="17039" y="7285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42"/>
            <p:cNvSpPr/>
            <p:nvPr/>
          </p:nvSpPr>
          <p:spPr>
            <a:xfrm>
              <a:off x="4877625" y="3994000"/>
              <a:ext cx="220125" cy="94225"/>
            </a:xfrm>
            <a:custGeom>
              <a:avLst/>
              <a:gdLst/>
              <a:ahLst/>
              <a:cxnLst/>
              <a:rect l="l" t="t" r="r" b="b"/>
              <a:pathLst>
                <a:path w="8805" h="3769" extrusionOk="0">
                  <a:moveTo>
                    <a:pt x="4403" y="0"/>
                  </a:moveTo>
                  <a:lnTo>
                    <a:pt x="1" y="3769"/>
                  </a:lnTo>
                  <a:lnTo>
                    <a:pt x="8805" y="3769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42"/>
            <p:cNvSpPr/>
            <p:nvPr/>
          </p:nvSpPr>
          <p:spPr>
            <a:xfrm>
              <a:off x="4959975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42"/>
            <p:cNvSpPr/>
            <p:nvPr/>
          </p:nvSpPr>
          <p:spPr>
            <a:xfrm>
              <a:off x="485230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42"/>
            <p:cNvSpPr/>
            <p:nvPr/>
          </p:nvSpPr>
          <p:spPr>
            <a:xfrm>
              <a:off x="506765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42"/>
            <p:cNvSpPr/>
            <p:nvPr/>
          </p:nvSpPr>
          <p:spPr>
            <a:xfrm>
              <a:off x="4819825" y="4292475"/>
              <a:ext cx="334925" cy="37225"/>
            </a:xfrm>
            <a:custGeom>
              <a:avLst/>
              <a:gdLst/>
              <a:ahLst/>
              <a:cxnLst/>
              <a:rect l="l" t="t" r="r" b="b"/>
              <a:pathLst>
                <a:path w="13397" h="1489" extrusionOk="0">
                  <a:moveTo>
                    <a:pt x="1" y="0"/>
                  </a:moveTo>
                  <a:lnTo>
                    <a:pt x="1" y="1489"/>
                  </a:lnTo>
                  <a:lnTo>
                    <a:pt x="13397" y="1489"/>
                  </a:lnTo>
                  <a:lnTo>
                    <a:pt x="1339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42"/>
            <p:cNvSpPr/>
            <p:nvPr/>
          </p:nvSpPr>
          <p:spPr>
            <a:xfrm>
              <a:off x="4792925" y="4329675"/>
              <a:ext cx="389550" cy="36450"/>
            </a:xfrm>
            <a:custGeom>
              <a:avLst/>
              <a:gdLst/>
              <a:ahLst/>
              <a:cxnLst/>
              <a:rect l="l" t="t" r="r" b="b"/>
              <a:pathLst>
                <a:path w="15582" h="1458" extrusionOk="0">
                  <a:moveTo>
                    <a:pt x="0" y="1"/>
                  </a:moveTo>
                  <a:lnTo>
                    <a:pt x="0" y="1458"/>
                  </a:lnTo>
                  <a:lnTo>
                    <a:pt x="15581" y="1458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42"/>
            <p:cNvSpPr/>
            <p:nvPr/>
          </p:nvSpPr>
          <p:spPr>
            <a:xfrm>
              <a:off x="4634575" y="1798400"/>
              <a:ext cx="691200" cy="651900"/>
            </a:xfrm>
            <a:custGeom>
              <a:avLst/>
              <a:gdLst/>
              <a:ahLst/>
              <a:cxnLst/>
              <a:rect l="l" t="t" r="r" b="b"/>
              <a:pathLst>
                <a:path w="27648" h="26076" extrusionOk="0">
                  <a:moveTo>
                    <a:pt x="13850" y="1"/>
                  </a:moveTo>
                  <a:cubicBezTo>
                    <a:pt x="13314" y="1"/>
                    <a:pt x="12771" y="34"/>
                    <a:pt x="12225" y="101"/>
                  </a:cubicBezTo>
                  <a:cubicBezTo>
                    <a:pt x="5067" y="988"/>
                    <a:pt x="0" y="7480"/>
                    <a:pt x="887" y="14637"/>
                  </a:cubicBezTo>
                  <a:cubicBezTo>
                    <a:pt x="1677" y="21248"/>
                    <a:pt x="7303" y="26076"/>
                    <a:pt x="13797" y="26076"/>
                  </a:cubicBezTo>
                  <a:cubicBezTo>
                    <a:pt x="14334" y="26076"/>
                    <a:pt x="14877" y="26043"/>
                    <a:pt x="15423" y="25975"/>
                  </a:cubicBezTo>
                  <a:cubicBezTo>
                    <a:pt x="22580" y="25120"/>
                    <a:pt x="27647" y="18596"/>
                    <a:pt x="26761" y="11439"/>
                  </a:cubicBezTo>
                  <a:cubicBezTo>
                    <a:pt x="25942" y="4828"/>
                    <a:pt x="20341" y="1"/>
                    <a:pt x="1385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42"/>
            <p:cNvSpPr/>
            <p:nvPr/>
          </p:nvSpPr>
          <p:spPr>
            <a:xfrm>
              <a:off x="4853875" y="22743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42"/>
            <p:cNvSpPr/>
            <p:nvPr/>
          </p:nvSpPr>
          <p:spPr>
            <a:xfrm>
              <a:off x="4853875" y="2260900"/>
              <a:ext cx="120375" cy="61800"/>
            </a:xfrm>
            <a:custGeom>
              <a:avLst/>
              <a:gdLst/>
              <a:ahLst/>
              <a:cxnLst/>
              <a:rect l="l" t="t" r="r" b="b"/>
              <a:pathLst>
                <a:path w="4815" h="2472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71"/>
                    <a:pt x="2408" y="2471"/>
                  </a:cubicBezTo>
                  <a:cubicBezTo>
                    <a:pt x="3738" y="2471"/>
                    <a:pt x="4814" y="1901"/>
                    <a:pt x="4814" y="1236"/>
                  </a:cubicBezTo>
                  <a:cubicBezTo>
                    <a:pt x="4814" y="571"/>
                    <a:pt x="3738" y="33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42"/>
            <p:cNvSpPr/>
            <p:nvPr/>
          </p:nvSpPr>
          <p:spPr>
            <a:xfrm>
              <a:off x="4853875" y="22482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42"/>
            <p:cNvSpPr/>
            <p:nvPr/>
          </p:nvSpPr>
          <p:spPr>
            <a:xfrm>
              <a:off x="4853875" y="223477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cubicBezTo>
                    <a:pt x="4814" y="571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42"/>
            <p:cNvSpPr/>
            <p:nvPr/>
          </p:nvSpPr>
          <p:spPr>
            <a:xfrm>
              <a:off x="4853875" y="222132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42"/>
            <p:cNvSpPr/>
            <p:nvPr/>
          </p:nvSpPr>
          <p:spPr>
            <a:xfrm>
              <a:off x="4853875" y="2208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39"/>
                    <a:pt x="1" y="1204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4"/>
                  </a:cubicBezTo>
                  <a:cubicBezTo>
                    <a:pt x="4814" y="539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42"/>
            <p:cNvSpPr/>
            <p:nvPr/>
          </p:nvSpPr>
          <p:spPr>
            <a:xfrm>
              <a:off x="4853875" y="21952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42"/>
            <p:cNvSpPr/>
            <p:nvPr/>
          </p:nvSpPr>
          <p:spPr>
            <a:xfrm>
              <a:off x="4853875" y="2181750"/>
              <a:ext cx="120375" cy="61775"/>
            </a:xfrm>
            <a:custGeom>
              <a:avLst/>
              <a:gdLst/>
              <a:ahLst/>
              <a:cxnLst/>
              <a:rect l="l" t="t" r="r" b="b"/>
              <a:pathLst>
                <a:path w="4815" h="2471" extrusionOk="0">
                  <a:moveTo>
                    <a:pt x="2408" y="0"/>
                  </a:moveTo>
                  <a:cubicBezTo>
                    <a:pt x="1077" y="0"/>
                    <a:pt x="1" y="570"/>
                    <a:pt x="1" y="1235"/>
                  </a:cubicBezTo>
                  <a:cubicBezTo>
                    <a:pt x="1" y="1900"/>
                    <a:pt x="1077" y="2470"/>
                    <a:pt x="2408" y="2470"/>
                  </a:cubicBezTo>
                  <a:cubicBezTo>
                    <a:pt x="3738" y="2470"/>
                    <a:pt x="4814" y="1900"/>
                    <a:pt x="4814" y="1235"/>
                  </a:cubicBezTo>
                  <a:cubicBezTo>
                    <a:pt x="4814" y="570"/>
                    <a:pt x="3738" y="32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42"/>
            <p:cNvSpPr/>
            <p:nvPr/>
          </p:nvSpPr>
          <p:spPr>
            <a:xfrm>
              <a:off x="4853875" y="2170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42"/>
            <p:cNvSpPr/>
            <p:nvPr/>
          </p:nvSpPr>
          <p:spPr>
            <a:xfrm>
              <a:off x="4853875" y="21580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8"/>
                    <a:pt x="1" y="1203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3"/>
                  </a:cubicBezTo>
                  <a:cubicBezTo>
                    <a:pt x="4814" y="538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42"/>
            <p:cNvSpPr/>
            <p:nvPr/>
          </p:nvSpPr>
          <p:spPr>
            <a:xfrm>
              <a:off x="4853875" y="21437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35"/>
                  </a:ln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35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42"/>
            <p:cNvSpPr/>
            <p:nvPr/>
          </p:nvSpPr>
          <p:spPr>
            <a:xfrm>
              <a:off x="4853875" y="21310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42"/>
            <p:cNvSpPr/>
            <p:nvPr/>
          </p:nvSpPr>
          <p:spPr>
            <a:xfrm>
              <a:off x="4853875" y="211760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8"/>
                  </a:cubicBezTo>
                  <a:lnTo>
                    <a:pt x="1" y="698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8"/>
                  </a:lnTo>
                  <a:lnTo>
                    <a:pt x="4561" y="698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42"/>
            <p:cNvSpPr/>
            <p:nvPr/>
          </p:nvSpPr>
          <p:spPr>
            <a:xfrm>
              <a:off x="4853875" y="21049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42"/>
            <p:cNvSpPr/>
            <p:nvPr/>
          </p:nvSpPr>
          <p:spPr>
            <a:xfrm>
              <a:off x="4990850" y="22767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42"/>
            <p:cNvSpPr/>
            <p:nvPr/>
          </p:nvSpPr>
          <p:spPr>
            <a:xfrm>
              <a:off x="4990850" y="22633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42"/>
            <p:cNvSpPr/>
            <p:nvPr/>
          </p:nvSpPr>
          <p:spPr>
            <a:xfrm>
              <a:off x="4990850" y="22498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426" y="1"/>
                    <a:pt x="602" y="286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42"/>
            <p:cNvSpPr/>
            <p:nvPr/>
          </p:nvSpPr>
          <p:spPr>
            <a:xfrm>
              <a:off x="4990850" y="223715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42"/>
            <p:cNvSpPr/>
            <p:nvPr/>
          </p:nvSpPr>
          <p:spPr>
            <a:xfrm>
              <a:off x="4990850" y="22237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42"/>
            <p:cNvSpPr/>
            <p:nvPr/>
          </p:nvSpPr>
          <p:spPr>
            <a:xfrm>
              <a:off x="4990850" y="22102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42"/>
            <p:cNvSpPr/>
            <p:nvPr/>
          </p:nvSpPr>
          <p:spPr>
            <a:xfrm>
              <a:off x="4990850" y="2197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42"/>
            <p:cNvSpPr/>
            <p:nvPr/>
          </p:nvSpPr>
          <p:spPr>
            <a:xfrm>
              <a:off x="4990850" y="2184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42"/>
            <p:cNvSpPr/>
            <p:nvPr/>
          </p:nvSpPr>
          <p:spPr>
            <a:xfrm>
              <a:off x="4990850" y="21730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42"/>
            <p:cNvSpPr/>
            <p:nvPr/>
          </p:nvSpPr>
          <p:spPr>
            <a:xfrm>
              <a:off x="4990850" y="2159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42"/>
            <p:cNvSpPr/>
            <p:nvPr/>
          </p:nvSpPr>
          <p:spPr>
            <a:xfrm>
              <a:off x="4990850" y="2146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42"/>
            <p:cNvSpPr/>
            <p:nvPr/>
          </p:nvSpPr>
          <p:spPr>
            <a:xfrm>
              <a:off x="4990850" y="21334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39"/>
                    <a:pt x="0" y="1204"/>
                  </a:cubicBez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cubicBezTo>
                    <a:pt x="4782" y="539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42"/>
            <p:cNvSpPr/>
            <p:nvPr/>
          </p:nvSpPr>
          <p:spPr>
            <a:xfrm>
              <a:off x="4990850" y="211997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8"/>
                  </a:cubicBezTo>
                  <a:lnTo>
                    <a:pt x="0" y="698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8"/>
                  </a:lnTo>
                  <a:lnTo>
                    <a:pt x="4561" y="698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42"/>
            <p:cNvSpPr/>
            <p:nvPr/>
          </p:nvSpPr>
          <p:spPr>
            <a:xfrm>
              <a:off x="4990850" y="21065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077" y="1"/>
                    <a:pt x="0" y="571"/>
                    <a:pt x="0" y="1236"/>
                  </a:cubicBez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cubicBezTo>
                    <a:pt x="4782" y="571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42"/>
            <p:cNvSpPr/>
            <p:nvPr/>
          </p:nvSpPr>
          <p:spPr>
            <a:xfrm>
              <a:off x="4990850" y="20978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42"/>
            <p:cNvSpPr/>
            <p:nvPr/>
          </p:nvSpPr>
          <p:spPr>
            <a:xfrm>
              <a:off x="4990850" y="20851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42"/>
            <p:cNvSpPr/>
            <p:nvPr/>
          </p:nvSpPr>
          <p:spPr>
            <a:xfrm>
              <a:off x="4990850" y="20709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42"/>
            <p:cNvSpPr/>
            <p:nvPr/>
          </p:nvSpPr>
          <p:spPr>
            <a:xfrm>
              <a:off x="4990850" y="20582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42"/>
            <p:cNvSpPr/>
            <p:nvPr/>
          </p:nvSpPr>
          <p:spPr>
            <a:xfrm>
              <a:off x="4990850" y="20447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42"/>
            <p:cNvSpPr/>
            <p:nvPr/>
          </p:nvSpPr>
          <p:spPr>
            <a:xfrm>
              <a:off x="4990850" y="20321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42"/>
            <p:cNvSpPr/>
            <p:nvPr/>
          </p:nvSpPr>
          <p:spPr>
            <a:xfrm>
              <a:off x="4790550" y="1927500"/>
              <a:ext cx="316700" cy="162425"/>
            </a:xfrm>
            <a:custGeom>
              <a:avLst/>
              <a:gdLst/>
              <a:ahLst/>
              <a:cxnLst/>
              <a:rect l="l" t="t" r="r" b="b"/>
              <a:pathLst>
                <a:path w="12668" h="6497" extrusionOk="0">
                  <a:moveTo>
                    <a:pt x="12196" y="0"/>
                  </a:moveTo>
                  <a:cubicBezTo>
                    <a:pt x="12119" y="0"/>
                    <a:pt x="12041" y="21"/>
                    <a:pt x="11971" y="68"/>
                  </a:cubicBezTo>
                  <a:lnTo>
                    <a:pt x="7126" y="3520"/>
                  </a:lnTo>
                  <a:lnTo>
                    <a:pt x="6017" y="2190"/>
                  </a:lnTo>
                  <a:cubicBezTo>
                    <a:pt x="5943" y="2097"/>
                    <a:pt x="5837" y="2048"/>
                    <a:pt x="5724" y="2048"/>
                  </a:cubicBezTo>
                  <a:cubicBezTo>
                    <a:pt x="5643" y="2048"/>
                    <a:pt x="5558" y="2073"/>
                    <a:pt x="5479" y="2126"/>
                  </a:cubicBezTo>
                  <a:lnTo>
                    <a:pt x="222" y="5768"/>
                  </a:lnTo>
                  <a:cubicBezTo>
                    <a:pt x="63" y="5895"/>
                    <a:pt x="0" y="6148"/>
                    <a:pt x="127" y="6338"/>
                  </a:cubicBezTo>
                  <a:cubicBezTo>
                    <a:pt x="222" y="6433"/>
                    <a:pt x="349" y="6497"/>
                    <a:pt x="475" y="6497"/>
                  </a:cubicBezTo>
                  <a:cubicBezTo>
                    <a:pt x="539" y="6497"/>
                    <a:pt x="634" y="6497"/>
                    <a:pt x="697" y="6433"/>
                  </a:cubicBezTo>
                  <a:lnTo>
                    <a:pt x="5637" y="2981"/>
                  </a:lnTo>
                  <a:lnTo>
                    <a:pt x="6746" y="4311"/>
                  </a:lnTo>
                  <a:cubicBezTo>
                    <a:pt x="6819" y="4404"/>
                    <a:pt x="6926" y="4453"/>
                    <a:pt x="7039" y="4453"/>
                  </a:cubicBezTo>
                  <a:cubicBezTo>
                    <a:pt x="7120" y="4453"/>
                    <a:pt x="7205" y="4428"/>
                    <a:pt x="7284" y="4375"/>
                  </a:cubicBezTo>
                  <a:lnTo>
                    <a:pt x="12446" y="733"/>
                  </a:lnTo>
                  <a:cubicBezTo>
                    <a:pt x="12604" y="606"/>
                    <a:pt x="12668" y="353"/>
                    <a:pt x="12541" y="163"/>
                  </a:cubicBezTo>
                  <a:cubicBezTo>
                    <a:pt x="12461" y="63"/>
                    <a:pt x="12330" y="0"/>
                    <a:pt x="121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42"/>
            <p:cNvSpPr/>
            <p:nvPr/>
          </p:nvSpPr>
          <p:spPr>
            <a:xfrm>
              <a:off x="5053400" y="1911775"/>
              <a:ext cx="69700" cy="66525"/>
            </a:xfrm>
            <a:custGeom>
              <a:avLst/>
              <a:gdLst/>
              <a:ahLst/>
              <a:cxnLst/>
              <a:rect l="l" t="t" r="r" b="b"/>
              <a:pathLst>
                <a:path w="2788" h="2661" extrusionOk="0">
                  <a:moveTo>
                    <a:pt x="380" y="0"/>
                  </a:moveTo>
                  <a:cubicBezTo>
                    <a:pt x="159" y="0"/>
                    <a:pt x="0" y="158"/>
                    <a:pt x="0" y="380"/>
                  </a:cubicBezTo>
                  <a:cubicBezTo>
                    <a:pt x="0" y="602"/>
                    <a:pt x="159" y="792"/>
                    <a:pt x="380" y="792"/>
                  </a:cubicBezTo>
                  <a:lnTo>
                    <a:pt x="1900" y="792"/>
                  </a:lnTo>
                  <a:lnTo>
                    <a:pt x="1679" y="2185"/>
                  </a:lnTo>
                  <a:cubicBezTo>
                    <a:pt x="1615" y="2407"/>
                    <a:pt x="1774" y="2629"/>
                    <a:pt x="1995" y="2660"/>
                  </a:cubicBezTo>
                  <a:lnTo>
                    <a:pt x="2059" y="2660"/>
                  </a:lnTo>
                  <a:cubicBezTo>
                    <a:pt x="2249" y="2660"/>
                    <a:pt x="2439" y="2534"/>
                    <a:pt x="2439" y="2312"/>
                  </a:cubicBezTo>
                  <a:lnTo>
                    <a:pt x="2755" y="443"/>
                  </a:lnTo>
                  <a:cubicBezTo>
                    <a:pt x="2787" y="317"/>
                    <a:pt x="2755" y="222"/>
                    <a:pt x="2660" y="127"/>
                  </a:cubicBezTo>
                  <a:cubicBezTo>
                    <a:pt x="2597" y="32"/>
                    <a:pt x="2502" y="0"/>
                    <a:pt x="237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42"/>
            <p:cNvSpPr/>
            <p:nvPr/>
          </p:nvSpPr>
          <p:spPr>
            <a:xfrm>
              <a:off x="2278400" y="2829250"/>
              <a:ext cx="691975" cy="652650"/>
            </a:xfrm>
            <a:custGeom>
              <a:avLst/>
              <a:gdLst/>
              <a:ahLst/>
              <a:cxnLst/>
              <a:rect l="l" t="t" r="r" b="b"/>
              <a:pathLst>
                <a:path w="27679" h="26106" extrusionOk="0">
                  <a:moveTo>
                    <a:pt x="13843" y="0"/>
                  </a:moveTo>
                  <a:cubicBezTo>
                    <a:pt x="13308" y="0"/>
                    <a:pt x="12768" y="33"/>
                    <a:pt x="12224" y="100"/>
                  </a:cubicBezTo>
                  <a:cubicBezTo>
                    <a:pt x="5099" y="987"/>
                    <a:pt x="0" y="7479"/>
                    <a:pt x="887" y="14636"/>
                  </a:cubicBezTo>
                  <a:cubicBezTo>
                    <a:pt x="1706" y="21250"/>
                    <a:pt x="7339" y="26106"/>
                    <a:pt x="13812" y="26106"/>
                  </a:cubicBezTo>
                  <a:cubicBezTo>
                    <a:pt x="14344" y="26106"/>
                    <a:pt x="14882" y="26073"/>
                    <a:pt x="15423" y="26005"/>
                  </a:cubicBezTo>
                  <a:cubicBezTo>
                    <a:pt x="22580" y="25119"/>
                    <a:pt x="27679" y="18595"/>
                    <a:pt x="26792" y="11438"/>
                  </a:cubicBezTo>
                  <a:cubicBezTo>
                    <a:pt x="25973" y="4854"/>
                    <a:pt x="20341" y="0"/>
                    <a:pt x="138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42"/>
            <p:cNvSpPr/>
            <p:nvPr/>
          </p:nvSpPr>
          <p:spPr>
            <a:xfrm>
              <a:off x="2396350" y="2953675"/>
              <a:ext cx="305650" cy="300075"/>
            </a:xfrm>
            <a:custGeom>
              <a:avLst/>
              <a:gdLst/>
              <a:ahLst/>
              <a:cxnLst/>
              <a:rect l="l" t="t" r="r" b="b"/>
              <a:pathLst>
                <a:path w="12226" h="12003" extrusionOk="0">
                  <a:moveTo>
                    <a:pt x="7396" y="0"/>
                  </a:moveTo>
                  <a:cubicBezTo>
                    <a:pt x="7071" y="0"/>
                    <a:pt x="6746" y="127"/>
                    <a:pt x="6493" y="380"/>
                  </a:cubicBezTo>
                  <a:lnTo>
                    <a:pt x="508" y="6366"/>
                  </a:lnTo>
                  <a:cubicBezTo>
                    <a:pt x="1" y="6872"/>
                    <a:pt x="1" y="7696"/>
                    <a:pt x="508" y="8203"/>
                  </a:cubicBezTo>
                  <a:lnTo>
                    <a:pt x="3928" y="11623"/>
                  </a:lnTo>
                  <a:cubicBezTo>
                    <a:pt x="4181" y="11876"/>
                    <a:pt x="4506" y="12003"/>
                    <a:pt x="4830" y="12003"/>
                  </a:cubicBezTo>
                  <a:cubicBezTo>
                    <a:pt x="5155" y="12003"/>
                    <a:pt x="5480" y="11876"/>
                    <a:pt x="5733" y="11623"/>
                  </a:cubicBezTo>
                  <a:lnTo>
                    <a:pt x="11718" y="5606"/>
                  </a:lnTo>
                  <a:cubicBezTo>
                    <a:pt x="12225" y="5099"/>
                    <a:pt x="12225" y="4307"/>
                    <a:pt x="11718" y="3801"/>
                  </a:cubicBezTo>
                  <a:lnTo>
                    <a:pt x="8298" y="380"/>
                  </a:lnTo>
                  <a:cubicBezTo>
                    <a:pt x="8045" y="127"/>
                    <a:pt x="7720" y="0"/>
                    <a:pt x="7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42"/>
            <p:cNvSpPr/>
            <p:nvPr/>
          </p:nvSpPr>
          <p:spPr>
            <a:xfrm>
              <a:off x="2427225" y="3057375"/>
              <a:ext cx="165500" cy="165500"/>
            </a:xfrm>
            <a:custGeom>
              <a:avLst/>
              <a:gdLst/>
              <a:ahLst/>
              <a:cxnLst/>
              <a:rect l="l" t="t" r="r" b="b"/>
              <a:pathLst>
                <a:path w="6620" h="6620" extrusionOk="0">
                  <a:moveTo>
                    <a:pt x="3200" y="1"/>
                  </a:moveTo>
                  <a:lnTo>
                    <a:pt x="1" y="3199"/>
                  </a:lnTo>
                  <a:lnTo>
                    <a:pt x="3421" y="6620"/>
                  </a:lnTo>
                  <a:lnTo>
                    <a:pt x="6620" y="3421"/>
                  </a:lnTo>
                  <a:lnTo>
                    <a:pt x="320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42"/>
            <p:cNvSpPr/>
            <p:nvPr/>
          </p:nvSpPr>
          <p:spPr>
            <a:xfrm>
              <a:off x="2516700" y="2978225"/>
              <a:ext cx="83150" cy="83150"/>
            </a:xfrm>
            <a:custGeom>
              <a:avLst/>
              <a:gdLst/>
              <a:ahLst/>
              <a:cxnLst/>
              <a:rect l="l" t="t" r="r" b="b"/>
              <a:pathLst>
                <a:path w="3326" h="3326" extrusionOk="0">
                  <a:moveTo>
                    <a:pt x="2787" y="0"/>
                  </a:moveTo>
                  <a:lnTo>
                    <a:pt x="1" y="2787"/>
                  </a:lnTo>
                  <a:lnTo>
                    <a:pt x="539" y="3325"/>
                  </a:lnTo>
                  <a:lnTo>
                    <a:pt x="3326" y="507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42"/>
            <p:cNvSpPr/>
            <p:nvPr/>
          </p:nvSpPr>
          <p:spPr>
            <a:xfrm>
              <a:off x="2564200" y="30257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42"/>
            <p:cNvSpPr/>
            <p:nvPr/>
          </p:nvSpPr>
          <p:spPr>
            <a:xfrm>
              <a:off x="2573700" y="3035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42"/>
            <p:cNvSpPr/>
            <p:nvPr/>
          </p:nvSpPr>
          <p:spPr>
            <a:xfrm>
              <a:off x="2583200" y="30439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788" y="1"/>
                  </a:moveTo>
                  <a:lnTo>
                    <a:pt x="1" y="2819"/>
                  </a:lnTo>
                  <a:lnTo>
                    <a:pt x="222" y="3009"/>
                  </a:lnTo>
                  <a:lnTo>
                    <a:pt x="3009" y="222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42"/>
            <p:cNvSpPr/>
            <p:nvPr/>
          </p:nvSpPr>
          <p:spPr>
            <a:xfrm>
              <a:off x="2592700" y="3054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788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42"/>
            <p:cNvSpPr/>
            <p:nvPr/>
          </p:nvSpPr>
          <p:spPr>
            <a:xfrm>
              <a:off x="2465250" y="3097775"/>
              <a:ext cx="51475" cy="46725"/>
            </a:xfrm>
            <a:custGeom>
              <a:avLst/>
              <a:gdLst/>
              <a:ahLst/>
              <a:cxnLst/>
              <a:rect l="l" t="t" r="r" b="b"/>
              <a:pathLst>
                <a:path w="2059" h="1869" extrusionOk="0">
                  <a:moveTo>
                    <a:pt x="1029" y="0"/>
                  </a:moveTo>
                  <a:cubicBezTo>
                    <a:pt x="792" y="0"/>
                    <a:pt x="554" y="95"/>
                    <a:pt x="380" y="285"/>
                  </a:cubicBezTo>
                  <a:cubicBezTo>
                    <a:pt x="0" y="633"/>
                    <a:pt x="0" y="1235"/>
                    <a:pt x="380" y="1583"/>
                  </a:cubicBezTo>
                  <a:cubicBezTo>
                    <a:pt x="554" y="1773"/>
                    <a:pt x="792" y="1868"/>
                    <a:pt x="1029" y="1868"/>
                  </a:cubicBezTo>
                  <a:cubicBezTo>
                    <a:pt x="1267" y="1868"/>
                    <a:pt x="1504" y="1773"/>
                    <a:pt x="1679" y="1583"/>
                  </a:cubicBezTo>
                  <a:cubicBezTo>
                    <a:pt x="2059" y="1235"/>
                    <a:pt x="2059" y="633"/>
                    <a:pt x="1679" y="285"/>
                  </a:cubicBezTo>
                  <a:cubicBezTo>
                    <a:pt x="1504" y="95"/>
                    <a:pt x="1267" y="0"/>
                    <a:pt x="102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42"/>
            <p:cNvSpPr/>
            <p:nvPr/>
          </p:nvSpPr>
          <p:spPr>
            <a:xfrm>
              <a:off x="2485025" y="3117950"/>
              <a:ext cx="92675" cy="89875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2028" y="1"/>
                  </a:moveTo>
                  <a:cubicBezTo>
                    <a:pt x="1751" y="1"/>
                    <a:pt x="1473" y="111"/>
                    <a:pt x="1268" y="333"/>
                  </a:cubicBezTo>
                  <a:lnTo>
                    <a:pt x="413" y="1156"/>
                  </a:lnTo>
                  <a:cubicBezTo>
                    <a:pt x="1" y="1600"/>
                    <a:pt x="1" y="2265"/>
                    <a:pt x="413" y="2708"/>
                  </a:cubicBezTo>
                  <a:lnTo>
                    <a:pt x="1331" y="3595"/>
                  </a:lnTo>
                  <a:lnTo>
                    <a:pt x="3706" y="1220"/>
                  </a:lnTo>
                  <a:lnTo>
                    <a:pt x="2788" y="333"/>
                  </a:lnTo>
                  <a:cubicBezTo>
                    <a:pt x="2582" y="111"/>
                    <a:pt x="2305" y="1"/>
                    <a:pt x="202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42"/>
            <p:cNvSpPr/>
            <p:nvPr/>
          </p:nvSpPr>
          <p:spPr>
            <a:xfrm>
              <a:off x="2637825" y="2995625"/>
              <a:ext cx="121950" cy="147300"/>
            </a:xfrm>
            <a:custGeom>
              <a:avLst/>
              <a:gdLst/>
              <a:ahLst/>
              <a:cxnLst/>
              <a:rect l="l" t="t" r="r" b="b"/>
              <a:pathLst>
                <a:path w="4878" h="5892" extrusionOk="0">
                  <a:moveTo>
                    <a:pt x="1489" y="1"/>
                  </a:moveTo>
                  <a:cubicBezTo>
                    <a:pt x="666" y="1"/>
                    <a:pt x="1" y="666"/>
                    <a:pt x="1" y="1457"/>
                  </a:cubicBezTo>
                  <a:lnTo>
                    <a:pt x="1" y="2059"/>
                  </a:lnTo>
                  <a:cubicBezTo>
                    <a:pt x="1" y="2313"/>
                    <a:pt x="191" y="2503"/>
                    <a:pt x="444" y="2503"/>
                  </a:cubicBezTo>
                  <a:cubicBezTo>
                    <a:pt x="666" y="2503"/>
                    <a:pt x="856" y="2313"/>
                    <a:pt x="856" y="2059"/>
                  </a:cubicBezTo>
                  <a:lnTo>
                    <a:pt x="856" y="1457"/>
                  </a:lnTo>
                  <a:cubicBezTo>
                    <a:pt x="856" y="1109"/>
                    <a:pt x="1141" y="856"/>
                    <a:pt x="1489" y="856"/>
                  </a:cubicBezTo>
                  <a:lnTo>
                    <a:pt x="3421" y="856"/>
                  </a:lnTo>
                  <a:cubicBezTo>
                    <a:pt x="3738" y="856"/>
                    <a:pt x="4023" y="1109"/>
                    <a:pt x="4023" y="1457"/>
                  </a:cubicBezTo>
                  <a:lnTo>
                    <a:pt x="4023" y="5448"/>
                  </a:lnTo>
                  <a:cubicBezTo>
                    <a:pt x="4023" y="5701"/>
                    <a:pt x="4213" y="5891"/>
                    <a:pt x="4466" y="5891"/>
                  </a:cubicBezTo>
                  <a:cubicBezTo>
                    <a:pt x="4688" y="5891"/>
                    <a:pt x="4878" y="5701"/>
                    <a:pt x="4878" y="5448"/>
                  </a:cubicBezTo>
                  <a:lnTo>
                    <a:pt x="4878" y="1457"/>
                  </a:lnTo>
                  <a:cubicBezTo>
                    <a:pt x="4878" y="666"/>
                    <a:pt x="4213" y="1"/>
                    <a:pt x="339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42"/>
            <p:cNvSpPr/>
            <p:nvPr/>
          </p:nvSpPr>
          <p:spPr>
            <a:xfrm>
              <a:off x="2599050" y="3075600"/>
              <a:ext cx="199525" cy="198750"/>
            </a:xfrm>
            <a:custGeom>
              <a:avLst/>
              <a:gdLst/>
              <a:ahLst/>
              <a:cxnLst/>
              <a:rect l="l" t="t" r="r" b="b"/>
              <a:pathLst>
                <a:path w="7981" h="7950" extrusionOk="0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6682"/>
                  </a:lnTo>
                  <a:cubicBezTo>
                    <a:pt x="0" y="7379"/>
                    <a:pt x="570" y="7949"/>
                    <a:pt x="1299" y="7949"/>
                  </a:cubicBezTo>
                  <a:lnTo>
                    <a:pt x="6714" y="7949"/>
                  </a:lnTo>
                  <a:cubicBezTo>
                    <a:pt x="7411" y="7949"/>
                    <a:pt x="7981" y="7379"/>
                    <a:pt x="7981" y="6682"/>
                  </a:cubicBezTo>
                  <a:lnTo>
                    <a:pt x="7981" y="1267"/>
                  </a:lnTo>
                  <a:cubicBezTo>
                    <a:pt x="7981" y="570"/>
                    <a:pt x="7411" y="0"/>
                    <a:pt x="671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42"/>
            <p:cNvSpPr/>
            <p:nvPr/>
          </p:nvSpPr>
          <p:spPr>
            <a:xfrm>
              <a:off x="2599825" y="3076375"/>
              <a:ext cx="197975" cy="197975"/>
            </a:xfrm>
            <a:custGeom>
              <a:avLst/>
              <a:gdLst/>
              <a:ahLst/>
              <a:cxnLst/>
              <a:rect l="l" t="t" r="r" b="b"/>
              <a:pathLst>
                <a:path w="7919" h="7919" extrusionOk="0">
                  <a:moveTo>
                    <a:pt x="951" y="1"/>
                  </a:moveTo>
                  <a:cubicBezTo>
                    <a:pt x="413" y="159"/>
                    <a:pt x="1" y="666"/>
                    <a:pt x="1" y="1236"/>
                  </a:cubicBezTo>
                  <a:lnTo>
                    <a:pt x="1" y="6651"/>
                  </a:lnTo>
                  <a:cubicBezTo>
                    <a:pt x="1" y="7348"/>
                    <a:pt x="571" y="7918"/>
                    <a:pt x="1299" y="7918"/>
                  </a:cubicBezTo>
                  <a:lnTo>
                    <a:pt x="6715" y="7918"/>
                  </a:lnTo>
                  <a:cubicBezTo>
                    <a:pt x="7285" y="7918"/>
                    <a:pt x="7760" y="7538"/>
                    <a:pt x="7918" y="7000"/>
                  </a:cubicBezTo>
                  <a:lnTo>
                    <a:pt x="7918" y="7000"/>
                  </a:lnTo>
                  <a:cubicBezTo>
                    <a:pt x="7823" y="7031"/>
                    <a:pt x="7696" y="7063"/>
                    <a:pt x="7570" y="7063"/>
                  </a:cubicBezTo>
                  <a:lnTo>
                    <a:pt x="2186" y="7063"/>
                  </a:lnTo>
                  <a:cubicBezTo>
                    <a:pt x="1458" y="7063"/>
                    <a:pt x="888" y="6493"/>
                    <a:pt x="888" y="5796"/>
                  </a:cubicBezTo>
                  <a:lnTo>
                    <a:pt x="888" y="381"/>
                  </a:lnTo>
                  <a:cubicBezTo>
                    <a:pt x="888" y="254"/>
                    <a:pt x="919" y="128"/>
                    <a:pt x="951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42"/>
            <p:cNvSpPr/>
            <p:nvPr/>
          </p:nvSpPr>
          <p:spPr>
            <a:xfrm>
              <a:off x="2673475" y="3136550"/>
              <a:ext cx="50675" cy="50700"/>
            </a:xfrm>
            <a:custGeom>
              <a:avLst/>
              <a:gdLst/>
              <a:ahLst/>
              <a:cxnLst/>
              <a:rect l="l" t="t" r="r" b="b"/>
              <a:pathLst>
                <a:path w="2027" h="2028" extrusionOk="0">
                  <a:moveTo>
                    <a:pt x="1013" y="1"/>
                  </a:moveTo>
                  <a:cubicBezTo>
                    <a:pt x="475" y="1"/>
                    <a:pt x="0" y="476"/>
                    <a:pt x="0" y="1014"/>
                  </a:cubicBezTo>
                  <a:cubicBezTo>
                    <a:pt x="0" y="1584"/>
                    <a:pt x="475" y="2028"/>
                    <a:pt x="1013" y="2028"/>
                  </a:cubicBezTo>
                  <a:cubicBezTo>
                    <a:pt x="1584" y="2028"/>
                    <a:pt x="2027" y="1584"/>
                    <a:pt x="2027" y="1014"/>
                  </a:cubicBezTo>
                  <a:cubicBezTo>
                    <a:pt x="2027" y="476"/>
                    <a:pt x="1584" y="1"/>
                    <a:pt x="10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42"/>
            <p:cNvSpPr/>
            <p:nvPr/>
          </p:nvSpPr>
          <p:spPr>
            <a:xfrm>
              <a:off x="2687725" y="3164275"/>
              <a:ext cx="22175" cy="54650"/>
            </a:xfrm>
            <a:custGeom>
              <a:avLst/>
              <a:gdLst/>
              <a:ahLst/>
              <a:cxnLst/>
              <a:rect l="l" t="t" r="r" b="b"/>
              <a:pathLst>
                <a:path w="887" h="2186" extrusionOk="0">
                  <a:moveTo>
                    <a:pt x="0" y="0"/>
                  </a:moveTo>
                  <a:lnTo>
                    <a:pt x="0" y="2185"/>
                  </a:lnTo>
                  <a:lnTo>
                    <a:pt x="887" y="2185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42"/>
            <p:cNvSpPr/>
            <p:nvPr/>
          </p:nvSpPr>
          <p:spPr>
            <a:xfrm>
              <a:off x="2601425" y="3302825"/>
              <a:ext cx="78400" cy="76825"/>
            </a:xfrm>
            <a:custGeom>
              <a:avLst/>
              <a:gdLst/>
              <a:ahLst/>
              <a:cxnLst/>
              <a:rect l="l" t="t" r="r" b="b"/>
              <a:pathLst>
                <a:path w="3136" h="3073" extrusionOk="0">
                  <a:moveTo>
                    <a:pt x="2059" y="539"/>
                  </a:moveTo>
                  <a:cubicBezTo>
                    <a:pt x="2185" y="539"/>
                    <a:pt x="2280" y="602"/>
                    <a:pt x="2375" y="697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09" y="2534"/>
                    <a:pt x="982" y="2534"/>
                  </a:cubicBezTo>
                  <a:cubicBezTo>
                    <a:pt x="855" y="2534"/>
                    <a:pt x="760" y="2502"/>
                    <a:pt x="665" y="2407"/>
                  </a:cubicBezTo>
                  <a:cubicBezTo>
                    <a:pt x="570" y="2312"/>
                    <a:pt x="507" y="2185"/>
                    <a:pt x="507" y="2059"/>
                  </a:cubicBezTo>
                  <a:cubicBezTo>
                    <a:pt x="507" y="1932"/>
                    <a:pt x="570" y="1837"/>
                    <a:pt x="665" y="1742"/>
                  </a:cubicBezTo>
                  <a:lnTo>
                    <a:pt x="1710" y="697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317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982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35" y="1330"/>
                    <a:pt x="3135" y="697"/>
                    <a:pt x="2755" y="317"/>
                  </a:cubicBezTo>
                  <a:cubicBezTo>
                    <a:pt x="2565" y="127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42"/>
            <p:cNvSpPr/>
            <p:nvPr/>
          </p:nvSpPr>
          <p:spPr>
            <a:xfrm>
              <a:off x="2671875" y="3232350"/>
              <a:ext cx="76825" cy="76825"/>
            </a:xfrm>
            <a:custGeom>
              <a:avLst/>
              <a:gdLst/>
              <a:ahLst/>
              <a:cxnLst/>
              <a:rect l="l" t="t" r="r" b="b"/>
              <a:pathLst>
                <a:path w="3073" h="3073" extrusionOk="0">
                  <a:moveTo>
                    <a:pt x="2059" y="539"/>
                  </a:moveTo>
                  <a:cubicBezTo>
                    <a:pt x="2186" y="539"/>
                    <a:pt x="2313" y="602"/>
                    <a:pt x="2408" y="666"/>
                  </a:cubicBezTo>
                  <a:cubicBezTo>
                    <a:pt x="2471" y="761"/>
                    <a:pt x="2534" y="887"/>
                    <a:pt x="2534" y="1014"/>
                  </a:cubicBezTo>
                  <a:cubicBezTo>
                    <a:pt x="2534" y="1141"/>
                    <a:pt x="2471" y="1267"/>
                    <a:pt x="2408" y="1362"/>
                  </a:cubicBezTo>
                  <a:lnTo>
                    <a:pt x="1331" y="2408"/>
                  </a:lnTo>
                  <a:cubicBezTo>
                    <a:pt x="1267" y="2503"/>
                    <a:pt x="1141" y="2534"/>
                    <a:pt x="1014" y="2534"/>
                  </a:cubicBezTo>
                  <a:cubicBezTo>
                    <a:pt x="887" y="2534"/>
                    <a:pt x="761" y="2503"/>
                    <a:pt x="666" y="2408"/>
                  </a:cubicBezTo>
                  <a:cubicBezTo>
                    <a:pt x="571" y="2313"/>
                    <a:pt x="539" y="2186"/>
                    <a:pt x="539" y="2059"/>
                  </a:cubicBezTo>
                  <a:cubicBezTo>
                    <a:pt x="539" y="1933"/>
                    <a:pt x="571" y="1806"/>
                    <a:pt x="666" y="1743"/>
                  </a:cubicBezTo>
                  <a:lnTo>
                    <a:pt x="1711" y="666"/>
                  </a:lnTo>
                  <a:cubicBezTo>
                    <a:pt x="1806" y="602"/>
                    <a:pt x="1933" y="539"/>
                    <a:pt x="2059" y="539"/>
                  </a:cubicBezTo>
                  <a:close/>
                  <a:moveTo>
                    <a:pt x="2059" y="1"/>
                  </a:moveTo>
                  <a:cubicBezTo>
                    <a:pt x="1774" y="1"/>
                    <a:pt x="1521" y="127"/>
                    <a:pt x="1331" y="286"/>
                  </a:cubicBezTo>
                  <a:lnTo>
                    <a:pt x="286" y="1362"/>
                  </a:lnTo>
                  <a:cubicBezTo>
                    <a:pt x="96" y="1552"/>
                    <a:pt x="1" y="1806"/>
                    <a:pt x="1" y="2059"/>
                  </a:cubicBezTo>
                  <a:cubicBezTo>
                    <a:pt x="1" y="2344"/>
                    <a:pt x="96" y="2598"/>
                    <a:pt x="286" y="2788"/>
                  </a:cubicBezTo>
                  <a:cubicBezTo>
                    <a:pt x="476" y="2978"/>
                    <a:pt x="729" y="3073"/>
                    <a:pt x="1014" y="3073"/>
                  </a:cubicBezTo>
                  <a:cubicBezTo>
                    <a:pt x="1267" y="3073"/>
                    <a:pt x="1521" y="2978"/>
                    <a:pt x="1711" y="2788"/>
                  </a:cubicBezTo>
                  <a:lnTo>
                    <a:pt x="2756" y="1743"/>
                  </a:lnTo>
                  <a:cubicBezTo>
                    <a:pt x="2946" y="1552"/>
                    <a:pt x="3073" y="1299"/>
                    <a:pt x="3073" y="1014"/>
                  </a:cubicBezTo>
                  <a:cubicBezTo>
                    <a:pt x="3073" y="761"/>
                    <a:pt x="2946" y="476"/>
                    <a:pt x="2756" y="286"/>
                  </a:cubicBezTo>
                  <a:cubicBezTo>
                    <a:pt x="2566" y="96"/>
                    <a:pt x="2313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42"/>
            <p:cNvSpPr/>
            <p:nvPr/>
          </p:nvSpPr>
          <p:spPr>
            <a:xfrm>
              <a:off x="2742350" y="3161900"/>
              <a:ext cx="79200" cy="76825"/>
            </a:xfrm>
            <a:custGeom>
              <a:avLst/>
              <a:gdLst/>
              <a:ahLst/>
              <a:cxnLst/>
              <a:rect l="l" t="t" r="r" b="b"/>
              <a:pathLst>
                <a:path w="3168" h="3073" extrusionOk="0">
                  <a:moveTo>
                    <a:pt x="2059" y="539"/>
                  </a:moveTo>
                  <a:cubicBezTo>
                    <a:pt x="2185" y="539"/>
                    <a:pt x="2312" y="602"/>
                    <a:pt x="2375" y="665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40" y="2534"/>
                    <a:pt x="1014" y="2534"/>
                  </a:cubicBezTo>
                  <a:cubicBezTo>
                    <a:pt x="887" y="2534"/>
                    <a:pt x="760" y="2502"/>
                    <a:pt x="665" y="2407"/>
                  </a:cubicBezTo>
                  <a:cubicBezTo>
                    <a:pt x="570" y="2312"/>
                    <a:pt x="539" y="2185"/>
                    <a:pt x="539" y="2059"/>
                  </a:cubicBezTo>
                  <a:cubicBezTo>
                    <a:pt x="539" y="1932"/>
                    <a:pt x="570" y="1805"/>
                    <a:pt x="665" y="1742"/>
                  </a:cubicBezTo>
                  <a:lnTo>
                    <a:pt x="1710" y="665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285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1014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67" y="1330"/>
                    <a:pt x="3167" y="697"/>
                    <a:pt x="2755" y="285"/>
                  </a:cubicBezTo>
                  <a:cubicBezTo>
                    <a:pt x="2565" y="95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42"/>
            <p:cNvSpPr/>
            <p:nvPr/>
          </p:nvSpPr>
          <p:spPr>
            <a:xfrm>
              <a:off x="2652875" y="3284600"/>
              <a:ext cx="43575" cy="42775"/>
            </a:xfrm>
            <a:custGeom>
              <a:avLst/>
              <a:gdLst/>
              <a:ahLst/>
              <a:cxnLst/>
              <a:rect l="l" t="t" r="r" b="b"/>
              <a:pathLst>
                <a:path w="1743" h="1711" extrusionOk="0">
                  <a:moveTo>
                    <a:pt x="1469" y="1"/>
                  </a:moveTo>
                  <a:cubicBezTo>
                    <a:pt x="1402" y="1"/>
                    <a:pt x="1331" y="33"/>
                    <a:pt x="1267" y="96"/>
                  </a:cubicBezTo>
                  <a:lnTo>
                    <a:pt x="96" y="1268"/>
                  </a:lnTo>
                  <a:cubicBezTo>
                    <a:pt x="1" y="1363"/>
                    <a:pt x="1" y="1521"/>
                    <a:pt x="96" y="1648"/>
                  </a:cubicBezTo>
                  <a:cubicBezTo>
                    <a:pt x="159" y="1679"/>
                    <a:pt x="222" y="1711"/>
                    <a:pt x="286" y="1711"/>
                  </a:cubicBezTo>
                  <a:cubicBezTo>
                    <a:pt x="381" y="1711"/>
                    <a:pt x="444" y="1679"/>
                    <a:pt x="476" y="1648"/>
                  </a:cubicBezTo>
                  <a:lnTo>
                    <a:pt x="1647" y="476"/>
                  </a:lnTo>
                  <a:cubicBezTo>
                    <a:pt x="1742" y="349"/>
                    <a:pt x="1742" y="191"/>
                    <a:pt x="1647" y="96"/>
                  </a:cubicBezTo>
                  <a:cubicBezTo>
                    <a:pt x="1600" y="33"/>
                    <a:pt x="1537" y="1"/>
                    <a:pt x="1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42"/>
            <p:cNvSpPr/>
            <p:nvPr/>
          </p:nvSpPr>
          <p:spPr>
            <a:xfrm>
              <a:off x="2721750" y="3215725"/>
              <a:ext cx="44375" cy="42775"/>
            </a:xfrm>
            <a:custGeom>
              <a:avLst/>
              <a:gdLst/>
              <a:ahLst/>
              <a:cxnLst/>
              <a:rect l="l" t="t" r="r" b="b"/>
              <a:pathLst>
                <a:path w="1775" h="1711" extrusionOk="0">
                  <a:moveTo>
                    <a:pt x="1470" y="1"/>
                  </a:moveTo>
                  <a:cubicBezTo>
                    <a:pt x="1402" y="1"/>
                    <a:pt x="1331" y="32"/>
                    <a:pt x="1268" y="96"/>
                  </a:cubicBezTo>
                  <a:lnTo>
                    <a:pt x="96" y="1267"/>
                  </a:lnTo>
                  <a:cubicBezTo>
                    <a:pt x="1" y="1362"/>
                    <a:pt x="1" y="1521"/>
                    <a:pt x="96" y="1616"/>
                  </a:cubicBezTo>
                  <a:cubicBezTo>
                    <a:pt x="159" y="1679"/>
                    <a:pt x="223" y="1711"/>
                    <a:pt x="286" y="1711"/>
                  </a:cubicBezTo>
                  <a:cubicBezTo>
                    <a:pt x="381" y="1711"/>
                    <a:pt x="444" y="1679"/>
                    <a:pt x="476" y="1647"/>
                  </a:cubicBezTo>
                  <a:lnTo>
                    <a:pt x="1648" y="476"/>
                  </a:lnTo>
                  <a:cubicBezTo>
                    <a:pt x="1774" y="349"/>
                    <a:pt x="1774" y="191"/>
                    <a:pt x="1648" y="96"/>
                  </a:cubicBezTo>
                  <a:cubicBezTo>
                    <a:pt x="1600" y="32"/>
                    <a:pt x="1537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42"/>
            <p:cNvSpPr/>
            <p:nvPr/>
          </p:nvSpPr>
          <p:spPr>
            <a:xfrm>
              <a:off x="2765300" y="3091425"/>
              <a:ext cx="15075" cy="51500"/>
            </a:xfrm>
            <a:custGeom>
              <a:avLst/>
              <a:gdLst/>
              <a:ahLst/>
              <a:cxnLst/>
              <a:rect l="l" t="t" r="r" b="b"/>
              <a:pathLst>
                <a:path w="603" h="2060" extrusionOk="0">
                  <a:moveTo>
                    <a:pt x="317" y="1"/>
                  </a:moveTo>
                  <a:cubicBezTo>
                    <a:pt x="127" y="1"/>
                    <a:pt x="1" y="127"/>
                    <a:pt x="1" y="317"/>
                  </a:cubicBezTo>
                  <a:lnTo>
                    <a:pt x="1" y="1742"/>
                  </a:lnTo>
                  <a:cubicBezTo>
                    <a:pt x="1" y="1901"/>
                    <a:pt x="127" y="2059"/>
                    <a:pt x="317" y="2059"/>
                  </a:cubicBezTo>
                  <a:cubicBezTo>
                    <a:pt x="476" y="2059"/>
                    <a:pt x="602" y="1901"/>
                    <a:pt x="602" y="1742"/>
                  </a:cubicBezTo>
                  <a:lnTo>
                    <a:pt x="602" y="317"/>
                  </a:lnTo>
                  <a:cubicBezTo>
                    <a:pt x="602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42"/>
            <p:cNvSpPr/>
            <p:nvPr/>
          </p:nvSpPr>
          <p:spPr>
            <a:xfrm>
              <a:off x="4634575" y="2829250"/>
              <a:ext cx="691200" cy="652650"/>
            </a:xfrm>
            <a:custGeom>
              <a:avLst/>
              <a:gdLst/>
              <a:ahLst/>
              <a:cxnLst/>
              <a:rect l="l" t="t" r="r" b="b"/>
              <a:pathLst>
                <a:path w="27648" h="26106" extrusionOk="0">
                  <a:moveTo>
                    <a:pt x="13842" y="0"/>
                  </a:moveTo>
                  <a:cubicBezTo>
                    <a:pt x="13308" y="0"/>
                    <a:pt x="12768" y="33"/>
                    <a:pt x="12225" y="100"/>
                  </a:cubicBezTo>
                  <a:cubicBezTo>
                    <a:pt x="5067" y="987"/>
                    <a:pt x="0" y="7511"/>
                    <a:pt x="887" y="14636"/>
                  </a:cubicBezTo>
                  <a:cubicBezTo>
                    <a:pt x="1677" y="21250"/>
                    <a:pt x="7307" y="26106"/>
                    <a:pt x="13805" y="26106"/>
                  </a:cubicBezTo>
                  <a:cubicBezTo>
                    <a:pt x="14339" y="26106"/>
                    <a:pt x="14879" y="26073"/>
                    <a:pt x="15423" y="26005"/>
                  </a:cubicBezTo>
                  <a:cubicBezTo>
                    <a:pt x="22580" y="25119"/>
                    <a:pt x="27647" y="18595"/>
                    <a:pt x="26761" y="11438"/>
                  </a:cubicBezTo>
                  <a:cubicBezTo>
                    <a:pt x="25941" y="4854"/>
                    <a:pt x="20336" y="0"/>
                    <a:pt x="138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42"/>
            <p:cNvSpPr/>
            <p:nvPr/>
          </p:nvSpPr>
          <p:spPr>
            <a:xfrm>
              <a:off x="4819825" y="2946550"/>
              <a:ext cx="319900" cy="425975"/>
            </a:xfrm>
            <a:custGeom>
              <a:avLst/>
              <a:gdLst/>
              <a:ahLst/>
              <a:cxnLst/>
              <a:rect l="l" t="t" r="r" b="b"/>
              <a:pathLst>
                <a:path w="12796" h="17039" extrusionOk="0">
                  <a:moveTo>
                    <a:pt x="2059" y="0"/>
                  </a:moveTo>
                  <a:cubicBezTo>
                    <a:pt x="919" y="0"/>
                    <a:pt x="1" y="919"/>
                    <a:pt x="1" y="2059"/>
                  </a:cubicBezTo>
                  <a:lnTo>
                    <a:pt x="1" y="15011"/>
                  </a:lnTo>
                  <a:cubicBezTo>
                    <a:pt x="1" y="16151"/>
                    <a:pt x="919" y="17038"/>
                    <a:pt x="2059" y="17038"/>
                  </a:cubicBezTo>
                  <a:lnTo>
                    <a:pt x="10768" y="17038"/>
                  </a:lnTo>
                  <a:cubicBezTo>
                    <a:pt x="11908" y="17038"/>
                    <a:pt x="12795" y="16151"/>
                    <a:pt x="12795" y="15011"/>
                  </a:cubicBezTo>
                  <a:lnTo>
                    <a:pt x="12795" y="2059"/>
                  </a:lnTo>
                  <a:cubicBezTo>
                    <a:pt x="12795" y="919"/>
                    <a:pt x="11908" y="0"/>
                    <a:pt x="1076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1" y="12668"/>
                  </a:ln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42"/>
            <p:cNvSpPr/>
            <p:nvPr/>
          </p:nvSpPr>
          <p:spPr>
            <a:xfrm>
              <a:off x="4965525" y="3323400"/>
              <a:ext cx="29300" cy="29325"/>
            </a:xfrm>
            <a:custGeom>
              <a:avLst/>
              <a:gdLst/>
              <a:ahLst/>
              <a:cxnLst/>
              <a:rect l="l" t="t" r="r" b="b"/>
              <a:pathLst>
                <a:path w="1172" h="1173" extrusionOk="0">
                  <a:moveTo>
                    <a:pt x="570" y="1"/>
                  </a:moveTo>
                  <a:cubicBezTo>
                    <a:pt x="253" y="1"/>
                    <a:pt x="0" y="254"/>
                    <a:pt x="0" y="602"/>
                  </a:cubicBezTo>
                  <a:cubicBezTo>
                    <a:pt x="0" y="919"/>
                    <a:pt x="253" y="1172"/>
                    <a:pt x="570" y="1172"/>
                  </a:cubicBezTo>
                  <a:cubicBezTo>
                    <a:pt x="918" y="1172"/>
                    <a:pt x="1172" y="919"/>
                    <a:pt x="1172" y="602"/>
                  </a:cubicBezTo>
                  <a:cubicBezTo>
                    <a:pt x="1172" y="254"/>
                    <a:pt x="918" y="1"/>
                    <a:pt x="570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42"/>
            <p:cNvSpPr/>
            <p:nvPr/>
          </p:nvSpPr>
          <p:spPr>
            <a:xfrm>
              <a:off x="48839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380" y="1679"/>
                    <a:pt x="317" y="1489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60"/>
                    <a:pt x="285" y="570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3" y="1520"/>
                    <a:pt x="158" y="1679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42"/>
            <p:cNvSpPr/>
            <p:nvPr/>
          </p:nvSpPr>
          <p:spPr>
            <a:xfrm>
              <a:off x="49267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70"/>
                  </a:lnTo>
                  <a:lnTo>
                    <a:pt x="444" y="570"/>
                  </a:lnTo>
                  <a:lnTo>
                    <a:pt x="444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42"/>
            <p:cNvSpPr/>
            <p:nvPr/>
          </p:nvSpPr>
          <p:spPr>
            <a:xfrm>
              <a:off x="4960750" y="305660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44"/>
                  </a:cubicBezTo>
                  <a:cubicBezTo>
                    <a:pt x="1014" y="570"/>
                    <a:pt x="1046" y="760"/>
                    <a:pt x="1046" y="982"/>
                  </a:cubicBezTo>
                  <a:cubicBezTo>
                    <a:pt x="1046" y="1267"/>
                    <a:pt x="1014" y="1489"/>
                    <a:pt x="951" y="1584"/>
                  </a:cubicBezTo>
                  <a:cubicBezTo>
                    <a:pt x="888" y="1710"/>
                    <a:pt x="761" y="1774"/>
                    <a:pt x="634" y="1774"/>
                  </a:cubicBezTo>
                  <a:cubicBezTo>
                    <a:pt x="476" y="1774"/>
                    <a:pt x="381" y="1679"/>
                    <a:pt x="318" y="1489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60"/>
                    <a:pt x="286" y="570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59"/>
                    <a:pt x="64" y="444"/>
                  </a:cubicBezTo>
                  <a:cubicBezTo>
                    <a:pt x="33" y="602"/>
                    <a:pt x="1" y="792"/>
                    <a:pt x="1" y="1014"/>
                  </a:cubicBezTo>
                  <a:cubicBezTo>
                    <a:pt x="1" y="1267"/>
                    <a:pt x="33" y="1520"/>
                    <a:pt x="128" y="1679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615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97"/>
                    <a:pt x="1268" y="475"/>
                    <a:pt x="1204" y="317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42"/>
            <p:cNvSpPr/>
            <p:nvPr/>
          </p:nvSpPr>
          <p:spPr>
            <a:xfrm>
              <a:off x="50035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70"/>
                  </a:lnTo>
                  <a:lnTo>
                    <a:pt x="443" y="570"/>
                  </a:lnTo>
                  <a:lnTo>
                    <a:pt x="443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42"/>
            <p:cNvSpPr/>
            <p:nvPr/>
          </p:nvSpPr>
          <p:spPr>
            <a:xfrm>
              <a:off x="50367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412" y="1679"/>
                    <a:pt x="349" y="1489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60"/>
                    <a:pt x="285" y="570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4" y="1520"/>
                    <a:pt x="159" y="1679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42"/>
            <p:cNvSpPr/>
            <p:nvPr/>
          </p:nvSpPr>
          <p:spPr>
            <a:xfrm>
              <a:off x="48839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42"/>
            <p:cNvSpPr/>
            <p:nvPr/>
          </p:nvSpPr>
          <p:spPr>
            <a:xfrm>
              <a:off x="49267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44" y="222"/>
                    <a:pt x="380" y="285"/>
                  </a:cubicBezTo>
                  <a:cubicBezTo>
                    <a:pt x="285" y="317"/>
                    <a:pt x="190" y="349"/>
                    <a:pt x="0" y="349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42"/>
            <p:cNvSpPr/>
            <p:nvPr/>
          </p:nvSpPr>
          <p:spPr>
            <a:xfrm>
              <a:off x="4960750" y="31183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12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6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42"/>
            <p:cNvSpPr/>
            <p:nvPr/>
          </p:nvSpPr>
          <p:spPr>
            <a:xfrm>
              <a:off x="50035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12" y="222"/>
                    <a:pt x="348" y="285"/>
                  </a:cubicBezTo>
                  <a:cubicBezTo>
                    <a:pt x="285" y="317"/>
                    <a:pt x="158" y="349"/>
                    <a:pt x="0" y="349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42"/>
            <p:cNvSpPr/>
            <p:nvPr/>
          </p:nvSpPr>
          <p:spPr>
            <a:xfrm>
              <a:off x="50367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42"/>
            <p:cNvSpPr/>
            <p:nvPr/>
          </p:nvSpPr>
          <p:spPr>
            <a:xfrm>
              <a:off x="48839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42"/>
            <p:cNvSpPr/>
            <p:nvPr/>
          </p:nvSpPr>
          <p:spPr>
            <a:xfrm>
              <a:off x="49267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42"/>
            <p:cNvSpPr/>
            <p:nvPr/>
          </p:nvSpPr>
          <p:spPr>
            <a:xfrm>
              <a:off x="4960750" y="31856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44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42"/>
            <p:cNvSpPr/>
            <p:nvPr/>
          </p:nvSpPr>
          <p:spPr>
            <a:xfrm>
              <a:off x="50035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42"/>
            <p:cNvSpPr/>
            <p:nvPr/>
          </p:nvSpPr>
          <p:spPr>
            <a:xfrm>
              <a:off x="50367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42"/>
            <p:cNvSpPr/>
            <p:nvPr/>
          </p:nvSpPr>
          <p:spPr>
            <a:xfrm>
              <a:off x="3240350" y="2719325"/>
              <a:ext cx="1123475" cy="880425"/>
            </a:xfrm>
            <a:custGeom>
              <a:avLst/>
              <a:gdLst/>
              <a:ahLst/>
              <a:cxnLst/>
              <a:rect l="l" t="t" r="r" b="b"/>
              <a:pathLst>
                <a:path w="44939" h="35217" extrusionOk="0">
                  <a:moveTo>
                    <a:pt x="1679" y="0"/>
                  </a:moveTo>
                  <a:cubicBezTo>
                    <a:pt x="760" y="0"/>
                    <a:pt x="0" y="760"/>
                    <a:pt x="0" y="1679"/>
                  </a:cubicBezTo>
                  <a:lnTo>
                    <a:pt x="0" y="33538"/>
                  </a:lnTo>
                  <a:cubicBezTo>
                    <a:pt x="0" y="34456"/>
                    <a:pt x="728" y="35216"/>
                    <a:pt x="1679" y="35216"/>
                  </a:cubicBezTo>
                  <a:lnTo>
                    <a:pt x="43260" y="35216"/>
                  </a:lnTo>
                  <a:cubicBezTo>
                    <a:pt x="44178" y="35216"/>
                    <a:pt x="44939" y="34456"/>
                    <a:pt x="44939" y="33538"/>
                  </a:cubicBezTo>
                  <a:lnTo>
                    <a:pt x="44939" y="1679"/>
                  </a:lnTo>
                  <a:cubicBezTo>
                    <a:pt x="44939" y="760"/>
                    <a:pt x="44178" y="0"/>
                    <a:pt x="4326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42"/>
            <p:cNvSpPr/>
            <p:nvPr/>
          </p:nvSpPr>
          <p:spPr>
            <a:xfrm>
              <a:off x="3321100" y="2791375"/>
              <a:ext cx="961975" cy="737900"/>
            </a:xfrm>
            <a:custGeom>
              <a:avLst/>
              <a:gdLst/>
              <a:ahLst/>
              <a:cxnLst/>
              <a:rect l="l" t="t" r="r" b="b"/>
              <a:pathLst>
                <a:path w="38479" h="29516" extrusionOk="0">
                  <a:moveTo>
                    <a:pt x="1805" y="0"/>
                  </a:moveTo>
                  <a:cubicBezTo>
                    <a:pt x="887" y="0"/>
                    <a:pt x="0" y="634"/>
                    <a:pt x="0" y="1520"/>
                  </a:cubicBezTo>
                  <a:lnTo>
                    <a:pt x="0" y="27805"/>
                  </a:lnTo>
                  <a:cubicBezTo>
                    <a:pt x="0" y="28724"/>
                    <a:pt x="887" y="29516"/>
                    <a:pt x="1805" y="29516"/>
                  </a:cubicBezTo>
                  <a:lnTo>
                    <a:pt x="36800" y="29516"/>
                  </a:lnTo>
                  <a:cubicBezTo>
                    <a:pt x="37718" y="29516"/>
                    <a:pt x="38478" y="28724"/>
                    <a:pt x="38478" y="27805"/>
                  </a:cubicBezTo>
                  <a:lnTo>
                    <a:pt x="38478" y="1520"/>
                  </a:lnTo>
                  <a:cubicBezTo>
                    <a:pt x="38478" y="634"/>
                    <a:pt x="37718" y="0"/>
                    <a:pt x="3680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42"/>
            <p:cNvSpPr/>
            <p:nvPr/>
          </p:nvSpPr>
          <p:spPr>
            <a:xfrm>
              <a:off x="3321100" y="2795325"/>
              <a:ext cx="948500" cy="730000"/>
            </a:xfrm>
            <a:custGeom>
              <a:avLst/>
              <a:gdLst/>
              <a:ahLst/>
              <a:cxnLst/>
              <a:rect l="l" t="t" r="r" b="b"/>
              <a:pathLst>
                <a:path w="37940" h="29200" extrusionOk="0">
                  <a:moveTo>
                    <a:pt x="697" y="0"/>
                  </a:moveTo>
                  <a:cubicBezTo>
                    <a:pt x="285" y="286"/>
                    <a:pt x="0" y="697"/>
                    <a:pt x="0" y="1204"/>
                  </a:cubicBezTo>
                  <a:lnTo>
                    <a:pt x="0" y="27489"/>
                  </a:lnTo>
                  <a:cubicBezTo>
                    <a:pt x="0" y="28407"/>
                    <a:pt x="887" y="29199"/>
                    <a:pt x="1805" y="29199"/>
                  </a:cubicBezTo>
                  <a:lnTo>
                    <a:pt x="36800" y="29199"/>
                  </a:lnTo>
                  <a:cubicBezTo>
                    <a:pt x="37243" y="29199"/>
                    <a:pt x="37623" y="29009"/>
                    <a:pt x="37940" y="28724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42"/>
            <p:cNvSpPr/>
            <p:nvPr/>
          </p:nvSpPr>
          <p:spPr>
            <a:xfrm>
              <a:off x="3116050" y="3488875"/>
              <a:ext cx="1393450" cy="128275"/>
            </a:xfrm>
            <a:custGeom>
              <a:avLst/>
              <a:gdLst/>
              <a:ahLst/>
              <a:cxnLst/>
              <a:rect l="l" t="t" r="r" b="b"/>
              <a:pathLst>
                <a:path w="55738" h="5131" extrusionOk="0">
                  <a:moveTo>
                    <a:pt x="0" y="0"/>
                  </a:moveTo>
                  <a:cubicBezTo>
                    <a:pt x="0" y="4972"/>
                    <a:pt x="5067" y="5131"/>
                    <a:pt x="5067" y="5131"/>
                  </a:cubicBezTo>
                  <a:lnTo>
                    <a:pt x="50639" y="5131"/>
                  </a:lnTo>
                  <a:cubicBezTo>
                    <a:pt x="50639" y="5131"/>
                    <a:pt x="55738" y="4972"/>
                    <a:pt x="5573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8" name="Google Shape;5138;p42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39" name="Google Shape;5139;p42"/>
          <p:cNvSpPr txBox="1"/>
          <p:nvPr/>
        </p:nvSpPr>
        <p:spPr>
          <a:xfrm>
            <a:off x="467376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0" name="Google Shape;5140;p42"/>
          <p:cNvSpPr txBox="1"/>
          <p:nvPr/>
        </p:nvSpPr>
        <p:spPr>
          <a:xfrm>
            <a:off x="467376" y="14655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1" name="Google Shape;5141;p42"/>
          <p:cNvSpPr txBox="1"/>
          <p:nvPr/>
        </p:nvSpPr>
        <p:spPr>
          <a:xfrm>
            <a:off x="467375" y="259440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2" name="Google Shape;5142;p42"/>
          <p:cNvSpPr txBox="1"/>
          <p:nvPr/>
        </p:nvSpPr>
        <p:spPr>
          <a:xfrm>
            <a:off x="467375" y="28551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3" name="Google Shape;5143;p42"/>
          <p:cNvSpPr txBox="1"/>
          <p:nvPr/>
        </p:nvSpPr>
        <p:spPr>
          <a:xfrm>
            <a:off x="467375" y="3983926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4" name="Google Shape;5144;p42"/>
          <p:cNvSpPr txBox="1"/>
          <p:nvPr/>
        </p:nvSpPr>
        <p:spPr>
          <a:xfrm>
            <a:off x="467375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5" name="Google Shape;5145;p42"/>
          <p:cNvSpPr txBox="1"/>
          <p:nvPr/>
        </p:nvSpPr>
        <p:spPr>
          <a:xfrm>
            <a:off x="6841500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6" name="Google Shape;5146;p42"/>
          <p:cNvSpPr txBox="1"/>
          <p:nvPr/>
        </p:nvSpPr>
        <p:spPr>
          <a:xfrm>
            <a:off x="6841500" y="14655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7" name="Google Shape;5147;p42"/>
          <p:cNvSpPr txBox="1"/>
          <p:nvPr/>
        </p:nvSpPr>
        <p:spPr>
          <a:xfrm>
            <a:off x="6841500" y="259439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8" name="Google Shape;5148;p42"/>
          <p:cNvSpPr txBox="1"/>
          <p:nvPr/>
        </p:nvSpPr>
        <p:spPr>
          <a:xfrm>
            <a:off x="6841500" y="28550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9" name="Google Shape;5149;p42"/>
          <p:cNvSpPr txBox="1"/>
          <p:nvPr/>
        </p:nvSpPr>
        <p:spPr>
          <a:xfrm>
            <a:off x="6841500" y="3983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50" name="Google Shape;5150;p42"/>
          <p:cNvSpPr txBox="1"/>
          <p:nvPr/>
        </p:nvSpPr>
        <p:spPr>
          <a:xfrm>
            <a:off x="6841500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avLst/>
            <a:gdLst/>
            <a:ahLst/>
            <a:cxnLst/>
            <a:rect l="l" t="t" r="r" b="b"/>
            <a:pathLst>
              <a:path w="70750" h="64455" extrusionOk="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avLst/>
            <a:gdLst/>
            <a:ahLst/>
            <a:cxnLst/>
            <a:rect l="l" t="t" r="r" b="b"/>
            <a:pathLst>
              <a:path w="95864" h="27877" extrusionOk="0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avLst/>
            <a:gdLst/>
            <a:ahLst/>
            <a:cxnLst/>
            <a:rect l="l" t="t" r="r" b="b"/>
            <a:pathLst>
              <a:path w="64" h="444" extrusionOk="0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avLst/>
            <a:gdLst/>
            <a:ahLst/>
            <a:cxnLst/>
            <a:rect l="l" t="t" r="r" b="b"/>
            <a:pathLst>
              <a:path w="508" h="2471" extrusionOk="0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avLst/>
            <a:gdLst/>
            <a:ahLst/>
            <a:cxnLst/>
            <a:rect l="l" t="t" r="r" b="b"/>
            <a:pathLst>
              <a:path w="128" h="286" extrusionOk="0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avLst/>
            <a:gdLst/>
            <a:ahLst/>
            <a:cxnLst/>
            <a:rect l="l" t="t" r="r" b="b"/>
            <a:pathLst>
              <a:path w="128" h="255" extrusionOk="0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avLst/>
            <a:gdLst/>
            <a:ahLst/>
            <a:cxnLst/>
            <a:rect l="l" t="t" r="r" b="b"/>
            <a:pathLst>
              <a:path w="8457" h="11813" extrusionOk="0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avLst/>
            <a:gdLst/>
            <a:ahLst/>
            <a:cxnLst/>
            <a:rect l="l" t="t" r="r" b="b"/>
            <a:pathLst>
              <a:path w="11370" h="18647" extrusionOk="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avLst/>
            <a:gdLst/>
            <a:ahLst/>
            <a:cxnLst/>
            <a:rect l="l" t="t" r="r" b="b"/>
            <a:pathLst>
              <a:path w="9090" h="14442" extrusionOk="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avLst/>
            <a:gdLst/>
            <a:ahLst/>
            <a:cxnLst/>
            <a:rect l="l" t="t" r="r" b="b"/>
            <a:pathLst>
              <a:path w="10610" h="11211" extrusionOk="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avLst/>
            <a:gdLst/>
            <a:ahLst/>
            <a:cxnLst/>
            <a:rect l="l" t="t" r="r" b="b"/>
            <a:pathLst>
              <a:path w="9850" h="11054" extrusionOk="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avLst/>
            <a:gdLst/>
            <a:ahLst/>
            <a:cxnLst/>
            <a:rect l="l" t="t" r="r" b="b"/>
            <a:pathLst>
              <a:path w="7285" h="25684" extrusionOk="0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avLst/>
            <a:gdLst/>
            <a:ahLst/>
            <a:cxnLst/>
            <a:rect l="l" t="t" r="r" b="b"/>
            <a:pathLst>
              <a:path w="857" h="10673" extrusionOk="0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avLst/>
            <a:gdLst/>
            <a:ahLst/>
            <a:cxnLst/>
            <a:rect l="l" t="t" r="r" b="b"/>
            <a:pathLst>
              <a:path w="127" h="191" extrusionOk="0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avLst/>
            <a:gdLst/>
            <a:ahLst/>
            <a:cxnLst/>
            <a:rect l="l" t="t" r="r" b="b"/>
            <a:pathLst>
              <a:path w="1" h="33" extrusionOk="0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avLst/>
            <a:gdLst/>
            <a:ahLst/>
            <a:cxnLst/>
            <a:rect l="l" t="t" r="r" b="b"/>
            <a:pathLst>
              <a:path w="254" h="476" extrusionOk="0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avLst/>
            <a:gdLst/>
            <a:ahLst/>
            <a:cxnLst/>
            <a:rect l="l" t="t" r="r" b="b"/>
            <a:pathLst>
              <a:path w="64" h="96" extrusionOk="0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avLst/>
            <a:gdLst/>
            <a:ahLst/>
            <a:cxnLst/>
            <a:rect l="l" t="t" r="r" b="b"/>
            <a:pathLst>
              <a:path w="15804" h="27109" extrusionOk="0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avLst/>
            <a:gdLst/>
            <a:ahLst/>
            <a:cxnLst/>
            <a:rect l="l" t="t" r="r" b="b"/>
            <a:pathLst>
              <a:path w="8614" h="4909" extrusionOk="0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avLst/>
            <a:gdLst/>
            <a:ahLst/>
            <a:cxnLst/>
            <a:rect l="l" t="t" r="r" b="b"/>
            <a:pathLst>
              <a:path w="4688" h="7095" extrusionOk="0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avLst/>
            <a:gdLst/>
            <a:ahLst/>
            <a:cxnLst/>
            <a:rect l="l" t="t" r="r" b="b"/>
            <a:pathLst>
              <a:path w="255" h="761" extrusionOk="0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avLst/>
            <a:gdLst/>
            <a:ahLst/>
            <a:cxnLst/>
            <a:rect l="l" t="t" r="r" b="b"/>
            <a:pathLst>
              <a:path w="33" h="65" extrusionOk="0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avLst/>
            <a:gdLst/>
            <a:ahLst/>
            <a:cxnLst/>
            <a:rect l="l" t="t" r="r" b="b"/>
            <a:pathLst>
              <a:path w="16184" h="26718" extrusionOk="0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avLst/>
            <a:gdLst/>
            <a:ahLst/>
            <a:cxnLst/>
            <a:rect l="l" t="t" r="r" b="b"/>
            <a:pathLst>
              <a:path w="12004" h="28819" extrusionOk="0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avLst/>
            <a:gdLst/>
            <a:ahLst/>
            <a:cxnLst/>
            <a:rect l="l" t="t" r="r" b="b"/>
            <a:pathLst>
              <a:path w="8330" h="2914" extrusionOk="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avLst/>
            <a:gdLst/>
            <a:ahLst/>
            <a:cxnLst/>
            <a:rect l="l" t="t" r="r" b="b"/>
            <a:pathLst>
              <a:path w="7633" h="1717" extrusionOk="0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avLst/>
            <a:gdLst/>
            <a:ahLst/>
            <a:cxnLst/>
            <a:rect l="l" t="t" r="r" b="b"/>
            <a:pathLst>
              <a:path w="7728" h="2503" extrusionOk="0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avLst/>
            <a:gdLst/>
            <a:ahLst/>
            <a:cxnLst/>
            <a:rect l="l" t="t" r="r" b="b"/>
            <a:pathLst>
              <a:path w="1046" h="7317" extrusionOk="0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avLst/>
            <a:gdLst/>
            <a:ahLst/>
            <a:cxnLst/>
            <a:rect l="l" t="t" r="r" b="b"/>
            <a:pathLst>
              <a:path w="3453" h="6620" extrusionOk="0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avLst/>
            <a:gdLst/>
            <a:ahLst/>
            <a:cxnLst/>
            <a:rect l="l" t="t" r="r" b="b"/>
            <a:pathLst>
              <a:path w="2629" h="5797" extrusionOk="0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avLst/>
            <a:gdLst/>
            <a:ahLst/>
            <a:cxnLst/>
            <a:rect l="l" t="t" r="r" b="b"/>
            <a:pathLst>
              <a:path w="11434" h="11433" extrusionOk="0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avLst/>
            <a:gdLst/>
            <a:ahLst/>
            <a:cxnLst/>
            <a:rect l="l" t="t" r="r" b="b"/>
            <a:pathLst>
              <a:path w="14252" h="3231" extrusionOk="0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avLst/>
            <a:gdLst/>
            <a:ahLst/>
            <a:cxnLst/>
            <a:rect l="l" t="t" r="r" b="b"/>
            <a:pathLst>
              <a:path w="73917" h="5480" extrusionOk="0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avLst/>
            <a:gdLst/>
            <a:ahLst/>
            <a:cxnLst/>
            <a:rect l="l" t="t" r="r" b="b"/>
            <a:pathLst>
              <a:path w="29897" h="31978" extrusionOk="0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avLst/>
            <a:gdLst/>
            <a:ahLst/>
            <a:cxnLst/>
            <a:rect l="l" t="t" r="r" b="b"/>
            <a:pathLst>
              <a:path w="27997" h="25539" extrusionOk="0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avLst/>
            <a:gdLst/>
            <a:ahLst/>
            <a:cxnLst/>
            <a:rect l="l" t="t" r="r" b="b"/>
            <a:pathLst>
              <a:path w="56783" h="15743" extrusionOk="0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avLst/>
            <a:gdLst/>
            <a:ahLst/>
            <a:cxnLst/>
            <a:rect l="l" t="t" r="r" b="b"/>
            <a:pathLst>
              <a:path w="11750" h="17689" extrusionOk="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avLst/>
            <a:gdLst/>
            <a:ahLst/>
            <a:cxnLst/>
            <a:rect l="l" t="t" r="r" b="b"/>
            <a:pathLst>
              <a:path w="16184" h="14307" extrusionOk="0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avLst/>
            <a:gdLst/>
            <a:ahLst/>
            <a:cxnLst/>
            <a:rect l="l" t="t" r="r" b="b"/>
            <a:pathLst>
              <a:path w="14568" h="19431" extrusionOk="0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avLst/>
            <a:gdLst/>
            <a:ahLst/>
            <a:cxnLst/>
            <a:rect l="l" t="t" r="r" b="b"/>
            <a:pathLst>
              <a:path w="11719" h="17689" extrusionOk="0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avLst/>
            <a:gdLst/>
            <a:ahLst/>
            <a:cxnLst/>
            <a:rect l="l" t="t" r="r" b="b"/>
            <a:pathLst>
              <a:path w="14569" h="19431" extrusionOk="0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avLst/>
            <a:gdLst/>
            <a:ahLst/>
            <a:cxnLst/>
            <a:rect l="l" t="t" r="r" b="b"/>
            <a:pathLst>
              <a:path w="20459" h="31891" extrusionOk="0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avLst/>
            <a:gdLst/>
            <a:ahLst/>
            <a:cxnLst/>
            <a:rect l="l" t="t" r="r" b="b"/>
            <a:pathLst>
              <a:path w="13682" h="7365" extrusionOk="0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avLst/>
            <a:gdLst/>
            <a:ahLst/>
            <a:cxnLst/>
            <a:rect l="l" t="t" r="r" b="b"/>
            <a:pathLst>
              <a:path w="8298" h="11553" extrusionOk="0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avLst/>
            <a:gdLst/>
            <a:ahLst/>
            <a:cxnLst/>
            <a:rect l="l" t="t" r="r" b="b"/>
            <a:pathLst>
              <a:path w="15613" h="24488" extrusionOk="0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avLst/>
            <a:gdLst/>
            <a:ahLst/>
            <a:cxnLst/>
            <a:rect l="l" t="t" r="r" b="b"/>
            <a:pathLst>
              <a:path w="5194" h="5771" extrusionOk="0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avLst/>
            <a:gdLst/>
            <a:ahLst/>
            <a:cxnLst/>
            <a:rect l="l" t="t" r="r" b="b"/>
            <a:pathLst>
              <a:path w="12859" h="15562" extrusionOk="0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avLst/>
            <a:gdLst/>
            <a:ahLst/>
            <a:cxnLst/>
            <a:rect l="l" t="t" r="r" b="b"/>
            <a:pathLst>
              <a:path w="11940" h="10638" extrusionOk="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avLst/>
            <a:gdLst/>
            <a:ahLst/>
            <a:cxnLst/>
            <a:rect l="l" t="t" r="r" b="b"/>
            <a:pathLst>
              <a:path w="15297" h="11635" extrusionOk="0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avLst/>
            <a:gdLst/>
            <a:ahLst/>
            <a:cxnLst/>
            <a:rect l="l" t="t" r="r" b="b"/>
            <a:pathLst>
              <a:path w="28756" h="634" extrusionOk="0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avLst/>
            <a:gdLst/>
            <a:ahLst/>
            <a:cxnLst/>
            <a:rect l="l" t="t" r="r" b="b"/>
            <a:pathLst>
              <a:path w="14949" h="5448" extrusionOk="0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avLst/>
            <a:gdLst/>
            <a:ahLst/>
            <a:cxnLst/>
            <a:rect l="l" t="t" r="r" b="b"/>
            <a:pathLst>
              <a:path w="14601" h="5005" extrusionOk="0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avLst/>
            <a:gdLst/>
            <a:ahLst/>
            <a:cxnLst/>
            <a:rect l="l" t="t" r="r" b="b"/>
            <a:pathLst>
              <a:path w="28440" h="19097" extrusionOk="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avLst/>
            <a:gdLst/>
            <a:ahLst/>
            <a:cxnLst/>
            <a:rect l="l" t="t" r="r" b="b"/>
            <a:pathLst>
              <a:path w="28883" h="19097" extrusionOk="0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avLst/>
            <a:gdLst/>
            <a:ahLst/>
            <a:cxnLst/>
            <a:rect l="l" t="t" r="r" b="b"/>
            <a:pathLst>
              <a:path w="25178" h="1141" extrusionOk="0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94048" y="3231980"/>
            <a:ext cx="120111" cy="112207"/>
          </a:xfrm>
          <a:custGeom>
            <a:avLst/>
            <a:gdLst/>
            <a:ahLst/>
            <a:cxnLst/>
            <a:rect l="l" t="t" r="r" b="b"/>
            <a:pathLst>
              <a:path w="3738" h="3492" extrusionOk="0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avLst/>
            <a:gdLst/>
            <a:ahLst/>
            <a:cxnLst/>
            <a:rect l="l" t="t" r="r" b="b"/>
            <a:pathLst>
              <a:path w="31516" h="17061" extrusionOk="0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avLst/>
            <a:gdLst/>
            <a:ahLst/>
            <a:cxnLst/>
            <a:rect l="l" t="t" r="r" b="b"/>
            <a:pathLst>
              <a:path w="9882" h="5607" extrusionOk="0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avLst/>
            <a:gdLst/>
            <a:ahLst/>
            <a:cxnLst/>
            <a:rect l="l" t="t" r="r" b="b"/>
            <a:pathLst>
              <a:path w="14062" h="4245" extrusionOk="0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avLst/>
            <a:gdLst/>
            <a:ahLst/>
            <a:cxnLst/>
            <a:rect l="l" t="t" r="r" b="b"/>
            <a:pathLst>
              <a:path w="14410" h="5247" extrusionOk="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avLst/>
            <a:gdLst/>
            <a:ahLst/>
            <a:cxnLst/>
            <a:rect l="l" t="t" r="r" b="b"/>
            <a:pathLst>
              <a:path w="6271" h="8995" extrusionOk="0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avLst/>
            <a:gdLst/>
            <a:ahLst/>
            <a:cxnLst/>
            <a:rect l="l" t="t" r="r" b="b"/>
            <a:pathLst>
              <a:path w="5448" h="5543" extrusionOk="0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avLst/>
            <a:gdLst/>
            <a:ahLst/>
            <a:cxnLst/>
            <a:rect l="l" t="t" r="r" b="b"/>
            <a:pathLst>
              <a:path w="666" h="5036" extrusionOk="0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avLst/>
            <a:gdLst/>
            <a:ahLst/>
            <a:cxnLst/>
            <a:rect l="l" t="t" r="r" b="b"/>
            <a:pathLst>
              <a:path w="3041" h="8995" extrusionOk="0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5" name="Google Shape;5225;p43"/>
          <p:cNvSpPr/>
          <p:nvPr/>
        </p:nvSpPr>
        <p:spPr>
          <a:xfrm>
            <a:off x="532497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2" y="1"/>
                </a:moveTo>
                <a:lnTo>
                  <a:pt x="11940" y="1"/>
                </a:lnTo>
                <a:cubicBezTo>
                  <a:pt x="5321" y="1"/>
                  <a:pt x="1" y="5353"/>
                  <a:pt x="1" y="11940"/>
                </a:cubicBezTo>
                <a:lnTo>
                  <a:pt x="1" y="11940"/>
                </a:lnTo>
                <a:cubicBezTo>
                  <a:pt x="1" y="18527"/>
                  <a:pt x="5321" y="23879"/>
                  <a:pt x="11940" y="23879"/>
                </a:cubicBezTo>
                <a:lnTo>
                  <a:pt x="55992" y="23879"/>
                </a:lnTo>
                <a:cubicBezTo>
                  <a:pt x="62579" y="23879"/>
                  <a:pt x="67931" y="18527"/>
                  <a:pt x="67931" y="11940"/>
                </a:cubicBezTo>
                <a:cubicBezTo>
                  <a:pt x="67931" y="5353"/>
                  <a:pt x="62579" y="1"/>
                  <a:pt x="55992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6" name="Google Shape;5226;p43"/>
          <p:cNvSpPr/>
          <p:nvPr/>
        </p:nvSpPr>
        <p:spPr>
          <a:xfrm>
            <a:off x="457210" y="247156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39" y="0"/>
                </a:moveTo>
                <a:cubicBezTo>
                  <a:pt x="5352" y="0"/>
                  <a:pt x="0" y="5352"/>
                  <a:pt x="0" y="11940"/>
                </a:cubicBez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610" y="23879"/>
                  <a:pt x="67930" y="18527"/>
                  <a:pt x="67930" y="11940"/>
                </a:cubicBezTo>
                <a:cubicBezTo>
                  <a:pt x="67930" y="5352"/>
                  <a:pt x="62610" y="0"/>
                  <a:pt x="55991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7" name="Google Shape;5227;p43"/>
          <p:cNvSpPr/>
          <p:nvPr/>
        </p:nvSpPr>
        <p:spPr>
          <a:xfrm>
            <a:off x="542683" y="2559415"/>
            <a:ext cx="721503" cy="674011"/>
          </a:xfrm>
          <a:custGeom>
            <a:avLst/>
            <a:gdLst/>
            <a:ahLst/>
            <a:cxnLst/>
            <a:rect l="l" t="t" r="r" b="b"/>
            <a:pathLst>
              <a:path w="22454" h="20976" extrusionOk="0">
                <a:moveTo>
                  <a:pt x="11210" y="0"/>
                </a:moveTo>
                <a:cubicBezTo>
                  <a:pt x="6121" y="0"/>
                  <a:pt x="1632" y="3742"/>
                  <a:pt x="855" y="8921"/>
                </a:cubicBezTo>
                <a:cubicBezTo>
                  <a:pt x="0" y="14653"/>
                  <a:pt x="3959" y="20005"/>
                  <a:pt x="9691" y="20860"/>
                </a:cubicBezTo>
                <a:cubicBezTo>
                  <a:pt x="10212" y="20938"/>
                  <a:pt x="10731" y="20976"/>
                  <a:pt x="11243" y="20976"/>
                </a:cubicBezTo>
                <a:cubicBezTo>
                  <a:pt x="16333" y="20976"/>
                  <a:pt x="20822" y="17232"/>
                  <a:pt x="21599" y="12024"/>
                </a:cubicBezTo>
                <a:cubicBezTo>
                  <a:pt x="22454" y="6292"/>
                  <a:pt x="18495" y="972"/>
                  <a:pt x="12763" y="117"/>
                </a:cubicBezTo>
                <a:cubicBezTo>
                  <a:pt x="12241" y="38"/>
                  <a:pt x="11723" y="0"/>
                  <a:pt x="11210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8" name="Google Shape;5228;p43"/>
          <p:cNvSpPr/>
          <p:nvPr/>
        </p:nvSpPr>
        <p:spPr>
          <a:xfrm>
            <a:off x="493841" y="2518735"/>
            <a:ext cx="706240" cy="673786"/>
          </a:xfrm>
          <a:custGeom>
            <a:avLst/>
            <a:gdLst/>
            <a:ahLst/>
            <a:cxnLst/>
            <a:rect l="l" t="t" r="r" b="b"/>
            <a:pathLst>
              <a:path w="21979" h="20969" extrusionOk="0">
                <a:moveTo>
                  <a:pt x="10958" y="1"/>
                </a:moveTo>
                <a:cubicBezTo>
                  <a:pt x="5632" y="1"/>
                  <a:pt x="1076" y="4045"/>
                  <a:pt x="570" y="9458"/>
                </a:cubicBezTo>
                <a:cubicBezTo>
                  <a:pt x="0" y="15222"/>
                  <a:pt x="4244" y="20352"/>
                  <a:pt x="10008" y="20922"/>
                </a:cubicBezTo>
                <a:cubicBezTo>
                  <a:pt x="10339" y="20953"/>
                  <a:pt x="10668" y="20969"/>
                  <a:pt x="10995" y="20969"/>
                </a:cubicBezTo>
                <a:cubicBezTo>
                  <a:pt x="16317" y="20969"/>
                  <a:pt x="20903" y="16916"/>
                  <a:pt x="21440" y="11485"/>
                </a:cubicBezTo>
                <a:cubicBezTo>
                  <a:pt x="21979" y="5721"/>
                  <a:pt x="17767" y="591"/>
                  <a:pt x="12003" y="53"/>
                </a:cubicBezTo>
                <a:cubicBezTo>
                  <a:pt x="11652" y="18"/>
                  <a:pt x="11304" y="1"/>
                  <a:pt x="109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9" name="Google Shape;5229;p43"/>
          <p:cNvSpPr/>
          <p:nvPr/>
        </p:nvSpPr>
        <p:spPr>
          <a:xfrm>
            <a:off x="563023" y="2571272"/>
            <a:ext cx="567878" cy="567878"/>
          </a:xfrm>
          <a:custGeom>
            <a:avLst/>
            <a:gdLst/>
            <a:ahLst/>
            <a:cxnLst/>
            <a:rect l="l" t="t" r="r" b="b"/>
            <a:pathLst>
              <a:path w="17673" h="17673" extrusionOk="0">
                <a:moveTo>
                  <a:pt x="8836" y="1"/>
                </a:moveTo>
                <a:cubicBezTo>
                  <a:pt x="3959" y="1"/>
                  <a:pt x="1" y="3960"/>
                  <a:pt x="1" y="8837"/>
                </a:cubicBezTo>
                <a:cubicBezTo>
                  <a:pt x="1" y="13714"/>
                  <a:pt x="3959" y="17672"/>
                  <a:pt x="8836" y="17672"/>
                </a:cubicBezTo>
                <a:cubicBezTo>
                  <a:pt x="13713" y="17672"/>
                  <a:pt x="17672" y="13714"/>
                  <a:pt x="17672" y="8837"/>
                </a:cubicBezTo>
                <a:cubicBezTo>
                  <a:pt x="17672" y="3960"/>
                  <a:pt x="13713" y="1"/>
                  <a:pt x="8836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avLst/>
            <a:gdLst/>
            <a:ahLst/>
            <a:cxnLst/>
            <a:rect l="l" t="t" r="r" b="b"/>
            <a:pathLst>
              <a:path w="6398" h="11275" extrusionOk="0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461259" y="3883981"/>
            <a:ext cx="2182793" cy="767324"/>
          </a:xfrm>
          <a:custGeom>
            <a:avLst/>
            <a:gdLst/>
            <a:ahLst/>
            <a:cxnLst/>
            <a:rect l="l" t="t" r="r" b="b"/>
            <a:pathLst>
              <a:path w="67931" h="23880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3" name="Google Shape;5233;p43"/>
          <p:cNvSpPr/>
          <p:nvPr/>
        </p:nvSpPr>
        <p:spPr>
          <a:xfrm>
            <a:off x="571184" y="3971510"/>
            <a:ext cx="673658" cy="673690"/>
          </a:xfrm>
          <a:custGeom>
            <a:avLst/>
            <a:gdLst/>
            <a:ahLst/>
            <a:cxnLst/>
            <a:rect l="l" t="t" r="r" b="b"/>
            <a:pathLst>
              <a:path w="20965" h="20966" extrusionOk="0">
                <a:moveTo>
                  <a:pt x="10483" y="0"/>
                </a:moveTo>
                <a:cubicBezTo>
                  <a:pt x="4687" y="0"/>
                  <a:pt x="0" y="4687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6" y="20965"/>
                  <a:pt x="20965" y="16278"/>
                  <a:pt x="20965" y="10483"/>
                </a:cubicBezTo>
                <a:cubicBezTo>
                  <a:pt x="20965" y="4687"/>
                  <a:pt x="16246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4" name="Google Shape;5234;p43"/>
          <p:cNvSpPr/>
          <p:nvPr/>
        </p:nvSpPr>
        <p:spPr>
          <a:xfrm>
            <a:off x="514181" y="393079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8" y="20965"/>
                  <a:pt x="20965" y="16278"/>
                  <a:pt x="20965" y="10483"/>
                </a:cubicBezTo>
                <a:cubicBezTo>
                  <a:pt x="20965" y="4688"/>
                  <a:pt x="16278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5" name="Google Shape;5235;p43"/>
          <p:cNvSpPr/>
          <p:nvPr/>
        </p:nvSpPr>
        <p:spPr>
          <a:xfrm>
            <a:off x="567103" y="3983720"/>
            <a:ext cx="567846" cy="567846"/>
          </a:xfrm>
          <a:custGeom>
            <a:avLst/>
            <a:gdLst/>
            <a:ahLst/>
            <a:cxnLst/>
            <a:rect l="l" t="t" r="r" b="b"/>
            <a:pathLst>
              <a:path w="17672" h="17672" extrusionOk="0">
                <a:moveTo>
                  <a:pt x="8836" y="0"/>
                </a:moveTo>
                <a:cubicBezTo>
                  <a:pt x="3959" y="0"/>
                  <a:pt x="0" y="3959"/>
                  <a:pt x="0" y="8836"/>
                </a:cubicBezTo>
                <a:cubicBezTo>
                  <a:pt x="0" y="13713"/>
                  <a:pt x="3959" y="17672"/>
                  <a:pt x="8836" y="17672"/>
                </a:cubicBezTo>
                <a:cubicBezTo>
                  <a:pt x="13713" y="17672"/>
                  <a:pt x="17672" y="13713"/>
                  <a:pt x="17672" y="8836"/>
                </a:cubicBezTo>
                <a:cubicBezTo>
                  <a:pt x="17672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6" name="Google Shape;5236;p43"/>
          <p:cNvSpPr/>
          <p:nvPr/>
        </p:nvSpPr>
        <p:spPr>
          <a:xfrm>
            <a:off x="667839" y="4151612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1"/>
                </a:moveTo>
                <a:lnTo>
                  <a:pt x="1" y="1521"/>
                </a:lnTo>
                <a:lnTo>
                  <a:pt x="11433" y="152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7" name="Google Shape;5237;p43"/>
          <p:cNvSpPr/>
          <p:nvPr/>
        </p:nvSpPr>
        <p:spPr>
          <a:xfrm>
            <a:off x="667839" y="4210640"/>
            <a:ext cx="367403" cy="219851"/>
          </a:xfrm>
          <a:custGeom>
            <a:avLst/>
            <a:gdLst/>
            <a:ahLst/>
            <a:cxnLst/>
            <a:rect l="l" t="t" r="r" b="b"/>
            <a:pathLst>
              <a:path w="11434" h="6842" extrusionOk="0">
                <a:moveTo>
                  <a:pt x="2882" y="1331"/>
                </a:moveTo>
                <a:lnTo>
                  <a:pt x="2882" y="2977"/>
                </a:lnTo>
                <a:lnTo>
                  <a:pt x="1236" y="2977"/>
                </a:lnTo>
                <a:lnTo>
                  <a:pt x="1236" y="1331"/>
                </a:lnTo>
                <a:close/>
                <a:moveTo>
                  <a:pt x="5258" y="1331"/>
                </a:moveTo>
                <a:lnTo>
                  <a:pt x="5258" y="2977"/>
                </a:lnTo>
                <a:lnTo>
                  <a:pt x="3611" y="2977"/>
                </a:lnTo>
                <a:lnTo>
                  <a:pt x="3611" y="1331"/>
                </a:lnTo>
                <a:close/>
                <a:moveTo>
                  <a:pt x="7633" y="1331"/>
                </a:moveTo>
                <a:lnTo>
                  <a:pt x="7633" y="2977"/>
                </a:lnTo>
                <a:lnTo>
                  <a:pt x="6018" y="2977"/>
                </a:lnTo>
                <a:lnTo>
                  <a:pt x="6018" y="1331"/>
                </a:lnTo>
                <a:close/>
                <a:moveTo>
                  <a:pt x="10008" y="1331"/>
                </a:moveTo>
                <a:lnTo>
                  <a:pt x="10008" y="2977"/>
                </a:lnTo>
                <a:lnTo>
                  <a:pt x="8393" y="2977"/>
                </a:lnTo>
                <a:lnTo>
                  <a:pt x="8393" y="1331"/>
                </a:lnTo>
                <a:close/>
                <a:moveTo>
                  <a:pt x="2882" y="3737"/>
                </a:moveTo>
                <a:lnTo>
                  <a:pt x="2882" y="5353"/>
                </a:lnTo>
                <a:lnTo>
                  <a:pt x="1236" y="5353"/>
                </a:lnTo>
                <a:lnTo>
                  <a:pt x="1236" y="3737"/>
                </a:lnTo>
                <a:close/>
                <a:moveTo>
                  <a:pt x="5258" y="3737"/>
                </a:moveTo>
                <a:lnTo>
                  <a:pt x="5258" y="5353"/>
                </a:lnTo>
                <a:lnTo>
                  <a:pt x="3611" y="5353"/>
                </a:lnTo>
                <a:lnTo>
                  <a:pt x="3611" y="3737"/>
                </a:lnTo>
                <a:close/>
                <a:moveTo>
                  <a:pt x="7633" y="3737"/>
                </a:moveTo>
                <a:lnTo>
                  <a:pt x="7633" y="5353"/>
                </a:lnTo>
                <a:lnTo>
                  <a:pt x="6018" y="5353"/>
                </a:lnTo>
                <a:lnTo>
                  <a:pt x="6018" y="3737"/>
                </a:lnTo>
                <a:close/>
                <a:moveTo>
                  <a:pt x="10008" y="3737"/>
                </a:moveTo>
                <a:lnTo>
                  <a:pt x="10008" y="5353"/>
                </a:lnTo>
                <a:lnTo>
                  <a:pt x="8393" y="5353"/>
                </a:lnTo>
                <a:lnTo>
                  <a:pt x="8393" y="3737"/>
                </a:lnTo>
                <a:close/>
                <a:moveTo>
                  <a:pt x="1" y="1"/>
                </a:moveTo>
                <a:lnTo>
                  <a:pt x="1" y="6841"/>
                </a:lnTo>
                <a:lnTo>
                  <a:pt x="11433" y="684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8" name="Google Shape;5238;p43"/>
          <p:cNvSpPr/>
          <p:nvPr/>
        </p:nvSpPr>
        <p:spPr>
          <a:xfrm>
            <a:off x="724842" y="4104795"/>
            <a:ext cx="35635" cy="86533"/>
          </a:xfrm>
          <a:custGeom>
            <a:avLst/>
            <a:gdLst/>
            <a:ahLst/>
            <a:cxnLst/>
            <a:rect l="l" t="t" r="r" b="b"/>
            <a:pathLst>
              <a:path w="1109" h="2693" extrusionOk="0">
                <a:moveTo>
                  <a:pt x="538" y="1"/>
                </a:moveTo>
                <a:cubicBezTo>
                  <a:pt x="253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3" y="2693"/>
                  <a:pt x="538" y="2693"/>
                </a:cubicBezTo>
                <a:lnTo>
                  <a:pt x="570" y="2693"/>
                </a:lnTo>
                <a:cubicBezTo>
                  <a:pt x="855" y="2693"/>
                  <a:pt x="1108" y="2471"/>
                  <a:pt x="1108" y="2154"/>
                </a:cubicBezTo>
                <a:lnTo>
                  <a:pt x="1108" y="539"/>
                </a:lnTo>
                <a:cubicBezTo>
                  <a:pt x="1108" y="223"/>
                  <a:pt x="855" y="1"/>
                  <a:pt x="5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9" name="Google Shape;5239;p43"/>
          <p:cNvSpPr/>
          <p:nvPr/>
        </p:nvSpPr>
        <p:spPr>
          <a:xfrm>
            <a:off x="942604" y="4104795"/>
            <a:ext cx="34607" cy="86533"/>
          </a:xfrm>
          <a:custGeom>
            <a:avLst/>
            <a:gdLst/>
            <a:ahLst/>
            <a:cxnLst/>
            <a:rect l="l" t="t" r="r" b="b"/>
            <a:pathLst>
              <a:path w="1077" h="2693" extrusionOk="0">
                <a:moveTo>
                  <a:pt x="539" y="1"/>
                </a:moveTo>
                <a:cubicBezTo>
                  <a:pt x="254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4" y="2693"/>
                  <a:pt x="539" y="2693"/>
                </a:cubicBezTo>
                <a:cubicBezTo>
                  <a:pt x="855" y="2693"/>
                  <a:pt x="1077" y="2471"/>
                  <a:pt x="1077" y="2154"/>
                </a:cubicBezTo>
                <a:lnTo>
                  <a:pt x="1077" y="539"/>
                </a:lnTo>
                <a:cubicBezTo>
                  <a:pt x="1077" y="223"/>
                  <a:pt x="855" y="1"/>
                  <a:pt x="5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0" name="Google Shape;5240;p43"/>
          <p:cNvSpPr/>
          <p:nvPr/>
        </p:nvSpPr>
        <p:spPr>
          <a:xfrm flipH="1">
            <a:off x="6427493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501783" y="1082541"/>
            <a:ext cx="2183821" cy="766296"/>
          </a:xfrm>
          <a:custGeom>
            <a:avLst/>
            <a:gdLst/>
            <a:ahLst/>
            <a:cxnLst/>
            <a:rect l="l" t="t" r="r" b="b"/>
            <a:pathLst>
              <a:path w="67963" h="23848" extrusionOk="0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2" name="Google Shape;5242;p43"/>
          <p:cNvSpPr/>
          <p:nvPr/>
        </p:nvSpPr>
        <p:spPr>
          <a:xfrm flipH="1">
            <a:off x="7902021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3" name="Google Shape;5243;p43"/>
          <p:cNvSpPr/>
          <p:nvPr/>
        </p:nvSpPr>
        <p:spPr>
          <a:xfrm flipH="1">
            <a:off x="7957996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4" name="Google Shape;5244;p43"/>
          <p:cNvSpPr/>
          <p:nvPr/>
        </p:nvSpPr>
        <p:spPr>
          <a:xfrm flipH="1">
            <a:off x="8011915" y="1182248"/>
            <a:ext cx="566849" cy="566849"/>
          </a:xfrm>
          <a:custGeom>
            <a:avLst/>
            <a:gdLst/>
            <a:ahLst/>
            <a:cxnLst/>
            <a:rect l="l" t="t" r="r" b="b"/>
            <a:pathLst>
              <a:path w="17641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40" y="13682"/>
                  <a:pt x="17640" y="8805"/>
                </a:cubicBezTo>
                <a:cubicBezTo>
                  <a:pt x="17640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5" name="Google Shape;5245;p43"/>
          <p:cNvSpPr/>
          <p:nvPr/>
        </p:nvSpPr>
        <p:spPr>
          <a:xfrm flipH="1">
            <a:off x="8088229" y="1261647"/>
            <a:ext cx="413192" cy="414188"/>
          </a:xfrm>
          <a:custGeom>
            <a:avLst/>
            <a:gdLst/>
            <a:ahLst/>
            <a:cxnLst/>
            <a:rect l="l" t="t" r="r" b="b"/>
            <a:pathLst>
              <a:path w="12859" h="12890" extrusionOk="0">
                <a:moveTo>
                  <a:pt x="6429" y="380"/>
                </a:moveTo>
                <a:cubicBezTo>
                  <a:pt x="9755" y="380"/>
                  <a:pt x="12478" y="3104"/>
                  <a:pt x="12478" y="6429"/>
                </a:cubicBezTo>
                <a:cubicBezTo>
                  <a:pt x="12478" y="9786"/>
                  <a:pt x="9755" y="12509"/>
                  <a:pt x="6429" y="12509"/>
                </a:cubicBezTo>
                <a:cubicBezTo>
                  <a:pt x="3073" y="12509"/>
                  <a:pt x="349" y="9786"/>
                  <a:pt x="349" y="6429"/>
                </a:cubicBezTo>
                <a:cubicBezTo>
                  <a:pt x="349" y="3104"/>
                  <a:pt x="3073" y="380"/>
                  <a:pt x="6429" y="380"/>
                </a:cubicBezTo>
                <a:close/>
                <a:moveTo>
                  <a:pt x="6429" y="0"/>
                </a:moveTo>
                <a:cubicBezTo>
                  <a:pt x="2883" y="0"/>
                  <a:pt x="1" y="2882"/>
                  <a:pt x="1" y="6429"/>
                </a:cubicBezTo>
                <a:cubicBezTo>
                  <a:pt x="1" y="9976"/>
                  <a:pt x="2883" y="12889"/>
                  <a:pt x="6429" y="12889"/>
                </a:cubicBezTo>
                <a:cubicBezTo>
                  <a:pt x="9976" y="12889"/>
                  <a:pt x="12858" y="9976"/>
                  <a:pt x="12858" y="6429"/>
                </a:cubicBezTo>
                <a:cubicBezTo>
                  <a:pt x="12858" y="2882"/>
                  <a:pt x="9976" y="0"/>
                  <a:pt x="64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6" name="Google Shape;5246;p43"/>
          <p:cNvSpPr/>
          <p:nvPr/>
        </p:nvSpPr>
        <p:spPr>
          <a:xfrm flipH="1">
            <a:off x="8088229" y="1261647"/>
            <a:ext cx="212717" cy="414188"/>
          </a:xfrm>
          <a:custGeom>
            <a:avLst/>
            <a:gdLst/>
            <a:ahLst/>
            <a:cxnLst/>
            <a:rect l="l" t="t" r="r" b="b"/>
            <a:pathLst>
              <a:path w="6620" h="12890" extrusionOk="0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3516" y="380"/>
                  <a:pt x="6239" y="3104"/>
                  <a:pt x="6239" y="6429"/>
                </a:cubicBezTo>
                <a:cubicBezTo>
                  <a:pt x="6239" y="9786"/>
                  <a:pt x="3516" y="12509"/>
                  <a:pt x="190" y="12509"/>
                </a:cubicBezTo>
                <a:cubicBezTo>
                  <a:pt x="95" y="12509"/>
                  <a:pt x="0" y="12573"/>
                  <a:pt x="0" y="12699"/>
                </a:cubicBezTo>
                <a:cubicBezTo>
                  <a:pt x="0" y="12794"/>
                  <a:pt x="95" y="12889"/>
                  <a:pt x="190" y="12889"/>
                </a:cubicBezTo>
                <a:cubicBezTo>
                  <a:pt x="3737" y="12889"/>
                  <a:pt x="6619" y="9976"/>
                  <a:pt x="6619" y="6429"/>
                </a:cubicBezTo>
                <a:cubicBezTo>
                  <a:pt x="6619" y="2882"/>
                  <a:pt x="3737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7" name="Google Shape;5247;p43"/>
          <p:cNvSpPr/>
          <p:nvPr/>
        </p:nvSpPr>
        <p:spPr>
          <a:xfrm flipH="1">
            <a:off x="8177782" y="1262644"/>
            <a:ext cx="234085" cy="412164"/>
          </a:xfrm>
          <a:custGeom>
            <a:avLst/>
            <a:gdLst/>
            <a:ahLst/>
            <a:cxnLst/>
            <a:rect l="l" t="t" r="r" b="b"/>
            <a:pathLst>
              <a:path w="7285" h="12827" extrusionOk="0">
                <a:moveTo>
                  <a:pt x="3642" y="349"/>
                </a:moveTo>
                <a:cubicBezTo>
                  <a:pt x="5448" y="349"/>
                  <a:pt x="6904" y="3073"/>
                  <a:pt x="6904" y="6398"/>
                </a:cubicBezTo>
                <a:cubicBezTo>
                  <a:pt x="6904" y="9723"/>
                  <a:pt x="5416" y="12447"/>
                  <a:pt x="3642" y="12447"/>
                </a:cubicBezTo>
                <a:cubicBezTo>
                  <a:pt x="1837" y="12447"/>
                  <a:pt x="381" y="9723"/>
                  <a:pt x="381" y="6398"/>
                </a:cubicBezTo>
                <a:cubicBezTo>
                  <a:pt x="381" y="3073"/>
                  <a:pt x="1837" y="349"/>
                  <a:pt x="3642" y="349"/>
                </a:cubicBezTo>
                <a:close/>
                <a:moveTo>
                  <a:pt x="3642" y="1"/>
                </a:moveTo>
                <a:cubicBezTo>
                  <a:pt x="1647" y="1"/>
                  <a:pt x="1" y="2883"/>
                  <a:pt x="1" y="6398"/>
                </a:cubicBezTo>
                <a:cubicBezTo>
                  <a:pt x="1" y="9945"/>
                  <a:pt x="1647" y="12827"/>
                  <a:pt x="3642" y="12827"/>
                </a:cubicBezTo>
                <a:cubicBezTo>
                  <a:pt x="5638" y="12827"/>
                  <a:pt x="7284" y="9945"/>
                  <a:pt x="7253" y="6398"/>
                </a:cubicBezTo>
                <a:cubicBezTo>
                  <a:pt x="7253" y="2883"/>
                  <a:pt x="5638" y="1"/>
                  <a:pt x="3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8" name="Google Shape;5248;p43"/>
          <p:cNvSpPr/>
          <p:nvPr/>
        </p:nvSpPr>
        <p:spPr>
          <a:xfrm flipH="1">
            <a:off x="8177782" y="1262644"/>
            <a:ext cx="123164" cy="412164"/>
          </a:xfrm>
          <a:custGeom>
            <a:avLst/>
            <a:gdLst/>
            <a:ahLst/>
            <a:cxnLst/>
            <a:rect l="l" t="t" r="r" b="b"/>
            <a:pathLst>
              <a:path w="3833" h="12827" extrusionOk="0">
                <a:moveTo>
                  <a:pt x="190" y="1"/>
                </a:moveTo>
                <a:cubicBezTo>
                  <a:pt x="95" y="1"/>
                  <a:pt x="0" y="64"/>
                  <a:pt x="0" y="191"/>
                </a:cubicBezTo>
                <a:cubicBezTo>
                  <a:pt x="0" y="286"/>
                  <a:pt x="95" y="381"/>
                  <a:pt x="190" y="381"/>
                </a:cubicBezTo>
                <a:cubicBezTo>
                  <a:pt x="1964" y="381"/>
                  <a:pt x="3452" y="3073"/>
                  <a:pt x="3452" y="6398"/>
                </a:cubicBezTo>
                <a:cubicBezTo>
                  <a:pt x="3452" y="9723"/>
                  <a:pt x="1964" y="12447"/>
                  <a:pt x="190" y="12447"/>
                </a:cubicBezTo>
                <a:cubicBezTo>
                  <a:pt x="95" y="12447"/>
                  <a:pt x="0" y="12542"/>
                  <a:pt x="0" y="12637"/>
                </a:cubicBezTo>
                <a:cubicBezTo>
                  <a:pt x="0" y="12732"/>
                  <a:pt x="95" y="12827"/>
                  <a:pt x="190" y="12827"/>
                </a:cubicBezTo>
                <a:cubicBezTo>
                  <a:pt x="2186" y="12827"/>
                  <a:pt x="3832" y="9945"/>
                  <a:pt x="3801" y="6398"/>
                </a:cubicBezTo>
                <a:cubicBezTo>
                  <a:pt x="3801" y="2883"/>
                  <a:pt x="2186" y="1"/>
                  <a:pt x="1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9" name="Google Shape;5249;p43"/>
          <p:cNvSpPr/>
          <p:nvPr/>
        </p:nvSpPr>
        <p:spPr>
          <a:xfrm flipH="1">
            <a:off x="8088229" y="1462090"/>
            <a:ext cx="413192" cy="12242"/>
          </a:xfrm>
          <a:custGeom>
            <a:avLst/>
            <a:gdLst/>
            <a:ahLst/>
            <a:cxnLst/>
            <a:rect l="l" t="t" r="r" b="b"/>
            <a:pathLst>
              <a:path w="12859" h="381" extrusionOk="0">
                <a:moveTo>
                  <a:pt x="159" y="1"/>
                </a:moveTo>
                <a:cubicBezTo>
                  <a:pt x="64" y="1"/>
                  <a:pt x="1" y="96"/>
                  <a:pt x="1" y="191"/>
                </a:cubicBezTo>
                <a:cubicBezTo>
                  <a:pt x="1" y="286"/>
                  <a:pt x="64" y="381"/>
                  <a:pt x="159" y="381"/>
                </a:cubicBezTo>
                <a:lnTo>
                  <a:pt x="12668" y="381"/>
                </a:lnTo>
                <a:cubicBezTo>
                  <a:pt x="12763" y="381"/>
                  <a:pt x="12858" y="286"/>
                  <a:pt x="12858" y="191"/>
                </a:cubicBezTo>
                <a:cubicBezTo>
                  <a:pt x="12858" y="96"/>
                  <a:pt x="12763" y="1"/>
                  <a:pt x="126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0" name="Google Shape;5250;p43"/>
          <p:cNvSpPr/>
          <p:nvPr/>
        </p:nvSpPr>
        <p:spPr>
          <a:xfrm flipH="1">
            <a:off x="8122836" y="1349144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1"/>
                </a:moveTo>
                <a:cubicBezTo>
                  <a:pt x="64" y="1"/>
                  <a:pt x="0" y="96"/>
                  <a:pt x="0" y="191"/>
                </a:cubicBezTo>
                <a:cubicBezTo>
                  <a:pt x="0" y="286"/>
                  <a:pt x="64" y="381"/>
                  <a:pt x="190" y="381"/>
                </a:cubicBezTo>
                <a:lnTo>
                  <a:pt x="10515" y="381"/>
                </a:lnTo>
                <a:cubicBezTo>
                  <a:pt x="10610" y="381"/>
                  <a:pt x="10705" y="286"/>
                  <a:pt x="10705" y="191"/>
                </a:cubicBezTo>
                <a:cubicBezTo>
                  <a:pt x="10705" y="96"/>
                  <a:pt x="10610" y="1"/>
                  <a:pt x="1051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1" name="Google Shape;5251;p43"/>
          <p:cNvSpPr/>
          <p:nvPr/>
        </p:nvSpPr>
        <p:spPr>
          <a:xfrm flipH="1">
            <a:off x="8122836" y="1574040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0"/>
                </a:moveTo>
                <a:cubicBezTo>
                  <a:pt x="64" y="0"/>
                  <a:pt x="0" y="64"/>
                  <a:pt x="0" y="190"/>
                </a:cubicBezTo>
                <a:cubicBezTo>
                  <a:pt x="0" y="285"/>
                  <a:pt x="64" y="380"/>
                  <a:pt x="190" y="380"/>
                </a:cubicBezTo>
                <a:lnTo>
                  <a:pt x="10515" y="380"/>
                </a:lnTo>
                <a:cubicBezTo>
                  <a:pt x="10610" y="380"/>
                  <a:pt x="10705" y="285"/>
                  <a:pt x="10705" y="190"/>
                </a:cubicBezTo>
                <a:cubicBezTo>
                  <a:pt x="10705" y="64"/>
                  <a:pt x="10610" y="0"/>
                  <a:pt x="105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2" name="Google Shape;5252;p43"/>
          <p:cNvSpPr/>
          <p:nvPr/>
        </p:nvSpPr>
        <p:spPr>
          <a:xfrm flipH="1">
            <a:off x="8288704" y="1261647"/>
            <a:ext cx="12242" cy="414188"/>
          </a:xfrm>
          <a:custGeom>
            <a:avLst/>
            <a:gdLst/>
            <a:ahLst/>
            <a:cxnLst/>
            <a:rect l="l" t="t" r="r" b="b"/>
            <a:pathLst>
              <a:path w="381" h="12890" extrusionOk="0">
                <a:moveTo>
                  <a:pt x="190" y="0"/>
                </a:moveTo>
                <a:cubicBezTo>
                  <a:pt x="95" y="0"/>
                  <a:pt x="0" y="63"/>
                  <a:pt x="0" y="190"/>
                </a:cubicBezTo>
                <a:lnTo>
                  <a:pt x="0" y="12699"/>
                </a:lnTo>
                <a:cubicBezTo>
                  <a:pt x="0" y="12794"/>
                  <a:pt x="95" y="12889"/>
                  <a:pt x="190" y="12889"/>
                </a:cubicBezTo>
                <a:cubicBezTo>
                  <a:pt x="285" y="12889"/>
                  <a:pt x="380" y="12794"/>
                  <a:pt x="380" y="12699"/>
                </a:cubicBezTo>
                <a:lnTo>
                  <a:pt x="380" y="190"/>
                </a:lnTo>
                <a:cubicBezTo>
                  <a:pt x="380" y="63"/>
                  <a:pt x="285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3" name="Google Shape;5253;p43"/>
          <p:cNvSpPr/>
          <p:nvPr/>
        </p:nvSpPr>
        <p:spPr>
          <a:xfrm flipH="1">
            <a:off x="6427493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1"/>
                </a:moveTo>
                <a:lnTo>
                  <a:pt x="11939" y="1"/>
                </a:lnTo>
                <a:cubicBezTo>
                  <a:pt x="5352" y="1"/>
                  <a:pt x="0" y="5353"/>
                  <a:pt x="0" y="11940"/>
                </a:cubicBezTo>
                <a:lnTo>
                  <a:pt x="0" y="11940"/>
                </a:ln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7"/>
                  <a:pt x="67930" y="11940"/>
                </a:cubicBezTo>
                <a:cubicBezTo>
                  <a:pt x="67930" y="5353"/>
                  <a:pt x="62578" y="1"/>
                  <a:pt x="55991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4" name="Google Shape;5254;p43"/>
          <p:cNvSpPr/>
          <p:nvPr/>
        </p:nvSpPr>
        <p:spPr>
          <a:xfrm flipH="1">
            <a:off x="6501783" y="2493961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0"/>
                </a:moveTo>
                <a:cubicBezTo>
                  <a:pt x="5353" y="0"/>
                  <a:pt x="1" y="5352"/>
                  <a:pt x="1" y="11939"/>
                </a:cubicBezTo>
                <a:cubicBezTo>
                  <a:pt x="1" y="18526"/>
                  <a:pt x="5353" y="23878"/>
                  <a:pt x="11940" y="23878"/>
                </a:cubicBezTo>
                <a:lnTo>
                  <a:pt x="55991" y="23878"/>
                </a:lnTo>
                <a:cubicBezTo>
                  <a:pt x="62610" y="23878"/>
                  <a:pt x="67931" y="18526"/>
                  <a:pt x="67962" y="11939"/>
                </a:cubicBezTo>
                <a:cubicBezTo>
                  <a:pt x="67962" y="5352"/>
                  <a:pt x="62610" y="0"/>
                  <a:pt x="5602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5" name="Google Shape;5255;p43"/>
          <p:cNvSpPr/>
          <p:nvPr/>
        </p:nvSpPr>
        <p:spPr>
          <a:xfrm flipH="1">
            <a:off x="7902021" y="258145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1"/>
                  <a:pt x="10483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6" name="Google Shape;5256;p43"/>
          <p:cNvSpPr/>
          <p:nvPr/>
        </p:nvSpPr>
        <p:spPr>
          <a:xfrm flipH="1">
            <a:off x="7957996" y="2540746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9"/>
                  <a:pt x="4688" y="20966"/>
                  <a:pt x="10483" y="20966"/>
                </a:cubicBezTo>
                <a:cubicBezTo>
                  <a:pt x="16247" y="20966"/>
                  <a:pt x="20966" y="16279"/>
                  <a:pt x="20966" y="10483"/>
                </a:cubicBezTo>
                <a:cubicBezTo>
                  <a:pt x="20966" y="4688"/>
                  <a:pt x="16247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7" name="Google Shape;5257;p43"/>
          <p:cNvSpPr/>
          <p:nvPr/>
        </p:nvSpPr>
        <p:spPr>
          <a:xfrm flipH="1">
            <a:off x="8011915" y="2593668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1"/>
                </a:moveTo>
                <a:cubicBezTo>
                  <a:pt x="3959" y="1"/>
                  <a:pt x="1" y="3959"/>
                  <a:pt x="1" y="8836"/>
                </a:cubicBezTo>
                <a:cubicBezTo>
                  <a:pt x="1" y="13713"/>
                  <a:pt x="3959" y="17672"/>
                  <a:pt x="8836" y="17672"/>
                </a:cubicBezTo>
                <a:cubicBezTo>
                  <a:pt x="13713" y="17672"/>
                  <a:pt x="17640" y="13713"/>
                  <a:pt x="17640" y="8836"/>
                </a:cubicBezTo>
                <a:cubicBezTo>
                  <a:pt x="17640" y="3959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8" name="Google Shape;5258;p43"/>
          <p:cNvSpPr/>
          <p:nvPr/>
        </p:nvSpPr>
        <p:spPr>
          <a:xfrm flipH="1">
            <a:off x="8082124" y="2662882"/>
            <a:ext cx="424374" cy="424374"/>
          </a:xfrm>
          <a:custGeom>
            <a:avLst/>
            <a:gdLst/>
            <a:ahLst/>
            <a:cxnLst/>
            <a:rect l="l" t="t" r="r" b="b"/>
            <a:pathLst>
              <a:path w="13207" h="13207" extrusionOk="0">
                <a:moveTo>
                  <a:pt x="6587" y="1204"/>
                </a:moveTo>
                <a:cubicBezTo>
                  <a:pt x="9564" y="1204"/>
                  <a:pt x="12003" y="3642"/>
                  <a:pt x="12003" y="6619"/>
                </a:cubicBezTo>
                <a:cubicBezTo>
                  <a:pt x="12003" y="9596"/>
                  <a:pt x="9564" y="12003"/>
                  <a:pt x="6587" y="12003"/>
                </a:cubicBezTo>
                <a:cubicBezTo>
                  <a:pt x="3611" y="12003"/>
                  <a:pt x="1204" y="9596"/>
                  <a:pt x="1204" y="6619"/>
                </a:cubicBezTo>
                <a:cubicBezTo>
                  <a:pt x="1204" y="3642"/>
                  <a:pt x="3611" y="1204"/>
                  <a:pt x="6587" y="1204"/>
                </a:cubicBezTo>
                <a:close/>
                <a:moveTo>
                  <a:pt x="6587" y="0"/>
                </a:moveTo>
                <a:cubicBezTo>
                  <a:pt x="2977" y="0"/>
                  <a:pt x="0" y="2977"/>
                  <a:pt x="0" y="6619"/>
                </a:cubicBezTo>
                <a:cubicBezTo>
                  <a:pt x="0" y="10261"/>
                  <a:pt x="2977" y="13206"/>
                  <a:pt x="6587" y="13206"/>
                </a:cubicBezTo>
                <a:cubicBezTo>
                  <a:pt x="10229" y="13206"/>
                  <a:pt x="13206" y="10229"/>
                  <a:pt x="13206" y="6619"/>
                </a:cubicBezTo>
                <a:cubicBezTo>
                  <a:pt x="13206" y="2977"/>
                  <a:pt x="10229" y="0"/>
                  <a:pt x="6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9" name="Google Shape;5259;p43"/>
          <p:cNvSpPr/>
          <p:nvPr/>
        </p:nvSpPr>
        <p:spPr>
          <a:xfrm>
            <a:off x="8280570" y="2721877"/>
            <a:ext cx="114006" cy="234085"/>
          </a:xfrm>
          <a:custGeom>
            <a:avLst/>
            <a:gdLst/>
            <a:ahLst/>
            <a:cxnLst/>
            <a:rect l="l" t="t" r="r" b="b"/>
            <a:pathLst>
              <a:path w="3548" h="7285" extrusionOk="0">
                <a:moveTo>
                  <a:pt x="380" y="1"/>
                </a:moveTo>
                <a:cubicBezTo>
                  <a:pt x="159" y="1"/>
                  <a:pt x="0" y="159"/>
                  <a:pt x="0" y="381"/>
                </a:cubicBezTo>
                <a:lnTo>
                  <a:pt x="0" y="4973"/>
                </a:lnTo>
                <a:lnTo>
                  <a:pt x="2851" y="7190"/>
                </a:lnTo>
                <a:cubicBezTo>
                  <a:pt x="2914" y="7253"/>
                  <a:pt x="3009" y="7285"/>
                  <a:pt x="3104" y="7285"/>
                </a:cubicBezTo>
                <a:cubicBezTo>
                  <a:pt x="3199" y="7285"/>
                  <a:pt x="3326" y="7221"/>
                  <a:pt x="3389" y="7126"/>
                </a:cubicBezTo>
                <a:cubicBezTo>
                  <a:pt x="3547" y="6968"/>
                  <a:pt x="3516" y="6715"/>
                  <a:pt x="3326" y="6588"/>
                </a:cubicBezTo>
                <a:lnTo>
                  <a:pt x="792" y="4593"/>
                </a:lnTo>
                <a:lnTo>
                  <a:pt x="792" y="381"/>
                </a:lnTo>
                <a:cubicBezTo>
                  <a:pt x="792" y="159"/>
                  <a:pt x="602" y="1"/>
                  <a:pt x="3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0" name="Google Shape;5260;p43"/>
          <p:cNvSpPr/>
          <p:nvPr/>
        </p:nvSpPr>
        <p:spPr>
          <a:xfrm>
            <a:off x="8270388" y="2851114"/>
            <a:ext cx="47845" cy="47877"/>
          </a:xfrm>
          <a:custGeom>
            <a:avLst/>
            <a:gdLst/>
            <a:ahLst/>
            <a:cxnLst/>
            <a:rect l="l" t="t" r="r" b="b"/>
            <a:pathLst>
              <a:path w="1489" h="1490" extrusionOk="0">
                <a:moveTo>
                  <a:pt x="728" y="1"/>
                </a:moveTo>
                <a:cubicBezTo>
                  <a:pt x="317" y="1"/>
                  <a:pt x="0" y="349"/>
                  <a:pt x="0" y="761"/>
                </a:cubicBezTo>
                <a:cubicBezTo>
                  <a:pt x="0" y="1173"/>
                  <a:pt x="317" y="1489"/>
                  <a:pt x="728" y="1489"/>
                </a:cubicBezTo>
                <a:cubicBezTo>
                  <a:pt x="1140" y="1489"/>
                  <a:pt x="1489" y="1173"/>
                  <a:pt x="1489" y="761"/>
                </a:cubicBezTo>
                <a:cubicBezTo>
                  <a:pt x="1489" y="349"/>
                  <a:pt x="1140" y="1"/>
                  <a:pt x="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1" name="Google Shape;5261;p43"/>
          <p:cNvSpPr/>
          <p:nvPr/>
        </p:nvSpPr>
        <p:spPr>
          <a:xfrm flipH="1">
            <a:off x="6427493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501783" y="3906377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3" name="Google Shape;5263;p43"/>
          <p:cNvSpPr/>
          <p:nvPr/>
        </p:nvSpPr>
        <p:spPr>
          <a:xfrm flipH="1">
            <a:off x="7902021" y="3993906"/>
            <a:ext cx="673690" cy="673658"/>
          </a:xfrm>
          <a:custGeom>
            <a:avLst/>
            <a:gdLst/>
            <a:ahLst/>
            <a:cxnLst/>
            <a:rect l="l" t="t" r="r" b="b"/>
            <a:pathLst>
              <a:path w="20966" h="20965" extrusionOk="0">
                <a:moveTo>
                  <a:pt x="10483" y="0"/>
                </a:moveTo>
                <a:cubicBezTo>
                  <a:pt x="4688" y="0"/>
                  <a:pt x="1" y="4687"/>
                  <a:pt x="1" y="10482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2"/>
                </a:cubicBezTo>
                <a:cubicBezTo>
                  <a:pt x="20966" y="4687"/>
                  <a:pt x="16279" y="0"/>
                  <a:pt x="10483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4" name="Google Shape;5264;p43"/>
          <p:cNvSpPr/>
          <p:nvPr/>
        </p:nvSpPr>
        <p:spPr>
          <a:xfrm flipH="1">
            <a:off x="7957996" y="3953194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687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687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5" name="Google Shape;5265;p43"/>
          <p:cNvSpPr/>
          <p:nvPr/>
        </p:nvSpPr>
        <p:spPr>
          <a:xfrm flipH="1">
            <a:off x="8011915" y="4006116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0"/>
                </a:moveTo>
                <a:cubicBezTo>
                  <a:pt x="3959" y="0"/>
                  <a:pt x="1" y="3959"/>
                  <a:pt x="1" y="8836"/>
                </a:cubicBezTo>
                <a:cubicBezTo>
                  <a:pt x="1" y="13713"/>
                  <a:pt x="3959" y="17671"/>
                  <a:pt x="8836" y="17671"/>
                </a:cubicBezTo>
                <a:cubicBezTo>
                  <a:pt x="13713" y="17671"/>
                  <a:pt x="17640" y="13713"/>
                  <a:pt x="17640" y="8836"/>
                </a:cubicBezTo>
                <a:cubicBezTo>
                  <a:pt x="17640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6" name="Google Shape;5266;p43"/>
          <p:cNvSpPr/>
          <p:nvPr/>
        </p:nvSpPr>
        <p:spPr>
          <a:xfrm flipH="1">
            <a:off x="8280574" y="4106852"/>
            <a:ext cx="10186" cy="38688"/>
          </a:xfrm>
          <a:custGeom>
            <a:avLst/>
            <a:gdLst/>
            <a:ahLst/>
            <a:cxnLst/>
            <a:rect l="l" t="t" r="r" b="b"/>
            <a:pathLst>
              <a:path w="317" h="1204" extrusionOk="0">
                <a:moveTo>
                  <a:pt x="317" y="1077"/>
                </a:moveTo>
                <a:cubicBezTo>
                  <a:pt x="317" y="1140"/>
                  <a:pt x="222" y="1204"/>
                  <a:pt x="158" y="1204"/>
                </a:cubicBezTo>
                <a:lnTo>
                  <a:pt x="158" y="1204"/>
                </a:lnTo>
                <a:cubicBezTo>
                  <a:pt x="63" y="1204"/>
                  <a:pt x="0" y="1140"/>
                  <a:pt x="0" y="1077"/>
                </a:cubicBezTo>
                <a:lnTo>
                  <a:pt x="0" y="159"/>
                </a:lnTo>
                <a:cubicBezTo>
                  <a:pt x="0" y="64"/>
                  <a:pt x="63" y="0"/>
                  <a:pt x="158" y="0"/>
                </a:cubicBezTo>
                <a:lnTo>
                  <a:pt x="158" y="0"/>
                </a:lnTo>
                <a:cubicBezTo>
                  <a:pt x="222" y="0"/>
                  <a:pt x="285" y="64"/>
                  <a:pt x="285" y="159"/>
                </a:cubicBezTo>
                <a:lnTo>
                  <a:pt x="285" y="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7" name="Google Shape;5267;p43"/>
          <p:cNvSpPr/>
          <p:nvPr/>
        </p:nvSpPr>
        <p:spPr>
          <a:xfrm flipH="1">
            <a:off x="8384362" y="4165879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982" y="665"/>
                </a:moveTo>
                <a:cubicBezTo>
                  <a:pt x="1014" y="728"/>
                  <a:pt x="1014" y="823"/>
                  <a:pt x="950" y="887"/>
                </a:cubicBezTo>
                <a:lnTo>
                  <a:pt x="950" y="887"/>
                </a:lnTo>
                <a:cubicBezTo>
                  <a:pt x="919" y="950"/>
                  <a:pt x="824" y="950"/>
                  <a:pt x="760" y="919"/>
                </a:cubicBezTo>
                <a:lnTo>
                  <a:pt x="64" y="285"/>
                </a:lnTo>
                <a:cubicBezTo>
                  <a:pt x="0" y="222"/>
                  <a:pt x="32" y="158"/>
                  <a:pt x="64" y="95"/>
                </a:cubicBezTo>
                <a:lnTo>
                  <a:pt x="64" y="95"/>
                </a:lnTo>
                <a:cubicBezTo>
                  <a:pt x="127" y="32"/>
                  <a:pt x="222" y="0"/>
                  <a:pt x="28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8" name="Google Shape;5268;p43"/>
          <p:cNvSpPr/>
          <p:nvPr/>
        </p:nvSpPr>
        <p:spPr>
          <a:xfrm flipH="1">
            <a:off x="8416913" y="4296112"/>
            <a:ext cx="38720" cy="13271"/>
          </a:xfrm>
          <a:custGeom>
            <a:avLst/>
            <a:gdLst/>
            <a:ahLst/>
            <a:cxnLst/>
            <a:rect l="l" t="t" r="r" b="b"/>
            <a:pathLst>
              <a:path w="1205" h="413" extrusionOk="0">
                <a:moveTo>
                  <a:pt x="1046" y="1"/>
                </a:moveTo>
                <a:cubicBezTo>
                  <a:pt x="1141" y="1"/>
                  <a:pt x="1204" y="64"/>
                  <a:pt x="1204" y="159"/>
                </a:cubicBezTo>
                <a:lnTo>
                  <a:pt x="1204" y="159"/>
                </a:lnTo>
                <a:cubicBezTo>
                  <a:pt x="1204" y="222"/>
                  <a:pt x="1172" y="317"/>
                  <a:pt x="1077" y="317"/>
                </a:cubicBezTo>
                <a:lnTo>
                  <a:pt x="159" y="412"/>
                </a:lnTo>
                <a:cubicBezTo>
                  <a:pt x="96" y="412"/>
                  <a:pt x="32" y="349"/>
                  <a:pt x="32" y="286"/>
                </a:cubicBezTo>
                <a:lnTo>
                  <a:pt x="32" y="286"/>
                </a:lnTo>
                <a:cubicBezTo>
                  <a:pt x="1" y="191"/>
                  <a:pt x="64" y="127"/>
                  <a:pt x="12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9" name="Google Shape;5269;p43"/>
          <p:cNvSpPr/>
          <p:nvPr/>
        </p:nvSpPr>
        <p:spPr>
          <a:xfrm flipH="1">
            <a:off x="8122836" y="4286954"/>
            <a:ext cx="38688" cy="14299"/>
          </a:xfrm>
          <a:custGeom>
            <a:avLst/>
            <a:gdLst/>
            <a:ahLst/>
            <a:cxnLst/>
            <a:rect l="l" t="t" r="r" b="b"/>
            <a:pathLst>
              <a:path w="1204" h="445" extrusionOk="0">
                <a:moveTo>
                  <a:pt x="127" y="317"/>
                </a:moveTo>
                <a:cubicBezTo>
                  <a:pt x="63" y="317"/>
                  <a:pt x="0" y="254"/>
                  <a:pt x="0" y="159"/>
                </a:cubicBezTo>
                <a:lnTo>
                  <a:pt x="0" y="159"/>
                </a:lnTo>
                <a:cubicBezTo>
                  <a:pt x="32" y="64"/>
                  <a:pt x="95" y="1"/>
                  <a:pt x="158" y="1"/>
                </a:cubicBezTo>
                <a:lnTo>
                  <a:pt x="1077" y="127"/>
                </a:lnTo>
                <a:cubicBezTo>
                  <a:pt x="1140" y="127"/>
                  <a:pt x="1204" y="191"/>
                  <a:pt x="1204" y="286"/>
                </a:cubicBezTo>
                <a:lnTo>
                  <a:pt x="1204" y="286"/>
                </a:lnTo>
                <a:cubicBezTo>
                  <a:pt x="1204" y="381"/>
                  <a:pt x="1109" y="444"/>
                  <a:pt x="1045" y="4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0" name="Google Shape;5270;p43"/>
          <p:cNvSpPr/>
          <p:nvPr/>
        </p:nvSpPr>
        <p:spPr>
          <a:xfrm flipH="1">
            <a:off x="8160495" y="4163823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254" y="887"/>
                </a:moveTo>
                <a:cubicBezTo>
                  <a:pt x="222" y="951"/>
                  <a:pt x="127" y="919"/>
                  <a:pt x="64" y="856"/>
                </a:cubicBezTo>
                <a:lnTo>
                  <a:pt x="64" y="856"/>
                </a:lnTo>
                <a:cubicBezTo>
                  <a:pt x="0" y="792"/>
                  <a:pt x="0" y="697"/>
                  <a:pt x="64" y="666"/>
                </a:cubicBezTo>
                <a:lnTo>
                  <a:pt x="760" y="32"/>
                </a:lnTo>
                <a:cubicBezTo>
                  <a:pt x="792" y="1"/>
                  <a:pt x="887" y="1"/>
                  <a:pt x="950" y="64"/>
                </a:cubicBezTo>
                <a:lnTo>
                  <a:pt x="950" y="64"/>
                </a:lnTo>
                <a:cubicBezTo>
                  <a:pt x="1014" y="127"/>
                  <a:pt x="1014" y="222"/>
                  <a:pt x="950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1" name="Google Shape;5271;p43"/>
          <p:cNvSpPr/>
          <p:nvPr/>
        </p:nvSpPr>
        <p:spPr>
          <a:xfrm>
            <a:off x="8179807" y="4161798"/>
            <a:ext cx="213745" cy="298190"/>
          </a:xfrm>
          <a:custGeom>
            <a:avLst/>
            <a:gdLst/>
            <a:ahLst/>
            <a:cxnLst/>
            <a:rect l="l" t="t" r="r" b="b"/>
            <a:pathLst>
              <a:path w="6652" h="9280" extrusionOk="0">
                <a:moveTo>
                  <a:pt x="4403" y="7949"/>
                </a:moveTo>
                <a:cubicBezTo>
                  <a:pt x="4403" y="8044"/>
                  <a:pt x="4339" y="8139"/>
                  <a:pt x="4276" y="8171"/>
                </a:cubicBezTo>
                <a:cubicBezTo>
                  <a:pt x="4244" y="8203"/>
                  <a:pt x="4181" y="8234"/>
                  <a:pt x="4118" y="8234"/>
                </a:cubicBezTo>
                <a:lnTo>
                  <a:pt x="2534" y="8234"/>
                </a:lnTo>
                <a:cubicBezTo>
                  <a:pt x="2471" y="8234"/>
                  <a:pt x="2439" y="8203"/>
                  <a:pt x="2407" y="8171"/>
                </a:cubicBezTo>
                <a:cubicBezTo>
                  <a:pt x="2312" y="8139"/>
                  <a:pt x="2281" y="8044"/>
                  <a:pt x="2281" y="7949"/>
                </a:cubicBezTo>
                <a:lnTo>
                  <a:pt x="2281" y="7031"/>
                </a:lnTo>
                <a:lnTo>
                  <a:pt x="4403" y="7031"/>
                </a:lnTo>
                <a:lnTo>
                  <a:pt x="4403" y="7949"/>
                </a:lnTo>
                <a:close/>
                <a:moveTo>
                  <a:pt x="2091" y="1647"/>
                </a:moveTo>
                <a:cubicBezTo>
                  <a:pt x="1584" y="2027"/>
                  <a:pt x="1267" y="2629"/>
                  <a:pt x="1267" y="3326"/>
                </a:cubicBezTo>
                <a:cubicBezTo>
                  <a:pt x="1267" y="3959"/>
                  <a:pt x="1552" y="4529"/>
                  <a:pt x="1996" y="4909"/>
                </a:cubicBezTo>
                <a:cubicBezTo>
                  <a:pt x="2059" y="4941"/>
                  <a:pt x="2059" y="5036"/>
                  <a:pt x="2027" y="5099"/>
                </a:cubicBezTo>
                <a:lnTo>
                  <a:pt x="2027" y="5099"/>
                </a:lnTo>
                <a:cubicBezTo>
                  <a:pt x="1964" y="5194"/>
                  <a:pt x="1869" y="5194"/>
                  <a:pt x="1806" y="5131"/>
                </a:cubicBezTo>
                <a:cubicBezTo>
                  <a:pt x="1267" y="4687"/>
                  <a:pt x="951" y="4054"/>
                  <a:pt x="951" y="3326"/>
                </a:cubicBezTo>
                <a:cubicBezTo>
                  <a:pt x="951" y="2534"/>
                  <a:pt x="1331" y="1837"/>
                  <a:pt x="1901" y="1394"/>
                </a:cubicBezTo>
                <a:cubicBezTo>
                  <a:pt x="1964" y="1362"/>
                  <a:pt x="2059" y="1362"/>
                  <a:pt x="2122" y="1426"/>
                </a:cubicBezTo>
                <a:lnTo>
                  <a:pt x="2122" y="1457"/>
                </a:lnTo>
                <a:cubicBezTo>
                  <a:pt x="2186" y="1521"/>
                  <a:pt x="2154" y="1616"/>
                  <a:pt x="2091" y="1647"/>
                </a:cubicBezTo>
                <a:close/>
                <a:moveTo>
                  <a:pt x="6651" y="3326"/>
                </a:moveTo>
                <a:cubicBezTo>
                  <a:pt x="6651" y="1489"/>
                  <a:pt x="5163" y="0"/>
                  <a:pt x="3326" y="0"/>
                </a:cubicBezTo>
                <a:cubicBezTo>
                  <a:pt x="1489" y="0"/>
                  <a:pt x="1" y="1489"/>
                  <a:pt x="1" y="3326"/>
                </a:cubicBezTo>
                <a:cubicBezTo>
                  <a:pt x="1" y="4656"/>
                  <a:pt x="824" y="5828"/>
                  <a:pt x="1964" y="6366"/>
                </a:cubicBezTo>
                <a:lnTo>
                  <a:pt x="1964" y="7031"/>
                </a:lnTo>
                <a:lnTo>
                  <a:pt x="1964" y="7949"/>
                </a:lnTo>
                <a:cubicBezTo>
                  <a:pt x="1964" y="8234"/>
                  <a:pt x="2154" y="8488"/>
                  <a:pt x="2439" y="8519"/>
                </a:cubicBezTo>
                <a:cubicBezTo>
                  <a:pt x="2471" y="8614"/>
                  <a:pt x="2471" y="8678"/>
                  <a:pt x="2534" y="8773"/>
                </a:cubicBezTo>
                <a:cubicBezTo>
                  <a:pt x="2661" y="9089"/>
                  <a:pt x="2914" y="9279"/>
                  <a:pt x="3104" y="9279"/>
                </a:cubicBezTo>
                <a:lnTo>
                  <a:pt x="3547" y="9279"/>
                </a:lnTo>
                <a:cubicBezTo>
                  <a:pt x="3738" y="9279"/>
                  <a:pt x="3991" y="9089"/>
                  <a:pt x="4149" y="8773"/>
                </a:cubicBezTo>
                <a:cubicBezTo>
                  <a:pt x="4181" y="8678"/>
                  <a:pt x="4213" y="8614"/>
                  <a:pt x="4213" y="8519"/>
                </a:cubicBezTo>
                <a:cubicBezTo>
                  <a:pt x="4498" y="8488"/>
                  <a:pt x="4688" y="8234"/>
                  <a:pt x="4688" y="7949"/>
                </a:cubicBezTo>
                <a:lnTo>
                  <a:pt x="4688" y="6714"/>
                </a:lnTo>
                <a:lnTo>
                  <a:pt x="4688" y="6366"/>
                </a:lnTo>
                <a:cubicBezTo>
                  <a:pt x="5859" y="5828"/>
                  <a:pt x="6651" y="4656"/>
                  <a:pt x="6651" y="33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2" name="Google Shape;5272;p43"/>
          <p:cNvSpPr/>
          <p:nvPr/>
        </p:nvSpPr>
        <p:spPr>
          <a:xfrm>
            <a:off x="532497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457210" y="1082541"/>
            <a:ext cx="2182793" cy="766296"/>
          </a:xfrm>
          <a:custGeom>
            <a:avLst/>
            <a:gdLst/>
            <a:ahLst/>
            <a:cxnLst/>
            <a:rect l="l" t="t" r="r" b="b"/>
            <a:pathLst>
              <a:path w="67931" h="23848" extrusionOk="0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4" name="Google Shape;5274;p43"/>
          <p:cNvSpPr/>
          <p:nvPr/>
        </p:nvSpPr>
        <p:spPr>
          <a:xfrm>
            <a:off x="567103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7" y="0"/>
                  <a:pt x="0" y="4719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7" y="20965"/>
                  <a:pt x="20965" y="16278"/>
                  <a:pt x="20965" y="10483"/>
                </a:cubicBezTo>
                <a:cubicBezTo>
                  <a:pt x="20965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5" name="Google Shape;5275;p43"/>
          <p:cNvSpPr/>
          <p:nvPr/>
        </p:nvSpPr>
        <p:spPr>
          <a:xfrm>
            <a:off x="510100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6" name="Google Shape;5276;p43"/>
          <p:cNvSpPr/>
          <p:nvPr/>
        </p:nvSpPr>
        <p:spPr>
          <a:xfrm>
            <a:off x="563023" y="1182248"/>
            <a:ext cx="567878" cy="566849"/>
          </a:xfrm>
          <a:custGeom>
            <a:avLst/>
            <a:gdLst/>
            <a:ahLst/>
            <a:cxnLst/>
            <a:rect l="l" t="t" r="r" b="b"/>
            <a:pathLst>
              <a:path w="17673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72" y="13682"/>
                  <a:pt x="17672" y="8805"/>
                </a:cubicBezTo>
                <a:cubicBezTo>
                  <a:pt x="17672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7" name="Google Shape;5277;p43"/>
          <p:cNvSpPr/>
          <p:nvPr/>
        </p:nvSpPr>
        <p:spPr>
          <a:xfrm>
            <a:off x="743157" y="1284012"/>
            <a:ext cx="262555" cy="246296"/>
          </a:xfrm>
          <a:custGeom>
            <a:avLst/>
            <a:gdLst/>
            <a:ahLst/>
            <a:cxnLst/>
            <a:rect l="l" t="t" r="r" b="b"/>
            <a:pathLst>
              <a:path w="8171" h="7665" extrusionOk="0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8" name="Google Shape;5278;p43"/>
          <p:cNvSpPr/>
          <p:nvPr/>
        </p:nvSpPr>
        <p:spPr>
          <a:xfrm>
            <a:off x="763497" y="1477353"/>
            <a:ext cx="61084" cy="64169"/>
          </a:xfrm>
          <a:custGeom>
            <a:avLst/>
            <a:gdLst/>
            <a:ahLst/>
            <a:cxnLst/>
            <a:rect l="l" t="t" r="r" b="b"/>
            <a:pathLst>
              <a:path w="1901" h="1997" extrusionOk="0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9" name="Google Shape;5279;p43"/>
          <p:cNvSpPr/>
          <p:nvPr/>
        </p:nvSpPr>
        <p:spPr>
          <a:xfrm>
            <a:off x="686154" y="1512988"/>
            <a:ext cx="109925" cy="118055"/>
          </a:xfrm>
          <a:custGeom>
            <a:avLst/>
            <a:gdLst/>
            <a:ahLst/>
            <a:cxnLst/>
            <a:rect l="l" t="t" r="r" b="b"/>
            <a:pathLst>
              <a:path w="3421" h="3674" extrusionOk="0">
                <a:moveTo>
                  <a:pt x="1521" y="3421"/>
                </a:moveTo>
                <a:cubicBezTo>
                  <a:pt x="1331" y="3642"/>
                  <a:pt x="982" y="3674"/>
                  <a:pt x="761" y="3484"/>
                </a:cubicBezTo>
                <a:lnTo>
                  <a:pt x="222" y="3009"/>
                </a:lnTo>
                <a:cubicBezTo>
                  <a:pt x="1" y="2819"/>
                  <a:pt x="1" y="2502"/>
                  <a:pt x="191" y="2280"/>
                </a:cubicBezTo>
                <a:lnTo>
                  <a:pt x="1901" y="222"/>
                </a:lnTo>
                <a:cubicBezTo>
                  <a:pt x="2091" y="0"/>
                  <a:pt x="2439" y="0"/>
                  <a:pt x="2661" y="190"/>
                </a:cubicBezTo>
                <a:lnTo>
                  <a:pt x="3199" y="634"/>
                </a:lnTo>
                <a:cubicBezTo>
                  <a:pt x="3421" y="824"/>
                  <a:pt x="3421" y="1140"/>
                  <a:pt x="3231" y="1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0" name="Google Shape;5280;p43"/>
          <p:cNvSpPr/>
          <p:nvPr/>
        </p:nvSpPr>
        <p:spPr>
          <a:xfrm>
            <a:off x="823521" y="1328804"/>
            <a:ext cx="84508" cy="47845"/>
          </a:xfrm>
          <a:custGeom>
            <a:avLst/>
            <a:gdLst/>
            <a:ahLst/>
            <a:cxnLst/>
            <a:rect l="l" t="t" r="r" b="b"/>
            <a:pathLst>
              <a:path w="2630" h="1489" extrusionOk="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1" name="Google Shape;5281;p43"/>
          <p:cNvSpPr/>
          <p:nvPr/>
        </p:nvSpPr>
        <p:spPr>
          <a:xfrm>
            <a:off x="909025" y="1341015"/>
            <a:ext cx="22396" cy="20372"/>
          </a:xfrm>
          <a:custGeom>
            <a:avLst/>
            <a:gdLst/>
            <a:ahLst/>
            <a:cxnLst/>
            <a:rect l="l" t="t" r="r" b="b"/>
            <a:pathLst>
              <a:path w="697" h="634" extrusionOk="0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2" name="Google Shape;5282;p43"/>
          <p:cNvSpPr txBox="1"/>
          <p:nvPr/>
        </p:nvSpPr>
        <p:spPr>
          <a:xfrm>
            <a:off x="1264175" y="108255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3" name="Google Shape;5283;p43"/>
          <p:cNvSpPr txBox="1"/>
          <p:nvPr/>
        </p:nvSpPr>
        <p:spPr>
          <a:xfrm>
            <a:off x="1264175" y="143550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4" name="Google Shape;5284;p43"/>
          <p:cNvSpPr txBox="1"/>
          <p:nvPr/>
        </p:nvSpPr>
        <p:spPr>
          <a:xfrm>
            <a:off x="1264175" y="2482775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5" name="Google Shape;5285;p43"/>
          <p:cNvSpPr txBox="1"/>
          <p:nvPr/>
        </p:nvSpPr>
        <p:spPr>
          <a:xfrm>
            <a:off x="1264175" y="2835725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6" name="Google Shape;5286;p43"/>
          <p:cNvSpPr txBox="1"/>
          <p:nvPr/>
        </p:nvSpPr>
        <p:spPr>
          <a:xfrm>
            <a:off x="1264175" y="388300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7" name="Google Shape;5287;p43"/>
          <p:cNvSpPr txBox="1"/>
          <p:nvPr/>
        </p:nvSpPr>
        <p:spPr>
          <a:xfrm>
            <a:off x="1264175" y="423595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8" name="Google Shape;5288;p43"/>
          <p:cNvSpPr txBox="1"/>
          <p:nvPr/>
        </p:nvSpPr>
        <p:spPr>
          <a:xfrm>
            <a:off x="6509450" y="109426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9" name="Google Shape;5289;p43"/>
          <p:cNvSpPr txBox="1"/>
          <p:nvPr/>
        </p:nvSpPr>
        <p:spPr>
          <a:xfrm>
            <a:off x="6509450" y="144721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0" name="Google Shape;5290;p43"/>
          <p:cNvSpPr txBox="1"/>
          <p:nvPr/>
        </p:nvSpPr>
        <p:spPr>
          <a:xfrm>
            <a:off x="6509450" y="2494488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1" name="Google Shape;5291;p43"/>
          <p:cNvSpPr txBox="1"/>
          <p:nvPr/>
        </p:nvSpPr>
        <p:spPr>
          <a:xfrm>
            <a:off x="6509450" y="2847438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 is the the third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2" name="Google Shape;5292;p43"/>
          <p:cNvSpPr txBox="1"/>
          <p:nvPr/>
        </p:nvSpPr>
        <p:spPr>
          <a:xfrm>
            <a:off x="6509450" y="389471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3" name="Google Shape;5293;p43"/>
          <p:cNvSpPr txBox="1"/>
          <p:nvPr/>
        </p:nvSpPr>
        <p:spPr>
          <a:xfrm>
            <a:off x="6509450" y="424766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smallest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4" name="Google Shape;5294;p43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44"/>
          <p:cNvSpPr txBox="1"/>
          <p:nvPr/>
        </p:nvSpPr>
        <p:spPr>
          <a:xfrm>
            <a:off x="1068100" y="53652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0" name="Google Shape;5300;p44"/>
          <p:cNvSpPr txBox="1"/>
          <p:nvPr/>
        </p:nvSpPr>
        <p:spPr>
          <a:xfrm>
            <a:off x="1132925" y="1087200"/>
            <a:ext cx="7047300" cy="2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order to use this template, you must credit </a:t>
            </a:r>
            <a:r>
              <a:rPr lang="en" sz="1100" b="1" u="sng">
                <a:solidFill>
                  <a:srgbClr val="869FB2"/>
                </a:solidFill>
              </a:rPr>
              <a:t>S</a:t>
            </a:r>
            <a:r>
              <a:rPr lang="en" sz="12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 b="1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in your final presentation and include links to both websites.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Modify this template.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Use it for both personal and commercial projects.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not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Include Slidesgo Content in an online or offline database or file.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Acquire the copyright of Slidesgo Content.</a:t>
            </a:r>
            <a:endParaRPr sz="11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301" name="Google Shape;5301;p4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1100">
                <a:solidFill>
                  <a:srgbClr val="FFFFFF"/>
                </a:solidFill>
              </a:rPr>
              <a:t>read </a:t>
            </a:r>
            <a:r>
              <a:rPr lang="en" sz="1200">
                <a:solidFill>
                  <a:srgbClr val="FFFFFF"/>
                </a:solidFill>
              </a:rPr>
              <a:t>our FAQs or visit Slidesgo School:</a:t>
            </a:r>
            <a:endParaRPr sz="12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 u="sng">
                <a:solidFill>
                  <a:srgbClr val="869FB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2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6" name="Google Shape;5306;p45"/>
          <p:cNvSpPr txBox="1"/>
          <p:nvPr/>
        </p:nvSpPr>
        <p:spPr>
          <a:xfrm>
            <a:off x="1068100" y="533189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Infographics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7" name="Google Shape;5307;p45"/>
          <p:cNvSpPr txBox="1"/>
          <p:nvPr/>
        </p:nvSpPr>
        <p:spPr>
          <a:xfrm>
            <a:off x="715075" y="1275800"/>
            <a:ext cx="7079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You can add and edit some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infographics</a:t>
            </a:r>
            <a:r>
              <a:rPr lang="en" sz="1100">
                <a:solidFill>
                  <a:srgbClr val="FFFFFF"/>
                </a:solidFill>
              </a:rPr>
              <a:t> to your presentation to present your data in a visual way.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869FB2"/>
              </a:solidFill>
            </a:endParaRPr>
          </a:p>
        </p:txBody>
      </p:sp>
      <p:sp>
        <p:nvSpPr>
          <p:cNvPr id="5308" name="Google Shape;5308;p45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5309" name="Google Shape;5309;p45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5310" name="Google Shape;5310;p45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5311" name="Google Shape;5311;p45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5312" name="Google Shape;5312;p45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3" name="Google Shape;5313;p45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314" name="Google Shape;5314;p45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5" name="Google Shape;5315;p45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5316" name="Google Shape;5316;p45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5317" name="Google Shape;5317;p45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8" name="Google Shape;5318;p45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19" name="Google Shape;5319;p45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5320" name="Google Shape;5320;p45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1" name="Google Shape;5321;p45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2" name="Google Shape;5322;p45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3" name="Google Shape;5323;p45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24" name="Google Shape;5324;p45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5325" name="Google Shape;5325;p45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5326" name="Google Shape;5326;p45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7" name="Google Shape;5327;p45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28" name="Google Shape;5328;p45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5329" name="Google Shape;5329;p45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0" name="Google Shape;5330;p45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1" name="Google Shape;5331;p45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2" name="Google Shape;5332;p45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33" name="Google Shape;5333;p45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5334" name="Google Shape;5334;p45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5335" name="Google Shape;5335;p45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6" name="Google Shape;5336;p45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37" name="Google Shape;5337;p45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5338" name="Google Shape;5338;p45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9" name="Google Shape;5339;p45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40" name="Google Shape;5340;p45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5341" name="Google Shape;5341;p45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5342" name="Google Shape;5342;p45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3" name="Google Shape;5343;p45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44" name="Google Shape;5344;p45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5345" name="Google Shape;5345;p45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6" name="Google Shape;5346;p45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7" name="Google Shape;5347;p45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8" name="Google Shape;5348;p45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9" name="Google Shape;5349;p45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2282</Words>
  <Application>Microsoft Office PowerPoint</Application>
  <PresentationFormat>On-screen Show (16:9)</PresentationFormat>
  <Paragraphs>508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Proxima Nova</vt:lpstr>
      <vt:lpstr>Roboto</vt:lpstr>
      <vt:lpstr>Arial</vt:lpstr>
      <vt:lpstr>Fira Sans Extra Condensed SemiBold</vt:lpstr>
      <vt:lpstr>Fira Sans Light</vt:lpstr>
      <vt:lpstr>Fira Sans Medium</vt:lpstr>
      <vt:lpstr>Fira Sans Extra Condensed Medium</vt:lpstr>
      <vt:lpstr>Fira Sans SemiBold</vt:lpstr>
      <vt:lpstr>Fira Sans</vt:lpstr>
      <vt:lpstr>Technology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Fitra Adi Kusuma</dc:creator>
  <cp:lastModifiedBy>adikusumaraci@hotmail.com</cp:lastModifiedBy>
  <cp:revision>6</cp:revision>
  <dcterms:modified xsi:type="dcterms:W3CDTF">2026-09-29T02:27:51Z</dcterms:modified>
</cp:coreProperties>
</file>